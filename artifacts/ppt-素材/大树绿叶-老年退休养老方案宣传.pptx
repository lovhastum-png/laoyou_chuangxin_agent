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1.xml" ContentType="application/vnd.openxmlformats-officedocument.presentationml.notesSlide+xml"/>
  <Override PartName="/ppt/tags/tag1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</p:sldMasterIdLst>
  <p:notesMasterIdLst>
    <p:notesMasterId r:id="rId23"/>
  </p:notesMasterIdLst>
  <p:handoutMasterIdLst>
    <p:handoutMasterId r:id="rId24"/>
  </p:handoutMasterIdLst>
  <p:sldIdLst>
    <p:sldId id="1131" r:id="rId3"/>
    <p:sldId id="1136" r:id="rId4"/>
    <p:sldId id="700" r:id="rId5"/>
    <p:sldId id="737" r:id="rId6"/>
    <p:sldId id="1343" r:id="rId7"/>
    <p:sldId id="1250" r:id="rId8"/>
    <p:sldId id="1137" r:id="rId9"/>
    <p:sldId id="1353" r:id="rId10"/>
    <p:sldId id="673" r:id="rId11"/>
    <p:sldId id="1272" r:id="rId12"/>
    <p:sldId id="1138" r:id="rId13"/>
    <p:sldId id="1384" r:id="rId14"/>
    <p:sldId id="556" r:id="rId15"/>
    <p:sldId id="1390" r:id="rId16"/>
    <p:sldId id="1139" r:id="rId17"/>
    <p:sldId id="1283" r:id="rId18"/>
    <p:sldId id="745" r:id="rId19"/>
    <p:sldId id="631" r:id="rId20"/>
    <p:sldId id="1140" r:id="rId21"/>
    <p:sldId id="1403" r:id="rId22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930" userDrawn="1">
          <p15:clr>
            <a:srgbClr val="A4A3A4"/>
          </p15:clr>
        </p15:guide>
        <p15:guide id="2" pos="7251" userDrawn="1">
          <p15:clr>
            <a:srgbClr val="A4A3A4"/>
          </p15:clr>
        </p15:guide>
        <p15:guide id="3" userDrawn="1">
          <p15:clr>
            <a:srgbClr val="A4A3A4"/>
          </p15:clr>
        </p15:guide>
        <p15:guide id="4" pos="7683" userDrawn="1">
          <p15:clr>
            <a:srgbClr val="A4A3A4"/>
          </p15:clr>
        </p15:guide>
        <p15:guide id="5" orient="horz" userDrawn="1">
          <p15:clr>
            <a:srgbClr val="A4A3A4"/>
          </p15:clr>
        </p15:guide>
        <p15:guide id="6" orient="horz" pos="4320" userDrawn="1">
          <p15:clr>
            <a:srgbClr val="A4A3A4"/>
          </p15:clr>
        </p15:guide>
        <p15:guide id="7" pos="422" userDrawn="1">
          <p15:clr>
            <a:srgbClr val="A4A3A4"/>
          </p15:clr>
        </p15:guide>
        <p15:guide id="8" orient="horz" pos="391" userDrawn="1">
          <p15:clr>
            <a:srgbClr val="A4A3A4"/>
          </p15:clr>
        </p15:guide>
        <p15:guide id="9" orient="horz" pos="4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58" autoAdjust="0"/>
    <p:restoredTop sz="95504" autoAdjust="0"/>
  </p:normalViewPr>
  <p:slideViewPr>
    <p:cSldViewPr snapToGrid="0" showGuides="1">
      <p:cViewPr>
        <p:scale>
          <a:sx n="90" d="100"/>
          <a:sy n="90" d="100"/>
        </p:scale>
        <p:origin x="-1308" y="-660"/>
      </p:cViewPr>
      <p:guideLst>
        <p:guide orient="horz" pos="3930"/>
        <p:guide orient="horz"/>
        <p:guide orient="horz" pos="4320"/>
        <p:guide orient="horz" pos="391"/>
        <p:guide orient="horz" pos="482"/>
        <p:guide pos="7251"/>
        <p:guide/>
        <p:guide pos="7683"/>
        <p:guide pos="42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4619E6-E13B-464F-B007-07330F74D128}" type="doc">
      <dgm:prSet loTypeId="urn:microsoft.com/office/officeart/2005/8/layout/hList7#1" loCatId="pictur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/>
        </a:p>
      </dgm:t>
    </dgm:pt>
    <dgm:pt modelId="{FEB8B52B-48D7-4DCE-A96A-1BD8D66724B4}" type="parTrans" cxnId="{DF1F4B9F-AA4B-4001-AEE2-75196CB6AF5F}">
      <dgm:prSet custT="1"/>
      <dgm:spPr/>
      <dgm:t>
        <a:bodyPr/>
        <a:lstStyle/>
        <a:p>
          <a:endParaRPr lang="zh-CN" altLang="en-US" sz="1800"/>
        </a:p>
      </dgm:t>
    </dgm:pt>
    <dgm:pt modelId="{663156F8-B198-4DA3-9B81-2675F0A43B52}">
      <dgm:prSet phldrT="[文本]" custT="1"/>
      <dgm:spPr/>
      <dgm:t>
        <a:bodyPr/>
        <a:lstStyle/>
        <a:p>
          <a:r>
            <a:rPr lang="zh-CN" altLang="en-US" sz="1800" dirty="0"/>
            <a:t>添加小标题</a:t>
          </a:r>
        </a:p>
      </dgm:t>
    </dgm:pt>
    <dgm:pt modelId="{F799A7E0-4FC5-406D-95DC-3A5230BC0151}" type="sibTrans" cxnId="{DF1F4B9F-AA4B-4001-AEE2-75196CB6AF5F}">
      <dgm:prSet custT="1"/>
      <dgm:spPr/>
      <dgm:t>
        <a:bodyPr/>
        <a:lstStyle/>
        <a:p>
          <a:endParaRPr lang="zh-CN" altLang="en-US" sz="1800"/>
        </a:p>
      </dgm:t>
    </dgm:pt>
    <dgm:pt modelId="{35C1C7D0-06D6-4F19-80C7-B32BAADB2689}" type="parTrans" cxnId="{B394C007-811F-484C-AD1D-B22D17D1D659}">
      <dgm:prSet custT="1"/>
      <dgm:spPr/>
      <dgm:t>
        <a:bodyPr/>
        <a:lstStyle/>
        <a:p>
          <a:endParaRPr lang="zh-CN" altLang="en-US" sz="1800"/>
        </a:p>
      </dgm:t>
    </dgm:pt>
    <dgm:pt modelId="{48F7B92C-E59F-4D02-B529-FCF4B8277C3F}">
      <dgm:prSet phldrT="[文本]" custT="1"/>
      <dgm:spPr>
        <a:solidFill>
          <a:schemeClr val="tx2"/>
        </a:solidFill>
      </dgm:spPr>
      <dgm:t>
        <a:bodyPr/>
        <a:lstStyle/>
        <a:p>
          <a:r>
            <a:rPr lang="zh-CN" altLang="en-US" sz="1800"/>
            <a:t>添加小标题</a:t>
          </a:r>
        </a:p>
      </dgm:t>
    </dgm:pt>
    <dgm:pt modelId="{912F68DA-1F94-43D0-B55D-BC0BE1245312}" type="sibTrans" cxnId="{B394C007-811F-484C-AD1D-B22D17D1D659}">
      <dgm:prSet custT="1"/>
      <dgm:spPr/>
      <dgm:t>
        <a:bodyPr/>
        <a:lstStyle/>
        <a:p>
          <a:endParaRPr lang="zh-CN" altLang="en-US" sz="1800"/>
        </a:p>
      </dgm:t>
    </dgm:pt>
    <dgm:pt modelId="{CF415129-5DCC-4014-9416-A92B5D7DD577}" type="parTrans" cxnId="{D7A1731B-0001-43E3-A729-C05FBB3817D5}">
      <dgm:prSet custT="1"/>
      <dgm:spPr/>
      <dgm:t>
        <a:bodyPr/>
        <a:lstStyle/>
        <a:p>
          <a:endParaRPr lang="zh-CN" altLang="en-US" sz="1800"/>
        </a:p>
      </dgm:t>
    </dgm:pt>
    <dgm:pt modelId="{F89D7C9E-9FC5-4E1F-A2AC-C62A17019F6F}">
      <dgm:prSet phldrT="[文本]" custT="1"/>
      <dgm:spPr/>
      <dgm:t>
        <a:bodyPr/>
        <a:lstStyle/>
        <a:p>
          <a:r>
            <a:rPr lang="zh-CN" altLang="en-US" sz="1800"/>
            <a:t>添加小标题</a:t>
          </a:r>
        </a:p>
      </dgm:t>
    </dgm:pt>
    <dgm:pt modelId="{303E959C-E890-426E-828F-B1612B7C3D40}" type="sibTrans" cxnId="{D7A1731B-0001-43E3-A729-C05FBB3817D5}">
      <dgm:prSet custT="1"/>
      <dgm:spPr/>
      <dgm:t>
        <a:bodyPr/>
        <a:lstStyle/>
        <a:p>
          <a:endParaRPr lang="zh-CN" altLang="en-US" sz="1800"/>
        </a:p>
      </dgm:t>
    </dgm:pt>
    <dgm:pt modelId="{9B8E020E-2905-45C1-BE3E-522D769CAA65}" type="pres">
      <dgm:prSet presAssocID="{2D4619E6-E13B-464F-B007-07330F74D128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8DD04913-A12A-4673-BBDE-DD701F1B31F3}" type="pres">
      <dgm:prSet presAssocID="{2D4619E6-E13B-464F-B007-07330F74D128}" presName="fgShape" presStyleLbl="fgShp" presStyleIdx="0" presStyleCnt="1"/>
      <dgm:spPr>
        <a:solidFill>
          <a:schemeClr val="bg1"/>
        </a:solidFill>
        <a:ln>
          <a:noFill/>
        </a:ln>
      </dgm:spPr>
    </dgm:pt>
    <dgm:pt modelId="{E399C442-2473-4305-908C-87EDCF358A04}" type="pres">
      <dgm:prSet presAssocID="{2D4619E6-E13B-464F-B007-07330F74D128}" presName="linComp" presStyleCnt="0"/>
      <dgm:spPr/>
    </dgm:pt>
    <dgm:pt modelId="{AD22BDCD-6F3A-4839-82CB-2504E26B4F79}" type="pres">
      <dgm:prSet presAssocID="{663156F8-B198-4DA3-9B81-2675F0A43B52}" presName="compNode" presStyleCnt="0"/>
      <dgm:spPr/>
    </dgm:pt>
    <dgm:pt modelId="{54F99738-99D0-4C85-9DCE-3FF926EA6173}" type="pres">
      <dgm:prSet presAssocID="{663156F8-B198-4DA3-9B81-2675F0A43B52}" presName="bkgdShape" presStyleLbl="node1" presStyleIdx="0" presStyleCnt="3"/>
      <dgm:spPr/>
      <dgm:t>
        <a:bodyPr/>
        <a:lstStyle/>
        <a:p>
          <a:endParaRPr lang="zh-CN" altLang="en-US"/>
        </a:p>
      </dgm:t>
    </dgm:pt>
    <dgm:pt modelId="{970B9832-805B-4D2E-A402-ADAA1D884331}" type="pres">
      <dgm:prSet presAssocID="{663156F8-B198-4DA3-9B81-2675F0A43B52}" presName="nodeTx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D9FC382-F6C6-43E1-9D36-61D999926BFE}" type="pres">
      <dgm:prSet presAssocID="{663156F8-B198-4DA3-9B81-2675F0A43B52}" presName="invisiNode" presStyleLbl="node1" presStyleIdx="0" presStyleCnt="3"/>
      <dgm:spPr/>
    </dgm:pt>
    <dgm:pt modelId="{8DDF23DD-7870-4782-A3C9-A4E58A912D23}" type="pres">
      <dgm:prSet presAssocID="{663156F8-B198-4DA3-9B81-2675F0A43B52}" presName="imagNode" presStyleLbl="fgImgPlace1" presStyleIdx="0" presStyleCnt="3"/>
      <dgm:spPr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</dgm:spPr>
    </dgm:pt>
    <dgm:pt modelId="{06D31B73-26E0-4A35-BA58-A6C6107751B7}" type="pres">
      <dgm:prSet presAssocID="{F799A7E0-4FC5-406D-95DC-3A5230BC0151}" presName="sibTrans" presStyleLbl="sibTrans2D1" presStyleIdx="0" presStyleCnt="0"/>
      <dgm:spPr/>
      <dgm:t>
        <a:bodyPr/>
        <a:lstStyle/>
        <a:p>
          <a:endParaRPr lang="zh-CN" altLang="en-US"/>
        </a:p>
      </dgm:t>
    </dgm:pt>
    <dgm:pt modelId="{3DD67832-F3C9-4E96-B58F-D2E721139182}" type="pres">
      <dgm:prSet presAssocID="{48F7B92C-E59F-4D02-B529-FCF4B8277C3F}" presName="compNode" presStyleCnt="0"/>
      <dgm:spPr/>
    </dgm:pt>
    <dgm:pt modelId="{E2700272-66CA-44A7-871E-610DF0C58151}" type="pres">
      <dgm:prSet presAssocID="{48F7B92C-E59F-4D02-B529-FCF4B8277C3F}" presName="bkgdShape" presStyleLbl="node1" presStyleIdx="1" presStyleCnt="3"/>
      <dgm:spPr/>
      <dgm:t>
        <a:bodyPr/>
        <a:lstStyle/>
        <a:p>
          <a:endParaRPr lang="zh-CN" altLang="en-US"/>
        </a:p>
      </dgm:t>
    </dgm:pt>
    <dgm:pt modelId="{D64E65F3-FF43-4B92-A76B-5293BB404D24}" type="pres">
      <dgm:prSet presAssocID="{48F7B92C-E59F-4D02-B529-FCF4B8277C3F}" presName="nodeT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989ECE9-68D3-405A-A7AB-632161A8FE74}" type="pres">
      <dgm:prSet presAssocID="{48F7B92C-E59F-4D02-B529-FCF4B8277C3F}" presName="invisiNode" presStyleLbl="node1" presStyleIdx="1" presStyleCnt="3"/>
      <dgm:spPr/>
    </dgm:pt>
    <dgm:pt modelId="{2E8D7DE8-C81A-40EE-9932-81D2B1CE90B8}" type="pres">
      <dgm:prSet presAssocID="{48F7B92C-E59F-4D02-B529-FCF4B8277C3F}" presName="imagNode" presStyleLbl="fgImgPlace1" presStyleIdx="1" presStyleCnt="3"/>
      <dgm:spPr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</dgm:spPr>
    </dgm:pt>
    <dgm:pt modelId="{C82D7484-047C-4070-93FD-90A01D869B6F}" type="pres">
      <dgm:prSet presAssocID="{912F68DA-1F94-43D0-B55D-BC0BE1245312}" presName="sibTrans" presStyleLbl="sibTrans2D1" presStyleIdx="0" presStyleCnt="0"/>
      <dgm:spPr/>
      <dgm:t>
        <a:bodyPr/>
        <a:lstStyle/>
        <a:p>
          <a:endParaRPr lang="zh-CN" altLang="en-US"/>
        </a:p>
      </dgm:t>
    </dgm:pt>
    <dgm:pt modelId="{2A90B781-EF30-44CA-98CA-0A6B3D4A2452}" type="pres">
      <dgm:prSet presAssocID="{F89D7C9E-9FC5-4E1F-A2AC-C62A17019F6F}" presName="compNode" presStyleCnt="0"/>
      <dgm:spPr/>
    </dgm:pt>
    <dgm:pt modelId="{C49AD9C4-50A8-46FD-9F56-A0D5A1857F35}" type="pres">
      <dgm:prSet presAssocID="{F89D7C9E-9FC5-4E1F-A2AC-C62A17019F6F}" presName="bkgdShape" presStyleLbl="node1" presStyleIdx="2" presStyleCnt="3"/>
      <dgm:spPr/>
      <dgm:t>
        <a:bodyPr/>
        <a:lstStyle/>
        <a:p>
          <a:endParaRPr lang="zh-CN" altLang="en-US"/>
        </a:p>
      </dgm:t>
    </dgm:pt>
    <dgm:pt modelId="{0B56CE56-B976-4E6F-AD8C-6A13AA33C3EF}" type="pres">
      <dgm:prSet presAssocID="{F89D7C9E-9FC5-4E1F-A2AC-C62A17019F6F}" presName="nodeT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7F8B80E-31DB-4547-8ED1-B157664DB37D}" type="pres">
      <dgm:prSet presAssocID="{F89D7C9E-9FC5-4E1F-A2AC-C62A17019F6F}" presName="invisiNode" presStyleLbl="node1" presStyleIdx="2" presStyleCnt="3"/>
      <dgm:spPr/>
    </dgm:pt>
    <dgm:pt modelId="{2108B7C8-14CE-4A60-85FE-3DA55E5DA922}" type="pres">
      <dgm:prSet presAssocID="{F89D7C9E-9FC5-4E1F-A2AC-C62A17019F6F}" presName="imagNode" presStyleLbl="fgImgPlace1" presStyleIdx="2" presStyleCnt="3"/>
      <dgm:spPr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</dgm:spPr>
    </dgm:pt>
  </dgm:ptLst>
  <dgm:cxnLst>
    <dgm:cxn modelId="{64F6E43C-048D-4F59-A1F6-7CA45E12B123}" type="presOf" srcId="{48F7B92C-E59F-4D02-B529-FCF4B8277C3F}" destId="{E2700272-66CA-44A7-871E-610DF0C58151}" srcOrd="0" destOrd="0" presId="urn:microsoft.com/office/officeart/2005/8/layout/hList7#1"/>
    <dgm:cxn modelId="{B114C76D-12EA-45FE-B316-7822C12460EB}" type="presOf" srcId="{912F68DA-1F94-43D0-B55D-BC0BE1245312}" destId="{C82D7484-047C-4070-93FD-90A01D869B6F}" srcOrd="0" destOrd="0" presId="urn:microsoft.com/office/officeart/2005/8/layout/hList7#1"/>
    <dgm:cxn modelId="{D7A1731B-0001-43E3-A729-C05FBB3817D5}" srcId="{2D4619E6-E13B-464F-B007-07330F74D128}" destId="{F89D7C9E-9FC5-4E1F-A2AC-C62A17019F6F}" srcOrd="2" destOrd="0" parTransId="{CF415129-5DCC-4014-9416-A92B5D7DD577}" sibTransId="{303E959C-E890-426E-828F-B1612B7C3D40}"/>
    <dgm:cxn modelId="{A21907EF-CB9F-4A77-AEC1-E4DEBC51A6AA}" type="presOf" srcId="{F799A7E0-4FC5-406D-95DC-3A5230BC0151}" destId="{06D31B73-26E0-4A35-BA58-A6C6107751B7}" srcOrd="0" destOrd="0" presId="urn:microsoft.com/office/officeart/2005/8/layout/hList7#1"/>
    <dgm:cxn modelId="{6524DC5C-59AB-41E6-A203-7A6F6476970A}" type="presOf" srcId="{F89D7C9E-9FC5-4E1F-A2AC-C62A17019F6F}" destId="{C49AD9C4-50A8-46FD-9F56-A0D5A1857F35}" srcOrd="0" destOrd="0" presId="urn:microsoft.com/office/officeart/2005/8/layout/hList7#1"/>
    <dgm:cxn modelId="{4CBE87E1-A6C3-466B-A2EA-7425BF63844A}" type="presOf" srcId="{48F7B92C-E59F-4D02-B529-FCF4B8277C3F}" destId="{D64E65F3-FF43-4B92-A76B-5293BB404D24}" srcOrd="1" destOrd="0" presId="urn:microsoft.com/office/officeart/2005/8/layout/hList7#1"/>
    <dgm:cxn modelId="{EC565337-4EC2-4C76-B3CC-9D2AF7CF5F5A}" type="presOf" srcId="{2D4619E6-E13B-464F-B007-07330F74D128}" destId="{9B8E020E-2905-45C1-BE3E-522D769CAA65}" srcOrd="0" destOrd="0" presId="urn:microsoft.com/office/officeart/2005/8/layout/hList7#1"/>
    <dgm:cxn modelId="{2F7E4FB5-57FC-42B9-974F-AB3D7059EF87}" type="presOf" srcId="{663156F8-B198-4DA3-9B81-2675F0A43B52}" destId="{970B9832-805B-4D2E-A402-ADAA1D884331}" srcOrd="1" destOrd="0" presId="urn:microsoft.com/office/officeart/2005/8/layout/hList7#1"/>
    <dgm:cxn modelId="{DF1F4B9F-AA4B-4001-AEE2-75196CB6AF5F}" srcId="{2D4619E6-E13B-464F-B007-07330F74D128}" destId="{663156F8-B198-4DA3-9B81-2675F0A43B52}" srcOrd="0" destOrd="0" parTransId="{FEB8B52B-48D7-4DCE-A96A-1BD8D66724B4}" sibTransId="{F799A7E0-4FC5-406D-95DC-3A5230BC0151}"/>
    <dgm:cxn modelId="{6DC577B3-9B78-4F08-8B88-9427F2BE43D5}" type="presOf" srcId="{F89D7C9E-9FC5-4E1F-A2AC-C62A17019F6F}" destId="{0B56CE56-B976-4E6F-AD8C-6A13AA33C3EF}" srcOrd="1" destOrd="0" presId="urn:microsoft.com/office/officeart/2005/8/layout/hList7#1"/>
    <dgm:cxn modelId="{B394C007-811F-484C-AD1D-B22D17D1D659}" srcId="{2D4619E6-E13B-464F-B007-07330F74D128}" destId="{48F7B92C-E59F-4D02-B529-FCF4B8277C3F}" srcOrd="1" destOrd="0" parTransId="{35C1C7D0-06D6-4F19-80C7-B32BAADB2689}" sibTransId="{912F68DA-1F94-43D0-B55D-BC0BE1245312}"/>
    <dgm:cxn modelId="{5DF4571A-8F7F-4C16-87AA-296863FABC3E}" type="presOf" srcId="{663156F8-B198-4DA3-9B81-2675F0A43B52}" destId="{54F99738-99D0-4C85-9DCE-3FF926EA6173}" srcOrd="0" destOrd="0" presId="urn:microsoft.com/office/officeart/2005/8/layout/hList7#1"/>
    <dgm:cxn modelId="{F5B360D9-1290-443A-8ABB-C816C0EB15B9}" type="presParOf" srcId="{9B8E020E-2905-45C1-BE3E-522D769CAA65}" destId="{8DD04913-A12A-4673-BBDE-DD701F1B31F3}" srcOrd="0" destOrd="0" presId="urn:microsoft.com/office/officeart/2005/8/layout/hList7#1"/>
    <dgm:cxn modelId="{014EF251-5041-4367-BDD5-057478FC7B4C}" type="presParOf" srcId="{9B8E020E-2905-45C1-BE3E-522D769CAA65}" destId="{E399C442-2473-4305-908C-87EDCF358A04}" srcOrd="1" destOrd="0" presId="urn:microsoft.com/office/officeart/2005/8/layout/hList7#1"/>
    <dgm:cxn modelId="{E37194B1-43D3-4824-BE26-E43ADDBBAC5F}" type="presParOf" srcId="{E399C442-2473-4305-908C-87EDCF358A04}" destId="{AD22BDCD-6F3A-4839-82CB-2504E26B4F79}" srcOrd="0" destOrd="0" presId="urn:microsoft.com/office/officeart/2005/8/layout/hList7#1"/>
    <dgm:cxn modelId="{61ED77BF-0565-40E8-B00A-99F842C698E5}" type="presParOf" srcId="{AD22BDCD-6F3A-4839-82CB-2504E26B4F79}" destId="{54F99738-99D0-4C85-9DCE-3FF926EA6173}" srcOrd="0" destOrd="0" presId="urn:microsoft.com/office/officeart/2005/8/layout/hList7#1"/>
    <dgm:cxn modelId="{0BF1FABD-E739-4E23-82BE-1EE03E318E4B}" type="presParOf" srcId="{AD22BDCD-6F3A-4839-82CB-2504E26B4F79}" destId="{970B9832-805B-4D2E-A402-ADAA1D884331}" srcOrd="1" destOrd="0" presId="urn:microsoft.com/office/officeart/2005/8/layout/hList7#1"/>
    <dgm:cxn modelId="{30B2C9B3-2B7E-4047-A920-6D8B24DFCCC6}" type="presParOf" srcId="{AD22BDCD-6F3A-4839-82CB-2504E26B4F79}" destId="{CD9FC382-F6C6-43E1-9D36-61D999926BFE}" srcOrd="2" destOrd="0" presId="urn:microsoft.com/office/officeart/2005/8/layout/hList7#1"/>
    <dgm:cxn modelId="{6B2FBA9E-B28D-42DB-B090-43B45FC4DC47}" type="presParOf" srcId="{AD22BDCD-6F3A-4839-82CB-2504E26B4F79}" destId="{8DDF23DD-7870-4782-A3C9-A4E58A912D23}" srcOrd="3" destOrd="0" presId="urn:microsoft.com/office/officeart/2005/8/layout/hList7#1"/>
    <dgm:cxn modelId="{3FA8BA31-9FC3-4DEA-9DFE-04D043FE2185}" type="presParOf" srcId="{E399C442-2473-4305-908C-87EDCF358A04}" destId="{06D31B73-26E0-4A35-BA58-A6C6107751B7}" srcOrd="1" destOrd="0" presId="urn:microsoft.com/office/officeart/2005/8/layout/hList7#1"/>
    <dgm:cxn modelId="{9363839B-F512-4AC8-9BCE-B5D2799C695D}" type="presParOf" srcId="{E399C442-2473-4305-908C-87EDCF358A04}" destId="{3DD67832-F3C9-4E96-B58F-D2E721139182}" srcOrd="2" destOrd="0" presId="urn:microsoft.com/office/officeart/2005/8/layout/hList7#1"/>
    <dgm:cxn modelId="{23D1D877-B74E-4AB7-84F8-2D033816733C}" type="presParOf" srcId="{3DD67832-F3C9-4E96-B58F-D2E721139182}" destId="{E2700272-66CA-44A7-871E-610DF0C58151}" srcOrd="0" destOrd="0" presId="urn:microsoft.com/office/officeart/2005/8/layout/hList7#1"/>
    <dgm:cxn modelId="{D7834921-0BEE-4013-9AF5-CFB68CD9E0A7}" type="presParOf" srcId="{3DD67832-F3C9-4E96-B58F-D2E721139182}" destId="{D64E65F3-FF43-4B92-A76B-5293BB404D24}" srcOrd="1" destOrd="0" presId="urn:microsoft.com/office/officeart/2005/8/layout/hList7#1"/>
    <dgm:cxn modelId="{54AAC36F-CD88-42C6-B1E3-B1117DF9B3FF}" type="presParOf" srcId="{3DD67832-F3C9-4E96-B58F-D2E721139182}" destId="{D989ECE9-68D3-405A-A7AB-632161A8FE74}" srcOrd="2" destOrd="0" presId="urn:microsoft.com/office/officeart/2005/8/layout/hList7#1"/>
    <dgm:cxn modelId="{5406014D-A8AA-46C9-9D62-44D44BD02639}" type="presParOf" srcId="{3DD67832-F3C9-4E96-B58F-D2E721139182}" destId="{2E8D7DE8-C81A-40EE-9932-81D2B1CE90B8}" srcOrd="3" destOrd="0" presId="urn:microsoft.com/office/officeart/2005/8/layout/hList7#1"/>
    <dgm:cxn modelId="{AFA2AC09-438E-4C18-BD9F-7EEE6F343673}" type="presParOf" srcId="{E399C442-2473-4305-908C-87EDCF358A04}" destId="{C82D7484-047C-4070-93FD-90A01D869B6F}" srcOrd="3" destOrd="0" presId="urn:microsoft.com/office/officeart/2005/8/layout/hList7#1"/>
    <dgm:cxn modelId="{BAFD4B2A-84E1-4773-A571-752211432764}" type="presParOf" srcId="{E399C442-2473-4305-908C-87EDCF358A04}" destId="{2A90B781-EF30-44CA-98CA-0A6B3D4A2452}" srcOrd="4" destOrd="0" presId="urn:microsoft.com/office/officeart/2005/8/layout/hList7#1"/>
    <dgm:cxn modelId="{E83F913C-7061-47CF-BE62-A7CBF53074B6}" type="presParOf" srcId="{2A90B781-EF30-44CA-98CA-0A6B3D4A2452}" destId="{C49AD9C4-50A8-46FD-9F56-A0D5A1857F35}" srcOrd="0" destOrd="0" presId="urn:microsoft.com/office/officeart/2005/8/layout/hList7#1"/>
    <dgm:cxn modelId="{F3F9AD15-B29B-4701-8B65-82D927AC645E}" type="presParOf" srcId="{2A90B781-EF30-44CA-98CA-0A6B3D4A2452}" destId="{0B56CE56-B976-4E6F-AD8C-6A13AA33C3EF}" srcOrd="1" destOrd="0" presId="urn:microsoft.com/office/officeart/2005/8/layout/hList7#1"/>
    <dgm:cxn modelId="{B857D11C-DA52-4FF4-BF30-1BFC16A18905}" type="presParOf" srcId="{2A90B781-EF30-44CA-98CA-0A6B3D4A2452}" destId="{07F8B80E-31DB-4547-8ED1-B157664DB37D}" srcOrd="2" destOrd="0" presId="urn:microsoft.com/office/officeart/2005/8/layout/hList7#1"/>
    <dgm:cxn modelId="{81B1591F-896D-416D-90C8-746B6325C780}" type="presParOf" srcId="{2A90B781-EF30-44CA-98CA-0A6B3D4A2452}" destId="{2108B7C8-14CE-4A60-85FE-3DA55E5DA922}" srcOrd="3" destOrd="0" presId="urn:microsoft.com/office/officeart/2005/8/layout/hList7#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99738-99D0-4C85-9DCE-3FF926EA6173}">
      <dsp:nvSpPr>
        <dsp:cNvPr id="0" name=""/>
        <dsp:cNvSpPr/>
      </dsp:nvSpPr>
      <dsp:spPr>
        <a:xfrm>
          <a:off x="1079" y="0"/>
          <a:ext cx="1680176" cy="3429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/>
            <a:t>添加小标题</a:t>
          </a:r>
        </a:p>
      </dsp:txBody>
      <dsp:txXfrm>
        <a:off x="1079" y="1371600"/>
        <a:ext cx="1680176" cy="1371600"/>
      </dsp:txXfrm>
    </dsp:sp>
    <dsp:sp modelId="{8DDF23DD-7870-4782-A3C9-A4E58A912D23}">
      <dsp:nvSpPr>
        <dsp:cNvPr id="0" name=""/>
        <dsp:cNvSpPr/>
      </dsp:nvSpPr>
      <dsp:spPr>
        <a:xfrm>
          <a:off x="270239" y="205740"/>
          <a:ext cx="1141857" cy="114185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700272-66CA-44A7-871E-610DF0C58151}">
      <dsp:nvSpPr>
        <dsp:cNvPr id="0" name=""/>
        <dsp:cNvSpPr/>
      </dsp:nvSpPr>
      <dsp:spPr>
        <a:xfrm>
          <a:off x="1731661" y="0"/>
          <a:ext cx="1680176" cy="3429000"/>
        </a:xfrm>
        <a:prstGeom prst="roundRect">
          <a:avLst>
            <a:gd name="adj" fmla="val 10000"/>
          </a:avLst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/>
            <a:t>添加小标题</a:t>
          </a:r>
        </a:p>
      </dsp:txBody>
      <dsp:txXfrm>
        <a:off x="1731661" y="1371600"/>
        <a:ext cx="1680176" cy="1371600"/>
      </dsp:txXfrm>
    </dsp:sp>
    <dsp:sp modelId="{2E8D7DE8-C81A-40EE-9932-81D2B1CE90B8}">
      <dsp:nvSpPr>
        <dsp:cNvPr id="0" name=""/>
        <dsp:cNvSpPr/>
      </dsp:nvSpPr>
      <dsp:spPr>
        <a:xfrm>
          <a:off x="2000821" y="205740"/>
          <a:ext cx="1141857" cy="114185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9AD9C4-50A8-46FD-9F56-A0D5A1857F35}">
      <dsp:nvSpPr>
        <dsp:cNvPr id="0" name=""/>
        <dsp:cNvSpPr/>
      </dsp:nvSpPr>
      <dsp:spPr>
        <a:xfrm>
          <a:off x="3462243" y="0"/>
          <a:ext cx="1680176" cy="3429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/>
            <a:t>添加小标题</a:t>
          </a:r>
        </a:p>
      </dsp:txBody>
      <dsp:txXfrm>
        <a:off x="3462243" y="1371600"/>
        <a:ext cx="1680176" cy="1371600"/>
      </dsp:txXfrm>
    </dsp:sp>
    <dsp:sp modelId="{2108B7C8-14CE-4A60-85FE-3DA55E5DA922}">
      <dsp:nvSpPr>
        <dsp:cNvPr id="0" name=""/>
        <dsp:cNvSpPr/>
      </dsp:nvSpPr>
      <dsp:spPr>
        <a:xfrm>
          <a:off x="3731403" y="205740"/>
          <a:ext cx="1141857" cy="114185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D04913-A12A-4673-BBDE-DD701F1B31F3}">
      <dsp:nvSpPr>
        <dsp:cNvPr id="0" name=""/>
        <dsp:cNvSpPr/>
      </dsp:nvSpPr>
      <dsp:spPr>
        <a:xfrm>
          <a:off x="205740" y="2743200"/>
          <a:ext cx="4732020" cy="514350"/>
        </a:xfrm>
        <a:prstGeom prst="leftRightArrow">
          <a:avLst/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#1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stBulletLvl" val="2"/>
              <dgm:param type="txAnchorHorzCh" val="ctr"/>
              <dgm:param type="txAnchorVert" val="mid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HarmonyOS Sans SC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HarmonyOS Sans SC" panose="00000500000000000000" pitchFamily="2" charset="-122"/>
              </a:rPr>
              <a:t>2025/9/30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HarmonyOS Sans SC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HarmonyOS Sans SC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HarmonyOS Sans SC" panose="00000500000000000000" pitchFamily="2" charset="-122"/>
              </a:rPr>
              <a:t>‹#›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HarmonyOS Sans SC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9814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pPr/>
              <a:t>2025/9/30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520099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模板来自于：</a:t>
            </a:r>
            <a:r>
              <a:rPr lang="en-US" altLang="zh-CN"/>
              <a:t> </a:t>
            </a:r>
            <a:r>
              <a:rPr lang="zh-CN" altLang="en-US"/>
              <a:t>第一</a:t>
            </a:r>
            <a:r>
              <a:rPr lang="en-US" altLang="zh-CN"/>
              <a:t>PPT https://www.1ppt.com/</a:t>
            </a:r>
          </a:p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2965031" y="3367444"/>
            <a:ext cx="45365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7509627" y="2215277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思源宋体 CN Heavy" pitchFamily="18" charset="-122"/>
                <a:ea typeface="思源宋体 CN Heavy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8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9B957CC-A438-4D82-B305-22914934740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571500" y="695325"/>
            <a:ext cx="1609725" cy="905470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图片占位符 3"/>
          <p:cNvSpPr>
            <a:spLocks noGrp="1"/>
          </p:cNvSpPr>
          <p:nvPr>
            <p:ph type="pic" sz="quarter" idx="11"/>
          </p:nvPr>
        </p:nvSpPr>
        <p:spPr>
          <a:xfrm>
            <a:off x="2457450" y="695325"/>
            <a:ext cx="1609725" cy="905470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图片占位符 3"/>
          <p:cNvSpPr>
            <a:spLocks noGrp="1"/>
          </p:cNvSpPr>
          <p:nvPr>
            <p:ph type="pic" sz="quarter" idx="12"/>
          </p:nvPr>
        </p:nvSpPr>
        <p:spPr>
          <a:xfrm>
            <a:off x="4343400" y="695325"/>
            <a:ext cx="1609725" cy="905470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图片占位符 3"/>
          <p:cNvSpPr>
            <a:spLocks noGrp="1"/>
          </p:cNvSpPr>
          <p:nvPr>
            <p:ph type="pic" sz="quarter" idx="13"/>
          </p:nvPr>
        </p:nvSpPr>
        <p:spPr>
          <a:xfrm>
            <a:off x="6229350" y="695325"/>
            <a:ext cx="1609725" cy="905470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图片占位符 3"/>
          <p:cNvSpPr>
            <a:spLocks noGrp="1"/>
          </p:cNvSpPr>
          <p:nvPr>
            <p:ph type="pic" sz="quarter" idx="14"/>
          </p:nvPr>
        </p:nvSpPr>
        <p:spPr>
          <a:xfrm>
            <a:off x="8115300" y="695325"/>
            <a:ext cx="1609725" cy="905470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图片占位符 3"/>
          <p:cNvSpPr>
            <a:spLocks noGrp="1"/>
          </p:cNvSpPr>
          <p:nvPr>
            <p:ph type="pic" sz="quarter" idx="15"/>
          </p:nvPr>
        </p:nvSpPr>
        <p:spPr>
          <a:xfrm>
            <a:off x="10001250" y="695325"/>
            <a:ext cx="1609725" cy="905470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" name="图片占位符 3"/>
          <p:cNvSpPr>
            <a:spLocks noGrp="1"/>
          </p:cNvSpPr>
          <p:nvPr>
            <p:ph type="pic" sz="quarter" idx="16"/>
          </p:nvPr>
        </p:nvSpPr>
        <p:spPr>
          <a:xfrm>
            <a:off x="571500" y="1924050"/>
            <a:ext cx="1609725" cy="905470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图片占位符 3"/>
          <p:cNvSpPr>
            <a:spLocks noGrp="1"/>
          </p:cNvSpPr>
          <p:nvPr>
            <p:ph type="pic" sz="quarter" idx="17"/>
          </p:nvPr>
        </p:nvSpPr>
        <p:spPr>
          <a:xfrm>
            <a:off x="2457450" y="1924050"/>
            <a:ext cx="1609725" cy="905470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2" name="图片占位符 3"/>
          <p:cNvSpPr>
            <a:spLocks noGrp="1"/>
          </p:cNvSpPr>
          <p:nvPr>
            <p:ph type="pic" sz="quarter" idx="18"/>
          </p:nvPr>
        </p:nvSpPr>
        <p:spPr>
          <a:xfrm>
            <a:off x="4343400" y="1924050"/>
            <a:ext cx="1609725" cy="905470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3" name="图片占位符 3"/>
          <p:cNvSpPr>
            <a:spLocks noGrp="1"/>
          </p:cNvSpPr>
          <p:nvPr>
            <p:ph type="pic" sz="quarter" idx="19"/>
          </p:nvPr>
        </p:nvSpPr>
        <p:spPr>
          <a:xfrm>
            <a:off x="6229350" y="1924050"/>
            <a:ext cx="1609725" cy="905470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4" name="图片占位符 3"/>
          <p:cNvSpPr>
            <a:spLocks noGrp="1"/>
          </p:cNvSpPr>
          <p:nvPr>
            <p:ph type="pic" sz="quarter" idx="20"/>
          </p:nvPr>
        </p:nvSpPr>
        <p:spPr>
          <a:xfrm>
            <a:off x="8115300" y="1924050"/>
            <a:ext cx="1609725" cy="905470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5" name="图片占位符 3"/>
          <p:cNvSpPr>
            <a:spLocks noGrp="1"/>
          </p:cNvSpPr>
          <p:nvPr>
            <p:ph type="pic" sz="quarter" idx="21"/>
          </p:nvPr>
        </p:nvSpPr>
        <p:spPr>
          <a:xfrm>
            <a:off x="10001250" y="1924050"/>
            <a:ext cx="1609725" cy="905470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6" name="图片占位符 3"/>
          <p:cNvSpPr>
            <a:spLocks noGrp="1"/>
          </p:cNvSpPr>
          <p:nvPr>
            <p:ph type="pic" sz="quarter" idx="22"/>
          </p:nvPr>
        </p:nvSpPr>
        <p:spPr>
          <a:xfrm>
            <a:off x="571500" y="3152775"/>
            <a:ext cx="1609725" cy="905470"/>
          </a:xfrm>
          <a:prstGeom prst="roundRect">
            <a:avLst>
              <a:gd name="adj" fmla="val 4500"/>
            </a:avLst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7" name="图片占位符 3"/>
          <p:cNvSpPr>
            <a:spLocks noGrp="1"/>
          </p:cNvSpPr>
          <p:nvPr>
            <p:ph type="pic" sz="quarter" idx="23"/>
          </p:nvPr>
        </p:nvSpPr>
        <p:spPr>
          <a:xfrm>
            <a:off x="2457450" y="3152775"/>
            <a:ext cx="1609725" cy="905470"/>
          </a:xfrm>
          <a:prstGeom prst="roundRect">
            <a:avLst>
              <a:gd name="adj" fmla="val 4500"/>
            </a:avLst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图片占位符 3"/>
          <p:cNvSpPr>
            <a:spLocks noGrp="1"/>
          </p:cNvSpPr>
          <p:nvPr>
            <p:ph type="pic" sz="quarter" idx="24"/>
          </p:nvPr>
        </p:nvSpPr>
        <p:spPr>
          <a:xfrm>
            <a:off x="4343400" y="3152775"/>
            <a:ext cx="1609725" cy="905470"/>
          </a:xfrm>
          <a:prstGeom prst="roundRect">
            <a:avLst>
              <a:gd name="adj" fmla="val 4500"/>
            </a:avLst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9" name="图片占位符 3"/>
          <p:cNvSpPr>
            <a:spLocks noGrp="1"/>
          </p:cNvSpPr>
          <p:nvPr>
            <p:ph type="pic" sz="quarter" idx="25"/>
          </p:nvPr>
        </p:nvSpPr>
        <p:spPr>
          <a:xfrm>
            <a:off x="6229350" y="3152775"/>
            <a:ext cx="1609725" cy="905470"/>
          </a:xfrm>
          <a:prstGeom prst="roundRect">
            <a:avLst>
              <a:gd name="adj" fmla="val 4500"/>
            </a:avLst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20" name="图片占位符 3"/>
          <p:cNvSpPr>
            <a:spLocks noGrp="1"/>
          </p:cNvSpPr>
          <p:nvPr>
            <p:ph type="pic" sz="quarter" idx="26"/>
          </p:nvPr>
        </p:nvSpPr>
        <p:spPr>
          <a:xfrm>
            <a:off x="8115300" y="3152775"/>
            <a:ext cx="1609725" cy="905470"/>
          </a:xfrm>
          <a:prstGeom prst="roundRect">
            <a:avLst>
              <a:gd name="adj" fmla="val 4500"/>
            </a:avLst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21" name="图片占位符 3"/>
          <p:cNvSpPr>
            <a:spLocks noGrp="1"/>
          </p:cNvSpPr>
          <p:nvPr>
            <p:ph type="pic" sz="quarter" idx="27"/>
          </p:nvPr>
        </p:nvSpPr>
        <p:spPr>
          <a:xfrm>
            <a:off x="10001250" y="3152775"/>
            <a:ext cx="1609725" cy="905470"/>
          </a:xfrm>
          <a:prstGeom prst="roundRect">
            <a:avLst>
              <a:gd name="adj" fmla="val 4500"/>
            </a:avLst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4" name="图片占位符 3"/>
          <p:cNvSpPr>
            <a:spLocks noGrp="1"/>
          </p:cNvSpPr>
          <p:nvPr>
            <p:ph type="pic" sz="quarter" idx="28"/>
          </p:nvPr>
        </p:nvSpPr>
        <p:spPr>
          <a:xfrm>
            <a:off x="571500" y="4381500"/>
            <a:ext cx="1609725" cy="905470"/>
          </a:xfrm>
          <a:prstGeom prst="roundRect">
            <a:avLst>
              <a:gd name="adj" fmla="val 4500"/>
            </a:avLst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5" name="图片占位符 3"/>
          <p:cNvSpPr>
            <a:spLocks noGrp="1"/>
          </p:cNvSpPr>
          <p:nvPr>
            <p:ph type="pic" sz="quarter" idx="29"/>
          </p:nvPr>
        </p:nvSpPr>
        <p:spPr>
          <a:xfrm>
            <a:off x="2457450" y="4381500"/>
            <a:ext cx="1609725" cy="905470"/>
          </a:xfrm>
          <a:prstGeom prst="roundRect">
            <a:avLst>
              <a:gd name="adj" fmla="val 4500"/>
            </a:avLst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6" name="图片占位符 3"/>
          <p:cNvSpPr>
            <a:spLocks noGrp="1"/>
          </p:cNvSpPr>
          <p:nvPr>
            <p:ph type="pic" sz="quarter" idx="30"/>
          </p:nvPr>
        </p:nvSpPr>
        <p:spPr>
          <a:xfrm>
            <a:off x="4343400" y="4381500"/>
            <a:ext cx="1609725" cy="905470"/>
          </a:xfrm>
          <a:prstGeom prst="roundRect">
            <a:avLst>
              <a:gd name="adj" fmla="val 4500"/>
            </a:avLst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7" name="图片占位符 3"/>
          <p:cNvSpPr>
            <a:spLocks noGrp="1"/>
          </p:cNvSpPr>
          <p:nvPr>
            <p:ph type="pic" sz="quarter" idx="31"/>
          </p:nvPr>
        </p:nvSpPr>
        <p:spPr>
          <a:xfrm>
            <a:off x="6229350" y="4381500"/>
            <a:ext cx="1609725" cy="905470"/>
          </a:xfrm>
          <a:prstGeom prst="roundRect">
            <a:avLst>
              <a:gd name="adj" fmla="val 4500"/>
            </a:avLst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8" name="图片占位符 3"/>
          <p:cNvSpPr>
            <a:spLocks noGrp="1"/>
          </p:cNvSpPr>
          <p:nvPr>
            <p:ph type="pic" sz="quarter" idx="32"/>
          </p:nvPr>
        </p:nvSpPr>
        <p:spPr>
          <a:xfrm>
            <a:off x="8115300" y="4381500"/>
            <a:ext cx="1609725" cy="905470"/>
          </a:xfrm>
          <a:prstGeom prst="roundRect">
            <a:avLst>
              <a:gd name="adj" fmla="val 4500"/>
            </a:avLst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9" name="图片占位符 3"/>
          <p:cNvSpPr>
            <a:spLocks noGrp="1"/>
          </p:cNvSpPr>
          <p:nvPr>
            <p:ph type="pic" sz="quarter" idx="33"/>
          </p:nvPr>
        </p:nvSpPr>
        <p:spPr>
          <a:xfrm>
            <a:off x="10001250" y="4381500"/>
            <a:ext cx="1609725" cy="905470"/>
          </a:xfrm>
          <a:prstGeom prst="roundRect">
            <a:avLst>
              <a:gd name="adj" fmla="val 4500"/>
            </a:avLst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  <p:transition/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5.jpe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image" Target="../media/image7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image" Target="../media/image6.jpeg"/><Relationship Id="rId5" Type="http://schemas.openxmlformats.org/officeDocument/2006/relationships/tags" Target="../tags/tag11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10.xml"/><Relationship Id="rId9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5.jpe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9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10" Type="http://schemas.openxmlformats.org/officeDocument/2006/relationships/image" Target="../media/image8.jpeg"/><Relationship Id="rId4" Type="http://schemas.openxmlformats.org/officeDocument/2006/relationships/tags" Target="../tags/tag47.xml"/><Relationship Id="rId9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9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image" Target="../media/image5.jpe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microsoft.com/office/2007/relationships/hdphoto" Target="../media/hdphoto2.wdp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image" Target="../media/image10.png"/><Relationship Id="rId17" Type="http://schemas.microsoft.com/office/2007/relationships/hdphoto" Target="../media/hdphoto4.wdp"/><Relationship Id="rId2" Type="http://schemas.openxmlformats.org/officeDocument/2006/relationships/tags" Target="../tags/tag65.xml"/><Relationship Id="rId16" Type="http://schemas.openxmlformats.org/officeDocument/2006/relationships/image" Target="../media/image12.png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microsoft.com/office/2007/relationships/hdphoto" Target="../media/hdphoto1.wdp"/><Relationship Id="rId5" Type="http://schemas.openxmlformats.org/officeDocument/2006/relationships/tags" Target="../tags/tag68.xml"/><Relationship Id="rId15" Type="http://schemas.microsoft.com/office/2007/relationships/hdphoto" Target="../media/hdphoto3.wdp"/><Relationship Id="rId10" Type="http://schemas.openxmlformats.org/officeDocument/2006/relationships/image" Target="../media/image9.png"/><Relationship Id="rId4" Type="http://schemas.openxmlformats.org/officeDocument/2006/relationships/tags" Target="../tags/tag67.xml"/><Relationship Id="rId9" Type="http://schemas.openxmlformats.org/officeDocument/2006/relationships/slideLayout" Target="../slideLayouts/slideLayout3.xml"/><Relationship Id="rId1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13" Type="http://schemas.openxmlformats.org/officeDocument/2006/relationships/diagramQuickStyle" Target="../diagrams/quickStyle1.xml"/><Relationship Id="rId18" Type="http://schemas.openxmlformats.org/officeDocument/2006/relationships/image" Target="../media/image16.jpeg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12" Type="http://schemas.openxmlformats.org/officeDocument/2006/relationships/diagramLayout" Target="../diagrams/layout1.xml"/><Relationship Id="rId17" Type="http://schemas.openxmlformats.org/officeDocument/2006/relationships/image" Target="../media/image15.jpeg"/><Relationship Id="rId2" Type="http://schemas.openxmlformats.org/officeDocument/2006/relationships/tags" Target="../tags/tag73.xml"/><Relationship Id="rId16" Type="http://schemas.openxmlformats.org/officeDocument/2006/relationships/image" Target="../media/image14.jpeg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diagramData" Target="../diagrams/data1.xml"/><Relationship Id="rId5" Type="http://schemas.openxmlformats.org/officeDocument/2006/relationships/tags" Target="../tags/tag76.xml"/><Relationship Id="rId15" Type="http://schemas.microsoft.com/office/2007/relationships/diagramDrawing" Target="../diagrams/drawing1.xml"/><Relationship Id="rId10" Type="http://schemas.openxmlformats.org/officeDocument/2006/relationships/image" Target="../media/image13.jpeg"/><Relationship Id="rId4" Type="http://schemas.openxmlformats.org/officeDocument/2006/relationships/tags" Target="../tags/tag75.xml"/><Relationship Id="rId9" Type="http://schemas.openxmlformats.org/officeDocument/2006/relationships/slideLayout" Target="../slideLayouts/slideLayout3.xml"/><Relationship Id="rId14" Type="http://schemas.openxmlformats.org/officeDocument/2006/relationships/diagramColors" Target="../diagrams/colors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9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image" Target="../media/image5.jpe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9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13" Type="http://schemas.microsoft.com/office/2007/relationships/hdphoto" Target="../media/hdphoto6.wdp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image" Target="../media/image18.png"/><Relationship Id="rId17" Type="http://schemas.microsoft.com/office/2007/relationships/hdphoto" Target="../media/hdphoto8.wdp"/><Relationship Id="rId2" Type="http://schemas.openxmlformats.org/officeDocument/2006/relationships/tags" Target="../tags/tag93.xml"/><Relationship Id="rId16" Type="http://schemas.openxmlformats.org/officeDocument/2006/relationships/image" Target="../media/image20.png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microsoft.com/office/2007/relationships/hdphoto" Target="../media/hdphoto5.wdp"/><Relationship Id="rId5" Type="http://schemas.openxmlformats.org/officeDocument/2006/relationships/tags" Target="../tags/tag96.xml"/><Relationship Id="rId15" Type="http://schemas.microsoft.com/office/2007/relationships/hdphoto" Target="../media/hdphoto7.wdp"/><Relationship Id="rId10" Type="http://schemas.openxmlformats.org/officeDocument/2006/relationships/image" Target="../media/image17.png"/><Relationship Id="rId4" Type="http://schemas.openxmlformats.org/officeDocument/2006/relationships/tags" Target="../tags/tag95.xml"/><Relationship Id="rId9" Type="http://schemas.openxmlformats.org/officeDocument/2006/relationships/slideLayout" Target="../slideLayouts/slideLayout3.xml"/><Relationship Id="rId1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13" Type="http://schemas.openxmlformats.org/officeDocument/2006/relationships/image" Target="../media/image23.jpeg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12" Type="http://schemas.openxmlformats.org/officeDocument/2006/relationships/image" Target="../media/image22.jpeg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image" Target="../media/image21.jpeg"/><Relationship Id="rId5" Type="http://schemas.openxmlformats.org/officeDocument/2006/relationships/tags" Target="../tags/tag104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103.xml"/><Relationship Id="rId9" Type="http://schemas.openxmlformats.org/officeDocument/2006/relationships/tags" Target="../tags/tag108.xml"/><Relationship Id="rId14" Type="http://schemas.openxmlformats.org/officeDocument/2006/relationships/image" Target="../media/image24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13" Type="http://schemas.microsoft.com/office/2007/relationships/hdphoto" Target="../media/hdphoto9.wdp"/><Relationship Id="rId18" Type="http://schemas.openxmlformats.org/officeDocument/2006/relationships/image" Target="../media/image28.png"/><Relationship Id="rId3" Type="http://schemas.openxmlformats.org/officeDocument/2006/relationships/tags" Target="../tags/tag111.xml"/><Relationship Id="rId7" Type="http://schemas.openxmlformats.org/officeDocument/2006/relationships/tags" Target="../tags/tag115.xml"/><Relationship Id="rId12" Type="http://schemas.openxmlformats.org/officeDocument/2006/relationships/image" Target="../media/image25.png"/><Relationship Id="rId17" Type="http://schemas.microsoft.com/office/2007/relationships/hdphoto" Target="../media/hdphoto11.wdp"/><Relationship Id="rId2" Type="http://schemas.openxmlformats.org/officeDocument/2006/relationships/tags" Target="../tags/tag110.xml"/><Relationship Id="rId16" Type="http://schemas.openxmlformats.org/officeDocument/2006/relationships/image" Target="../media/image27.png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11" Type="http://schemas.openxmlformats.org/officeDocument/2006/relationships/notesSlide" Target="../notesSlides/notesSlide1.xml"/><Relationship Id="rId5" Type="http://schemas.openxmlformats.org/officeDocument/2006/relationships/tags" Target="../tags/tag113.xml"/><Relationship Id="rId15" Type="http://schemas.microsoft.com/office/2007/relationships/hdphoto" Target="../media/hdphoto10.wdp"/><Relationship Id="rId10" Type="http://schemas.openxmlformats.org/officeDocument/2006/relationships/slideLayout" Target="../slideLayouts/slideLayout3.xml"/><Relationship Id="rId19" Type="http://schemas.microsoft.com/office/2007/relationships/hdphoto" Target="../media/hdphoto12.wdp"/><Relationship Id="rId4" Type="http://schemas.openxmlformats.org/officeDocument/2006/relationships/tags" Target="../tags/tag112.xml"/><Relationship Id="rId9" Type="http://schemas.openxmlformats.org/officeDocument/2006/relationships/tags" Target="../tags/tag117.xml"/><Relationship Id="rId1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29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19" Type="http://schemas.openxmlformats.org/officeDocument/2006/relationships/image" Target="../media/image30.png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占位符 3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/>
      </p:pic>
      <p:sp>
        <p:nvSpPr>
          <p:cNvPr id="5" name="矩形 4"/>
          <p:cNvSpPr/>
          <p:nvPr/>
        </p:nvSpPr>
        <p:spPr>
          <a:xfrm>
            <a:off x="7581901" y="952500"/>
            <a:ext cx="3714750" cy="4962525"/>
          </a:xfrm>
          <a:prstGeom prst="rect">
            <a:avLst/>
          </a:prstGeom>
          <a:solidFill>
            <a:srgbClr val="EDEAE3">
              <a:alpha val="90000"/>
            </a:srgbClr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715250" y="1095375"/>
            <a:ext cx="3448050" cy="4676776"/>
          </a:xfrm>
          <a:prstGeom prst="rect">
            <a:avLst/>
          </a:prstGeom>
          <a:noFill/>
          <a:ln w="12700" cap="flat" cmpd="sng" algn="ctr">
            <a:solidFill>
              <a:schemeClr val="tx1">
                <a:alpha val="40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17684" y="1517166"/>
            <a:ext cx="761160" cy="732209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445882" y="1689520"/>
            <a:ext cx="292388" cy="359073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algn="just">
              <a:lnSpc>
                <a:spcPct val="50000"/>
              </a:lnSpc>
              <a:spcAft>
                <a:spcPts val="600"/>
              </a:spcAft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不负</a:t>
            </a:r>
            <a:endParaRPr lang="en-US" altLang="zh-CN" sz="14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思源宋体 CN Heavy" panose="02020900000000000000" pitchFamily="18" charset="-122"/>
            </a:endParaRPr>
          </a:p>
          <a:p>
            <a:pPr algn="just">
              <a:lnSpc>
                <a:spcPct val="50000"/>
              </a:lnSpc>
              <a:spcAft>
                <a:spcPts val="600"/>
              </a:spcAft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光阴</a:t>
            </a:r>
            <a:endParaRPr lang="zh-CN" altLang="en-US" sz="1400" spc="16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思源宋体 CN Heavy" panose="02020900000000000000" pitchFamily="18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33400" y="666820"/>
            <a:ext cx="7656170" cy="2170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sz="11500" spc="160" dirty="0">
                <a:gradFill>
                  <a:gsLst>
                    <a:gs pos="0">
                      <a:srgbClr val="C3F38F"/>
                    </a:gs>
                    <a:gs pos="78000">
                      <a:srgbClr val="C3F38F">
                        <a:alpha val="0"/>
                      </a:srgbClr>
                    </a:gs>
                  </a:gsLst>
                  <a:lin ang="5400000" scaled="1"/>
                </a:gradFill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RETIRE</a:t>
            </a:r>
            <a:endParaRPr lang="zh-CN" altLang="en-US" sz="11500" spc="160" dirty="0">
              <a:gradFill>
                <a:gsLst>
                  <a:gs pos="0">
                    <a:srgbClr val="C3F38F"/>
                  </a:gs>
                  <a:gs pos="78000">
                    <a:srgbClr val="C3F38F">
                      <a:alpha val="0"/>
                    </a:srgbClr>
                  </a:gs>
                </a:gsLst>
                <a:lin ang="5400000" scaled="1"/>
              </a:gradFill>
              <a:latin typeface="思源宋体 CN Heavy" pitchFamily="18" charset="-122"/>
              <a:ea typeface="思源宋体 CN Heavy" pitchFamily="18" charset="-122"/>
              <a:sym typeface="思源宋体 CN Heavy" panose="02020900000000000000" pitchFamily="18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67254" y="543746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老年退休养老方案宣传</a:t>
            </a:r>
          </a:p>
        </p:txBody>
      </p:sp>
      <p:sp>
        <p:nvSpPr>
          <p:cNvPr id="14" name="矩形 13"/>
          <p:cNvSpPr/>
          <p:nvPr/>
        </p:nvSpPr>
        <p:spPr>
          <a:xfrm>
            <a:off x="669925" y="5503201"/>
            <a:ext cx="282575" cy="261938"/>
          </a:xfrm>
          <a:prstGeom prst="rect">
            <a:avLst/>
          </a:prstGeom>
          <a:solidFill>
            <a:srgbClr val="C3F38F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12826" y="5503201"/>
            <a:ext cx="73024" cy="261938"/>
          </a:xfrm>
          <a:prstGeom prst="rect">
            <a:avLst/>
          </a:prstGeom>
          <a:solidFill>
            <a:schemeClr val="bg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PA-图片 18"/>
          <p:cNvSpPr/>
          <p:nvPr>
            <p:custDataLst>
              <p:tags r:id="rId1"/>
            </p:custDataLst>
          </p:nvPr>
        </p:nvSpPr>
        <p:spPr>
          <a:xfrm>
            <a:off x="8682004" y="2838091"/>
            <a:ext cx="2455508" cy="3473355"/>
          </a:xfrm>
          <a:custGeom>
            <a:avLst/>
            <a:gdLst/>
            <a:ahLst/>
            <a:cxnLst/>
            <a:rect l="0" t="0" r="0" b="0"/>
            <a:pathLst>
              <a:path w="2455508" h="3473355">
                <a:moveTo>
                  <a:pt x="0" y="0"/>
                </a:moveTo>
                <a:lnTo>
                  <a:pt x="2455507" y="0"/>
                </a:lnTo>
                <a:lnTo>
                  <a:pt x="2455507" y="3473354"/>
                </a:lnTo>
                <a:lnTo>
                  <a:pt x="0" y="3473354"/>
                </a:lnTo>
                <a:close/>
              </a:path>
            </a:pathLst>
          </a:custGeom>
          <a:blipFill dpi="0" rotWithShape="1">
            <a:blip r:embed="rId5">
              <a:alphaModFix amt="40000"/>
            </a:blip>
            <a:stretch>
              <a:fillRect/>
            </a:stretch>
          </a:blip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583992" y="1196936"/>
            <a:ext cx="2300630" cy="4039567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1500" spc="-1000" dirty="0">
                <a:solidFill>
                  <a:schemeClr val="bg1">
                    <a:lumMod val="10000"/>
                  </a:schemeClr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  <a:sym typeface="庞门正道粗书体" panose="02010600030101010101" pitchFamily="2" charset="-122"/>
              </a:rPr>
              <a:t>新生活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005851" y="2589729"/>
            <a:ext cx="717119" cy="3159839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600" spc="160" dirty="0"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宠辱不惊，闲看庭前花开花落；</a:t>
            </a:r>
            <a:endParaRPr lang="en-US" altLang="zh-CN" sz="1600" spc="160" dirty="0">
              <a:latin typeface="微软雅黑" panose="020B0503020204020204" pitchFamily="34" charset="-122"/>
              <a:ea typeface="微软雅黑" panose="020B0503020204020204" pitchFamily="34" charset="-122"/>
              <a:sym typeface="HarmonyOS Sans SC Light" panose="00000400000000000000" pitchFamily="2" charset="-122"/>
            </a:endParaRP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600" spc="160" dirty="0"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去留无意，漫随天边云卷云舒。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591846" y="321672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3F38F">
                    <a:alpha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老骥伏枥</a:t>
            </a:r>
            <a:endParaRPr lang="en-US" altLang="zh-CN" dirty="0">
              <a:solidFill>
                <a:srgbClr val="C3F38F">
                  <a:alpha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  <a:p>
            <a:r>
              <a:rPr lang="zh-CN" altLang="en-US" dirty="0">
                <a:solidFill>
                  <a:srgbClr val="C3F38F">
                    <a:alpha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退休续谱夕阳曲</a:t>
            </a:r>
            <a:endParaRPr lang="en-US" altLang="zh-CN" dirty="0">
              <a:solidFill>
                <a:srgbClr val="C3F38F">
                  <a:alpha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  <a:p>
            <a:r>
              <a:rPr lang="zh-CN" altLang="en-US" dirty="0">
                <a:solidFill>
                  <a:srgbClr val="C3F38F">
                    <a:alpha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苍松傲雪</a:t>
            </a:r>
            <a:endParaRPr lang="en-US" altLang="zh-CN" dirty="0">
              <a:solidFill>
                <a:srgbClr val="C3F38F">
                  <a:alpha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  <a:p>
            <a:r>
              <a:rPr lang="zh-CN" altLang="en-US" dirty="0">
                <a:solidFill>
                  <a:srgbClr val="C3F38F">
                    <a:alpha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余生再唱春牛歌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/>
        </p:nvSpPr>
        <p:spPr>
          <a:xfrm>
            <a:off x="2046514" y="0"/>
            <a:ext cx="3619500" cy="6858000"/>
          </a:xfrm>
          <a:custGeom>
            <a:avLst/>
            <a:gdLst>
              <a:gd name="connsiteX0" fmla="*/ 0 w 3619500"/>
              <a:gd name="connsiteY0" fmla="*/ 0 h 6858000"/>
              <a:gd name="connsiteX1" fmla="*/ 2335733 w 3619500"/>
              <a:gd name="connsiteY1" fmla="*/ 0 h 6858000"/>
              <a:gd name="connsiteX2" fmla="*/ 2456151 w 3619500"/>
              <a:gd name="connsiteY2" fmla="*/ 191896 h 6858000"/>
              <a:gd name="connsiteX3" fmla="*/ 3619500 w 3619500"/>
              <a:gd name="connsiteY3" fmla="*/ 4886325 h 6858000"/>
              <a:gd name="connsiteX4" fmla="*/ 3494454 w 3619500"/>
              <a:gd name="connsiteY4" fmla="*/ 6545496 h 6858000"/>
              <a:gd name="connsiteX5" fmla="*/ 3441362 w 3619500"/>
              <a:gd name="connsiteY5" fmla="*/ 6858000 h 6858000"/>
              <a:gd name="connsiteX6" fmla="*/ 0 w 36195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19500" h="6858000">
                <a:moveTo>
                  <a:pt x="0" y="0"/>
                </a:moveTo>
                <a:lnTo>
                  <a:pt x="2335733" y="0"/>
                </a:lnTo>
                <a:lnTo>
                  <a:pt x="2456151" y="191896"/>
                </a:lnTo>
                <a:cubicBezTo>
                  <a:pt x="3174928" y="1393305"/>
                  <a:pt x="3619500" y="3053037"/>
                  <a:pt x="3619500" y="4886325"/>
                </a:cubicBezTo>
                <a:cubicBezTo>
                  <a:pt x="3619500" y="5459228"/>
                  <a:pt x="3576085" y="6015182"/>
                  <a:pt x="3494454" y="6545496"/>
                </a:cubicBezTo>
                <a:lnTo>
                  <a:pt x="34413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片占位符 22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5788" cy="6858000"/>
          </a:xfrm>
          <a:custGeom>
            <a:avLst/>
            <a:gdLst>
              <a:gd name="connsiteX0" fmla="*/ 2046512 w 5666015"/>
              <a:gd name="connsiteY0" fmla="*/ 0 h 6858000"/>
              <a:gd name="connsiteX1" fmla="*/ 3690261 w 5666015"/>
              <a:gd name="connsiteY1" fmla="*/ 0 h 6858000"/>
              <a:gd name="connsiteX2" fmla="*/ 3753676 w 5666015"/>
              <a:gd name="connsiteY2" fmla="*/ 56749 h 6858000"/>
              <a:gd name="connsiteX3" fmla="*/ 5666015 w 5666015"/>
              <a:gd name="connsiteY3" fmla="*/ 5343525 h 6858000"/>
              <a:gd name="connsiteX4" fmla="*/ 5585318 w 5666015"/>
              <a:gd name="connsiteY4" fmla="*/ 6589358 h 6858000"/>
              <a:gd name="connsiteX5" fmla="*/ 5540935 w 5666015"/>
              <a:gd name="connsiteY5" fmla="*/ 6858000 h 6858000"/>
              <a:gd name="connsiteX6" fmla="*/ 2322286 w 5666015"/>
              <a:gd name="connsiteY6" fmla="*/ 6858000 h 6858000"/>
              <a:gd name="connsiteX7" fmla="*/ 0 w 5666015"/>
              <a:gd name="connsiteY7" fmla="*/ 6858000 h 6858000"/>
              <a:gd name="connsiteX8" fmla="*/ 0 w 5666015"/>
              <a:gd name="connsiteY8" fmla="*/ 1 h 6858000"/>
              <a:gd name="connsiteX9" fmla="*/ 2046512 w 5666015"/>
              <a:gd name="connsiteY9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66015" h="6858000">
                <a:moveTo>
                  <a:pt x="2046512" y="0"/>
                </a:moveTo>
                <a:lnTo>
                  <a:pt x="3690261" y="0"/>
                </a:lnTo>
                <a:lnTo>
                  <a:pt x="3753676" y="56749"/>
                </a:lnTo>
                <a:cubicBezTo>
                  <a:pt x="4900167" y="1140945"/>
                  <a:pt x="5666015" y="3103041"/>
                  <a:pt x="5666015" y="5343525"/>
                </a:cubicBezTo>
                <a:cubicBezTo>
                  <a:pt x="5666015" y="5770284"/>
                  <a:pt x="5638228" y="6186943"/>
                  <a:pt x="5585318" y="6589358"/>
                </a:cubicBezTo>
                <a:lnTo>
                  <a:pt x="5540935" y="6858000"/>
                </a:lnTo>
                <a:lnTo>
                  <a:pt x="2322286" y="6858000"/>
                </a:lnTo>
                <a:lnTo>
                  <a:pt x="0" y="6858000"/>
                </a:lnTo>
                <a:lnTo>
                  <a:pt x="0" y="1"/>
                </a:lnTo>
                <a:lnTo>
                  <a:pt x="2046512" y="1"/>
                </a:lnTo>
                <a:close/>
              </a:path>
            </a:pathLst>
          </a:custGeom>
          <a:solidFill>
            <a:schemeClr val="bg1">
              <a:lumMod val="90000"/>
            </a:schemeClr>
          </a:solidFill>
          <a:ln>
            <a:noFill/>
          </a:ln>
        </p:spPr>
      </p:pic>
      <p:sp>
        <p:nvSpPr>
          <p:cNvPr id="10" name="任意多边形: 形状 9"/>
          <p:cNvSpPr/>
          <p:nvPr/>
        </p:nvSpPr>
        <p:spPr>
          <a:xfrm>
            <a:off x="6425285" y="2093366"/>
            <a:ext cx="920172" cy="921130"/>
          </a:xfrm>
          <a:custGeom>
            <a:avLst/>
            <a:gdLst>
              <a:gd name="connsiteX0" fmla="*/ 461460 w 1051199"/>
              <a:gd name="connsiteY0" fmla="*/ 1035840 h 1052294"/>
              <a:gd name="connsiteX1" fmla="*/ 472745 w 1051199"/>
              <a:gd name="connsiteY1" fmla="*/ 1036674 h 1052294"/>
              <a:gd name="connsiteX2" fmla="*/ 472020 w 1051199"/>
              <a:gd name="connsiteY2" fmla="*/ 1037481 h 1052294"/>
              <a:gd name="connsiteX3" fmla="*/ 461460 w 1051199"/>
              <a:gd name="connsiteY3" fmla="*/ 1035840 h 1052294"/>
              <a:gd name="connsiteX4" fmla="*/ 404231 w 1051199"/>
              <a:gd name="connsiteY4" fmla="*/ 1035554 h 1052294"/>
              <a:gd name="connsiteX5" fmla="*/ 411164 w 1051199"/>
              <a:gd name="connsiteY5" fmla="*/ 1035758 h 1052294"/>
              <a:gd name="connsiteX6" fmla="*/ 402643 w 1051199"/>
              <a:gd name="connsiteY6" fmla="*/ 1037412 h 1052294"/>
              <a:gd name="connsiteX7" fmla="*/ 404231 w 1051199"/>
              <a:gd name="connsiteY7" fmla="*/ 1035554 h 1052294"/>
              <a:gd name="connsiteX8" fmla="*/ 676373 w 1051199"/>
              <a:gd name="connsiteY8" fmla="*/ 1027929 h 1052294"/>
              <a:gd name="connsiteX9" fmla="*/ 690426 w 1051199"/>
              <a:gd name="connsiteY9" fmla="*/ 1029767 h 1052294"/>
              <a:gd name="connsiteX10" fmla="*/ 663028 w 1051199"/>
              <a:gd name="connsiteY10" fmla="*/ 1033241 h 1052294"/>
              <a:gd name="connsiteX11" fmla="*/ 676373 w 1051199"/>
              <a:gd name="connsiteY11" fmla="*/ 1027929 h 1052294"/>
              <a:gd name="connsiteX12" fmla="*/ 520292 w 1051199"/>
              <a:gd name="connsiteY12" fmla="*/ 978840 h 1052294"/>
              <a:gd name="connsiteX13" fmla="*/ 492360 w 1051199"/>
              <a:gd name="connsiteY13" fmla="*/ 993366 h 1052294"/>
              <a:gd name="connsiteX14" fmla="*/ 499557 w 1051199"/>
              <a:gd name="connsiteY14" fmla="*/ 990508 h 1052294"/>
              <a:gd name="connsiteX15" fmla="*/ 520292 w 1051199"/>
              <a:gd name="connsiteY15" fmla="*/ 978840 h 1052294"/>
              <a:gd name="connsiteX16" fmla="*/ 293460 w 1051199"/>
              <a:gd name="connsiteY16" fmla="*/ 975245 h 1052294"/>
              <a:gd name="connsiteX17" fmla="*/ 294951 w 1051199"/>
              <a:gd name="connsiteY17" fmla="*/ 975914 h 1052294"/>
              <a:gd name="connsiteX18" fmla="*/ 293433 w 1051199"/>
              <a:gd name="connsiteY18" fmla="*/ 976475 h 1052294"/>
              <a:gd name="connsiteX19" fmla="*/ 293460 w 1051199"/>
              <a:gd name="connsiteY19" fmla="*/ 975245 h 1052294"/>
              <a:gd name="connsiteX20" fmla="*/ 384561 w 1051199"/>
              <a:gd name="connsiteY20" fmla="*/ 970784 h 1052294"/>
              <a:gd name="connsiteX21" fmla="*/ 403149 w 1051199"/>
              <a:gd name="connsiteY21" fmla="*/ 975886 h 1052294"/>
              <a:gd name="connsiteX22" fmla="*/ 387747 w 1051199"/>
              <a:gd name="connsiteY22" fmla="*/ 978609 h 1052294"/>
              <a:gd name="connsiteX23" fmla="*/ 384561 w 1051199"/>
              <a:gd name="connsiteY23" fmla="*/ 970784 h 1052294"/>
              <a:gd name="connsiteX24" fmla="*/ 675819 w 1051199"/>
              <a:gd name="connsiteY24" fmla="*/ 970496 h 1052294"/>
              <a:gd name="connsiteX25" fmla="*/ 670798 w 1051199"/>
              <a:gd name="connsiteY25" fmla="*/ 977308 h 1052294"/>
              <a:gd name="connsiteX26" fmla="*/ 665450 w 1051199"/>
              <a:gd name="connsiteY26" fmla="*/ 983573 h 1052294"/>
              <a:gd name="connsiteX27" fmla="*/ 669444 w 1051199"/>
              <a:gd name="connsiteY27" fmla="*/ 971002 h 1052294"/>
              <a:gd name="connsiteX28" fmla="*/ 304621 w 1051199"/>
              <a:gd name="connsiteY28" fmla="*/ 922976 h 1052294"/>
              <a:gd name="connsiteX29" fmla="*/ 366584 w 1051199"/>
              <a:gd name="connsiteY29" fmla="*/ 943918 h 1052294"/>
              <a:gd name="connsiteX30" fmla="*/ 370730 w 1051199"/>
              <a:gd name="connsiteY30" fmla="*/ 958266 h 1052294"/>
              <a:gd name="connsiteX31" fmla="*/ 342182 w 1051199"/>
              <a:gd name="connsiteY31" fmla="*/ 944177 h 1052294"/>
              <a:gd name="connsiteX32" fmla="*/ 304115 w 1051199"/>
              <a:gd name="connsiteY32" fmla="*/ 932345 h 1052294"/>
              <a:gd name="connsiteX33" fmla="*/ 304306 w 1051199"/>
              <a:gd name="connsiteY33" fmla="*/ 927735 h 1052294"/>
              <a:gd name="connsiteX34" fmla="*/ 304621 w 1051199"/>
              <a:gd name="connsiteY34" fmla="*/ 922976 h 1052294"/>
              <a:gd name="connsiteX35" fmla="*/ 800976 w 1051199"/>
              <a:gd name="connsiteY35" fmla="*/ 891749 h 1052294"/>
              <a:gd name="connsiteX36" fmla="*/ 791783 w 1051199"/>
              <a:gd name="connsiteY36" fmla="*/ 907520 h 1052294"/>
              <a:gd name="connsiteX37" fmla="*/ 781580 w 1051199"/>
              <a:gd name="connsiteY37" fmla="*/ 906740 h 1052294"/>
              <a:gd name="connsiteX38" fmla="*/ 784754 w 1051199"/>
              <a:gd name="connsiteY38" fmla="*/ 904606 h 1052294"/>
              <a:gd name="connsiteX39" fmla="*/ 791524 w 1051199"/>
              <a:gd name="connsiteY39" fmla="*/ 899587 h 1052294"/>
              <a:gd name="connsiteX40" fmla="*/ 800976 w 1051199"/>
              <a:gd name="connsiteY40" fmla="*/ 891749 h 1052294"/>
              <a:gd name="connsiteX41" fmla="*/ 830385 w 1051199"/>
              <a:gd name="connsiteY41" fmla="*/ 880232 h 1052294"/>
              <a:gd name="connsiteX42" fmla="*/ 827759 w 1051199"/>
              <a:gd name="connsiteY42" fmla="*/ 882461 h 1052294"/>
              <a:gd name="connsiteX43" fmla="*/ 821795 w 1051199"/>
              <a:gd name="connsiteY43" fmla="*/ 887125 h 1052294"/>
              <a:gd name="connsiteX44" fmla="*/ 813109 w 1051199"/>
              <a:gd name="connsiteY44" fmla="*/ 893924 h 1052294"/>
              <a:gd name="connsiteX45" fmla="*/ 822478 w 1051199"/>
              <a:gd name="connsiteY45" fmla="*/ 882721 h 1052294"/>
              <a:gd name="connsiteX46" fmla="*/ 830385 w 1051199"/>
              <a:gd name="connsiteY46" fmla="*/ 880232 h 1052294"/>
              <a:gd name="connsiteX47" fmla="*/ 230909 w 1051199"/>
              <a:gd name="connsiteY47" fmla="*/ 872243 h 1052294"/>
              <a:gd name="connsiteX48" fmla="*/ 217832 w 1051199"/>
              <a:gd name="connsiteY48" fmla="*/ 873283 h 1052294"/>
              <a:gd name="connsiteX49" fmla="*/ 230909 w 1051199"/>
              <a:gd name="connsiteY49" fmla="*/ 872243 h 1052294"/>
              <a:gd name="connsiteX50" fmla="*/ 862311 w 1051199"/>
              <a:gd name="connsiteY50" fmla="*/ 849864 h 1052294"/>
              <a:gd name="connsiteX51" fmla="*/ 845049 w 1051199"/>
              <a:gd name="connsiteY51" fmla="*/ 869629 h 1052294"/>
              <a:gd name="connsiteX52" fmla="*/ 856607 w 1051199"/>
              <a:gd name="connsiteY52" fmla="*/ 852751 h 1052294"/>
              <a:gd name="connsiteX53" fmla="*/ 862311 w 1051199"/>
              <a:gd name="connsiteY53" fmla="*/ 849864 h 1052294"/>
              <a:gd name="connsiteX54" fmla="*/ 159479 w 1051199"/>
              <a:gd name="connsiteY54" fmla="*/ 785193 h 1052294"/>
              <a:gd name="connsiteX55" fmla="*/ 176892 w 1051199"/>
              <a:gd name="connsiteY55" fmla="*/ 801458 h 1052294"/>
              <a:gd name="connsiteX56" fmla="*/ 184334 w 1051199"/>
              <a:gd name="connsiteY56" fmla="*/ 814015 h 1052294"/>
              <a:gd name="connsiteX57" fmla="*/ 180147 w 1051199"/>
              <a:gd name="connsiteY57" fmla="*/ 809787 h 1052294"/>
              <a:gd name="connsiteX58" fmla="*/ 171475 w 1051199"/>
              <a:gd name="connsiteY58" fmla="*/ 800008 h 1052294"/>
              <a:gd name="connsiteX59" fmla="*/ 159479 w 1051199"/>
              <a:gd name="connsiteY59" fmla="*/ 785193 h 1052294"/>
              <a:gd name="connsiteX60" fmla="*/ 139357 w 1051199"/>
              <a:gd name="connsiteY60" fmla="*/ 752364 h 1052294"/>
              <a:gd name="connsiteX61" fmla="*/ 147319 w 1051199"/>
              <a:gd name="connsiteY61" fmla="*/ 760297 h 1052294"/>
              <a:gd name="connsiteX62" fmla="*/ 152749 w 1051199"/>
              <a:gd name="connsiteY62" fmla="*/ 765701 h 1052294"/>
              <a:gd name="connsiteX63" fmla="*/ 155308 w 1051199"/>
              <a:gd name="connsiteY63" fmla="*/ 768066 h 1052294"/>
              <a:gd name="connsiteX64" fmla="*/ 124489 w 1051199"/>
              <a:gd name="connsiteY64" fmla="*/ 753540 h 1052294"/>
              <a:gd name="connsiteX65" fmla="*/ 144939 w 1051199"/>
              <a:gd name="connsiteY65" fmla="*/ 762280 h 1052294"/>
              <a:gd name="connsiteX66" fmla="*/ 116677 w 1051199"/>
              <a:gd name="connsiteY66" fmla="*/ 744157 h 1052294"/>
              <a:gd name="connsiteX67" fmla="*/ 124488 w 1051199"/>
              <a:gd name="connsiteY67" fmla="*/ 753526 h 1052294"/>
              <a:gd name="connsiteX68" fmla="*/ 121547 w 1051199"/>
              <a:gd name="connsiteY68" fmla="*/ 751776 h 1052294"/>
              <a:gd name="connsiteX69" fmla="*/ 116677 w 1051199"/>
              <a:gd name="connsiteY69" fmla="*/ 744157 h 1052294"/>
              <a:gd name="connsiteX70" fmla="*/ 111891 w 1051199"/>
              <a:gd name="connsiteY70" fmla="*/ 737249 h 1052294"/>
              <a:gd name="connsiteX71" fmla="*/ 116692 w 1051199"/>
              <a:gd name="connsiteY71" fmla="*/ 744157 h 1052294"/>
              <a:gd name="connsiteX72" fmla="*/ 111891 w 1051199"/>
              <a:gd name="connsiteY72" fmla="*/ 737249 h 1052294"/>
              <a:gd name="connsiteX73" fmla="*/ 73248 w 1051199"/>
              <a:gd name="connsiteY73" fmla="*/ 637518 h 1052294"/>
              <a:gd name="connsiteX74" fmla="*/ 90757 w 1051199"/>
              <a:gd name="connsiteY74" fmla="*/ 648830 h 1052294"/>
              <a:gd name="connsiteX75" fmla="*/ 95667 w 1051199"/>
              <a:gd name="connsiteY75" fmla="*/ 648201 h 1052294"/>
              <a:gd name="connsiteX76" fmla="*/ 73248 w 1051199"/>
              <a:gd name="connsiteY76" fmla="*/ 637518 h 1052294"/>
              <a:gd name="connsiteX77" fmla="*/ 1027235 w 1051199"/>
              <a:gd name="connsiteY77" fmla="*/ 540468 h 1052294"/>
              <a:gd name="connsiteX78" fmla="*/ 1042500 w 1051199"/>
              <a:gd name="connsiteY78" fmla="*/ 573530 h 1052294"/>
              <a:gd name="connsiteX79" fmla="*/ 1037945 w 1051199"/>
              <a:gd name="connsiteY79" fmla="*/ 628490 h 1052294"/>
              <a:gd name="connsiteX80" fmla="*/ 1033116 w 1051199"/>
              <a:gd name="connsiteY80" fmla="*/ 648474 h 1052294"/>
              <a:gd name="connsiteX81" fmla="*/ 1027495 w 1051199"/>
              <a:gd name="connsiteY81" fmla="*/ 671414 h 1052294"/>
              <a:gd name="connsiteX82" fmla="*/ 1017399 w 1051199"/>
              <a:gd name="connsiteY82" fmla="*/ 700344 h 1052294"/>
              <a:gd name="connsiteX83" fmla="*/ 938105 w 1051199"/>
              <a:gd name="connsiteY83" fmla="*/ 844284 h 1052294"/>
              <a:gd name="connsiteX84" fmla="*/ 817568 w 1051199"/>
              <a:gd name="connsiteY84" fmla="*/ 957009 h 1052294"/>
              <a:gd name="connsiteX85" fmla="*/ 791362 w 1051199"/>
              <a:gd name="connsiteY85" fmla="*/ 973438 h 1052294"/>
              <a:gd name="connsiteX86" fmla="*/ 780404 w 1051199"/>
              <a:gd name="connsiteY86" fmla="*/ 980263 h 1052294"/>
              <a:gd name="connsiteX87" fmla="*/ 770638 w 1051199"/>
              <a:gd name="connsiteY87" fmla="*/ 985215 h 1052294"/>
              <a:gd name="connsiteX88" fmla="*/ 752022 w 1051199"/>
              <a:gd name="connsiteY88" fmla="*/ 994516 h 1052294"/>
              <a:gd name="connsiteX89" fmla="*/ 738903 w 1051199"/>
              <a:gd name="connsiteY89" fmla="*/ 999084 h 1052294"/>
              <a:gd name="connsiteX90" fmla="*/ 702081 w 1051199"/>
              <a:gd name="connsiteY90" fmla="*/ 1010643 h 1052294"/>
              <a:gd name="connsiteX91" fmla="*/ 572012 w 1051199"/>
              <a:gd name="connsiteY91" fmla="*/ 1044634 h 1052294"/>
              <a:gd name="connsiteX92" fmla="*/ 505014 w 1051199"/>
              <a:gd name="connsiteY92" fmla="*/ 1051994 h 1052294"/>
              <a:gd name="connsiteX93" fmla="*/ 519526 w 1051199"/>
              <a:gd name="connsiteY93" fmla="*/ 1042596 h 1052294"/>
              <a:gd name="connsiteX94" fmla="*/ 533492 w 1051199"/>
              <a:gd name="connsiteY94" fmla="*/ 1032624 h 1052294"/>
              <a:gd name="connsiteX95" fmla="*/ 540441 w 1051199"/>
              <a:gd name="connsiteY95" fmla="*/ 1045030 h 1052294"/>
              <a:gd name="connsiteX96" fmla="*/ 564474 w 1051199"/>
              <a:gd name="connsiteY96" fmla="*/ 1036045 h 1052294"/>
              <a:gd name="connsiteX97" fmla="*/ 582955 w 1051199"/>
              <a:gd name="connsiteY97" fmla="*/ 1022037 h 1052294"/>
              <a:gd name="connsiteX98" fmla="*/ 603172 w 1051199"/>
              <a:gd name="connsiteY98" fmla="*/ 1024144 h 1052294"/>
              <a:gd name="connsiteX99" fmla="*/ 626561 w 1051199"/>
              <a:gd name="connsiteY99" fmla="*/ 1005130 h 1052294"/>
              <a:gd name="connsiteX100" fmla="*/ 597973 w 1051199"/>
              <a:gd name="connsiteY100" fmla="*/ 1012380 h 1052294"/>
              <a:gd name="connsiteX101" fmla="*/ 566581 w 1051199"/>
              <a:gd name="connsiteY101" fmla="*/ 1013241 h 1052294"/>
              <a:gd name="connsiteX102" fmla="*/ 516736 w 1051199"/>
              <a:gd name="connsiteY102" fmla="*/ 1026565 h 1052294"/>
              <a:gd name="connsiteX103" fmla="*/ 506122 w 1051199"/>
              <a:gd name="connsiteY103" fmla="*/ 1041051 h 1052294"/>
              <a:gd name="connsiteX104" fmla="*/ 468095 w 1051199"/>
              <a:gd name="connsiteY104" fmla="*/ 1041680 h 1052294"/>
              <a:gd name="connsiteX105" fmla="*/ 472021 w 1051199"/>
              <a:gd name="connsiteY105" fmla="*/ 1037521 h 1052294"/>
              <a:gd name="connsiteX106" fmla="*/ 517967 w 1051199"/>
              <a:gd name="connsiteY106" fmla="*/ 1010671 h 1052294"/>
              <a:gd name="connsiteX107" fmla="*/ 493989 w 1051199"/>
              <a:gd name="connsiteY107" fmla="*/ 1007839 h 1052294"/>
              <a:gd name="connsiteX108" fmla="*/ 477602 w 1051199"/>
              <a:gd name="connsiteY108" fmla="*/ 1005896 h 1052294"/>
              <a:gd name="connsiteX109" fmla="*/ 470256 w 1051199"/>
              <a:gd name="connsiteY109" fmla="*/ 1004282 h 1052294"/>
              <a:gd name="connsiteX110" fmla="*/ 434214 w 1051199"/>
              <a:gd name="connsiteY110" fmla="*/ 1026702 h 1052294"/>
              <a:gd name="connsiteX111" fmla="*/ 443980 w 1051199"/>
              <a:gd name="connsiteY111" fmla="*/ 1027687 h 1052294"/>
              <a:gd name="connsiteX112" fmla="*/ 414092 w 1051199"/>
              <a:gd name="connsiteY112" fmla="*/ 1034894 h 1052294"/>
              <a:gd name="connsiteX113" fmla="*/ 412902 w 1051199"/>
              <a:gd name="connsiteY113" fmla="*/ 1031680 h 1052294"/>
              <a:gd name="connsiteX114" fmla="*/ 384231 w 1051199"/>
              <a:gd name="connsiteY114" fmla="*/ 1029096 h 1052294"/>
              <a:gd name="connsiteX115" fmla="*/ 369951 w 1051199"/>
              <a:gd name="connsiteY115" fmla="*/ 1027796 h 1052294"/>
              <a:gd name="connsiteX116" fmla="*/ 354878 w 1051199"/>
              <a:gd name="connsiteY116" fmla="*/ 1021517 h 1052294"/>
              <a:gd name="connsiteX117" fmla="*/ 354111 w 1051199"/>
              <a:gd name="connsiteY117" fmla="*/ 1016729 h 1052294"/>
              <a:gd name="connsiteX118" fmla="*/ 313719 w 1051199"/>
              <a:gd name="connsiteY118" fmla="*/ 1008742 h 1052294"/>
              <a:gd name="connsiteX119" fmla="*/ 299999 w 1051199"/>
              <a:gd name="connsiteY119" fmla="*/ 986336 h 1052294"/>
              <a:gd name="connsiteX120" fmla="*/ 322364 w 1051199"/>
              <a:gd name="connsiteY120" fmla="*/ 994680 h 1052294"/>
              <a:gd name="connsiteX121" fmla="*/ 340707 w 1051199"/>
              <a:gd name="connsiteY121" fmla="*/ 994653 h 1052294"/>
              <a:gd name="connsiteX122" fmla="*/ 333374 w 1051199"/>
              <a:gd name="connsiteY122" fmla="*/ 992231 h 1052294"/>
              <a:gd name="connsiteX123" fmla="*/ 317603 w 1051199"/>
              <a:gd name="connsiteY123" fmla="*/ 985939 h 1052294"/>
              <a:gd name="connsiteX124" fmla="*/ 294952 w 1051199"/>
              <a:gd name="connsiteY124" fmla="*/ 975926 h 1052294"/>
              <a:gd name="connsiteX125" fmla="*/ 328464 w 1051199"/>
              <a:gd name="connsiteY125" fmla="*/ 967665 h 1052294"/>
              <a:gd name="connsiteX126" fmla="*/ 312515 w 1051199"/>
              <a:gd name="connsiteY126" fmla="*/ 957720 h 1052294"/>
              <a:gd name="connsiteX127" fmla="*/ 363372 w 1051199"/>
              <a:gd name="connsiteY127" fmla="*/ 971344 h 1052294"/>
              <a:gd name="connsiteX128" fmla="*/ 357052 w 1051199"/>
              <a:gd name="connsiteY128" fmla="*/ 993777 h 1052294"/>
              <a:gd name="connsiteX129" fmla="*/ 426157 w 1051199"/>
              <a:gd name="connsiteY129" fmla="*/ 991028 h 1052294"/>
              <a:gd name="connsiteX130" fmla="*/ 482895 w 1051199"/>
              <a:gd name="connsiteY130" fmla="*/ 979660 h 1052294"/>
              <a:gd name="connsiteX131" fmla="*/ 458206 w 1051199"/>
              <a:gd name="connsiteY131" fmla="*/ 995883 h 1052294"/>
              <a:gd name="connsiteX132" fmla="*/ 492949 w 1051199"/>
              <a:gd name="connsiteY132" fmla="*/ 1000055 h 1052294"/>
              <a:gd name="connsiteX133" fmla="*/ 514015 w 1051199"/>
              <a:gd name="connsiteY133" fmla="*/ 1002176 h 1052294"/>
              <a:gd name="connsiteX134" fmla="*/ 538349 w 1051199"/>
              <a:gd name="connsiteY134" fmla="*/ 1002805 h 1052294"/>
              <a:gd name="connsiteX135" fmla="*/ 559960 w 1051199"/>
              <a:gd name="connsiteY135" fmla="*/ 990659 h 1052294"/>
              <a:gd name="connsiteX136" fmla="*/ 576649 w 1051199"/>
              <a:gd name="connsiteY136" fmla="*/ 986377 h 1052294"/>
              <a:gd name="connsiteX137" fmla="*/ 592393 w 1051199"/>
              <a:gd name="connsiteY137" fmla="*/ 980605 h 1052294"/>
              <a:gd name="connsiteX138" fmla="*/ 575295 w 1051199"/>
              <a:gd name="connsiteY138" fmla="*/ 997060 h 1052294"/>
              <a:gd name="connsiteX139" fmla="*/ 613061 w 1051199"/>
              <a:gd name="connsiteY139" fmla="*/ 997101 h 1052294"/>
              <a:gd name="connsiteX140" fmla="*/ 636028 w 1051199"/>
              <a:gd name="connsiteY140" fmla="*/ 986760 h 1052294"/>
              <a:gd name="connsiteX141" fmla="*/ 629324 w 1051199"/>
              <a:gd name="connsiteY141" fmla="*/ 1003885 h 1052294"/>
              <a:gd name="connsiteX142" fmla="*/ 670538 w 1051199"/>
              <a:gd name="connsiteY142" fmla="*/ 994885 h 1052294"/>
              <a:gd name="connsiteX143" fmla="*/ 689113 w 1051199"/>
              <a:gd name="connsiteY143" fmla="*/ 968212 h 1052294"/>
              <a:gd name="connsiteX144" fmla="*/ 713051 w 1051199"/>
              <a:gd name="connsiteY144" fmla="*/ 941647 h 1052294"/>
              <a:gd name="connsiteX145" fmla="*/ 723283 w 1051199"/>
              <a:gd name="connsiteY145" fmla="*/ 952892 h 1052294"/>
              <a:gd name="connsiteX146" fmla="*/ 722011 w 1051199"/>
              <a:gd name="connsiteY146" fmla="*/ 943152 h 1052294"/>
              <a:gd name="connsiteX147" fmla="*/ 758942 w 1051199"/>
              <a:gd name="connsiteY147" fmla="*/ 927094 h 1052294"/>
              <a:gd name="connsiteX148" fmla="*/ 717469 w 1051199"/>
              <a:gd name="connsiteY148" fmla="*/ 963411 h 1052294"/>
              <a:gd name="connsiteX149" fmla="*/ 762567 w 1051199"/>
              <a:gd name="connsiteY149" fmla="*/ 940006 h 1052294"/>
              <a:gd name="connsiteX150" fmla="*/ 801852 w 1051199"/>
              <a:gd name="connsiteY150" fmla="*/ 912130 h 1052294"/>
              <a:gd name="connsiteX151" fmla="*/ 790540 w 1051199"/>
              <a:gd name="connsiteY151" fmla="*/ 945410 h 1052294"/>
              <a:gd name="connsiteX152" fmla="*/ 799458 w 1051199"/>
              <a:gd name="connsiteY152" fmla="*/ 936819 h 1052294"/>
              <a:gd name="connsiteX153" fmla="*/ 786792 w 1051199"/>
              <a:gd name="connsiteY153" fmla="*/ 965941 h 1052294"/>
              <a:gd name="connsiteX154" fmla="*/ 833232 w 1051199"/>
              <a:gd name="connsiteY154" fmla="*/ 929555 h 1052294"/>
              <a:gd name="connsiteX155" fmla="*/ 835406 w 1051199"/>
              <a:gd name="connsiteY155" fmla="*/ 936395 h 1052294"/>
              <a:gd name="connsiteX156" fmla="*/ 887384 w 1051199"/>
              <a:gd name="connsiteY156" fmla="*/ 861122 h 1052294"/>
              <a:gd name="connsiteX157" fmla="*/ 872092 w 1051199"/>
              <a:gd name="connsiteY157" fmla="*/ 857319 h 1052294"/>
              <a:gd name="connsiteX158" fmla="*/ 879999 w 1051199"/>
              <a:gd name="connsiteY158" fmla="*/ 855678 h 1052294"/>
              <a:gd name="connsiteX159" fmla="*/ 880148 w 1051199"/>
              <a:gd name="connsiteY159" fmla="*/ 830290 h 1052294"/>
              <a:gd name="connsiteX160" fmla="*/ 940348 w 1051199"/>
              <a:gd name="connsiteY160" fmla="*/ 747987 h 1052294"/>
              <a:gd name="connsiteX161" fmla="*/ 963328 w 1051199"/>
              <a:gd name="connsiteY161" fmla="*/ 705132 h 1052294"/>
              <a:gd name="connsiteX162" fmla="*/ 984899 w 1051199"/>
              <a:gd name="connsiteY162" fmla="*/ 656216 h 1052294"/>
              <a:gd name="connsiteX163" fmla="*/ 992163 w 1051199"/>
              <a:gd name="connsiteY163" fmla="*/ 686583 h 1052294"/>
              <a:gd name="connsiteX164" fmla="*/ 991178 w 1051199"/>
              <a:gd name="connsiteY164" fmla="*/ 665326 h 1052294"/>
              <a:gd name="connsiteX165" fmla="*/ 994624 w 1051199"/>
              <a:gd name="connsiteY165" fmla="*/ 639049 h 1052294"/>
              <a:gd name="connsiteX166" fmla="*/ 1002381 w 1051199"/>
              <a:gd name="connsiteY166" fmla="*/ 612526 h 1052294"/>
              <a:gd name="connsiteX167" fmla="*/ 1011709 w 1051199"/>
              <a:gd name="connsiteY167" fmla="*/ 589779 h 1052294"/>
              <a:gd name="connsiteX168" fmla="*/ 1015881 w 1051199"/>
              <a:gd name="connsiteY168" fmla="*/ 605113 h 1052294"/>
              <a:gd name="connsiteX169" fmla="*/ 1017099 w 1051199"/>
              <a:gd name="connsiteY169" fmla="*/ 600545 h 1052294"/>
              <a:gd name="connsiteX170" fmla="*/ 1019670 w 1051199"/>
              <a:gd name="connsiteY170" fmla="*/ 617738 h 1052294"/>
              <a:gd name="connsiteX171" fmla="*/ 1016319 w 1051199"/>
              <a:gd name="connsiteY171" fmla="*/ 568687 h 1052294"/>
              <a:gd name="connsiteX172" fmla="*/ 1022611 w 1051199"/>
              <a:gd name="connsiteY172" fmla="*/ 562189 h 1052294"/>
              <a:gd name="connsiteX173" fmla="*/ 1027235 w 1051199"/>
              <a:gd name="connsiteY173" fmla="*/ 540468 h 1052294"/>
              <a:gd name="connsiteX174" fmla="*/ 1051199 w 1051199"/>
              <a:gd name="connsiteY174" fmla="*/ 515505 h 1052294"/>
              <a:gd name="connsiteX175" fmla="*/ 1045658 w 1051199"/>
              <a:gd name="connsiteY175" fmla="*/ 538662 h 1052294"/>
              <a:gd name="connsiteX176" fmla="*/ 1051199 w 1051199"/>
              <a:gd name="connsiteY176" fmla="*/ 515505 h 1052294"/>
              <a:gd name="connsiteX177" fmla="*/ 998112 w 1051199"/>
              <a:gd name="connsiteY177" fmla="*/ 493032 h 1052294"/>
              <a:gd name="connsiteX178" fmla="*/ 1002530 w 1051199"/>
              <a:gd name="connsiteY178" fmla="*/ 515506 h 1052294"/>
              <a:gd name="connsiteX179" fmla="*/ 993995 w 1051199"/>
              <a:gd name="connsiteY179" fmla="*/ 500623 h 1052294"/>
              <a:gd name="connsiteX180" fmla="*/ 48135 w 1051199"/>
              <a:gd name="connsiteY180" fmla="*/ 483758 h 1052294"/>
              <a:gd name="connsiteX181" fmla="*/ 49735 w 1051199"/>
              <a:gd name="connsiteY181" fmla="*/ 532632 h 1052294"/>
              <a:gd name="connsiteX182" fmla="*/ 48135 w 1051199"/>
              <a:gd name="connsiteY182" fmla="*/ 483758 h 1052294"/>
              <a:gd name="connsiteX183" fmla="*/ 986143 w 1051199"/>
              <a:gd name="connsiteY183" fmla="*/ 420015 h 1052294"/>
              <a:gd name="connsiteX184" fmla="*/ 993543 w 1051199"/>
              <a:gd name="connsiteY184" fmla="*/ 426019 h 1052294"/>
              <a:gd name="connsiteX185" fmla="*/ 1000874 w 1051199"/>
              <a:gd name="connsiteY185" fmla="*/ 432243 h 1052294"/>
              <a:gd name="connsiteX186" fmla="*/ 1000696 w 1051199"/>
              <a:gd name="connsiteY186" fmla="*/ 454867 h 1052294"/>
              <a:gd name="connsiteX187" fmla="*/ 986143 w 1051199"/>
              <a:gd name="connsiteY187" fmla="*/ 420015 h 1052294"/>
              <a:gd name="connsiteX188" fmla="*/ 986375 w 1051199"/>
              <a:gd name="connsiteY188" fmla="*/ 382863 h 1052294"/>
              <a:gd name="connsiteX189" fmla="*/ 995444 w 1051199"/>
              <a:gd name="connsiteY189" fmla="*/ 391781 h 1052294"/>
              <a:gd name="connsiteX190" fmla="*/ 991710 w 1051199"/>
              <a:gd name="connsiteY190" fmla="*/ 401384 h 1052294"/>
              <a:gd name="connsiteX191" fmla="*/ 992736 w 1051199"/>
              <a:gd name="connsiteY191" fmla="*/ 412560 h 1052294"/>
              <a:gd name="connsiteX192" fmla="*/ 979044 w 1051199"/>
              <a:gd name="connsiteY192" fmla="*/ 386324 h 1052294"/>
              <a:gd name="connsiteX193" fmla="*/ 990055 w 1051199"/>
              <a:gd name="connsiteY193" fmla="*/ 392260 h 1052294"/>
              <a:gd name="connsiteX194" fmla="*/ 986375 w 1051199"/>
              <a:gd name="connsiteY194" fmla="*/ 382863 h 1052294"/>
              <a:gd name="connsiteX195" fmla="*/ 963450 w 1051199"/>
              <a:gd name="connsiteY195" fmla="*/ 307194 h 1052294"/>
              <a:gd name="connsiteX196" fmla="*/ 977894 w 1051199"/>
              <a:gd name="connsiteY196" fmla="*/ 309068 h 1052294"/>
              <a:gd name="connsiteX197" fmla="*/ 978798 w 1051199"/>
              <a:gd name="connsiteY197" fmla="*/ 324592 h 1052294"/>
              <a:gd name="connsiteX198" fmla="*/ 984967 w 1051199"/>
              <a:gd name="connsiteY198" fmla="*/ 324730 h 1052294"/>
              <a:gd name="connsiteX199" fmla="*/ 982915 w 1051199"/>
              <a:gd name="connsiteY199" fmla="*/ 368420 h 1052294"/>
              <a:gd name="connsiteX200" fmla="*/ 985760 w 1051199"/>
              <a:gd name="connsiteY200" fmla="*/ 345152 h 1052294"/>
              <a:gd name="connsiteX201" fmla="*/ 976213 w 1051199"/>
              <a:gd name="connsiteY201" fmla="*/ 326494 h 1052294"/>
              <a:gd name="connsiteX202" fmla="*/ 963450 w 1051199"/>
              <a:gd name="connsiteY202" fmla="*/ 307194 h 1052294"/>
              <a:gd name="connsiteX203" fmla="*/ 120878 w 1051199"/>
              <a:gd name="connsiteY203" fmla="*/ 228022 h 1052294"/>
              <a:gd name="connsiteX204" fmla="*/ 119386 w 1051199"/>
              <a:gd name="connsiteY204" fmla="*/ 247049 h 1052294"/>
              <a:gd name="connsiteX205" fmla="*/ 116747 w 1051199"/>
              <a:gd name="connsiteY205" fmla="*/ 238883 h 1052294"/>
              <a:gd name="connsiteX206" fmla="*/ 120878 w 1051199"/>
              <a:gd name="connsiteY206" fmla="*/ 228022 h 1052294"/>
              <a:gd name="connsiteX207" fmla="*/ 900799 w 1051199"/>
              <a:gd name="connsiteY207" fmla="*/ 204587 h 1052294"/>
              <a:gd name="connsiteX208" fmla="*/ 906015 w 1051199"/>
              <a:gd name="connsiteY208" fmla="*/ 205602 h 1052294"/>
              <a:gd name="connsiteX209" fmla="*/ 923276 w 1051199"/>
              <a:gd name="connsiteY209" fmla="*/ 211211 h 1052294"/>
              <a:gd name="connsiteX210" fmla="*/ 934534 w 1051199"/>
              <a:gd name="connsiteY210" fmla="*/ 234108 h 1052294"/>
              <a:gd name="connsiteX211" fmla="*/ 927312 w 1051199"/>
              <a:gd name="connsiteY211" fmla="*/ 226504 h 1052294"/>
              <a:gd name="connsiteX212" fmla="*/ 941879 w 1051199"/>
              <a:gd name="connsiteY212" fmla="*/ 255419 h 1052294"/>
              <a:gd name="connsiteX213" fmla="*/ 954518 w 1051199"/>
              <a:gd name="connsiteY213" fmla="*/ 289917 h 1052294"/>
              <a:gd name="connsiteX214" fmla="*/ 944259 w 1051199"/>
              <a:gd name="connsiteY214" fmla="*/ 268880 h 1052294"/>
              <a:gd name="connsiteX215" fmla="*/ 927599 w 1051199"/>
              <a:gd name="connsiteY215" fmla="*/ 255721 h 1052294"/>
              <a:gd name="connsiteX216" fmla="*/ 926983 w 1051199"/>
              <a:gd name="connsiteY216" fmla="*/ 239868 h 1052294"/>
              <a:gd name="connsiteX217" fmla="*/ 920609 w 1051199"/>
              <a:gd name="connsiteY217" fmla="*/ 223398 h 1052294"/>
              <a:gd name="connsiteX218" fmla="*/ 902992 w 1051199"/>
              <a:gd name="connsiteY218" fmla="*/ 214014 h 1052294"/>
              <a:gd name="connsiteX219" fmla="*/ 900799 w 1051199"/>
              <a:gd name="connsiteY219" fmla="*/ 204587 h 1052294"/>
              <a:gd name="connsiteX220" fmla="*/ 874896 w 1051199"/>
              <a:gd name="connsiteY220" fmla="*/ 162242 h 1052294"/>
              <a:gd name="connsiteX221" fmla="*/ 880435 w 1051199"/>
              <a:gd name="connsiteY221" fmla="*/ 166113 h 1052294"/>
              <a:gd name="connsiteX222" fmla="*/ 892021 w 1051199"/>
              <a:gd name="connsiteY222" fmla="*/ 175374 h 1052294"/>
              <a:gd name="connsiteX223" fmla="*/ 909037 w 1051199"/>
              <a:gd name="connsiteY223" fmla="*/ 189025 h 1052294"/>
              <a:gd name="connsiteX224" fmla="*/ 884211 w 1051199"/>
              <a:gd name="connsiteY224" fmla="*/ 182856 h 1052294"/>
              <a:gd name="connsiteX225" fmla="*/ 874896 w 1051199"/>
              <a:gd name="connsiteY225" fmla="*/ 162242 h 1052294"/>
              <a:gd name="connsiteX226" fmla="*/ 842012 w 1051199"/>
              <a:gd name="connsiteY226" fmla="*/ 134953 h 1052294"/>
              <a:gd name="connsiteX227" fmla="*/ 863871 w 1051199"/>
              <a:gd name="connsiteY227" fmla="*/ 162078 h 1052294"/>
              <a:gd name="connsiteX228" fmla="*/ 842012 w 1051199"/>
              <a:gd name="connsiteY228" fmla="*/ 134953 h 1052294"/>
              <a:gd name="connsiteX229" fmla="*/ 801523 w 1051199"/>
              <a:gd name="connsiteY229" fmla="*/ 114121 h 1052294"/>
              <a:gd name="connsiteX230" fmla="*/ 818512 w 1051199"/>
              <a:gd name="connsiteY230" fmla="*/ 122341 h 1052294"/>
              <a:gd name="connsiteX231" fmla="*/ 812206 w 1051199"/>
              <a:gd name="connsiteY231" fmla="*/ 123408 h 1052294"/>
              <a:gd name="connsiteX232" fmla="*/ 717072 w 1051199"/>
              <a:gd name="connsiteY232" fmla="*/ 73482 h 1052294"/>
              <a:gd name="connsiteX233" fmla="*/ 725430 w 1051199"/>
              <a:gd name="connsiteY233" fmla="*/ 74903 h 1052294"/>
              <a:gd name="connsiteX234" fmla="*/ 720888 w 1051199"/>
              <a:gd name="connsiteY234" fmla="*/ 79021 h 1052294"/>
              <a:gd name="connsiteX235" fmla="*/ 751666 w 1051199"/>
              <a:gd name="connsiteY235" fmla="*/ 72976 h 1052294"/>
              <a:gd name="connsiteX236" fmla="*/ 776479 w 1051199"/>
              <a:gd name="connsiteY236" fmla="*/ 77242 h 1052294"/>
              <a:gd name="connsiteX237" fmla="*/ 790910 w 1051199"/>
              <a:gd name="connsiteY237" fmla="*/ 88719 h 1052294"/>
              <a:gd name="connsiteX238" fmla="*/ 805928 w 1051199"/>
              <a:gd name="connsiteY238" fmla="*/ 103109 h 1052294"/>
              <a:gd name="connsiteX239" fmla="*/ 831248 w 1051199"/>
              <a:gd name="connsiteY239" fmla="*/ 120384 h 1052294"/>
              <a:gd name="connsiteX240" fmla="*/ 797530 w 1051199"/>
              <a:gd name="connsiteY240" fmla="*/ 106173 h 1052294"/>
              <a:gd name="connsiteX241" fmla="*/ 752610 w 1051199"/>
              <a:gd name="connsiteY241" fmla="*/ 89348 h 1052294"/>
              <a:gd name="connsiteX242" fmla="*/ 783099 w 1051199"/>
              <a:gd name="connsiteY242" fmla="*/ 97159 h 1052294"/>
              <a:gd name="connsiteX243" fmla="*/ 767806 w 1051199"/>
              <a:gd name="connsiteY243" fmla="*/ 84520 h 1052294"/>
              <a:gd name="connsiteX244" fmla="*/ 756809 w 1051199"/>
              <a:gd name="connsiteY244" fmla="*/ 76450 h 1052294"/>
              <a:gd name="connsiteX245" fmla="*/ 751666 w 1051199"/>
              <a:gd name="connsiteY245" fmla="*/ 72976 h 1052294"/>
              <a:gd name="connsiteX246" fmla="*/ 290150 w 1051199"/>
              <a:gd name="connsiteY246" fmla="*/ 61226 h 1052294"/>
              <a:gd name="connsiteX247" fmla="*/ 292107 w 1051199"/>
              <a:gd name="connsiteY247" fmla="*/ 61226 h 1052294"/>
              <a:gd name="connsiteX248" fmla="*/ 289221 w 1051199"/>
              <a:gd name="connsiteY248" fmla="*/ 62989 h 1052294"/>
              <a:gd name="connsiteX249" fmla="*/ 293570 w 1051199"/>
              <a:gd name="connsiteY249" fmla="*/ 54920 h 1052294"/>
              <a:gd name="connsiteX250" fmla="*/ 290150 w 1051199"/>
              <a:gd name="connsiteY250" fmla="*/ 61226 h 1052294"/>
              <a:gd name="connsiteX251" fmla="*/ 293570 w 1051199"/>
              <a:gd name="connsiteY251" fmla="*/ 54920 h 1052294"/>
              <a:gd name="connsiteX252" fmla="*/ 546349 w 1051199"/>
              <a:gd name="connsiteY252" fmla="*/ 37658 h 1052294"/>
              <a:gd name="connsiteX253" fmla="*/ 544598 w 1051199"/>
              <a:gd name="connsiteY253" fmla="*/ 41391 h 1052294"/>
              <a:gd name="connsiteX254" fmla="*/ 539154 w 1051199"/>
              <a:gd name="connsiteY254" fmla="*/ 42704 h 1052294"/>
              <a:gd name="connsiteX255" fmla="*/ 512290 w 1051199"/>
              <a:gd name="connsiteY255" fmla="*/ 27193 h 1052294"/>
              <a:gd name="connsiteX256" fmla="*/ 524013 w 1051199"/>
              <a:gd name="connsiteY256" fmla="*/ 33333 h 1052294"/>
              <a:gd name="connsiteX257" fmla="*/ 505328 w 1051199"/>
              <a:gd name="connsiteY257" fmla="*/ 32951 h 1052294"/>
              <a:gd name="connsiteX258" fmla="*/ 578208 w 1051199"/>
              <a:gd name="connsiteY258" fmla="*/ 5977 h 1052294"/>
              <a:gd name="connsiteX259" fmla="*/ 579015 w 1051199"/>
              <a:gd name="connsiteY259" fmla="*/ 9040 h 1052294"/>
              <a:gd name="connsiteX260" fmla="*/ 582667 w 1051199"/>
              <a:gd name="connsiteY260" fmla="*/ 9287 h 1052294"/>
              <a:gd name="connsiteX261" fmla="*/ 590710 w 1051199"/>
              <a:gd name="connsiteY261" fmla="*/ 10040 h 1052294"/>
              <a:gd name="connsiteX262" fmla="*/ 602433 w 1051199"/>
              <a:gd name="connsiteY262" fmla="*/ 11134 h 1052294"/>
              <a:gd name="connsiteX263" fmla="*/ 595347 w 1051199"/>
              <a:gd name="connsiteY263" fmla="*/ 13568 h 1052294"/>
              <a:gd name="connsiteX264" fmla="*/ 633962 w 1051199"/>
              <a:gd name="connsiteY264" fmla="*/ 16017 h 1052294"/>
              <a:gd name="connsiteX265" fmla="*/ 668350 w 1051199"/>
              <a:gd name="connsiteY265" fmla="*/ 26878 h 1052294"/>
              <a:gd name="connsiteX266" fmla="*/ 665340 w 1051199"/>
              <a:gd name="connsiteY266" fmla="*/ 26905 h 1052294"/>
              <a:gd name="connsiteX267" fmla="*/ 678609 w 1051199"/>
              <a:gd name="connsiteY267" fmla="*/ 31201 h 1052294"/>
              <a:gd name="connsiteX268" fmla="*/ 690865 w 1051199"/>
              <a:gd name="connsiteY268" fmla="*/ 35823 h 1052294"/>
              <a:gd name="connsiteX269" fmla="*/ 718207 w 1051199"/>
              <a:gd name="connsiteY269" fmla="*/ 41446 h 1052294"/>
              <a:gd name="connsiteX270" fmla="*/ 725198 w 1051199"/>
              <a:gd name="connsiteY270" fmla="*/ 56738 h 1052294"/>
              <a:gd name="connsiteX271" fmla="*/ 761555 w 1051199"/>
              <a:gd name="connsiteY271" fmla="*/ 65069 h 1052294"/>
              <a:gd name="connsiteX272" fmla="*/ 721574 w 1051199"/>
              <a:gd name="connsiteY272" fmla="*/ 69308 h 1052294"/>
              <a:gd name="connsiteX273" fmla="*/ 719809 w 1051199"/>
              <a:gd name="connsiteY273" fmla="*/ 59365 h 1052294"/>
              <a:gd name="connsiteX274" fmla="*/ 698770 w 1051199"/>
              <a:gd name="connsiteY274" fmla="*/ 44565 h 1052294"/>
              <a:gd name="connsiteX275" fmla="*/ 670415 w 1051199"/>
              <a:gd name="connsiteY275" fmla="*/ 36221 h 1052294"/>
              <a:gd name="connsiteX276" fmla="*/ 658925 w 1051199"/>
              <a:gd name="connsiteY276" fmla="*/ 38204 h 1052294"/>
              <a:gd name="connsiteX277" fmla="*/ 642743 w 1051199"/>
              <a:gd name="connsiteY277" fmla="*/ 25606 h 1052294"/>
              <a:gd name="connsiteX278" fmla="*/ 617287 w 1051199"/>
              <a:gd name="connsiteY278" fmla="*/ 24402 h 1052294"/>
              <a:gd name="connsiteX279" fmla="*/ 597796 w 1051199"/>
              <a:gd name="connsiteY279" fmla="*/ 31186 h 1052294"/>
              <a:gd name="connsiteX280" fmla="*/ 587044 w 1051199"/>
              <a:gd name="connsiteY280" fmla="*/ 22746 h 1052294"/>
              <a:gd name="connsiteX281" fmla="*/ 562409 w 1051199"/>
              <a:gd name="connsiteY281" fmla="*/ 34004 h 1052294"/>
              <a:gd name="connsiteX282" fmla="*/ 576525 w 1051199"/>
              <a:gd name="connsiteY282" fmla="*/ 22583 h 1052294"/>
              <a:gd name="connsiteX283" fmla="*/ 544148 w 1051199"/>
              <a:gd name="connsiteY283" fmla="*/ 21639 h 1052294"/>
              <a:gd name="connsiteX284" fmla="*/ 578208 w 1051199"/>
              <a:gd name="connsiteY284" fmla="*/ 5977 h 1052294"/>
              <a:gd name="connsiteX285" fmla="*/ 527679 w 1051199"/>
              <a:gd name="connsiteY285" fmla="*/ 1806 h 1052294"/>
              <a:gd name="connsiteX286" fmla="*/ 544012 w 1051199"/>
              <a:gd name="connsiteY286" fmla="*/ 16674 h 1052294"/>
              <a:gd name="connsiteX287" fmla="*/ 505821 w 1051199"/>
              <a:gd name="connsiteY287" fmla="*/ 19219 h 1052294"/>
              <a:gd name="connsiteX288" fmla="*/ 524724 w 1051199"/>
              <a:gd name="connsiteY288" fmla="*/ 14650 h 1052294"/>
              <a:gd name="connsiteX289" fmla="*/ 496450 w 1051199"/>
              <a:gd name="connsiteY289" fmla="*/ 5322 h 1052294"/>
              <a:gd name="connsiteX290" fmla="*/ 494796 w 1051199"/>
              <a:gd name="connsiteY290" fmla="*/ 16045 h 1052294"/>
              <a:gd name="connsiteX291" fmla="*/ 438686 w 1051199"/>
              <a:gd name="connsiteY291" fmla="*/ 23131 h 1052294"/>
              <a:gd name="connsiteX292" fmla="*/ 411247 w 1051199"/>
              <a:gd name="connsiteY292" fmla="*/ 32296 h 1052294"/>
              <a:gd name="connsiteX293" fmla="*/ 381988 w 1051199"/>
              <a:gd name="connsiteY293" fmla="*/ 36002 h 1052294"/>
              <a:gd name="connsiteX294" fmla="*/ 380839 w 1051199"/>
              <a:gd name="connsiteY294" fmla="*/ 27262 h 1052294"/>
              <a:gd name="connsiteX295" fmla="*/ 334810 w 1051199"/>
              <a:gd name="connsiteY295" fmla="*/ 57450 h 1052294"/>
              <a:gd name="connsiteX296" fmla="*/ 332978 w 1051199"/>
              <a:gd name="connsiteY296" fmla="*/ 50980 h 1052294"/>
              <a:gd name="connsiteX297" fmla="*/ 312214 w 1051199"/>
              <a:gd name="connsiteY297" fmla="*/ 55837 h 1052294"/>
              <a:gd name="connsiteX298" fmla="*/ 240142 w 1051199"/>
              <a:gd name="connsiteY298" fmla="*/ 111057 h 1052294"/>
              <a:gd name="connsiteX299" fmla="*/ 270153 w 1051199"/>
              <a:gd name="connsiteY299" fmla="*/ 82113 h 1052294"/>
              <a:gd name="connsiteX300" fmla="*/ 241031 w 1051199"/>
              <a:gd name="connsiteY300" fmla="*/ 99827 h 1052294"/>
              <a:gd name="connsiteX301" fmla="*/ 219350 w 1051199"/>
              <a:gd name="connsiteY301" fmla="*/ 122109 h 1052294"/>
              <a:gd name="connsiteX302" fmla="*/ 221621 w 1051199"/>
              <a:gd name="connsiteY302" fmla="*/ 121836 h 1052294"/>
              <a:gd name="connsiteX303" fmla="*/ 198326 w 1051199"/>
              <a:gd name="connsiteY303" fmla="*/ 147250 h 1052294"/>
              <a:gd name="connsiteX304" fmla="*/ 183115 w 1051199"/>
              <a:gd name="connsiteY304" fmla="*/ 171735 h 1052294"/>
              <a:gd name="connsiteX305" fmla="*/ 192949 w 1051199"/>
              <a:gd name="connsiteY305" fmla="*/ 137744 h 1052294"/>
              <a:gd name="connsiteX306" fmla="*/ 172816 w 1051199"/>
              <a:gd name="connsiteY306" fmla="*/ 157413 h 1052294"/>
              <a:gd name="connsiteX307" fmla="*/ 168630 w 1051199"/>
              <a:gd name="connsiteY307" fmla="*/ 145773 h 1052294"/>
              <a:gd name="connsiteX308" fmla="*/ 155758 w 1051199"/>
              <a:gd name="connsiteY308" fmla="*/ 197848 h 1052294"/>
              <a:gd name="connsiteX309" fmla="*/ 111398 w 1051199"/>
              <a:gd name="connsiteY309" fmla="*/ 225534 h 1052294"/>
              <a:gd name="connsiteX310" fmla="*/ 110701 w 1051199"/>
              <a:gd name="connsiteY310" fmla="*/ 229391 h 1052294"/>
              <a:gd name="connsiteX311" fmla="*/ 109524 w 1051199"/>
              <a:gd name="connsiteY311" fmla="*/ 238007 h 1052294"/>
              <a:gd name="connsiteX312" fmla="*/ 108389 w 1051199"/>
              <a:gd name="connsiteY312" fmla="*/ 250675 h 1052294"/>
              <a:gd name="connsiteX313" fmla="*/ 104436 w 1051199"/>
              <a:gd name="connsiteY313" fmla="*/ 252849 h 1052294"/>
              <a:gd name="connsiteX314" fmla="*/ 107609 w 1051199"/>
              <a:gd name="connsiteY314" fmla="*/ 265297 h 1052294"/>
              <a:gd name="connsiteX315" fmla="*/ 96557 w 1051199"/>
              <a:gd name="connsiteY315" fmla="*/ 262916 h 1052294"/>
              <a:gd name="connsiteX316" fmla="*/ 79636 w 1051199"/>
              <a:gd name="connsiteY316" fmla="*/ 284693 h 1052294"/>
              <a:gd name="connsiteX317" fmla="*/ 71115 w 1051199"/>
              <a:gd name="connsiteY317" fmla="*/ 313473 h 1052294"/>
              <a:gd name="connsiteX318" fmla="*/ 73727 w 1051199"/>
              <a:gd name="connsiteY318" fmla="*/ 299000 h 1052294"/>
              <a:gd name="connsiteX319" fmla="*/ 49912 w 1051199"/>
              <a:gd name="connsiteY319" fmla="*/ 360418 h 1052294"/>
              <a:gd name="connsiteX320" fmla="*/ 41022 w 1051199"/>
              <a:gd name="connsiteY320" fmla="*/ 414366 h 1052294"/>
              <a:gd name="connsiteX321" fmla="*/ 43839 w 1051199"/>
              <a:gd name="connsiteY321" fmla="*/ 393534 h 1052294"/>
              <a:gd name="connsiteX322" fmla="*/ 54509 w 1051199"/>
              <a:gd name="connsiteY322" fmla="*/ 421097 h 1052294"/>
              <a:gd name="connsiteX323" fmla="*/ 31064 w 1051199"/>
              <a:gd name="connsiteY323" fmla="*/ 440356 h 1052294"/>
              <a:gd name="connsiteX324" fmla="*/ 26112 w 1051199"/>
              <a:gd name="connsiteY324" fmla="*/ 397226 h 1052294"/>
              <a:gd name="connsiteX325" fmla="*/ 23897 w 1051199"/>
              <a:gd name="connsiteY325" fmla="*/ 412711 h 1052294"/>
              <a:gd name="connsiteX326" fmla="*/ 23897 w 1051199"/>
              <a:gd name="connsiteY326" fmla="*/ 427963 h 1052294"/>
              <a:gd name="connsiteX327" fmla="*/ 24909 w 1051199"/>
              <a:gd name="connsiteY327" fmla="*/ 457248 h 1052294"/>
              <a:gd name="connsiteX328" fmla="*/ 25511 w 1051199"/>
              <a:gd name="connsiteY328" fmla="*/ 515520 h 1052294"/>
              <a:gd name="connsiteX329" fmla="*/ 32282 w 1051199"/>
              <a:gd name="connsiteY329" fmla="*/ 508447 h 1052294"/>
              <a:gd name="connsiteX330" fmla="*/ 31693 w 1051199"/>
              <a:gd name="connsiteY330" fmla="*/ 539991 h 1052294"/>
              <a:gd name="connsiteX331" fmla="*/ 30818 w 1051199"/>
              <a:gd name="connsiteY331" fmla="*/ 571151 h 1052294"/>
              <a:gd name="connsiteX332" fmla="*/ 50528 w 1051199"/>
              <a:gd name="connsiteY332" fmla="*/ 583817 h 1052294"/>
              <a:gd name="connsiteX333" fmla="*/ 42185 w 1051199"/>
              <a:gd name="connsiteY333" fmla="*/ 565419 h 1052294"/>
              <a:gd name="connsiteX334" fmla="*/ 54044 w 1051199"/>
              <a:gd name="connsiteY334" fmla="*/ 602994 h 1052294"/>
              <a:gd name="connsiteX335" fmla="*/ 61006 w 1051199"/>
              <a:gd name="connsiteY335" fmla="*/ 602420 h 1052294"/>
              <a:gd name="connsiteX336" fmla="*/ 66916 w 1051199"/>
              <a:gd name="connsiteY336" fmla="*/ 630010 h 1052294"/>
              <a:gd name="connsiteX337" fmla="*/ 56274 w 1051199"/>
              <a:gd name="connsiteY337" fmla="*/ 637219 h 1052294"/>
              <a:gd name="connsiteX338" fmla="*/ 51090 w 1051199"/>
              <a:gd name="connsiteY338" fmla="*/ 613581 h 1052294"/>
              <a:gd name="connsiteX339" fmla="*/ 44045 w 1051199"/>
              <a:gd name="connsiteY339" fmla="*/ 600600 h 1052294"/>
              <a:gd name="connsiteX340" fmla="*/ 31200 w 1051199"/>
              <a:gd name="connsiteY340" fmla="*/ 599642 h 1052294"/>
              <a:gd name="connsiteX341" fmla="*/ 37219 w 1051199"/>
              <a:gd name="connsiteY341" fmla="*/ 616906 h 1052294"/>
              <a:gd name="connsiteX342" fmla="*/ 47780 w 1051199"/>
              <a:gd name="connsiteY342" fmla="*/ 628970 h 1052294"/>
              <a:gd name="connsiteX343" fmla="*/ 45741 w 1051199"/>
              <a:gd name="connsiteY343" fmla="*/ 628628 h 1052294"/>
              <a:gd name="connsiteX344" fmla="*/ 58818 w 1051199"/>
              <a:gd name="connsiteY344" fmla="*/ 666230 h 1052294"/>
              <a:gd name="connsiteX345" fmla="*/ 55535 w 1051199"/>
              <a:gd name="connsiteY345" fmla="*/ 661717 h 1052294"/>
              <a:gd name="connsiteX346" fmla="*/ 53975 w 1051199"/>
              <a:gd name="connsiteY346" fmla="*/ 684833 h 1052294"/>
              <a:gd name="connsiteX347" fmla="*/ 73468 w 1051199"/>
              <a:gd name="connsiteY347" fmla="*/ 708989 h 1052294"/>
              <a:gd name="connsiteX348" fmla="*/ 72387 w 1051199"/>
              <a:gd name="connsiteY348" fmla="*/ 705338 h 1052294"/>
              <a:gd name="connsiteX349" fmla="*/ 85956 w 1051199"/>
              <a:gd name="connsiteY349" fmla="*/ 717362 h 1052294"/>
              <a:gd name="connsiteX350" fmla="*/ 83508 w 1051199"/>
              <a:gd name="connsiteY350" fmla="*/ 696283 h 1052294"/>
              <a:gd name="connsiteX351" fmla="*/ 83509 w 1051199"/>
              <a:gd name="connsiteY351" fmla="*/ 696284 h 1052294"/>
              <a:gd name="connsiteX352" fmla="*/ 93591 w 1051199"/>
              <a:gd name="connsiteY352" fmla="*/ 706955 h 1052294"/>
              <a:gd name="connsiteX353" fmla="*/ 98637 w 1051199"/>
              <a:gd name="connsiteY353" fmla="*/ 723353 h 1052294"/>
              <a:gd name="connsiteX354" fmla="*/ 85149 w 1051199"/>
              <a:gd name="connsiteY354" fmla="*/ 709044 h 1052294"/>
              <a:gd name="connsiteX355" fmla="*/ 85765 w 1051199"/>
              <a:gd name="connsiteY355" fmla="*/ 746702 h 1052294"/>
              <a:gd name="connsiteX356" fmla="*/ 117116 w 1051199"/>
              <a:gd name="connsiteY356" fmla="*/ 780133 h 1052294"/>
              <a:gd name="connsiteX357" fmla="*/ 94260 w 1051199"/>
              <a:gd name="connsiteY357" fmla="*/ 785330 h 1052294"/>
              <a:gd name="connsiteX358" fmla="*/ 108662 w 1051199"/>
              <a:gd name="connsiteY358" fmla="*/ 803591 h 1052294"/>
              <a:gd name="connsiteX359" fmla="*/ 125064 w 1051199"/>
              <a:gd name="connsiteY359" fmla="*/ 821059 h 1052294"/>
              <a:gd name="connsiteX360" fmla="*/ 139480 w 1051199"/>
              <a:gd name="connsiteY360" fmla="*/ 839115 h 1052294"/>
              <a:gd name="connsiteX361" fmla="*/ 150656 w 1051199"/>
              <a:gd name="connsiteY361" fmla="*/ 857704 h 1052294"/>
              <a:gd name="connsiteX362" fmla="*/ 178355 w 1051199"/>
              <a:gd name="connsiteY362" fmla="*/ 879589 h 1052294"/>
              <a:gd name="connsiteX363" fmla="*/ 203360 w 1051199"/>
              <a:gd name="connsiteY363" fmla="*/ 890478 h 1052294"/>
              <a:gd name="connsiteX364" fmla="*/ 179696 w 1051199"/>
              <a:gd name="connsiteY364" fmla="*/ 868263 h 1052294"/>
              <a:gd name="connsiteX365" fmla="*/ 187876 w 1051199"/>
              <a:gd name="connsiteY365" fmla="*/ 862422 h 1052294"/>
              <a:gd name="connsiteX366" fmla="*/ 158097 w 1051199"/>
              <a:gd name="connsiteY366" fmla="*/ 844203 h 1052294"/>
              <a:gd name="connsiteX367" fmla="*/ 145102 w 1051199"/>
              <a:gd name="connsiteY367" fmla="*/ 829307 h 1052294"/>
              <a:gd name="connsiteX368" fmla="*/ 133284 w 1051199"/>
              <a:gd name="connsiteY368" fmla="*/ 812154 h 1052294"/>
              <a:gd name="connsiteX369" fmla="*/ 151272 w 1051199"/>
              <a:gd name="connsiteY369" fmla="*/ 824355 h 1052294"/>
              <a:gd name="connsiteX370" fmla="*/ 127908 w 1051199"/>
              <a:gd name="connsiteY370" fmla="*/ 790541 h 1052294"/>
              <a:gd name="connsiteX371" fmla="*/ 137374 w 1051199"/>
              <a:gd name="connsiteY371" fmla="*/ 808570 h 1052294"/>
              <a:gd name="connsiteX372" fmla="*/ 146251 w 1051199"/>
              <a:gd name="connsiteY372" fmla="*/ 804014 h 1052294"/>
              <a:gd name="connsiteX373" fmla="*/ 130233 w 1051199"/>
              <a:gd name="connsiteY373" fmla="*/ 782485 h 1052294"/>
              <a:gd name="connsiteX374" fmla="*/ 156333 w 1051199"/>
              <a:gd name="connsiteY374" fmla="*/ 810211 h 1052294"/>
              <a:gd name="connsiteX375" fmla="*/ 172049 w 1051199"/>
              <a:gd name="connsiteY375" fmla="*/ 826818 h 1052294"/>
              <a:gd name="connsiteX376" fmla="*/ 184031 w 1051199"/>
              <a:gd name="connsiteY376" fmla="*/ 834107 h 1052294"/>
              <a:gd name="connsiteX377" fmla="*/ 211416 w 1051199"/>
              <a:gd name="connsiteY377" fmla="*/ 875554 h 1052294"/>
              <a:gd name="connsiteX378" fmla="*/ 213988 w 1051199"/>
              <a:gd name="connsiteY378" fmla="*/ 874323 h 1052294"/>
              <a:gd name="connsiteX379" fmla="*/ 213981 w 1051199"/>
              <a:gd name="connsiteY379" fmla="*/ 874334 h 1052294"/>
              <a:gd name="connsiteX380" fmla="*/ 213577 w 1051199"/>
              <a:gd name="connsiteY380" fmla="*/ 874994 h 1052294"/>
              <a:gd name="connsiteX381" fmla="*/ 220539 w 1051199"/>
              <a:gd name="connsiteY381" fmla="*/ 885922 h 1052294"/>
              <a:gd name="connsiteX382" fmla="*/ 228310 w 1051199"/>
              <a:gd name="connsiteY382" fmla="*/ 896140 h 1052294"/>
              <a:gd name="connsiteX383" fmla="*/ 222755 w 1051199"/>
              <a:gd name="connsiteY383" fmla="*/ 893692 h 1052294"/>
              <a:gd name="connsiteX384" fmla="*/ 246460 w 1051199"/>
              <a:gd name="connsiteY384" fmla="*/ 919285 h 1052294"/>
              <a:gd name="connsiteX385" fmla="*/ 275993 w 1051199"/>
              <a:gd name="connsiteY385" fmla="*/ 934714 h 1052294"/>
              <a:gd name="connsiteX386" fmla="*/ 274954 w 1051199"/>
              <a:gd name="connsiteY386" fmla="*/ 948967 h 1052294"/>
              <a:gd name="connsiteX387" fmla="*/ 292530 w 1051199"/>
              <a:gd name="connsiteY387" fmla="*/ 954644 h 1052294"/>
              <a:gd name="connsiteX388" fmla="*/ 261904 w 1051199"/>
              <a:gd name="connsiteY388" fmla="*/ 947804 h 1052294"/>
              <a:gd name="connsiteX389" fmla="*/ 284200 w 1051199"/>
              <a:gd name="connsiteY389" fmla="*/ 963549 h 1052294"/>
              <a:gd name="connsiteX390" fmla="*/ 258826 w 1051199"/>
              <a:gd name="connsiteY390" fmla="*/ 963029 h 1052294"/>
              <a:gd name="connsiteX391" fmla="*/ 280014 w 1051199"/>
              <a:gd name="connsiteY391" fmla="*/ 976639 h 1052294"/>
              <a:gd name="connsiteX392" fmla="*/ 293433 w 1051199"/>
              <a:gd name="connsiteY392" fmla="*/ 976475 h 1052294"/>
              <a:gd name="connsiteX393" fmla="*/ 272572 w 1051199"/>
              <a:gd name="connsiteY393" fmla="*/ 980866 h 1052294"/>
              <a:gd name="connsiteX394" fmla="*/ 236065 w 1051199"/>
              <a:gd name="connsiteY394" fmla="*/ 958309 h 1052294"/>
              <a:gd name="connsiteX395" fmla="*/ 241358 w 1051199"/>
              <a:gd name="connsiteY395" fmla="*/ 958542 h 1052294"/>
              <a:gd name="connsiteX396" fmla="*/ 223604 w 1051199"/>
              <a:gd name="connsiteY396" fmla="*/ 947531 h 1052294"/>
              <a:gd name="connsiteX397" fmla="*/ 206683 w 1051199"/>
              <a:gd name="connsiteY397" fmla="*/ 936629 h 1052294"/>
              <a:gd name="connsiteX398" fmla="*/ 189161 w 1051199"/>
              <a:gd name="connsiteY398" fmla="*/ 923608 h 1052294"/>
              <a:gd name="connsiteX399" fmla="*/ 171529 w 1051199"/>
              <a:gd name="connsiteY399" fmla="*/ 904238 h 1052294"/>
              <a:gd name="connsiteX400" fmla="*/ 172979 w 1051199"/>
              <a:gd name="connsiteY400" fmla="*/ 890847 h 1052294"/>
              <a:gd name="connsiteX401" fmla="*/ 155389 w 1051199"/>
              <a:gd name="connsiteY401" fmla="*/ 887633 h 1052294"/>
              <a:gd name="connsiteX402" fmla="*/ 136635 w 1051199"/>
              <a:gd name="connsiteY402" fmla="*/ 864078 h 1052294"/>
              <a:gd name="connsiteX403" fmla="*/ 114831 w 1051199"/>
              <a:gd name="connsiteY403" fmla="*/ 841618 h 1052294"/>
              <a:gd name="connsiteX404" fmla="*/ 91482 w 1051199"/>
              <a:gd name="connsiteY404" fmla="*/ 800363 h 1052294"/>
              <a:gd name="connsiteX405" fmla="*/ 115119 w 1051199"/>
              <a:gd name="connsiteY405" fmla="*/ 821921 h 1052294"/>
              <a:gd name="connsiteX406" fmla="*/ 97979 w 1051199"/>
              <a:gd name="connsiteY406" fmla="*/ 801129 h 1052294"/>
              <a:gd name="connsiteX407" fmla="*/ 89430 w 1051199"/>
              <a:gd name="connsiteY407" fmla="*/ 785317 h 1052294"/>
              <a:gd name="connsiteX408" fmla="*/ 80485 w 1051199"/>
              <a:gd name="connsiteY408" fmla="*/ 769901 h 1052294"/>
              <a:gd name="connsiteX409" fmla="*/ 73659 w 1051199"/>
              <a:gd name="connsiteY409" fmla="*/ 760366 h 1052294"/>
              <a:gd name="connsiteX410" fmla="*/ 65056 w 1051199"/>
              <a:gd name="connsiteY410" fmla="*/ 747919 h 1052294"/>
              <a:gd name="connsiteX411" fmla="*/ 71362 w 1051199"/>
              <a:gd name="connsiteY411" fmla="*/ 735978 h 1052294"/>
              <a:gd name="connsiteX412" fmla="*/ 48409 w 1051199"/>
              <a:gd name="connsiteY412" fmla="*/ 713107 h 1052294"/>
              <a:gd name="connsiteX413" fmla="*/ 24553 w 1051199"/>
              <a:gd name="connsiteY413" fmla="*/ 669869 h 1052294"/>
              <a:gd name="connsiteX414" fmla="*/ 32542 w 1051199"/>
              <a:gd name="connsiteY414" fmla="*/ 654275 h 1052294"/>
              <a:gd name="connsiteX415" fmla="*/ 22815 w 1051199"/>
              <a:gd name="connsiteY415" fmla="*/ 650172 h 1052294"/>
              <a:gd name="connsiteX416" fmla="*/ 21859 w 1051199"/>
              <a:gd name="connsiteY416" fmla="*/ 623402 h 1052294"/>
              <a:gd name="connsiteX417" fmla="*/ 24102 w 1051199"/>
              <a:gd name="connsiteY417" fmla="*/ 619587 h 1052294"/>
              <a:gd name="connsiteX418" fmla="*/ 4732 w 1051199"/>
              <a:gd name="connsiteY418" fmla="*/ 565063 h 1052294"/>
              <a:gd name="connsiteX419" fmla="*/ 4556 w 1051199"/>
              <a:gd name="connsiteY419" fmla="*/ 525560 h 1052294"/>
              <a:gd name="connsiteX420" fmla="*/ 0 w 1051199"/>
              <a:gd name="connsiteY420" fmla="*/ 489666 h 1052294"/>
              <a:gd name="connsiteX421" fmla="*/ 6457 w 1051199"/>
              <a:gd name="connsiteY421" fmla="*/ 509405 h 1052294"/>
              <a:gd name="connsiteX422" fmla="*/ 16524 w 1051199"/>
              <a:gd name="connsiteY422" fmla="*/ 523987 h 1052294"/>
              <a:gd name="connsiteX423" fmla="*/ 14786 w 1051199"/>
              <a:gd name="connsiteY423" fmla="*/ 496083 h 1052294"/>
              <a:gd name="connsiteX424" fmla="*/ 7988 w 1051199"/>
              <a:gd name="connsiteY424" fmla="*/ 480570 h 1052294"/>
              <a:gd name="connsiteX425" fmla="*/ 11408 w 1051199"/>
              <a:gd name="connsiteY425" fmla="*/ 417554 h 1052294"/>
              <a:gd name="connsiteX426" fmla="*/ 30735 w 1051199"/>
              <a:gd name="connsiteY426" fmla="*/ 373823 h 1052294"/>
              <a:gd name="connsiteX427" fmla="*/ 31146 w 1051199"/>
              <a:gd name="connsiteY427" fmla="*/ 342157 h 1052294"/>
              <a:gd name="connsiteX428" fmla="*/ 48327 w 1051199"/>
              <a:gd name="connsiteY428" fmla="*/ 294187 h 1052294"/>
              <a:gd name="connsiteX429" fmla="*/ 70226 w 1051199"/>
              <a:gd name="connsiteY429" fmla="*/ 260660 h 1052294"/>
              <a:gd name="connsiteX430" fmla="*/ 68859 w 1051199"/>
              <a:gd name="connsiteY430" fmla="*/ 268922 h 1052294"/>
              <a:gd name="connsiteX431" fmla="*/ 68010 w 1051199"/>
              <a:gd name="connsiteY431" fmla="*/ 277362 h 1052294"/>
              <a:gd name="connsiteX432" fmla="*/ 179149 w 1051199"/>
              <a:gd name="connsiteY432" fmla="*/ 132437 h 1052294"/>
              <a:gd name="connsiteX433" fmla="*/ 187834 w 1051199"/>
              <a:gd name="connsiteY433" fmla="*/ 136800 h 1052294"/>
              <a:gd name="connsiteX434" fmla="*/ 187547 w 1051199"/>
              <a:gd name="connsiteY434" fmla="*/ 119497 h 1052294"/>
              <a:gd name="connsiteX435" fmla="*/ 203469 w 1051199"/>
              <a:gd name="connsiteY435" fmla="*/ 116132 h 1052294"/>
              <a:gd name="connsiteX436" fmla="*/ 226149 w 1051199"/>
              <a:gd name="connsiteY436" fmla="*/ 87421 h 1052294"/>
              <a:gd name="connsiteX437" fmla="*/ 236119 w 1051199"/>
              <a:gd name="connsiteY437" fmla="*/ 82427 h 1052294"/>
              <a:gd name="connsiteX438" fmla="*/ 249592 w 1051199"/>
              <a:gd name="connsiteY438" fmla="*/ 79132 h 1052294"/>
              <a:gd name="connsiteX439" fmla="*/ 277840 w 1051199"/>
              <a:gd name="connsiteY439" fmla="*/ 67107 h 1052294"/>
              <a:gd name="connsiteX440" fmla="*/ 275706 w 1051199"/>
              <a:gd name="connsiteY440" fmla="*/ 69310 h 1052294"/>
              <a:gd name="connsiteX441" fmla="*/ 283721 w 1051199"/>
              <a:gd name="connsiteY441" fmla="*/ 69050 h 1052294"/>
              <a:gd name="connsiteX442" fmla="*/ 298521 w 1051199"/>
              <a:gd name="connsiteY442" fmla="*/ 63455 h 1052294"/>
              <a:gd name="connsiteX443" fmla="*/ 292079 w 1051199"/>
              <a:gd name="connsiteY443" fmla="*/ 61212 h 1052294"/>
              <a:gd name="connsiteX444" fmla="*/ 347011 w 1051199"/>
              <a:gd name="connsiteY444" fmla="*/ 32679 h 1052294"/>
              <a:gd name="connsiteX445" fmla="*/ 376161 w 1051199"/>
              <a:gd name="connsiteY445" fmla="*/ 22543 h 1052294"/>
              <a:gd name="connsiteX446" fmla="*/ 406226 w 1051199"/>
              <a:gd name="connsiteY446" fmla="*/ 15908 h 1052294"/>
              <a:gd name="connsiteX447" fmla="*/ 466754 w 1051199"/>
              <a:gd name="connsiteY447" fmla="*/ 7085 h 1052294"/>
              <a:gd name="connsiteX448" fmla="*/ 497161 w 1051199"/>
              <a:gd name="connsiteY448" fmla="*/ 4720 h 1052294"/>
              <a:gd name="connsiteX449" fmla="*/ 527679 w 1051199"/>
              <a:gd name="connsiteY449" fmla="*/ 1806 h 1052294"/>
              <a:gd name="connsiteX450" fmla="*/ 531751 w 1051199"/>
              <a:gd name="connsiteY450" fmla="*/ 39 h 1052294"/>
              <a:gd name="connsiteX451" fmla="*/ 546555 w 1051199"/>
              <a:gd name="connsiteY451" fmla="*/ 1217 h 1052294"/>
              <a:gd name="connsiteX452" fmla="*/ 527719 w 1051199"/>
              <a:gd name="connsiteY452" fmla="*/ 1805 h 1052294"/>
              <a:gd name="connsiteX453" fmla="*/ 531751 w 1051199"/>
              <a:gd name="connsiteY453" fmla="*/ 39 h 1052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</a:cxnLst>
            <a:rect l="l" t="t" r="r" b="b"/>
            <a:pathLst>
              <a:path w="1051199" h="1052294">
                <a:moveTo>
                  <a:pt x="461460" y="1035840"/>
                </a:moveTo>
                <a:cubicBezTo>
                  <a:pt x="464701" y="1035649"/>
                  <a:pt x="471076" y="1035238"/>
                  <a:pt x="472745" y="1036674"/>
                </a:cubicBezTo>
                <a:lnTo>
                  <a:pt x="472020" y="1037481"/>
                </a:lnTo>
                <a:cubicBezTo>
                  <a:pt x="468682" y="1037152"/>
                  <a:pt x="465290" y="1036716"/>
                  <a:pt x="461460" y="1035840"/>
                </a:cubicBezTo>
                <a:close/>
                <a:moveTo>
                  <a:pt x="404231" y="1035554"/>
                </a:moveTo>
                <a:cubicBezTo>
                  <a:pt x="406147" y="1035515"/>
                  <a:pt x="408955" y="1035819"/>
                  <a:pt x="411164" y="1035758"/>
                </a:cubicBezTo>
                <a:cubicBezTo>
                  <a:pt x="408387" y="1036565"/>
                  <a:pt x="405611" y="1037235"/>
                  <a:pt x="402643" y="1037412"/>
                </a:cubicBezTo>
                <a:cubicBezTo>
                  <a:pt x="401288" y="1035976"/>
                  <a:pt x="402314" y="1035593"/>
                  <a:pt x="404231" y="1035554"/>
                </a:cubicBezTo>
                <a:close/>
                <a:moveTo>
                  <a:pt x="676373" y="1027929"/>
                </a:moveTo>
                <a:cubicBezTo>
                  <a:pt x="682144" y="1026795"/>
                  <a:pt x="688032" y="1026853"/>
                  <a:pt x="690426" y="1029767"/>
                </a:cubicBezTo>
                <a:cubicBezTo>
                  <a:pt x="681139" y="1029656"/>
                  <a:pt x="668923" y="1030245"/>
                  <a:pt x="663028" y="1033241"/>
                </a:cubicBezTo>
                <a:cubicBezTo>
                  <a:pt x="664950" y="1031388"/>
                  <a:pt x="670602" y="1029062"/>
                  <a:pt x="676373" y="1027929"/>
                </a:cubicBezTo>
                <a:close/>
                <a:moveTo>
                  <a:pt x="520292" y="978840"/>
                </a:moveTo>
                <a:cubicBezTo>
                  <a:pt x="509322" y="984025"/>
                  <a:pt x="514671" y="993997"/>
                  <a:pt x="492360" y="993366"/>
                </a:cubicBezTo>
                <a:cubicBezTo>
                  <a:pt x="481828" y="990630"/>
                  <a:pt x="492211" y="990316"/>
                  <a:pt x="499557" y="990508"/>
                </a:cubicBezTo>
                <a:cubicBezTo>
                  <a:pt x="486096" y="985270"/>
                  <a:pt x="502784" y="972794"/>
                  <a:pt x="520292" y="978840"/>
                </a:cubicBezTo>
                <a:close/>
                <a:moveTo>
                  <a:pt x="293460" y="975245"/>
                </a:moveTo>
                <a:lnTo>
                  <a:pt x="294951" y="975914"/>
                </a:lnTo>
                <a:lnTo>
                  <a:pt x="293433" y="976475"/>
                </a:lnTo>
                <a:cubicBezTo>
                  <a:pt x="293446" y="976079"/>
                  <a:pt x="293611" y="975765"/>
                  <a:pt x="293460" y="975245"/>
                </a:cubicBezTo>
                <a:close/>
                <a:moveTo>
                  <a:pt x="384561" y="970784"/>
                </a:moveTo>
                <a:cubicBezTo>
                  <a:pt x="395558" y="966736"/>
                  <a:pt x="392919" y="984737"/>
                  <a:pt x="403149" y="975886"/>
                </a:cubicBezTo>
                <a:cubicBezTo>
                  <a:pt x="407021" y="980565"/>
                  <a:pt x="396352" y="981850"/>
                  <a:pt x="387747" y="978609"/>
                </a:cubicBezTo>
                <a:cubicBezTo>
                  <a:pt x="385122" y="975681"/>
                  <a:pt x="379910" y="971742"/>
                  <a:pt x="384561" y="970784"/>
                </a:cubicBezTo>
                <a:close/>
                <a:moveTo>
                  <a:pt x="675819" y="970496"/>
                </a:moveTo>
                <a:cubicBezTo>
                  <a:pt x="675819" y="970496"/>
                  <a:pt x="673383" y="974012"/>
                  <a:pt x="670798" y="977308"/>
                </a:cubicBezTo>
                <a:cubicBezTo>
                  <a:pt x="668117" y="980440"/>
                  <a:pt x="665450" y="983573"/>
                  <a:pt x="665450" y="983573"/>
                </a:cubicBezTo>
                <a:lnTo>
                  <a:pt x="669444" y="971002"/>
                </a:lnTo>
                <a:close/>
                <a:moveTo>
                  <a:pt x="304621" y="922976"/>
                </a:moveTo>
                <a:cubicBezTo>
                  <a:pt x="319326" y="932660"/>
                  <a:pt x="352387" y="948145"/>
                  <a:pt x="366584" y="943918"/>
                </a:cubicBezTo>
                <a:cubicBezTo>
                  <a:pt x="392957" y="956146"/>
                  <a:pt x="362412" y="949608"/>
                  <a:pt x="370730" y="958266"/>
                </a:cubicBezTo>
                <a:cubicBezTo>
                  <a:pt x="366078" y="949034"/>
                  <a:pt x="354890" y="946885"/>
                  <a:pt x="342182" y="944177"/>
                </a:cubicBezTo>
                <a:cubicBezTo>
                  <a:pt x="329707" y="941086"/>
                  <a:pt x="315085" y="938651"/>
                  <a:pt x="304115" y="932345"/>
                </a:cubicBezTo>
                <a:cubicBezTo>
                  <a:pt x="304115" y="932345"/>
                  <a:pt x="304210" y="930047"/>
                  <a:pt x="304306" y="927735"/>
                </a:cubicBezTo>
                <a:cubicBezTo>
                  <a:pt x="304457" y="925356"/>
                  <a:pt x="304621" y="922976"/>
                  <a:pt x="304621" y="922976"/>
                </a:cubicBezTo>
                <a:close/>
                <a:moveTo>
                  <a:pt x="800976" y="891749"/>
                </a:moveTo>
                <a:lnTo>
                  <a:pt x="791783" y="907520"/>
                </a:lnTo>
                <a:lnTo>
                  <a:pt x="781580" y="906740"/>
                </a:lnTo>
                <a:cubicBezTo>
                  <a:pt x="781580" y="906740"/>
                  <a:pt x="782853" y="905893"/>
                  <a:pt x="784754" y="904606"/>
                </a:cubicBezTo>
                <a:cubicBezTo>
                  <a:pt x="786683" y="903363"/>
                  <a:pt x="789226" y="901652"/>
                  <a:pt x="791524" y="899587"/>
                </a:cubicBezTo>
                <a:cubicBezTo>
                  <a:pt x="796244" y="895661"/>
                  <a:pt x="800976" y="891749"/>
                  <a:pt x="800976" y="891749"/>
                </a:cubicBezTo>
                <a:close/>
                <a:moveTo>
                  <a:pt x="830385" y="880232"/>
                </a:moveTo>
                <a:cubicBezTo>
                  <a:pt x="830385" y="880232"/>
                  <a:pt x="829427" y="881245"/>
                  <a:pt x="827759" y="882461"/>
                </a:cubicBezTo>
                <a:cubicBezTo>
                  <a:pt x="826131" y="883733"/>
                  <a:pt x="823970" y="885429"/>
                  <a:pt x="821795" y="887125"/>
                </a:cubicBezTo>
                <a:cubicBezTo>
                  <a:pt x="817445" y="890519"/>
                  <a:pt x="813109" y="893924"/>
                  <a:pt x="813109" y="893924"/>
                </a:cubicBezTo>
                <a:cubicBezTo>
                  <a:pt x="818922" y="889383"/>
                  <a:pt x="812644" y="887291"/>
                  <a:pt x="822478" y="882721"/>
                </a:cubicBezTo>
                <a:cubicBezTo>
                  <a:pt x="822478" y="882721"/>
                  <a:pt x="830521" y="880423"/>
                  <a:pt x="830385" y="880232"/>
                </a:cubicBezTo>
                <a:close/>
                <a:moveTo>
                  <a:pt x="230909" y="872243"/>
                </a:moveTo>
                <a:cubicBezTo>
                  <a:pt x="240292" y="888056"/>
                  <a:pt x="225123" y="876511"/>
                  <a:pt x="217832" y="873283"/>
                </a:cubicBezTo>
                <a:cubicBezTo>
                  <a:pt x="224849" y="872531"/>
                  <a:pt x="230279" y="877359"/>
                  <a:pt x="230909" y="872243"/>
                </a:cubicBezTo>
                <a:close/>
                <a:moveTo>
                  <a:pt x="862311" y="849864"/>
                </a:moveTo>
                <a:lnTo>
                  <a:pt x="845049" y="869629"/>
                </a:lnTo>
                <a:lnTo>
                  <a:pt x="856607" y="852751"/>
                </a:lnTo>
                <a:cubicBezTo>
                  <a:pt x="858619" y="852531"/>
                  <a:pt x="860711" y="852244"/>
                  <a:pt x="862311" y="849864"/>
                </a:cubicBezTo>
                <a:close/>
                <a:moveTo>
                  <a:pt x="159479" y="785193"/>
                </a:moveTo>
                <a:cubicBezTo>
                  <a:pt x="170450" y="784291"/>
                  <a:pt x="168234" y="804303"/>
                  <a:pt x="176892" y="801458"/>
                </a:cubicBezTo>
                <a:cubicBezTo>
                  <a:pt x="176536" y="801718"/>
                  <a:pt x="184334" y="814015"/>
                  <a:pt x="184334" y="814015"/>
                </a:cubicBezTo>
                <a:cubicBezTo>
                  <a:pt x="184334" y="814015"/>
                  <a:pt x="182665" y="812332"/>
                  <a:pt x="180147" y="809787"/>
                </a:cubicBezTo>
                <a:cubicBezTo>
                  <a:pt x="177508" y="807353"/>
                  <a:pt x="174347" y="803810"/>
                  <a:pt x="171475" y="800008"/>
                </a:cubicBezTo>
                <a:cubicBezTo>
                  <a:pt x="165484" y="792593"/>
                  <a:pt x="159479" y="785193"/>
                  <a:pt x="159479" y="785193"/>
                </a:cubicBezTo>
                <a:close/>
                <a:moveTo>
                  <a:pt x="139357" y="752364"/>
                </a:moveTo>
                <a:cubicBezTo>
                  <a:pt x="139357" y="752364"/>
                  <a:pt x="143338" y="756331"/>
                  <a:pt x="147319" y="760297"/>
                </a:cubicBezTo>
                <a:cubicBezTo>
                  <a:pt x="149302" y="762267"/>
                  <a:pt x="151272" y="764223"/>
                  <a:pt x="152749" y="765701"/>
                </a:cubicBezTo>
                <a:cubicBezTo>
                  <a:pt x="154172" y="767192"/>
                  <a:pt x="155308" y="768066"/>
                  <a:pt x="155308" y="768066"/>
                </a:cubicBezTo>
                <a:cubicBezTo>
                  <a:pt x="148440" y="776766"/>
                  <a:pt x="135842" y="766412"/>
                  <a:pt x="124489" y="753540"/>
                </a:cubicBezTo>
                <a:cubicBezTo>
                  <a:pt x="132888" y="758492"/>
                  <a:pt x="137306" y="760502"/>
                  <a:pt x="144939" y="762280"/>
                </a:cubicBezTo>
                <a:close/>
                <a:moveTo>
                  <a:pt x="116677" y="744157"/>
                </a:moveTo>
                <a:cubicBezTo>
                  <a:pt x="119085" y="747248"/>
                  <a:pt x="121752" y="750421"/>
                  <a:pt x="124488" y="753526"/>
                </a:cubicBezTo>
                <a:cubicBezTo>
                  <a:pt x="123503" y="752939"/>
                  <a:pt x="122697" y="752459"/>
                  <a:pt x="121547" y="751776"/>
                </a:cubicBezTo>
                <a:cubicBezTo>
                  <a:pt x="116882" y="748972"/>
                  <a:pt x="116513" y="746331"/>
                  <a:pt x="116677" y="744157"/>
                </a:cubicBezTo>
                <a:close/>
                <a:moveTo>
                  <a:pt x="111891" y="737249"/>
                </a:moveTo>
                <a:cubicBezTo>
                  <a:pt x="117704" y="739042"/>
                  <a:pt x="116910" y="741161"/>
                  <a:pt x="116692" y="744157"/>
                </a:cubicBezTo>
                <a:cubicBezTo>
                  <a:pt x="114790" y="741804"/>
                  <a:pt x="113080" y="739492"/>
                  <a:pt x="111891" y="737249"/>
                </a:cubicBezTo>
                <a:close/>
                <a:moveTo>
                  <a:pt x="73248" y="637518"/>
                </a:moveTo>
                <a:lnTo>
                  <a:pt x="90757" y="648830"/>
                </a:lnTo>
                <a:cubicBezTo>
                  <a:pt x="89635" y="640158"/>
                  <a:pt x="92289" y="645151"/>
                  <a:pt x="95667" y="648201"/>
                </a:cubicBezTo>
                <a:cubicBezTo>
                  <a:pt x="90005" y="650663"/>
                  <a:pt x="74684" y="662085"/>
                  <a:pt x="73248" y="637518"/>
                </a:cubicBezTo>
                <a:close/>
                <a:moveTo>
                  <a:pt x="1027235" y="540468"/>
                </a:moveTo>
                <a:cubicBezTo>
                  <a:pt x="1036536" y="550439"/>
                  <a:pt x="1041542" y="560260"/>
                  <a:pt x="1042500" y="573530"/>
                </a:cubicBezTo>
                <a:cubicBezTo>
                  <a:pt x="1042842" y="586743"/>
                  <a:pt x="1041870" y="603801"/>
                  <a:pt x="1037945" y="628490"/>
                </a:cubicBezTo>
                <a:cubicBezTo>
                  <a:pt x="1037945" y="628490"/>
                  <a:pt x="1036194" y="635753"/>
                  <a:pt x="1033116" y="648474"/>
                </a:cubicBezTo>
                <a:cubicBezTo>
                  <a:pt x="1031557" y="654834"/>
                  <a:pt x="1029669" y="662549"/>
                  <a:pt x="1027495" y="671414"/>
                </a:cubicBezTo>
                <a:cubicBezTo>
                  <a:pt x="1024499" y="680030"/>
                  <a:pt x="1021106" y="689743"/>
                  <a:pt x="1017399" y="700344"/>
                </a:cubicBezTo>
                <a:cubicBezTo>
                  <a:pt x="1002326" y="742487"/>
                  <a:pt x="975994" y="797339"/>
                  <a:pt x="938105" y="844284"/>
                </a:cubicBezTo>
                <a:cubicBezTo>
                  <a:pt x="901172" y="891926"/>
                  <a:pt x="854858" y="931389"/>
                  <a:pt x="817568" y="957009"/>
                </a:cubicBezTo>
                <a:cubicBezTo>
                  <a:pt x="807967" y="963027"/>
                  <a:pt x="799158" y="968541"/>
                  <a:pt x="791362" y="973438"/>
                </a:cubicBezTo>
                <a:cubicBezTo>
                  <a:pt x="787448" y="975872"/>
                  <a:pt x="783784" y="978157"/>
                  <a:pt x="780404" y="980263"/>
                </a:cubicBezTo>
                <a:cubicBezTo>
                  <a:pt x="776849" y="982068"/>
                  <a:pt x="773593" y="983723"/>
                  <a:pt x="770638" y="985215"/>
                </a:cubicBezTo>
                <a:cubicBezTo>
                  <a:pt x="758793" y="991137"/>
                  <a:pt x="752022" y="994516"/>
                  <a:pt x="752022" y="994516"/>
                </a:cubicBezTo>
                <a:cubicBezTo>
                  <a:pt x="752022" y="994516"/>
                  <a:pt x="747412" y="996130"/>
                  <a:pt x="738903" y="999084"/>
                </a:cubicBezTo>
                <a:cubicBezTo>
                  <a:pt x="730587" y="1002464"/>
                  <a:pt x="717634" y="1005308"/>
                  <a:pt x="702081" y="1010643"/>
                </a:cubicBezTo>
                <a:cubicBezTo>
                  <a:pt x="670825" y="1021216"/>
                  <a:pt x="626165" y="1032802"/>
                  <a:pt x="572012" y="1044634"/>
                </a:cubicBezTo>
                <a:cubicBezTo>
                  <a:pt x="552424" y="1047698"/>
                  <a:pt x="530018" y="1053703"/>
                  <a:pt x="505014" y="1051994"/>
                </a:cubicBezTo>
                <a:cubicBezTo>
                  <a:pt x="505014" y="1051994"/>
                  <a:pt x="512277" y="1047302"/>
                  <a:pt x="519526" y="1042596"/>
                </a:cubicBezTo>
                <a:cubicBezTo>
                  <a:pt x="526654" y="1038137"/>
                  <a:pt x="533492" y="1032624"/>
                  <a:pt x="533492" y="1032624"/>
                </a:cubicBezTo>
                <a:cubicBezTo>
                  <a:pt x="572463" y="1031762"/>
                  <a:pt x="513850" y="1042596"/>
                  <a:pt x="540441" y="1045030"/>
                </a:cubicBezTo>
                <a:cubicBezTo>
                  <a:pt x="567867" y="1044963"/>
                  <a:pt x="566553" y="1040873"/>
                  <a:pt x="564474" y="1036045"/>
                </a:cubicBezTo>
                <a:cubicBezTo>
                  <a:pt x="562369" y="1031064"/>
                  <a:pt x="559782" y="1025853"/>
                  <a:pt x="582955" y="1022037"/>
                </a:cubicBezTo>
                <a:cubicBezTo>
                  <a:pt x="584458" y="1027987"/>
                  <a:pt x="592351" y="1026647"/>
                  <a:pt x="603172" y="1024144"/>
                </a:cubicBezTo>
                <a:cubicBezTo>
                  <a:pt x="611310" y="1017769"/>
                  <a:pt x="630556" y="1011887"/>
                  <a:pt x="626561" y="1005130"/>
                </a:cubicBezTo>
                <a:cubicBezTo>
                  <a:pt x="618272" y="1009220"/>
                  <a:pt x="608314" y="1011245"/>
                  <a:pt x="597973" y="1012380"/>
                </a:cubicBezTo>
                <a:cubicBezTo>
                  <a:pt x="587619" y="1013597"/>
                  <a:pt x="576895" y="1013994"/>
                  <a:pt x="566581" y="1013241"/>
                </a:cubicBezTo>
                <a:cubicBezTo>
                  <a:pt x="545995" y="1012285"/>
                  <a:pt x="527843" y="1014473"/>
                  <a:pt x="516736" y="1026565"/>
                </a:cubicBezTo>
                <a:cubicBezTo>
                  <a:pt x="523671" y="1031668"/>
                  <a:pt x="517365" y="1037466"/>
                  <a:pt x="506122" y="1041051"/>
                </a:cubicBezTo>
                <a:cubicBezTo>
                  <a:pt x="494947" y="1044401"/>
                  <a:pt x="478792" y="1046495"/>
                  <a:pt x="468095" y="1041680"/>
                </a:cubicBezTo>
                <a:lnTo>
                  <a:pt x="472021" y="1037521"/>
                </a:lnTo>
                <a:cubicBezTo>
                  <a:pt x="501758" y="1038273"/>
                  <a:pt x="512468" y="1021408"/>
                  <a:pt x="517967" y="1010671"/>
                </a:cubicBezTo>
                <a:cubicBezTo>
                  <a:pt x="517967" y="1010671"/>
                  <a:pt x="505971" y="1009248"/>
                  <a:pt x="493989" y="1007839"/>
                </a:cubicBezTo>
                <a:cubicBezTo>
                  <a:pt x="488039" y="1007128"/>
                  <a:pt x="482075" y="1006430"/>
                  <a:pt x="477602" y="1005896"/>
                </a:cubicBezTo>
                <a:cubicBezTo>
                  <a:pt x="473197" y="1004925"/>
                  <a:pt x="470256" y="1004282"/>
                  <a:pt x="470256" y="1004282"/>
                </a:cubicBezTo>
                <a:cubicBezTo>
                  <a:pt x="496643" y="1019042"/>
                  <a:pt x="454062" y="1019725"/>
                  <a:pt x="434214" y="1026702"/>
                </a:cubicBezTo>
                <a:lnTo>
                  <a:pt x="443980" y="1027687"/>
                </a:lnTo>
                <a:cubicBezTo>
                  <a:pt x="431067" y="1027290"/>
                  <a:pt x="422368" y="1032419"/>
                  <a:pt x="414092" y="1034894"/>
                </a:cubicBezTo>
                <a:cubicBezTo>
                  <a:pt x="414598" y="1034280"/>
                  <a:pt x="414489" y="1033336"/>
                  <a:pt x="412902" y="1031680"/>
                </a:cubicBezTo>
                <a:cubicBezTo>
                  <a:pt x="402574" y="1028959"/>
                  <a:pt x="393547" y="1029341"/>
                  <a:pt x="384231" y="1029096"/>
                </a:cubicBezTo>
                <a:cubicBezTo>
                  <a:pt x="379581" y="1028972"/>
                  <a:pt x="374875" y="1028699"/>
                  <a:pt x="369951" y="1027796"/>
                </a:cubicBezTo>
                <a:cubicBezTo>
                  <a:pt x="365081" y="1026729"/>
                  <a:pt x="360157" y="1024553"/>
                  <a:pt x="354878" y="1021517"/>
                </a:cubicBezTo>
                <a:lnTo>
                  <a:pt x="354111" y="1016729"/>
                </a:lnTo>
                <a:cubicBezTo>
                  <a:pt x="341200" y="1014692"/>
                  <a:pt x="322802" y="1006457"/>
                  <a:pt x="313719" y="1008742"/>
                </a:cubicBezTo>
                <a:cubicBezTo>
                  <a:pt x="321653" y="1004296"/>
                  <a:pt x="282190" y="988320"/>
                  <a:pt x="299999" y="986336"/>
                </a:cubicBezTo>
                <a:cubicBezTo>
                  <a:pt x="304677" y="987471"/>
                  <a:pt x="313883" y="991670"/>
                  <a:pt x="322364" y="994680"/>
                </a:cubicBezTo>
                <a:cubicBezTo>
                  <a:pt x="330968" y="997401"/>
                  <a:pt x="339106" y="998181"/>
                  <a:pt x="340707" y="994653"/>
                </a:cubicBezTo>
                <a:cubicBezTo>
                  <a:pt x="340707" y="994653"/>
                  <a:pt x="337780" y="993682"/>
                  <a:pt x="333374" y="992231"/>
                </a:cubicBezTo>
                <a:cubicBezTo>
                  <a:pt x="328888" y="990959"/>
                  <a:pt x="323239" y="988483"/>
                  <a:pt x="317603" y="985939"/>
                </a:cubicBezTo>
                <a:cubicBezTo>
                  <a:pt x="306277" y="980932"/>
                  <a:pt x="294952" y="975926"/>
                  <a:pt x="294952" y="975926"/>
                </a:cubicBezTo>
                <a:cubicBezTo>
                  <a:pt x="303979" y="971823"/>
                  <a:pt x="309931" y="962589"/>
                  <a:pt x="328464" y="967665"/>
                </a:cubicBezTo>
                <a:lnTo>
                  <a:pt x="312515" y="957720"/>
                </a:lnTo>
                <a:cubicBezTo>
                  <a:pt x="347614" y="978006"/>
                  <a:pt x="327152" y="949650"/>
                  <a:pt x="363372" y="971344"/>
                </a:cubicBezTo>
                <a:cubicBezTo>
                  <a:pt x="355465" y="979620"/>
                  <a:pt x="356478" y="981274"/>
                  <a:pt x="357052" y="993777"/>
                </a:cubicBezTo>
                <a:cubicBezTo>
                  <a:pt x="377598" y="994393"/>
                  <a:pt x="403354" y="992244"/>
                  <a:pt x="426157" y="991028"/>
                </a:cubicBezTo>
                <a:cubicBezTo>
                  <a:pt x="449383" y="988060"/>
                  <a:pt x="470216" y="984270"/>
                  <a:pt x="482895" y="979660"/>
                </a:cubicBezTo>
                <a:cubicBezTo>
                  <a:pt x="464225" y="986473"/>
                  <a:pt x="483484" y="995364"/>
                  <a:pt x="458206" y="995883"/>
                </a:cubicBezTo>
                <a:cubicBezTo>
                  <a:pt x="468669" y="996678"/>
                  <a:pt x="479805" y="999181"/>
                  <a:pt x="492949" y="1000055"/>
                </a:cubicBezTo>
                <a:cubicBezTo>
                  <a:pt x="499515" y="1000712"/>
                  <a:pt x="506504" y="1001424"/>
                  <a:pt x="514015" y="1002176"/>
                </a:cubicBezTo>
                <a:cubicBezTo>
                  <a:pt x="521551" y="1002929"/>
                  <a:pt x="529635" y="1003625"/>
                  <a:pt x="538349" y="1002805"/>
                </a:cubicBezTo>
                <a:cubicBezTo>
                  <a:pt x="540550" y="997429"/>
                  <a:pt x="549374" y="993722"/>
                  <a:pt x="559960" y="990659"/>
                </a:cubicBezTo>
                <a:cubicBezTo>
                  <a:pt x="565254" y="989112"/>
                  <a:pt x="571027" y="987785"/>
                  <a:pt x="576649" y="986377"/>
                </a:cubicBezTo>
                <a:cubicBezTo>
                  <a:pt x="582215" y="984435"/>
                  <a:pt x="587659" y="982534"/>
                  <a:pt x="592393" y="980605"/>
                </a:cubicBezTo>
                <a:cubicBezTo>
                  <a:pt x="591339" y="987525"/>
                  <a:pt x="573995" y="991506"/>
                  <a:pt x="575295" y="997060"/>
                </a:cubicBezTo>
                <a:cubicBezTo>
                  <a:pt x="593405" y="992751"/>
                  <a:pt x="604252" y="995514"/>
                  <a:pt x="613061" y="997101"/>
                </a:cubicBezTo>
                <a:cubicBezTo>
                  <a:pt x="621802" y="998674"/>
                  <a:pt x="628422" y="998728"/>
                  <a:pt x="636028" y="986760"/>
                </a:cubicBezTo>
                <a:cubicBezTo>
                  <a:pt x="638954" y="990385"/>
                  <a:pt x="645069" y="997552"/>
                  <a:pt x="629324" y="1003885"/>
                </a:cubicBezTo>
                <a:cubicBezTo>
                  <a:pt x="647503" y="1003243"/>
                  <a:pt x="661620" y="982123"/>
                  <a:pt x="670538" y="994885"/>
                </a:cubicBezTo>
                <a:cubicBezTo>
                  <a:pt x="694639" y="984517"/>
                  <a:pt x="690960" y="975775"/>
                  <a:pt x="689113" y="968212"/>
                </a:cubicBezTo>
                <a:cubicBezTo>
                  <a:pt x="687076" y="960155"/>
                  <a:pt x="686692" y="952973"/>
                  <a:pt x="713051" y="941647"/>
                </a:cubicBezTo>
                <a:cubicBezTo>
                  <a:pt x="722818" y="943563"/>
                  <a:pt x="701151" y="964805"/>
                  <a:pt x="723283" y="952892"/>
                </a:cubicBezTo>
                <a:lnTo>
                  <a:pt x="722011" y="943152"/>
                </a:lnTo>
                <a:cubicBezTo>
                  <a:pt x="725786" y="948596"/>
                  <a:pt x="746700" y="933700"/>
                  <a:pt x="758942" y="927094"/>
                </a:cubicBezTo>
                <a:cubicBezTo>
                  <a:pt x="750928" y="933413"/>
                  <a:pt x="719139" y="953986"/>
                  <a:pt x="717469" y="963411"/>
                </a:cubicBezTo>
                <a:cubicBezTo>
                  <a:pt x="734950" y="950170"/>
                  <a:pt x="749163" y="945820"/>
                  <a:pt x="762567" y="940006"/>
                </a:cubicBezTo>
                <a:cubicBezTo>
                  <a:pt x="775453" y="933482"/>
                  <a:pt x="788735" y="927559"/>
                  <a:pt x="801852" y="912130"/>
                </a:cubicBezTo>
                <a:cubicBezTo>
                  <a:pt x="794097" y="923428"/>
                  <a:pt x="793085" y="936232"/>
                  <a:pt x="790540" y="945410"/>
                </a:cubicBezTo>
                <a:lnTo>
                  <a:pt x="799458" y="936819"/>
                </a:lnTo>
                <a:cubicBezTo>
                  <a:pt x="818526" y="944328"/>
                  <a:pt x="743404" y="977528"/>
                  <a:pt x="786792" y="965941"/>
                </a:cubicBezTo>
                <a:cubicBezTo>
                  <a:pt x="805013" y="950292"/>
                  <a:pt x="812495" y="947242"/>
                  <a:pt x="833232" y="929555"/>
                </a:cubicBezTo>
                <a:lnTo>
                  <a:pt x="835406" y="936395"/>
                </a:lnTo>
                <a:cubicBezTo>
                  <a:pt x="859262" y="911870"/>
                  <a:pt x="847676" y="886004"/>
                  <a:pt x="887384" y="861122"/>
                </a:cubicBezTo>
                <a:cubicBezTo>
                  <a:pt x="874800" y="870956"/>
                  <a:pt x="876086" y="856416"/>
                  <a:pt x="872092" y="857319"/>
                </a:cubicBezTo>
                <a:lnTo>
                  <a:pt x="879999" y="855678"/>
                </a:lnTo>
                <a:cubicBezTo>
                  <a:pt x="880970" y="841507"/>
                  <a:pt x="888890" y="839824"/>
                  <a:pt x="880148" y="830290"/>
                </a:cubicBezTo>
                <a:cubicBezTo>
                  <a:pt x="906289" y="802249"/>
                  <a:pt x="923756" y="775193"/>
                  <a:pt x="940348" y="747987"/>
                </a:cubicBezTo>
                <a:cubicBezTo>
                  <a:pt x="948843" y="734458"/>
                  <a:pt x="955094" y="719739"/>
                  <a:pt x="963328" y="705132"/>
                </a:cubicBezTo>
                <a:cubicBezTo>
                  <a:pt x="970592" y="690071"/>
                  <a:pt x="977020" y="673766"/>
                  <a:pt x="984899" y="656216"/>
                </a:cubicBezTo>
                <a:cubicBezTo>
                  <a:pt x="986923" y="668295"/>
                  <a:pt x="977418" y="704912"/>
                  <a:pt x="992163" y="686583"/>
                </a:cubicBezTo>
                <a:cubicBezTo>
                  <a:pt x="990589" y="680756"/>
                  <a:pt x="990356" y="673397"/>
                  <a:pt x="991178" y="665326"/>
                </a:cubicBezTo>
                <a:cubicBezTo>
                  <a:pt x="992272" y="657338"/>
                  <a:pt x="992559" y="648036"/>
                  <a:pt x="994624" y="639049"/>
                </a:cubicBezTo>
                <a:cubicBezTo>
                  <a:pt x="996444" y="629980"/>
                  <a:pt x="999193" y="620926"/>
                  <a:pt x="1002381" y="612526"/>
                </a:cubicBezTo>
                <a:cubicBezTo>
                  <a:pt x="1004802" y="603977"/>
                  <a:pt x="1007947" y="596126"/>
                  <a:pt x="1011709" y="589779"/>
                </a:cubicBezTo>
                <a:cubicBezTo>
                  <a:pt x="1010739" y="597275"/>
                  <a:pt x="1012611" y="601912"/>
                  <a:pt x="1015881" y="605113"/>
                </a:cubicBezTo>
                <a:lnTo>
                  <a:pt x="1017099" y="600545"/>
                </a:lnTo>
                <a:cubicBezTo>
                  <a:pt x="1019711" y="594526"/>
                  <a:pt x="1012366" y="618819"/>
                  <a:pt x="1019670" y="617738"/>
                </a:cubicBezTo>
                <a:cubicBezTo>
                  <a:pt x="1024361" y="593076"/>
                  <a:pt x="1022940" y="574418"/>
                  <a:pt x="1016319" y="568687"/>
                </a:cubicBezTo>
                <a:cubicBezTo>
                  <a:pt x="1018835" y="573884"/>
                  <a:pt x="1021434" y="569385"/>
                  <a:pt x="1022611" y="562189"/>
                </a:cubicBezTo>
                <a:cubicBezTo>
                  <a:pt x="1023897" y="555008"/>
                  <a:pt x="1024950" y="545311"/>
                  <a:pt x="1027235" y="540468"/>
                </a:cubicBezTo>
                <a:close/>
                <a:moveTo>
                  <a:pt x="1051199" y="515505"/>
                </a:moveTo>
                <a:cubicBezTo>
                  <a:pt x="1049216" y="522180"/>
                  <a:pt x="1052826" y="544435"/>
                  <a:pt x="1045658" y="538662"/>
                </a:cubicBezTo>
                <a:cubicBezTo>
                  <a:pt x="1039202" y="528266"/>
                  <a:pt x="1049392" y="514273"/>
                  <a:pt x="1051199" y="515505"/>
                </a:cubicBezTo>
                <a:close/>
                <a:moveTo>
                  <a:pt x="998112" y="493032"/>
                </a:moveTo>
                <a:lnTo>
                  <a:pt x="1002530" y="515506"/>
                </a:lnTo>
                <a:cubicBezTo>
                  <a:pt x="1000492" y="519268"/>
                  <a:pt x="996867" y="504003"/>
                  <a:pt x="993995" y="500623"/>
                </a:cubicBezTo>
                <a:close/>
                <a:moveTo>
                  <a:pt x="48135" y="483758"/>
                </a:moveTo>
                <a:cubicBezTo>
                  <a:pt x="47191" y="500582"/>
                  <a:pt x="53333" y="515753"/>
                  <a:pt x="49735" y="532632"/>
                </a:cubicBezTo>
                <a:cubicBezTo>
                  <a:pt x="44346" y="519199"/>
                  <a:pt x="43319" y="498599"/>
                  <a:pt x="48135" y="483758"/>
                </a:cubicBezTo>
                <a:close/>
                <a:moveTo>
                  <a:pt x="986143" y="420015"/>
                </a:moveTo>
                <a:cubicBezTo>
                  <a:pt x="986143" y="420015"/>
                  <a:pt x="989904" y="422956"/>
                  <a:pt x="993543" y="426019"/>
                </a:cubicBezTo>
                <a:cubicBezTo>
                  <a:pt x="997208" y="429138"/>
                  <a:pt x="1000874" y="432243"/>
                  <a:pt x="1000874" y="432243"/>
                </a:cubicBezTo>
                <a:lnTo>
                  <a:pt x="1000696" y="454867"/>
                </a:lnTo>
                <a:cubicBezTo>
                  <a:pt x="996826" y="431300"/>
                  <a:pt x="990055" y="443090"/>
                  <a:pt x="986143" y="420015"/>
                </a:cubicBezTo>
                <a:close/>
                <a:moveTo>
                  <a:pt x="986375" y="382863"/>
                </a:moveTo>
                <a:lnTo>
                  <a:pt x="995444" y="391781"/>
                </a:lnTo>
                <a:cubicBezTo>
                  <a:pt x="994213" y="393190"/>
                  <a:pt x="994802" y="400467"/>
                  <a:pt x="991710" y="401384"/>
                </a:cubicBezTo>
                <a:lnTo>
                  <a:pt x="992736" y="412560"/>
                </a:lnTo>
                <a:lnTo>
                  <a:pt x="979044" y="386324"/>
                </a:lnTo>
                <a:lnTo>
                  <a:pt x="990055" y="392260"/>
                </a:lnTo>
                <a:cubicBezTo>
                  <a:pt x="990656" y="390113"/>
                  <a:pt x="987784" y="385230"/>
                  <a:pt x="986375" y="382863"/>
                </a:cubicBezTo>
                <a:close/>
                <a:moveTo>
                  <a:pt x="963450" y="307194"/>
                </a:moveTo>
                <a:cubicBezTo>
                  <a:pt x="967553" y="307016"/>
                  <a:pt x="977375" y="315756"/>
                  <a:pt x="977894" y="309068"/>
                </a:cubicBezTo>
                <a:cubicBezTo>
                  <a:pt x="979331" y="317999"/>
                  <a:pt x="973354" y="313554"/>
                  <a:pt x="978798" y="324592"/>
                </a:cubicBezTo>
                <a:lnTo>
                  <a:pt x="984967" y="324730"/>
                </a:lnTo>
                <a:cubicBezTo>
                  <a:pt x="990684" y="347683"/>
                  <a:pt x="989070" y="360322"/>
                  <a:pt x="982915" y="368420"/>
                </a:cubicBezTo>
                <a:cubicBezTo>
                  <a:pt x="984515" y="357559"/>
                  <a:pt x="968442" y="318902"/>
                  <a:pt x="985760" y="345152"/>
                </a:cubicBezTo>
                <a:cubicBezTo>
                  <a:pt x="984364" y="334975"/>
                  <a:pt x="980357" y="330803"/>
                  <a:pt x="976213" y="326494"/>
                </a:cubicBezTo>
                <a:cubicBezTo>
                  <a:pt x="971603" y="322336"/>
                  <a:pt x="966706" y="318110"/>
                  <a:pt x="963450" y="307194"/>
                </a:cubicBezTo>
                <a:close/>
                <a:moveTo>
                  <a:pt x="120878" y="228022"/>
                </a:moveTo>
                <a:cubicBezTo>
                  <a:pt x="124229" y="233548"/>
                  <a:pt x="130972" y="236448"/>
                  <a:pt x="119386" y="247049"/>
                </a:cubicBezTo>
                <a:cubicBezTo>
                  <a:pt x="122327" y="239485"/>
                  <a:pt x="119099" y="239458"/>
                  <a:pt x="116747" y="238883"/>
                </a:cubicBezTo>
                <a:cubicBezTo>
                  <a:pt x="114407" y="238336"/>
                  <a:pt x="112917" y="237158"/>
                  <a:pt x="120878" y="228022"/>
                </a:cubicBezTo>
                <a:close/>
                <a:moveTo>
                  <a:pt x="900799" y="204587"/>
                </a:moveTo>
                <a:cubicBezTo>
                  <a:pt x="901449" y="203616"/>
                  <a:pt x="903333" y="204385"/>
                  <a:pt x="906015" y="205602"/>
                </a:cubicBezTo>
                <a:cubicBezTo>
                  <a:pt x="910966" y="208352"/>
                  <a:pt x="918352" y="213509"/>
                  <a:pt x="923276" y="211211"/>
                </a:cubicBezTo>
                <a:lnTo>
                  <a:pt x="934534" y="234108"/>
                </a:lnTo>
                <a:cubicBezTo>
                  <a:pt x="931962" y="230101"/>
                  <a:pt x="929349" y="226052"/>
                  <a:pt x="927312" y="226504"/>
                </a:cubicBezTo>
                <a:cubicBezTo>
                  <a:pt x="937967" y="242329"/>
                  <a:pt x="939499" y="248731"/>
                  <a:pt x="941879" y="255419"/>
                </a:cubicBezTo>
                <a:cubicBezTo>
                  <a:pt x="943917" y="262287"/>
                  <a:pt x="946818" y="269590"/>
                  <a:pt x="954518" y="289917"/>
                </a:cubicBezTo>
                <a:cubicBezTo>
                  <a:pt x="944806" y="283927"/>
                  <a:pt x="944246" y="277908"/>
                  <a:pt x="944259" y="268880"/>
                </a:cubicBezTo>
                <a:cubicBezTo>
                  <a:pt x="937940" y="262997"/>
                  <a:pt x="933850" y="263626"/>
                  <a:pt x="927599" y="255721"/>
                </a:cubicBezTo>
                <a:cubicBezTo>
                  <a:pt x="931442" y="254065"/>
                  <a:pt x="930376" y="246597"/>
                  <a:pt x="926983" y="239868"/>
                </a:cubicBezTo>
                <a:cubicBezTo>
                  <a:pt x="923865" y="232973"/>
                  <a:pt x="919897" y="225888"/>
                  <a:pt x="920609" y="223398"/>
                </a:cubicBezTo>
                <a:lnTo>
                  <a:pt x="902992" y="214014"/>
                </a:lnTo>
                <a:cubicBezTo>
                  <a:pt x="900735" y="208269"/>
                  <a:pt x="900149" y="205558"/>
                  <a:pt x="900799" y="204587"/>
                </a:cubicBezTo>
                <a:close/>
                <a:moveTo>
                  <a:pt x="874896" y="162242"/>
                </a:moveTo>
                <a:cubicBezTo>
                  <a:pt x="874896" y="162242"/>
                  <a:pt x="877317" y="163569"/>
                  <a:pt x="880435" y="166113"/>
                </a:cubicBezTo>
                <a:cubicBezTo>
                  <a:pt x="883596" y="168643"/>
                  <a:pt x="887808" y="172009"/>
                  <a:pt x="892021" y="175374"/>
                </a:cubicBezTo>
                <a:cubicBezTo>
                  <a:pt x="900530" y="182200"/>
                  <a:pt x="909037" y="189025"/>
                  <a:pt x="909037" y="189025"/>
                </a:cubicBezTo>
                <a:cubicBezTo>
                  <a:pt x="911445" y="200023"/>
                  <a:pt x="897794" y="196985"/>
                  <a:pt x="884211" y="182856"/>
                </a:cubicBezTo>
                <a:cubicBezTo>
                  <a:pt x="894415" y="181871"/>
                  <a:pt x="883938" y="170791"/>
                  <a:pt x="874896" y="162242"/>
                </a:cubicBezTo>
                <a:close/>
                <a:moveTo>
                  <a:pt x="842012" y="134953"/>
                </a:moveTo>
                <a:cubicBezTo>
                  <a:pt x="857920" y="137429"/>
                  <a:pt x="861285" y="153665"/>
                  <a:pt x="863871" y="162078"/>
                </a:cubicBezTo>
                <a:cubicBezTo>
                  <a:pt x="843201" y="151777"/>
                  <a:pt x="859794" y="149261"/>
                  <a:pt x="842012" y="134953"/>
                </a:cubicBezTo>
                <a:close/>
                <a:moveTo>
                  <a:pt x="801523" y="114121"/>
                </a:moveTo>
                <a:lnTo>
                  <a:pt x="818512" y="122341"/>
                </a:lnTo>
                <a:lnTo>
                  <a:pt x="812206" y="123408"/>
                </a:lnTo>
                <a:close/>
                <a:moveTo>
                  <a:pt x="717072" y="73482"/>
                </a:moveTo>
                <a:lnTo>
                  <a:pt x="725430" y="74903"/>
                </a:lnTo>
                <a:lnTo>
                  <a:pt x="720888" y="79021"/>
                </a:lnTo>
                <a:close/>
                <a:moveTo>
                  <a:pt x="751666" y="72976"/>
                </a:moveTo>
                <a:cubicBezTo>
                  <a:pt x="762896" y="72414"/>
                  <a:pt x="770720" y="74014"/>
                  <a:pt x="776479" y="77242"/>
                </a:cubicBezTo>
                <a:cubicBezTo>
                  <a:pt x="782374" y="80265"/>
                  <a:pt x="786602" y="84260"/>
                  <a:pt x="790910" y="88719"/>
                </a:cubicBezTo>
                <a:cubicBezTo>
                  <a:pt x="795218" y="93193"/>
                  <a:pt x="799610" y="98130"/>
                  <a:pt x="805928" y="103109"/>
                </a:cubicBezTo>
                <a:cubicBezTo>
                  <a:pt x="811838" y="108731"/>
                  <a:pt x="819580" y="114531"/>
                  <a:pt x="831248" y="120384"/>
                </a:cubicBezTo>
                <a:cubicBezTo>
                  <a:pt x="820059" y="116240"/>
                  <a:pt x="805286" y="111576"/>
                  <a:pt x="797530" y="106173"/>
                </a:cubicBezTo>
                <a:cubicBezTo>
                  <a:pt x="772225" y="99320"/>
                  <a:pt x="779871" y="107390"/>
                  <a:pt x="752610" y="89348"/>
                </a:cubicBezTo>
                <a:cubicBezTo>
                  <a:pt x="765632" y="90101"/>
                  <a:pt x="783235" y="110769"/>
                  <a:pt x="783099" y="97159"/>
                </a:cubicBezTo>
                <a:cubicBezTo>
                  <a:pt x="783099" y="97159"/>
                  <a:pt x="775453" y="90839"/>
                  <a:pt x="767806" y="84520"/>
                </a:cubicBezTo>
                <a:cubicBezTo>
                  <a:pt x="764045" y="81183"/>
                  <a:pt x="759901" y="78529"/>
                  <a:pt x="756809" y="76450"/>
                </a:cubicBezTo>
                <a:cubicBezTo>
                  <a:pt x="753731" y="74370"/>
                  <a:pt x="751666" y="72976"/>
                  <a:pt x="751666" y="72976"/>
                </a:cubicBezTo>
                <a:close/>
                <a:moveTo>
                  <a:pt x="290150" y="61226"/>
                </a:moveTo>
                <a:cubicBezTo>
                  <a:pt x="290753" y="61226"/>
                  <a:pt x="291395" y="61226"/>
                  <a:pt x="292107" y="61226"/>
                </a:cubicBezTo>
                <a:lnTo>
                  <a:pt x="289221" y="62989"/>
                </a:lnTo>
                <a:close/>
                <a:moveTo>
                  <a:pt x="293570" y="54920"/>
                </a:moveTo>
                <a:lnTo>
                  <a:pt x="290150" y="61226"/>
                </a:lnTo>
                <a:cubicBezTo>
                  <a:pt x="287251" y="61184"/>
                  <a:pt x="286184" y="60295"/>
                  <a:pt x="293570" y="54920"/>
                </a:cubicBezTo>
                <a:close/>
                <a:moveTo>
                  <a:pt x="546349" y="37658"/>
                </a:moveTo>
                <a:cubicBezTo>
                  <a:pt x="550959" y="38218"/>
                  <a:pt x="549139" y="41966"/>
                  <a:pt x="544598" y="41391"/>
                </a:cubicBezTo>
                <a:lnTo>
                  <a:pt x="539154" y="42704"/>
                </a:lnTo>
                <a:close/>
                <a:moveTo>
                  <a:pt x="512290" y="27193"/>
                </a:moveTo>
                <a:lnTo>
                  <a:pt x="524013" y="33333"/>
                </a:lnTo>
                <a:lnTo>
                  <a:pt x="505328" y="32951"/>
                </a:lnTo>
                <a:close/>
                <a:moveTo>
                  <a:pt x="578208" y="5977"/>
                </a:moveTo>
                <a:lnTo>
                  <a:pt x="579015" y="9040"/>
                </a:lnTo>
                <a:cubicBezTo>
                  <a:pt x="579015" y="9040"/>
                  <a:pt x="580478" y="9040"/>
                  <a:pt x="582667" y="9287"/>
                </a:cubicBezTo>
                <a:cubicBezTo>
                  <a:pt x="584870" y="9493"/>
                  <a:pt x="587783" y="9766"/>
                  <a:pt x="590710" y="10040"/>
                </a:cubicBezTo>
                <a:cubicBezTo>
                  <a:pt x="596578" y="10587"/>
                  <a:pt x="602433" y="11134"/>
                  <a:pt x="602433" y="11134"/>
                </a:cubicBezTo>
                <a:cubicBezTo>
                  <a:pt x="596441" y="11818"/>
                  <a:pt x="598356" y="13241"/>
                  <a:pt x="595347" y="13568"/>
                </a:cubicBezTo>
                <a:cubicBezTo>
                  <a:pt x="608560" y="18671"/>
                  <a:pt x="621474" y="16331"/>
                  <a:pt x="633962" y="16017"/>
                </a:cubicBezTo>
                <a:cubicBezTo>
                  <a:pt x="646272" y="16222"/>
                  <a:pt x="658378" y="17371"/>
                  <a:pt x="668350" y="26878"/>
                </a:cubicBezTo>
                <a:lnTo>
                  <a:pt x="665340" y="26905"/>
                </a:lnTo>
                <a:cubicBezTo>
                  <a:pt x="670004" y="28410"/>
                  <a:pt x="674381" y="29832"/>
                  <a:pt x="678609" y="31201"/>
                </a:cubicBezTo>
                <a:cubicBezTo>
                  <a:pt x="682739" y="32910"/>
                  <a:pt x="686760" y="34469"/>
                  <a:pt x="690865" y="35823"/>
                </a:cubicBezTo>
                <a:cubicBezTo>
                  <a:pt x="699085" y="38546"/>
                  <a:pt x="707635" y="40475"/>
                  <a:pt x="718207" y="41446"/>
                </a:cubicBezTo>
                <a:cubicBezTo>
                  <a:pt x="718207" y="41446"/>
                  <a:pt x="725404" y="56451"/>
                  <a:pt x="725198" y="56738"/>
                </a:cubicBezTo>
                <a:lnTo>
                  <a:pt x="761555" y="65069"/>
                </a:lnTo>
                <a:cubicBezTo>
                  <a:pt x="745292" y="60336"/>
                  <a:pt x="724869" y="59939"/>
                  <a:pt x="721574" y="69308"/>
                </a:cubicBezTo>
                <a:cubicBezTo>
                  <a:pt x="724486" y="68187"/>
                  <a:pt x="723733" y="64262"/>
                  <a:pt x="719809" y="59365"/>
                </a:cubicBezTo>
                <a:cubicBezTo>
                  <a:pt x="715732" y="54837"/>
                  <a:pt x="708415" y="49407"/>
                  <a:pt x="698770" y="44565"/>
                </a:cubicBezTo>
                <a:cubicBezTo>
                  <a:pt x="692095" y="46726"/>
                  <a:pt x="680278" y="39653"/>
                  <a:pt x="670415" y="36221"/>
                </a:cubicBezTo>
                <a:cubicBezTo>
                  <a:pt x="660621" y="32568"/>
                  <a:pt x="653741" y="30284"/>
                  <a:pt x="658925" y="38204"/>
                </a:cubicBezTo>
                <a:cubicBezTo>
                  <a:pt x="630624" y="33936"/>
                  <a:pt x="657380" y="36645"/>
                  <a:pt x="642743" y="25606"/>
                </a:cubicBezTo>
                <a:cubicBezTo>
                  <a:pt x="630364" y="20681"/>
                  <a:pt x="623251" y="22036"/>
                  <a:pt x="617287" y="24402"/>
                </a:cubicBezTo>
                <a:cubicBezTo>
                  <a:pt x="611323" y="26700"/>
                  <a:pt x="606414" y="30119"/>
                  <a:pt x="597796" y="31186"/>
                </a:cubicBezTo>
                <a:cubicBezTo>
                  <a:pt x="597098" y="28027"/>
                  <a:pt x="602282" y="24155"/>
                  <a:pt x="587044" y="22746"/>
                </a:cubicBezTo>
                <a:cubicBezTo>
                  <a:pt x="580355" y="26167"/>
                  <a:pt x="576375" y="30490"/>
                  <a:pt x="562409" y="34004"/>
                </a:cubicBezTo>
                <a:cubicBezTo>
                  <a:pt x="567223" y="31282"/>
                  <a:pt x="571218" y="25975"/>
                  <a:pt x="576525" y="22583"/>
                </a:cubicBezTo>
                <a:cubicBezTo>
                  <a:pt x="556636" y="12269"/>
                  <a:pt x="566950" y="31324"/>
                  <a:pt x="544148" y="21639"/>
                </a:cubicBezTo>
                <a:cubicBezTo>
                  <a:pt x="554421" y="15977"/>
                  <a:pt x="578755" y="13965"/>
                  <a:pt x="578208" y="5977"/>
                </a:cubicBezTo>
                <a:close/>
                <a:moveTo>
                  <a:pt x="527679" y="1806"/>
                </a:moveTo>
                <a:cubicBezTo>
                  <a:pt x="527774" y="5362"/>
                  <a:pt x="544025" y="13447"/>
                  <a:pt x="544012" y="16674"/>
                </a:cubicBezTo>
                <a:cubicBezTo>
                  <a:pt x="524382" y="9070"/>
                  <a:pt x="521783" y="27549"/>
                  <a:pt x="505821" y="19219"/>
                </a:cubicBezTo>
                <a:lnTo>
                  <a:pt x="524724" y="14650"/>
                </a:lnTo>
                <a:cubicBezTo>
                  <a:pt x="521606" y="10670"/>
                  <a:pt x="504917" y="9384"/>
                  <a:pt x="496450" y="5322"/>
                </a:cubicBezTo>
                <a:lnTo>
                  <a:pt x="494796" y="16045"/>
                </a:lnTo>
                <a:cubicBezTo>
                  <a:pt x="475646" y="10451"/>
                  <a:pt x="457001" y="17577"/>
                  <a:pt x="438686" y="23131"/>
                </a:cubicBezTo>
                <a:cubicBezTo>
                  <a:pt x="429426" y="25675"/>
                  <a:pt x="420479" y="29518"/>
                  <a:pt x="411247" y="32296"/>
                </a:cubicBezTo>
                <a:cubicBezTo>
                  <a:pt x="401986" y="34990"/>
                  <a:pt x="392424" y="36549"/>
                  <a:pt x="381988" y="36002"/>
                </a:cubicBezTo>
                <a:lnTo>
                  <a:pt x="380839" y="27262"/>
                </a:lnTo>
                <a:cubicBezTo>
                  <a:pt x="345111" y="35620"/>
                  <a:pt x="374287" y="45249"/>
                  <a:pt x="334810" y="57450"/>
                </a:cubicBezTo>
                <a:cubicBezTo>
                  <a:pt x="341841" y="52349"/>
                  <a:pt x="339093" y="50857"/>
                  <a:pt x="332978" y="50980"/>
                </a:cubicBezTo>
                <a:cubicBezTo>
                  <a:pt x="326987" y="51391"/>
                  <a:pt x="317958" y="54127"/>
                  <a:pt x="312214" y="55837"/>
                </a:cubicBezTo>
                <a:cubicBezTo>
                  <a:pt x="300286" y="73181"/>
                  <a:pt x="258634" y="102015"/>
                  <a:pt x="240142" y="111057"/>
                </a:cubicBezTo>
                <a:cubicBezTo>
                  <a:pt x="249169" y="100825"/>
                  <a:pt x="266692" y="90895"/>
                  <a:pt x="270153" y="82113"/>
                </a:cubicBezTo>
                <a:cubicBezTo>
                  <a:pt x="262847" y="87790"/>
                  <a:pt x="251003" y="92823"/>
                  <a:pt x="241031" y="99827"/>
                </a:cubicBezTo>
                <a:cubicBezTo>
                  <a:pt x="231140" y="106912"/>
                  <a:pt x="222181" y="114463"/>
                  <a:pt x="219350" y="122109"/>
                </a:cubicBezTo>
                <a:lnTo>
                  <a:pt x="221621" y="121836"/>
                </a:lnTo>
                <a:cubicBezTo>
                  <a:pt x="211485" y="134215"/>
                  <a:pt x="204714" y="141177"/>
                  <a:pt x="198326" y="147250"/>
                </a:cubicBezTo>
                <a:cubicBezTo>
                  <a:pt x="192115" y="153433"/>
                  <a:pt x="186822" y="159369"/>
                  <a:pt x="183115" y="171735"/>
                </a:cubicBezTo>
                <a:cubicBezTo>
                  <a:pt x="172665" y="163679"/>
                  <a:pt x="192949" y="152791"/>
                  <a:pt x="192949" y="137744"/>
                </a:cubicBezTo>
                <a:lnTo>
                  <a:pt x="172816" y="157413"/>
                </a:lnTo>
                <a:cubicBezTo>
                  <a:pt x="171324" y="153625"/>
                  <a:pt x="185604" y="137293"/>
                  <a:pt x="168630" y="145773"/>
                </a:cubicBezTo>
                <a:cubicBezTo>
                  <a:pt x="148549" y="171270"/>
                  <a:pt x="183088" y="165415"/>
                  <a:pt x="155758" y="197848"/>
                </a:cubicBezTo>
                <a:cubicBezTo>
                  <a:pt x="142558" y="197137"/>
                  <a:pt x="125583" y="212524"/>
                  <a:pt x="111398" y="225534"/>
                </a:cubicBezTo>
                <a:cubicBezTo>
                  <a:pt x="111398" y="225534"/>
                  <a:pt x="111111" y="227079"/>
                  <a:pt x="110701" y="229391"/>
                </a:cubicBezTo>
                <a:cubicBezTo>
                  <a:pt x="110249" y="231674"/>
                  <a:pt x="109743" y="234766"/>
                  <a:pt x="109524" y="238007"/>
                </a:cubicBezTo>
                <a:cubicBezTo>
                  <a:pt x="108949" y="244342"/>
                  <a:pt x="108389" y="250675"/>
                  <a:pt x="108389" y="250675"/>
                </a:cubicBezTo>
                <a:lnTo>
                  <a:pt x="104436" y="252849"/>
                </a:lnTo>
                <a:cubicBezTo>
                  <a:pt x="101276" y="264094"/>
                  <a:pt x="120577" y="248732"/>
                  <a:pt x="107609" y="265297"/>
                </a:cubicBezTo>
                <a:cubicBezTo>
                  <a:pt x="106379" y="257719"/>
                  <a:pt x="102069" y="258293"/>
                  <a:pt x="96557" y="262916"/>
                </a:cubicBezTo>
                <a:cubicBezTo>
                  <a:pt x="91099" y="267553"/>
                  <a:pt x="84110" y="275980"/>
                  <a:pt x="79636" y="284693"/>
                </a:cubicBezTo>
                <a:cubicBezTo>
                  <a:pt x="77435" y="296470"/>
                  <a:pt x="86654" y="300054"/>
                  <a:pt x="71115" y="313473"/>
                </a:cubicBezTo>
                <a:cubicBezTo>
                  <a:pt x="72127" y="307742"/>
                  <a:pt x="78816" y="297989"/>
                  <a:pt x="73727" y="299000"/>
                </a:cubicBezTo>
                <a:cubicBezTo>
                  <a:pt x="68215" y="319642"/>
                  <a:pt x="58983" y="340679"/>
                  <a:pt x="49912" y="360418"/>
                </a:cubicBezTo>
                <a:cubicBezTo>
                  <a:pt x="41898" y="380361"/>
                  <a:pt x="36877" y="399813"/>
                  <a:pt x="41022" y="414366"/>
                </a:cubicBezTo>
                <a:lnTo>
                  <a:pt x="43839" y="393534"/>
                </a:lnTo>
                <a:cubicBezTo>
                  <a:pt x="45782" y="403561"/>
                  <a:pt x="66123" y="393930"/>
                  <a:pt x="54509" y="421097"/>
                </a:cubicBezTo>
                <a:cubicBezTo>
                  <a:pt x="46138" y="431492"/>
                  <a:pt x="39573" y="402411"/>
                  <a:pt x="31064" y="440356"/>
                </a:cubicBezTo>
                <a:cubicBezTo>
                  <a:pt x="39422" y="416007"/>
                  <a:pt x="26098" y="412315"/>
                  <a:pt x="26112" y="397226"/>
                </a:cubicBezTo>
                <a:cubicBezTo>
                  <a:pt x="25196" y="402479"/>
                  <a:pt x="24335" y="407609"/>
                  <a:pt x="23897" y="412711"/>
                </a:cubicBezTo>
                <a:cubicBezTo>
                  <a:pt x="23773" y="417868"/>
                  <a:pt x="23800" y="422956"/>
                  <a:pt x="23897" y="427963"/>
                </a:cubicBezTo>
                <a:cubicBezTo>
                  <a:pt x="24238" y="437880"/>
                  <a:pt x="24580" y="447592"/>
                  <a:pt x="24909" y="457248"/>
                </a:cubicBezTo>
                <a:cubicBezTo>
                  <a:pt x="26098" y="476453"/>
                  <a:pt x="28725" y="495165"/>
                  <a:pt x="25511" y="515520"/>
                </a:cubicBezTo>
                <a:lnTo>
                  <a:pt x="32282" y="508447"/>
                </a:lnTo>
                <a:cubicBezTo>
                  <a:pt x="26263" y="513453"/>
                  <a:pt x="29313" y="526914"/>
                  <a:pt x="31693" y="539991"/>
                </a:cubicBezTo>
                <a:cubicBezTo>
                  <a:pt x="34347" y="553080"/>
                  <a:pt x="35865" y="565885"/>
                  <a:pt x="30818" y="571151"/>
                </a:cubicBezTo>
                <a:cubicBezTo>
                  <a:pt x="34087" y="562916"/>
                  <a:pt x="42910" y="586525"/>
                  <a:pt x="50528" y="583817"/>
                </a:cubicBezTo>
                <a:lnTo>
                  <a:pt x="42185" y="565419"/>
                </a:lnTo>
                <a:cubicBezTo>
                  <a:pt x="49134" y="565610"/>
                  <a:pt x="63674" y="600751"/>
                  <a:pt x="54044" y="602994"/>
                </a:cubicBezTo>
                <a:cubicBezTo>
                  <a:pt x="56151" y="601831"/>
                  <a:pt x="59105" y="604636"/>
                  <a:pt x="61006" y="602420"/>
                </a:cubicBezTo>
                <a:cubicBezTo>
                  <a:pt x="58667" y="613348"/>
                  <a:pt x="73016" y="623211"/>
                  <a:pt x="66916" y="630010"/>
                </a:cubicBezTo>
                <a:cubicBezTo>
                  <a:pt x="61568" y="611571"/>
                  <a:pt x="54318" y="621037"/>
                  <a:pt x="56274" y="637219"/>
                </a:cubicBezTo>
                <a:cubicBezTo>
                  <a:pt x="55316" y="629161"/>
                  <a:pt x="53470" y="620461"/>
                  <a:pt x="51090" y="613581"/>
                </a:cubicBezTo>
                <a:cubicBezTo>
                  <a:pt x="49434" y="606564"/>
                  <a:pt x="47055" y="601353"/>
                  <a:pt x="44045" y="600600"/>
                </a:cubicBezTo>
                <a:cubicBezTo>
                  <a:pt x="48409" y="618041"/>
                  <a:pt x="35250" y="600833"/>
                  <a:pt x="31200" y="599642"/>
                </a:cubicBezTo>
                <a:cubicBezTo>
                  <a:pt x="31433" y="608042"/>
                  <a:pt x="33991" y="612925"/>
                  <a:pt x="37219" y="616906"/>
                </a:cubicBezTo>
                <a:cubicBezTo>
                  <a:pt x="40816" y="620817"/>
                  <a:pt x="44866" y="623895"/>
                  <a:pt x="47780" y="628970"/>
                </a:cubicBezTo>
                <a:lnTo>
                  <a:pt x="45741" y="628628"/>
                </a:lnTo>
                <a:cubicBezTo>
                  <a:pt x="49667" y="637383"/>
                  <a:pt x="51842" y="652866"/>
                  <a:pt x="58818" y="666230"/>
                </a:cubicBezTo>
                <a:cubicBezTo>
                  <a:pt x="58818" y="666230"/>
                  <a:pt x="55384" y="661771"/>
                  <a:pt x="55535" y="661717"/>
                </a:cubicBezTo>
                <a:cubicBezTo>
                  <a:pt x="53742" y="667557"/>
                  <a:pt x="65643" y="694382"/>
                  <a:pt x="53975" y="684833"/>
                </a:cubicBezTo>
                <a:cubicBezTo>
                  <a:pt x="58188" y="705529"/>
                  <a:pt x="65096" y="705241"/>
                  <a:pt x="73468" y="708989"/>
                </a:cubicBezTo>
                <a:cubicBezTo>
                  <a:pt x="73372" y="709017"/>
                  <a:pt x="72387" y="705338"/>
                  <a:pt x="72387" y="705338"/>
                </a:cubicBezTo>
                <a:cubicBezTo>
                  <a:pt x="75041" y="710631"/>
                  <a:pt x="82441" y="720794"/>
                  <a:pt x="85956" y="717362"/>
                </a:cubicBezTo>
                <a:cubicBezTo>
                  <a:pt x="78569" y="703218"/>
                  <a:pt x="81934" y="701795"/>
                  <a:pt x="83508" y="696283"/>
                </a:cubicBezTo>
                <a:lnTo>
                  <a:pt x="83509" y="696284"/>
                </a:lnTo>
                <a:lnTo>
                  <a:pt x="93591" y="706955"/>
                </a:lnTo>
                <a:cubicBezTo>
                  <a:pt x="97604" y="709260"/>
                  <a:pt x="100778" y="712519"/>
                  <a:pt x="98637" y="723353"/>
                </a:cubicBezTo>
                <a:lnTo>
                  <a:pt x="85149" y="709044"/>
                </a:lnTo>
                <a:cubicBezTo>
                  <a:pt x="98432" y="737743"/>
                  <a:pt x="79760" y="726758"/>
                  <a:pt x="85765" y="746702"/>
                </a:cubicBezTo>
                <a:cubicBezTo>
                  <a:pt x="97665" y="758972"/>
                  <a:pt x="108020" y="752775"/>
                  <a:pt x="117116" y="780133"/>
                </a:cubicBezTo>
                <a:cubicBezTo>
                  <a:pt x="118661" y="792813"/>
                  <a:pt x="101482" y="779571"/>
                  <a:pt x="94260" y="785330"/>
                </a:cubicBezTo>
                <a:cubicBezTo>
                  <a:pt x="98704" y="791376"/>
                  <a:pt x="103041" y="797874"/>
                  <a:pt x="108662" y="803591"/>
                </a:cubicBezTo>
                <a:cubicBezTo>
                  <a:pt x="114202" y="809364"/>
                  <a:pt x="119810" y="815150"/>
                  <a:pt x="125064" y="821059"/>
                </a:cubicBezTo>
                <a:cubicBezTo>
                  <a:pt x="130384" y="826900"/>
                  <a:pt x="134994" y="833151"/>
                  <a:pt x="139480" y="839115"/>
                </a:cubicBezTo>
                <a:cubicBezTo>
                  <a:pt x="144132" y="844955"/>
                  <a:pt x="147975" y="851083"/>
                  <a:pt x="150656" y="857704"/>
                </a:cubicBezTo>
                <a:cubicBezTo>
                  <a:pt x="159561" y="861781"/>
                  <a:pt x="168233" y="872449"/>
                  <a:pt x="178355" y="879589"/>
                </a:cubicBezTo>
                <a:cubicBezTo>
                  <a:pt x="188067" y="887126"/>
                  <a:pt x="197094" y="893144"/>
                  <a:pt x="203360" y="890478"/>
                </a:cubicBezTo>
                <a:cubicBezTo>
                  <a:pt x="185564" y="883939"/>
                  <a:pt x="200173" y="876348"/>
                  <a:pt x="179696" y="868263"/>
                </a:cubicBezTo>
                <a:cubicBezTo>
                  <a:pt x="185098" y="871328"/>
                  <a:pt x="191719" y="869810"/>
                  <a:pt x="187876" y="862422"/>
                </a:cubicBezTo>
                <a:cubicBezTo>
                  <a:pt x="176112" y="860781"/>
                  <a:pt x="167139" y="853148"/>
                  <a:pt x="158097" y="844203"/>
                </a:cubicBezTo>
                <a:cubicBezTo>
                  <a:pt x="153706" y="839608"/>
                  <a:pt x="149247" y="834683"/>
                  <a:pt x="145102" y="829307"/>
                </a:cubicBezTo>
                <a:cubicBezTo>
                  <a:pt x="141245" y="823699"/>
                  <a:pt x="137279" y="817953"/>
                  <a:pt x="133284" y="812154"/>
                </a:cubicBezTo>
                <a:cubicBezTo>
                  <a:pt x="139576" y="818309"/>
                  <a:pt x="145882" y="822276"/>
                  <a:pt x="151272" y="824355"/>
                </a:cubicBezTo>
                <a:cubicBezTo>
                  <a:pt x="144350" y="812536"/>
                  <a:pt x="118936" y="800910"/>
                  <a:pt x="127908" y="790541"/>
                </a:cubicBezTo>
                <a:cubicBezTo>
                  <a:pt x="144035" y="802209"/>
                  <a:pt x="125638" y="792593"/>
                  <a:pt x="137374" y="808570"/>
                </a:cubicBezTo>
                <a:lnTo>
                  <a:pt x="146251" y="804014"/>
                </a:lnTo>
                <a:cubicBezTo>
                  <a:pt x="141587" y="794017"/>
                  <a:pt x="136964" y="788367"/>
                  <a:pt x="130233" y="782485"/>
                </a:cubicBezTo>
                <a:cubicBezTo>
                  <a:pt x="135828" y="784455"/>
                  <a:pt x="146169" y="797394"/>
                  <a:pt x="156333" y="810211"/>
                </a:cubicBezTo>
                <a:cubicBezTo>
                  <a:pt x="161161" y="816818"/>
                  <a:pt x="167097" y="822454"/>
                  <a:pt x="172049" y="826818"/>
                </a:cubicBezTo>
                <a:cubicBezTo>
                  <a:pt x="177015" y="831181"/>
                  <a:pt x="181241" y="834067"/>
                  <a:pt x="184031" y="834107"/>
                </a:cubicBezTo>
                <a:cubicBezTo>
                  <a:pt x="198217" y="848484"/>
                  <a:pt x="209022" y="863230"/>
                  <a:pt x="211416" y="875554"/>
                </a:cubicBezTo>
                <a:cubicBezTo>
                  <a:pt x="212278" y="874979"/>
                  <a:pt x="213139" y="874665"/>
                  <a:pt x="213988" y="874323"/>
                </a:cubicBezTo>
                <a:lnTo>
                  <a:pt x="213981" y="874334"/>
                </a:lnTo>
                <a:lnTo>
                  <a:pt x="213577" y="874994"/>
                </a:lnTo>
                <a:cubicBezTo>
                  <a:pt x="213577" y="874994"/>
                  <a:pt x="217051" y="880465"/>
                  <a:pt x="220539" y="885922"/>
                </a:cubicBezTo>
                <a:cubicBezTo>
                  <a:pt x="224247" y="891176"/>
                  <a:pt x="228310" y="896140"/>
                  <a:pt x="228310" y="896140"/>
                </a:cubicBezTo>
                <a:lnTo>
                  <a:pt x="222755" y="893692"/>
                </a:lnTo>
                <a:cubicBezTo>
                  <a:pt x="229979" y="897727"/>
                  <a:pt x="237679" y="909053"/>
                  <a:pt x="246460" y="919285"/>
                </a:cubicBezTo>
                <a:cubicBezTo>
                  <a:pt x="255078" y="929654"/>
                  <a:pt x="266117" y="936767"/>
                  <a:pt x="275993" y="934714"/>
                </a:cubicBezTo>
                <a:cubicBezTo>
                  <a:pt x="285513" y="939515"/>
                  <a:pt x="267744" y="938435"/>
                  <a:pt x="274954" y="948967"/>
                </a:cubicBezTo>
                <a:cubicBezTo>
                  <a:pt x="274954" y="948967"/>
                  <a:pt x="292353" y="955068"/>
                  <a:pt x="292530" y="954644"/>
                </a:cubicBezTo>
                <a:cubicBezTo>
                  <a:pt x="283161" y="961770"/>
                  <a:pt x="274105" y="946957"/>
                  <a:pt x="261904" y="947804"/>
                </a:cubicBezTo>
                <a:cubicBezTo>
                  <a:pt x="263285" y="956395"/>
                  <a:pt x="272396" y="959541"/>
                  <a:pt x="284200" y="963549"/>
                </a:cubicBezTo>
                <a:cubicBezTo>
                  <a:pt x="279809" y="975148"/>
                  <a:pt x="259661" y="948639"/>
                  <a:pt x="258826" y="963029"/>
                </a:cubicBezTo>
                <a:cubicBezTo>
                  <a:pt x="267744" y="970470"/>
                  <a:pt x="274447" y="974916"/>
                  <a:pt x="280014" y="976639"/>
                </a:cubicBezTo>
                <a:cubicBezTo>
                  <a:pt x="285691" y="978212"/>
                  <a:pt x="289863" y="977788"/>
                  <a:pt x="293433" y="976475"/>
                </a:cubicBezTo>
                <a:cubicBezTo>
                  <a:pt x="293556" y="983191"/>
                  <a:pt x="277415" y="981098"/>
                  <a:pt x="272572" y="980866"/>
                </a:cubicBezTo>
                <a:lnTo>
                  <a:pt x="236065" y="958309"/>
                </a:lnTo>
                <a:cubicBezTo>
                  <a:pt x="240045" y="961333"/>
                  <a:pt x="242220" y="960443"/>
                  <a:pt x="241358" y="958542"/>
                </a:cubicBezTo>
                <a:cubicBezTo>
                  <a:pt x="234930" y="954877"/>
                  <a:pt x="229144" y="951280"/>
                  <a:pt x="223604" y="947531"/>
                </a:cubicBezTo>
                <a:cubicBezTo>
                  <a:pt x="217969" y="943907"/>
                  <a:pt x="212443" y="940337"/>
                  <a:pt x="206683" y="936629"/>
                </a:cubicBezTo>
                <a:cubicBezTo>
                  <a:pt x="201020" y="932758"/>
                  <a:pt x="195056" y="928791"/>
                  <a:pt x="189161" y="923608"/>
                </a:cubicBezTo>
                <a:cubicBezTo>
                  <a:pt x="183526" y="918136"/>
                  <a:pt x="177657" y="911829"/>
                  <a:pt x="171529" y="904238"/>
                </a:cubicBezTo>
                <a:cubicBezTo>
                  <a:pt x="185577" y="912405"/>
                  <a:pt x="190488" y="904485"/>
                  <a:pt x="172979" y="890847"/>
                </a:cubicBezTo>
                <a:lnTo>
                  <a:pt x="155389" y="887633"/>
                </a:lnTo>
                <a:cubicBezTo>
                  <a:pt x="150505" y="879398"/>
                  <a:pt x="143899" y="871600"/>
                  <a:pt x="136635" y="864078"/>
                </a:cubicBezTo>
                <a:cubicBezTo>
                  <a:pt x="129399" y="856527"/>
                  <a:pt x="121206" y="849483"/>
                  <a:pt x="114831" y="841618"/>
                </a:cubicBezTo>
                <a:cubicBezTo>
                  <a:pt x="101742" y="826229"/>
                  <a:pt x="89499" y="812605"/>
                  <a:pt x="91482" y="800363"/>
                </a:cubicBezTo>
                <a:cubicBezTo>
                  <a:pt x="100578" y="822372"/>
                  <a:pt x="105585" y="809171"/>
                  <a:pt x="115119" y="821921"/>
                </a:cubicBezTo>
                <a:cubicBezTo>
                  <a:pt x="107335" y="813467"/>
                  <a:pt x="101564" y="807121"/>
                  <a:pt x="97979" y="801129"/>
                </a:cubicBezTo>
                <a:cubicBezTo>
                  <a:pt x="94396" y="795138"/>
                  <a:pt x="91948" y="790186"/>
                  <a:pt x="89430" y="785317"/>
                </a:cubicBezTo>
                <a:cubicBezTo>
                  <a:pt x="86914" y="780447"/>
                  <a:pt x="84342" y="775646"/>
                  <a:pt x="80485" y="769901"/>
                </a:cubicBezTo>
                <a:cubicBezTo>
                  <a:pt x="78460" y="767083"/>
                  <a:pt x="76231" y="763964"/>
                  <a:pt x="73659" y="760366"/>
                </a:cubicBezTo>
                <a:cubicBezTo>
                  <a:pt x="71280" y="756673"/>
                  <a:pt x="68461" y="752583"/>
                  <a:pt x="65056" y="747919"/>
                </a:cubicBezTo>
                <a:cubicBezTo>
                  <a:pt x="70951" y="755484"/>
                  <a:pt x="72360" y="744677"/>
                  <a:pt x="71362" y="735978"/>
                </a:cubicBezTo>
                <a:cubicBezTo>
                  <a:pt x="65767" y="736047"/>
                  <a:pt x="56821" y="726458"/>
                  <a:pt x="48409" y="713107"/>
                </a:cubicBezTo>
                <a:cubicBezTo>
                  <a:pt x="40722" y="699183"/>
                  <a:pt x="31680" y="682781"/>
                  <a:pt x="24553" y="669869"/>
                </a:cubicBezTo>
                <a:cubicBezTo>
                  <a:pt x="26194" y="662851"/>
                  <a:pt x="35290" y="668993"/>
                  <a:pt x="32542" y="654275"/>
                </a:cubicBezTo>
                <a:cubicBezTo>
                  <a:pt x="26222" y="636521"/>
                  <a:pt x="28397" y="653523"/>
                  <a:pt x="22815" y="650172"/>
                </a:cubicBezTo>
                <a:cubicBezTo>
                  <a:pt x="21954" y="642211"/>
                  <a:pt x="23746" y="631022"/>
                  <a:pt x="21859" y="623402"/>
                </a:cubicBezTo>
                <a:cubicBezTo>
                  <a:pt x="23295" y="624825"/>
                  <a:pt x="24307" y="624524"/>
                  <a:pt x="24102" y="619587"/>
                </a:cubicBezTo>
                <a:cubicBezTo>
                  <a:pt x="9985" y="613719"/>
                  <a:pt x="6170" y="590752"/>
                  <a:pt x="4732" y="565063"/>
                </a:cubicBezTo>
                <a:cubicBezTo>
                  <a:pt x="4843" y="552124"/>
                  <a:pt x="5266" y="538500"/>
                  <a:pt x="4556" y="525560"/>
                </a:cubicBezTo>
                <a:cubicBezTo>
                  <a:pt x="3269" y="512606"/>
                  <a:pt x="3816" y="500309"/>
                  <a:pt x="0" y="489666"/>
                </a:cubicBezTo>
                <a:cubicBezTo>
                  <a:pt x="3405" y="490159"/>
                  <a:pt x="4692" y="500240"/>
                  <a:pt x="6457" y="509405"/>
                </a:cubicBezTo>
                <a:cubicBezTo>
                  <a:pt x="7920" y="518597"/>
                  <a:pt x="11818" y="526818"/>
                  <a:pt x="16524" y="523987"/>
                </a:cubicBezTo>
                <a:cubicBezTo>
                  <a:pt x="12763" y="518761"/>
                  <a:pt x="14239" y="506313"/>
                  <a:pt x="14786" y="496083"/>
                </a:cubicBezTo>
                <a:cubicBezTo>
                  <a:pt x="15251" y="485851"/>
                  <a:pt x="14759" y="477656"/>
                  <a:pt x="7988" y="480570"/>
                </a:cubicBezTo>
                <a:cubicBezTo>
                  <a:pt x="6921" y="460464"/>
                  <a:pt x="9206" y="437702"/>
                  <a:pt x="11408" y="417554"/>
                </a:cubicBezTo>
                <a:cubicBezTo>
                  <a:pt x="14377" y="397542"/>
                  <a:pt x="21490" y="380963"/>
                  <a:pt x="30735" y="373823"/>
                </a:cubicBezTo>
                <a:cubicBezTo>
                  <a:pt x="23473" y="370732"/>
                  <a:pt x="25155" y="357545"/>
                  <a:pt x="31146" y="342157"/>
                </a:cubicBezTo>
                <a:cubicBezTo>
                  <a:pt x="36699" y="326604"/>
                  <a:pt x="44045" y="308274"/>
                  <a:pt x="48327" y="294187"/>
                </a:cubicBezTo>
                <a:cubicBezTo>
                  <a:pt x="56765" y="311585"/>
                  <a:pt x="60350" y="271794"/>
                  <a:pt x="70226" y="260660"/>
                </a:cubicBezTo>
                <a:cubicBezTo>
                  <a:pt x="70226" y="260660"/>
                  <a:pt x="69295" y="264681"/>
                  <a:pt x="68859" y="268922"/>
                </a:cubicBezTo>
                <a:cubicBezTo>
                  <a:pt x="68433" y="273135"/>
                  <a:pt x="68010" y="277362"/>
                  <a:pt x="68010" y="277362"/>
                </a:cubicBezTo>
                <a:cubicBezTo>
                  <a:pt x="91154" y="223303"/>
                  <a:pt x="133162" y="166989"/>
                  <a:pt x="179149" y="132437"/>
                </a:cubicBezTo>
                <a:cubicBezTo>
                  <a:pt x="172556" y="142682"/>
                  <a:pt x="176262" y="145965"/>
                  <a:pt x="187834" y="136800"/>
                </a:cubicBezTo>
                <a:cubicBezTo>
                  <a:pt x="192731" y="129182"/>
                  <a:pt x="187000" y="126199"/>
                  <a:pt x="187547" y="119497"/>
                </a:cubicBezTo>
                <a:cubicBezTo>
                  <a:pt x="187547" y="119497"/>
                  <a:pt x="203278" y="115803"/>
                  <a:pt x="203469" y="116132"/>
                </a:cubicBezTo>
                <a:cubicBezTo>
                  <a:pt x="187849" y="112288"/>
                  <a:pt x="223549" y="98391"/>
                  <a:pt x="226149" y="87421"/>
                </a:cubicBezTo>
                <a:cubicBezTo>
                  <a:pt x="228774" y="85423"/>
                  <a:pt x="232194" y="83836"/>
                  <a:pt x="236119" y="82427"/>
                </a:cubicBezTo>
                <a:cubicBezTo>
                  <a:pt x="240236" y="81415"/>
                  <a:pt x="244806" y="80308"/>
                  <a:pt x="249592" y="79132"/>
                </a:cubicBezTo>
                <a:cubicBezTo>
                  <a:pt x="259127" y="76778"/>
                  <a:pt x="269222" y="73769"/>
                  <a:pt x="277840" y="67107"/>
                </a:cubicBezTo>
                <a:lnTo>
                  <a:pt x="275706" y="69310"/>
                </a:lnTo>
                <a:cubicBezTo>
                  <a:pt x="276006" y="72470"/>
                  <a:pt x="279358" y="71294"/>
                  <a:pt x="283721" y="69050"/>
                </a:cubicBezTo>
                <a:cubicBezTo>
                  <a:pt x="288140" y="66902"/>
                  <a:pt x="293967" y="64317"/>
                  <a:pt x="298521" y="63455"/>
                </a:cubicBezTo>
                <a:cubicBezTo>
                  <a:pt x="299466" y="60720"/>
                  <a:pt x="295485" y="61034"/>
                  <a:pt x="292079" y="61212"/>
                </a:cubicBezTo>
                <a:cubicBezTo>
                  <a:pt x="309478" y="49982"/>
                  <a:pt x="327383" y="39148"/>
                  <a:pt x="347011" y="32679"/>
                </a:cubicBezTo>
                <a:cubicBezTo>
                  <a:pt x="356683" y="29122"/>
                  <a:pt x="366326" y="25484"/>
                  <a:pt x="376161" y="22543"/>
                </a:cubicBezTo>
                <a:lnTo>
                  <a:pt x="406226" y="15908"/>
                </a:lnTo>
                <a:cubicBezTo>
                  <a:pt x="426074" y="10752"/>
                  <a:pt x="446675" y="10108"/>
                  <a:pt x="466754" y="7085"/>
                </a:cubicBezTo>
                <a:cubicBezTo>
                  <a:pt x="476795" y="5294"/>
                  <a:pt x="487025" y="5649"/>
                  <a:pt x="497161" y="4720"/>
                </a:cubicBezTo>
                <a:cubicBezTo>
                  <a:pt x="507311" y="4008"/>
                  <a:pt x="517474" y="3064"/>
                  <a:pt x="527679" y="1806"/>
                </a:cubicBezTo>
                <a:close/>
                <a:moveTo>
                  <a:pt x="531751" y="39"/>
                </a:moveTo>
                <a:cubicBezTo>
                  <a:pt x="534661" y="-124"/>
                  <a:pt x="539367" y="205"/>
                  <a:pt x="546555" y="1217"/>
                </a:cubicBezTo>
                <a:cubicBezTo>
                  <a:pt x="540262" y="1654"/>
                  <a:pt x="533983" y="1627"/>
                  <a:pt x="527719" y="1805"/>
                </a:cubicBezTo>
                <a:cubicBezTo>
                  <a:pt x="527725" y="854"/>
                  <a:pt x="528840" y="201"/>
                  <a:pt x="531751" y="39"/>
                </a:cubicBezTo>
                <a:close/>
              </a:path>
            </a:pathLst>
          </a:custGeom>
          <a:solidFill>
            <a:schemeClr val="tx1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任意多边形: 形状 10"/>
          <p:cNvSpPr/>
          <p:nvPr/>
        </p:nvSpPr>
        <p:spPr>
          <a:xfrm>
            <a:off x="6425285" y="3189799"/>
            <a:ext cx="920172" cy="921130"/>
          </a:xfrm>
          <a:custGeom>
            <a:avLst/>
            <a:gdLst>
              <a:gd name="connsiteX0" fmla="*/ 461460 w 1051199"/>
              <a:gd name="connsiteY0" fmla="*/ 1035840 h 1052294"/>
              <a:gd name="connsiteX1" fmla="*/ 472745 w 1051199"/>
              <a:gd name="connsiteY1" fmla="*/ 1036674 h 1052294"/>
              <a:gd name="connsiteX2" fmla="*/ 472020 w 1051199"/>
              <a:gd name="connsiteY2" fmla="*/ 1037481 h 1052294"/>
              <a:gd name="connsiteX3" fmla="*/ 461460 w 1051199"/>
              <a:gd name="connsiteY3" fmla="*/ 1035840 h 1052294"/>
              <a:gd name="connsiteX4" fmla="*/ 404231 w 1051199"/>
              <a:gd name="connsiteY4" fmla="*/ 1035554 h 1052294"/>
              <a:gd name="connsiteX5" fmla="*/ 411164 w 1051199"/>
              <a:gd name="connsiteY5" fmla="*/ 1035758 h 1052294"/>
              <a:gd name="connsiteX6" fmla="*/ 402643 w 1051199"/>
              <a:gd name="connsiteY6" fmla="*/ 1037412 h 1052294"/>
              <a:gd name="connsiteX7" fmla="*/ 404231 w 1051199"/>
              <a:gd name="connsiteY7" fmla="*/ 1035554 h 1052294"/>
              <a:gd name="connsiteX8" fmla="*/ 676373 w 1051199"/>
              <a:gd name="connsiteY8" fmla="*/ 1027929 h 1052294"/>
              <a:gd name="connsiteX9" fmla="*/ 690426 w 1051199"/>
              <a:gd name="connsiteY9" fmla="*/ 1029767 h 1052294"/>
              <a:gd name="connsiteX10" fmla="*/ 663028 w 1051199"/>
              <a:gd name="connsiteY10" fmla="*/ 1033241 h 1052294"/>
              <a:gd name="connsiteX11" fmla="*/ 676373 w 1051199"/>
              <a:gd name="connsiteY11" fmla="*/ 1027929 h 1052294"/>
              <a:gd name="connsiteX12" fmla="*/ 520292 w 1051199"/>
              <a:gd name="connsiteY12" fmla="*/ 978840 h 1052294"/>
              <a:gd name="connsiteX13" fmla="*/ 492360 w 1051199"/>
              <a:gd name="connsiteY13" fmla="*/ 993366 h 1052294"/>
              <a:gd name="connsiteX14" fmla="*/ 499557 w 1051199"/>
              <a:gd name="connsiteY14" fmla="*/ 990508 h 1052294"/>
              <a:gd name="connsiteX15" fmla="*/ 520292 w 1051199"/>
              <a:gd name="connsiteY15" fmla="*/ 978840 h 1052294"/>
              <a:gd name="connsiteX16" fmla="*/ 293460 w 1051199"/>
              <a:gd name="connsiteY16" fmla="*/ 975245 h 1052294"/>
              <a:gd name="connsiteX17" fmla="*/ 294951 w 1051199"/>
              <a:gd name="connsiteY17" fmla="*/ 975914 h 1052294"/>
              <a:gd name="connsiteX18" fmla="*/ 293433 w 1051199"/>
              <a:gd name="connsiteY18" fmla="*/ 976475 h 1052294"/>
              <a:gd name="connsiteX19" fmla="*/ 293460 w 1051199"/>
              <a:gd name="connsiteY19" fmla="*/ 975245 h 1052294"/>
              <a:gd name="connsiteX20" fmla="*/ 384561 w 1051199"/>
              <a:gd name="connsiteY20" fmla="*/ 970784 h 1052294"/>
              <a:gd name="connsiteX21" fmla="*/ 403149 w 1051199"/>
              <a:gd name="connsiteY21" fmla="*/ 975886 h 1052294"/>
              <a:gd name="connsiteX22" fmla="*/ 387747 w 1051199"/>
              <a:gd name="connsiteY22" fmla="*/ 978609 h 1052294"/>
              <a:gd name="connsiteX23" fmla="*/ 384561 w 1051199"/>
              <a:gd name="connsiteY23" fmla="*/ 970784 h 1052294"/>
              <a:gd name="connsiteX24" fmla="*/ 675819 w 1051199"/>
              <a:gd name="connsiteY24" fmla="*/ 970496 h 1052294"/>
              <a:gd name="connsiteX25" fmla="*/ 670798 w 1051199"/>
              <a:gd name="connsiteY25" fmla="*/ 977308 h 1052294"/>
              <a:gd name="connsiteX26" fmla="*/ 665450 w 1051199"/>
              <a:gd name="connsiteY26" fmla="*/ 983573 h 1052294"/>
              <a:gd name="connsiteX27" fmla="*/ 669444 w 1051199"/>
              <a:gd name="connsiteY27" fmla="*/ 971002 h 1052294"/>
              <a:gd name="connsiteX28" fmla="*/ 304621 w 1051199"/>
              <a:gd name="connsiteY28" fmla="*/ 922976 h 1052294"/>
              <a:gd name="connsiteX29" fmla="*/ 366584 w 1051199"/>
              <a:gd name="connsiteY29" fmla="*/ 943918 h 1052294"/>
              <a:gd name="connsiteX30" fmla="*/ 370730 w 1051199"/>
              <a:gd name="connsiteY30" fmla="*/ 958266 h 1052294"/>
              <a:gd name="connsiteX31" fmla="*/ 342182 w 1051199"/>
              <a:gd name="connsiteY31" fmla="*/ 944177 h 1052294"/>
              <a:gd name="connsiteX32" fmla="*/ 304115 w 1051199"/>
              <a:gd name="connsiteY32" fmla="*/ 932345 h 1052294"/>
              <a:gd name="connsiteX33" fmla="*/ 304306 w 1051199"/>
              <a:gd name="connsiteY33" fmla="*/ 927735 h 1052294"/>
              <a:gd name="connsiteX34" fmla="*/ 304621 w 1051199"/>
              <a:gd name="connsiteY34" fmla="*/ 922976 h 1052294"/>
              <a:gd name="connsiteX35" fmla="*/ 800976 w 1051199"/>
              <a:gd name="connsiteY35" fmla="*/ 891749 h 1052294"/>
              <a:gd name="connsiteX36" fmla="*/ 791783 w 1051199"/>
              <a:gd name="connsiteY36" fmla="*/ 907520 h 1052294"/>
              <a:gd name="connsiteX37" fmla="*/ 781580 w 1051199"/>
              <a:gd name="connsiteY37" fmla="*/ 906740 h 1052294"/>
              <a:gd name="connsiteX38" fmla="*/ 784754 w 1051199"/>
              <a:gd name="connsiteY38" fmla="*/ 904606 h 1052294"/>
              <a:gd name="connsiteX39" fmla="*/ 791524 w 1051199"/>
              <a:gd name="connsiteY39" fmla="*/ 899587 h 1052294"/>
              <a:gd name="connsiteX40" fmla="*/ 800976 w 1051199"/>
              <a:gd name="connsiteY40" fmla="*/ 891749 h 1052294"/>
              <a:gd name="connsiteX41" fmla="*/ 830385 w 1051199"/>
              <a:gd name="connsiteY41" fmla="*/ 880232 h 1052294"/>
              <a:gd name="connsiteX42" fmla="*/ 827759 w 1051199"/>
              <a:gd name="connsiteY42" fmla="*/ 882461 h 1052294"/>
              <a:gd name="connsiteX43" fmla="*/ 821795 w 1051199"/>
              <a:gd name="connsiteY43" fmla="*/ 887125 h 1052294"/>
              <a:gd name="connsiteX44" fmla="*/ 813109 w 1051199"/>
              <a:gd name="connsiteY44" fmla="*/ 893924 h 1052294"/>
              <a:gd name="connsiteX45" fmla="*/ 822478 w 1051199"/>
              <a:gd name="connsiteY45" fmla="*/ 882721 h 1052294"/>
              <a:gd name="connsiteX46" fmla="*/ 830385 w 1051199"/>
              <a:gd name="connsiteY46" fmla="*/ 880232 h 1052294"/>
              <a:gd name="connsiteX47" fmla="*/ 230909 w 1051199"/>
              <a:gd name="connsiteY47" fmla="*/ 872243 h 1052294"/>
              <a:gd name="connsiteX48" fmla="*/ 217832 w 1051199"/>
              <a:gd name="connsiteY48" fmla="*/ 873283 h 1052294"/>
              <a:gd name="connsiteX49" fmla="*/ 230909 w 1051199"/>
              <a:gd name="connsiteY49" fmla="*/ 872243 h 1052294"/>
              <a:gd name="connsiteX50" fmla="*/ 862311 w 1051199"/>
              <a:gd name="connsiteY50" fmla="*/ 849864 h 1052294"/>
              <a:gd name="connsiteX51" fmla="*/ 845049 w 1051199"/>
              <a:gd name="connsiteY51" fmla="*/ 869629 h 1052294"/>
              <a:gd name="connsiteX52" fmla="*/ 856607 w 1051199"/>
              <a:gd name="connsiteY52" fmla="*/ 852751 h 1052294"/>
              <a:gd name="connsiteX53" fmla="*/ 862311 w 1051199"/>
              <a:gd name="connsiteY53" fmla="*/ 849864 h 1052294"/>
              <a:gd name="connsiteX54" fmla="*/ 159479 w 1051199"/>
              <a:gd name="connsiteY54" fmla="*/ 785193 h 1052294"/>
              <a:gd name="connsiteX55" fmla="*/ 176892 w 1051199"/>
              <a:gd name="connsiteY55" fmla="*/ 801458 h 1052294"/>
              <a:gd name="connsiteX56" fmla="*/ 184334 w 1051199"/>
              <a:gd name="connsiteY56" fmla="*/ 814015 h 1052294"/>
              <a:gd name="connsiteX57" fmla="*/ 180147 w 1051199"/>
              <a:gd name="connsiteY57" fmla="*/ 809787 h 1052294"/>
              <a:gd name="connsiteX58" fmla="*/ 171475 w 1051199"/>
              <a:gd name="connsiteY58" fmla="*/ 800008 h 1052294"/>
              <a:gd name="connsiteX59" fmla="*/ 159479 w 1051199"/>
              <a:gd name="connsiteY59" fmla="*/ 785193 h 1052294"/>
              <a:gd name="connsiteX60" fmla="*/ 139357 w 1051199"/>
              <a:gd name="connsiteY60" fmla="*/ 752364 h 1052294"/>
              <a:gd name="connsiteX61" fmla="*/ 147319 w 1051199"/>
              <a:gd name="connsiteY61" fmla="*/ 760297 h 1052294"/>
              <a:gd name="connsiteX62" fmla="*/ 152749 w 1051199"/>
              <a:gd name="connsiteY62" fmla="*/ 765701 h 1052294"/>
              <a:gd name="connsiteX63" fmla="*/ 155308 w 1051199"/>
              <a:gd name="connsiteY63" fmla="*/ 768066 h 1052294"/>
              <a:gd name="connsiteX64" fmla="*/ 124489 w 1051199"/>
              <a:gd name="connsiteY64" fmla="*/ 753540 h 1052294"/>
              <a:gd name="connsiteX65" fmla="*/ 144939 w 1051199"/>
              <a:gd name="connsiteY65" fmla="*/ 762280 h 1052294"/>
              <a:gd name="connsiteX66" fmla="*/ 116677 w 1051199"/>
              <a:gd name="connsiteY66" fmla="*/ 744157 h 1052294"/>
              <a:gd name="connsiteX67" fmla="*/ 124488 w 1051199"/>
              <a:gd name="connsiteY67" fmla="*/ 753526 h 1052294"/>
              <a:gd name="connsiteX68" fmla="*/ 121547 w 1051199"/>
              <a:gd name="connsiteY68" fmla="*/ 751776 h 1052294"/>
              <a:gd name="connsiteX69" fmla="*/ 116677 w 1051199"/>
              <a:gd name="connsiteY69" fmla="*/ 744157 h 1052294"/>
              <a:gd name="connsiteX70" fmla="*/ 111891 w 1051199"/>
              <a:gd name="connsiteY70" fmla="*/ 737249 h 1052294"/>
              <a:gd name="connsiteX71" fmla="*/ 116692 w 1051199"/>
              <a:gd name="connsiteY71" fmla="*/ 744157 h 1052294"/>
              <a:gd name="connsiteX72" fmla="*/ 111891 w 1051199"/>
              <a:gd name="connsiteY72" fmla="*/ 737249 h 1052294"/>
              <a:gd name="connsiteX73" fmla="*/ 73248 w 1051199"/>
              <a:gd name="connsiteY73" fmla="*/ 637518 h 1052294"/>
              <a:gd name="connsiteX74" fmla="*/ 90757 w 1051199"/>
              <a:gd name="connsiteY74" fmla="*/ 648830 h 1052294"/>
              <a:gd name="connsiteX75" fmla="*/ 95667 w 1051199"/>
              <a:gd name="connsiteY75" fmla="*/ 648201 h 1052294"/>
              <a:gd name="connsiteX76" fmla="*/ 73248 w 1051199"/>
              <a:gd name="connsiteY76" fmla="*/ 637518 h 1052294"/>
              <a:gd name="connsiteX77" fmla="*/ 1027235 w 1051199"/>
              <a:gd name="connsiteY77" fmla="*/ 540468 h 1052294"/>
              <a:gd name="connsiteX78" fmla="*/ 1042500 w 1051199"/>
              <a:gd name="connsiteY78" fmla="*/ 573530 h 1052294"/>
              <a:gd name="connsiteX79" fmla="*/ 1037945 w 1051199"/>
              <a:gd name="connsiteY79" fmla="*/ 628490 h 1052294"/>
              <a:gd name="connsiteX80" fmla="*/ 1033116 w 1051199"/>
              <a:gd name="connsiteY80" fmla="*/ 648474 h 1052294"/>
              <a:gd name="connsiteX81" fmla="*/ 1027495 w 1051199"/>
              <a:gd name="connsiteY81" fmla="*/ 671414 h 1052294"/>
              <a:gd name="connsiteX82" fmla="*/ 1017399 w 1051199"/>
              <a:gd name="connsiteY82" fmla="*/ 700344 h 1052294"/>
              <a:gd name="connsiteX83" fmla="*/ 938105 w 1051199"/>
              <a:gd name="connsiteY83" fmla="*/ 844284 h 1052294"/>
              <a:gd name="connsiteX84" fmla="*/ 817568 w 1051199"/>
              <a:gd name="connsiteY84" fmla="*/ 957009 h 1052294"/>
              <a:gd name="connsiteX85" fmla="*/ 791362 w 1051199"/>
              <a:gd name="connsiteY85" fmla="*/ 973438 h 1052294"/>
              <a:gd name="connsiteX86" fmla="*/ 780404 w 1051199"/>
              <a:gd name="connsiteY86" fmla="*/ 980263 h 1052294"/>
              <a:gd name="connsiteX87" fmla="*/ 770638 w 1051199"/>
              <a:gd name="connsiteY87" fmla="*/ 985215 h 1052294"/>
              <a:gd name="connsiteX88" fmla="*/ 752022 w 1051199"/>
              <a:gd name="connsiteY88" fmla="*/ 994516 h 1052294"/>
              <a:gd name="connsiteX89" fmla="*/ 738903 w 1051199"/>
              <a:gd name="connsiteY89" fmla="*/ 999084 h 1052294"/>
              <a:gd name="connsiteX90" fmla="*/ 702081 w 1051199"/>
              <a:gd name="connsiteY90" fmla="*/ 1010643 h 1052294"/>
              <a:gd name="connsiteX91" fmla="*/ 572012 w 1051199"/>
              <a:gd name="connsiteY91" fmla="*/ 1044634 h 1052294"/>
              <a:gd name="connsiteX92" fmla="*/ 505014 w 1051199"/>
              <a:gd name="connsiteY92" fmla="*/ 1051994 h 1052294"/>
              <a:gd name="connsiteX93" fmla="*/ 519526 w 1051199"/>
              <a:gd name="connsiteY93" fmla="*/ 1042596 h 1052294"/>
              <a:gd name="connsiteX94" fmla="*/ 533492 w 1051199"/>
              <a:gd name="connsiteY94" fmla="*/ 1032624 h 1052294"/>
              <a:gd name="connsiteX95" fmla="*/ 540441 w 1051199"/>
              <a:gd name="connsiteY95" fmla="*/ 1045030 h 1052294"/>
              <a:gd name="connsiteX96" fmla="*/ 564474 w 1051199"/>
              <a:gd name="connsiteY96" fmla="*/ 1036045 h 1052294"/>
              <a:gd name="connsiteX97" fmla="*/ 582955 w 1051199"/>
              <a:gd name="connsiteY97" fmla="*/ 1022037 h 1052294"/>
              <a:gd name="connsiteX98" fmla="*/ 603172 w 1051199"/>
              <a:gd name="connsiteY98" fmla="*/ 1024144 h 1052294"/>
              <a:gd name="connsiteX99" fmla="*/ 626561 w 1051199"/>
              <a:gd name="connsiteY99" fmla="*/ 1005130 h 1052294"/>
              <a:gd name="connsiteX100" fmla="*/ 597973 w 1051199"/>
              <a:gd name="connsiteY100" fmla="*/ 1012380 h 1052294"/>
              <a:gd name="connsiteX101" fmla="*/ 566581 w 1051199"/>
              <a:gd name="connsiteY101" fmla="*/ 1013241 h 1052294"/>
              <a:gd name="connsiteX102" fmla="*/ 516736 w 1051199"/>
              <a:gd name="connsiteY102" fmla="*/ 1026565 h 1052294"/>
              <a:gd name="connsiteX103" fmla="*/ 506122 w 1051199"/>
              <a:gd name="connsiteY103" fmla="*/ 1041051 h 1052294"/>
              <a:gd name="connsiteX104" fmla="*/ 468095 w 1051199"/>
              <a:gd name="connsiteY104" fmla="*/ 1041680 h 1052294"/>
              <a:gd name="connsiteX105" fmla="*/ 472021 w 1051199"/>
              <a:gd name="connsiteY105" fmla="*/ 1037521 h 1052294"/>
              <a:gd name="connsiteX106" fmla="*/ 517967 w 1051199"/>
              <a:gd name="connsiteY106" fmla="*/ 1010671 h 1052294"/>
              <a:gd name="connsiteX107" fmla="*/ 493989 w 1051199"/>
              <a:gd name="connsiteY107" fmla="*/ 1007839 h 1052294"/>
              <a:gd name="connsiteX108" fmla="*/ 477602 w 1051199"/>
              <a:gd name="connsiteY108" fmla="*/ 1005896 h 1052294"/>
              <a:gd name="connsiteX109" fmla="*/ 470256 w 1051199"/>
              <a:gd name="connsiteY109" fmla="*/ 1004282 h 1052294"/>
              <a:gd name="connsiteX110" fmla="*/ 434214 w 1051199"/>
              <a:gd name="connsiteY110" fmla="*/ 1026702 h 1052294"/>
              <a:gd name="connsiteX111" fmla="*/ 443980 w 1051199"/>
              <a:gd name="connsiteY111" fmla="*/ 1027687 h 1052294"/>
              <a:gd name="connsiteX112" fmla="*/ 414092 w 1051199"/>
              <a:gd name="connsiteY112" fmla="*/ 1034894 h 1052294"/>
              <a:gd name="connsiteX113" fmla="*/ 412902 w 1051199"/>
              <a:gd name="connsiteY113" fmla="*/ 1031680 h 1052294"/>
              <a:gd name="connsiteX114" fmla="*/ 384231 w 1051199"/>
              <a:gd name="connsiteY114" fmla="*/ 1029096 h 1052294"/>
              <a:gd name="connsiteX115" fmla="*/ 369951 w 1051199"/>
              <a:gd name="connsiteY115" fmla="*/ 1027796 h 1052294"/>
              <a:gd name="connsiteX116" fmla="*/ 354878 w 1051199"/>
              <a:gd name="connsiteY116" fmla="*/ 1021517 h 1052294"/>
              <a:gd name="connsiteX117" fmla="*/ 354111 w 1051199"/>
              <a:gd name="connsiteY117" fmla="*/ 1016729 h 1052294"/>
              <a:gd name="connsiteX118" fmla="*/ 313719 w 1051199"/>
              <a:gd name="connsiteY118" fmla="*/ 1008742 h 1052294"/>
              <a:gd name="connsiteX119" fmla="*/ 299999 w 1051199"/>
              <a:gd name="connsiteY119" fmla="*/ 986336 h 1052294"/>
              <a:gd name="connsiteX120" fmla="*/ 322364 w 1051199"/>
              <a:gd name="connsiteY120" fmla="*/ 994680 h 1052294"/>
              <a:gd name="connsiteX121" fmla="*/ 340707 w 1051199"/>
              <a:gd name="connsiteY121" fmla="*/ 994653 h 1052294"/>
              <a:gd name="connsiteX122" fmla="*/ 333374 w 1051199"/>
              <a:gd name="connsiteY122" fmla="*/ 992231 h 1052294"/>
              <a:gd name="connsiteX123" fmla="*/ 317603 w 1051199"/>
              <a:gd name="connsiteY123" fmla="*/ 985939 h 1052294"/>
              <a:gd name="connsiteX124" fmla="*/ 294952 w 1051199"/>
              <a:gd name="connsiteY124" fmla="*/ 975926 h 1052294"/>
              <a:gd name="connsiteX125" fmla="*/ 328464 w 1051199"/>
              <a:gd name="connsiteY125" fmla="*/ 967665 h 1052294"/>
              <a:gd name="connsiteX126" fmla="*/ 312515 w 1051199"/>
              <a:gd name="connsiteY126" fmla="*/ 957720 h 1052294"/>
              <a:gd name="connsiteX127" fmla="*/ 363372 w 1051199"/>
              <a:gd name="connsiteY127" fmla="*/ 971344 h 1052294"/>
              <a:gd name="connsiteX128" fmla="*/ 357052 w 1051199"/>
              <a:gd name="connsiteY128" fmla="*/ 993777 h 1052294"/>
              <a:gd name="connsiteX129" fmla="*/ 426157 w 1051199"/>
              <a:gd name="connsiteY129" fmla="*/ 991028 h 1052294"/>
              <a:gd name="connsiteX130" fmla="*/ 482895 w 1051199"/>
              <a:gd name="connsiteY130" fmla="*/ 979660 h 1052294"/>
              <a:gd name="connsiteX131" fmla="*/ 458206 w 1051199"/>
              <a:gd name="connsiteY131" fmla="*/ 995883 h 1052294"/>
              <a:gd name="connsiteX132" fmla="*/ 492949 w 1051199"/>
              <a:gd name="connsiteY132" fmla="*/ 1000055 h 1052294"/>
              <a:gd name="connsiteX133" fmla="*/ 514015 w 1051199"/>
              <a:gd name="connsiteY133" fmla="*/ 1002176 h 1052294"/>
              <a:gd name="connsiteX134" fmla="*/ 538349 w 1051199"/>
              <a:gd name="connsiteY134" fmla="*/ 1002805 h 1052294"/>
              <a:gd name="connsiteX135" fmla="*/ 559960 w 1051199"/>
              <a:gd name="connsiteY135" fmla="*/ 990659 h 1052294"/>
              <a:gd name="connsiteX136" fmla="*/ 576649 w 1051199"/>
              <a:gd name="connsiteY136" fmla="*/ 986377 h 1052294"/>
              <a:gd name="connsiteX137" fmla="*/ 592393 w 1051199"/>
              <a:gd name="connsiteY137" fmla="*/ 980605 h 1052294"/>
              <a:gd name="connsiteX138" fmla="*/ 575295 w 1051199"/>
              <a:gd name="connsiteY138" fmla="*/ 997060 h 1052294"/>
              <a:gd name="connsiteX139" fmla="*/ 613061 w 1051199"/>
              <a:gd name="connsiteY139" fmla="*/ 997101 h 1052294"/>
              <a:gd name="connsiteX140" fmla="*/ 636028 w 1051199"/>
              <a:gd name="connsiteY140" fmla="*/ 986760 h 1052294"/>
              <a:gd name="connsiteX141" fmla="*/ 629324 w 1051199"/>
              <a:gd name="connsiteY141" fmla="*/ 1003885 h 1052294"/>
              <a:gd name="connsiteX142" fmla="*/ 670538 w 1051199"/>
              <a:gd name="connsiteY142" fmla="*/ 994885 h 1052294"/>
              <a:gd name="connsiteX143" fmla="*/ 689113 w 1051199"/>
              <a:gd name="connsiteY143" fmla="*/ 968212 h 1052294"/>
              <a:gd name="connsiteX144" fmla="*/ 713051 w 1051199"/>
              <a:gd name="connsiteY144" fmla="*/ 941647 h 1052294"/>
              <a:gd name="connsiteX145" fmla="*/ 723283 w 1051199"/>
              <a:gd name="connsiteY145" fmla="*/ 952892 h 1052294"/>
              <a:gd name="connsiteX146" fmla="*/ 722011 w 1051199"/>
              <a:gd name="connsiteY146" fmla="*/ 943152 h 1052294"/>
              <a:gd name="connsiteX147" fmla="*/ 758942 w 1051199"/>
              <a:gd name="connsiteY147" fmla="*/ 927094 h 1052294"/>
              <a:gd name="connsiteX148" fmla="*/ 717469 w 1051199"/>
              <a:gd name="connsiteY148" fmla="*/ 963411 h 1052294"/>
              <a:gd name="connsiteX149" fmla="*/ 762567 w 1051199"/>
              <a:gd name="connsiteY149" fmla="*/ 940006 h 1052294"/>
              <a:gd name="connsiteX150" fmla="*/ 801852 w 1051199"/>
              <a:gd name="connsiteY150" fmla="*/ 912130 h 1052294"/>
              <a:gd name="connsiteX151" fmla="*/ 790540 w 1051199"/>
              <a:gd name="connsiteY151" fmla="*/ 945410 h 1052294"/>
              <a:gd name="connsiteX152" fmla="*/ 799458 w 1051199"/>
              <a:gd name="connsiteY152" fmla="*/ 936819 h 1052294"/>
              <a:gd name="connsiteX153" fmla="*/ 786792 w 1051199"/>
              <a:gd name="connsiteY153" fmla="*/ 965941 h 1052294"/>
              <a:gd name="connsiteX154" fmla="*/ 833232 w 1051199"/>
              <a:gd name="connsiteY154" fmla="*/ 929555 h 1052294"/>
              <a:gd name="connsiteX155" fmla="*/ 835406 w 1051199"/>
              <a:gd name="connsiteY155" fmla="*/ 936395 h 1052294"/>
              <a:gd name="connsiteX156" fmla="*/ 887384 w 1051199"/>
              <a:gd name="connsiteY156" fmla="*/ 861122 h 1052294"/>
              <a:gd name="connsiteX157" fmla="*/ 872092 w 1051199"/>
              <a:gd name="connsiteY157" fmla="*/ 857319 h 1052294"/>
              <a:gd name="connsiteX158" fmla="*/ 879999 w 1051199"/>
              <a:gd name="connsiteY158" fmla="*/ 855678 h 1052294"/>
              <a:gd name="connsiteX159" fmla="*/ 880148 w 1051199"/>
              <a:gd name="connsiteY159" fmla="*/ 830290 h 1052294"/>
              <a:gd name="connsiteX160" fmla="*/ 940348 w 1051199"/>
              <a:gd name="connsiteY160" fmla="*/ 747987 h 1052294"/>
              <a:gd name="connsiteX161" fmla="*/ 963328 w 1051199"/>
              <a:gd name="connsiteY161" fmla="*/ 705132 h 1052294"/>
              <a:gd name="connsiteX162" fmla="*/ 984899 w 1051199"/>
              <a:gd name="connsiteY162" fmla="*/ 656216 h 1052294"/>
              <a:gd name="connsiteX163" fmla="*/ 992163 w 1051199"/>
              <a:gd name="connsiteY163" fmla="*/ 686583 h 1052294"/>
              <a:gd name="connsiteX164" fmla="*/ 991178 w 1051199"/>
              <a:gd name="connsiteY164" fmla="*/ 665326 h 1052294"/>
              <a:gd name="connsiteX165" fmla="*/ 994624 w 1051199"/>
              <a:gd name="connsiteY165" fmla="*/ 639049 h 1052294"/>
              <a:gd name="connsiteX166" fmla="*/ 1002381 w 1051199"/>
              <a:gd name="connsiteY166" fmla="*/ 612526 h 1052294"/>
              <a:gd name="connsiteX167" fmla="*/ 1011709 w 1051199"/>
              <a:gd name="connsiteY167" fmla="*/ 589779 h 1052294"/>
              <a:gd name="connsiteX168" fmla="*/ 1015881 w 1051199"/>
              <a:gd name="connsiteY168" fmla="*/ 605113 h 1052294"/>
              <a:gd name="connsiteX169" fmla="*/ 1017099 w 1051199"/>
              <a:gd name="connsiteY169" fmla="*/ 600545 h 1052294"/>
              <a:gd name="connsiteX170" fmla="*/ 1019670 w 1051199"/>
              <a:gd name="connsiteY170" fmla="*/ 617738 h 1052294"/>
              <a:gd name="connsiteX171" fmla="*/ 1016319 w 1051199"/>
              <a:gd name="connsiteY171" fmla="*/ 568687 h 1052294"/>
              <a:gd name="connsiteX172" fmla="*/ 1022611 w 1051199"/>
              <a:gd name="connsiteY172" fmla="*/ 562189 h 1052294"/>
              <a:gd name="connsiteX173" fmla="*/ 1027235 w 1051199"/>
              <a:gd name="connsiteY173" fmla="*/ 540468 h 1052294"/>
              <a:gd name="connsiteX174" fmla="*/ 1051199 w 1051199"/>
              <a:gd name="connsiteY174" fmla="*/ 515505 h 1052294"/>
              <a:gd name="connsiteX175" fmla="*/ 1045658 w 1051199"/>
              <a:gd name="connsiteY175" fmla="*/ 538662 h 1052294"/>
              <a:gd name="connsiteX176" fmla="*/ 1051199 w 1051199"/>
              <a:gd name="connsiteY176" fmla="*/ 515505 h 1052294"/>
              <a:gd name="connsiteX177" fmla="*/ 998112 w 1051199"/>
              <a:gd name="connsiteY177" fmla="*/ 493032 h 1052294"/>
              <a:gd name="connsiteX178" fmla="*/ 1002530 w 1051199"/>
              <a:gd name="connsiteY178" fmla="*/ 515506 h 1052294"/>
              <a:gd name="connsiteX179" fmla="*/ 993995 w 1051199"/>
              <a:gd name="connsiteY179" fmla="*/ 500623 h 1052294"/>
              <a:gd name="connsiteX180" fmla="*/ 48135 w 1051199"/>
              <a:gd name="connsiteY180" fmla="*/ 483758 h 1052294"/>
              <a:gd name="connsiteX181" fmla="*/ 49735 w 1051199"/>
              <a:gd name="connsiteY181" fmla="*/ 532632 h 1052294"/>
              <a:gd name="connsiteX182" fmla="*/ 48135 w 1051199"/>
              <a:gd name="connsiteY182" fmla="*/ 483758 h 1052294"/>
              <a:gd name="connsiteX183" fmla="*/ 986143 w 1051199"/>
              <a:gd name="connsiteY183" fmla="*/ 420015 h 1052294"/>
              <a:gd name="connsiteX184" fmla="*/ 993543 w 1051199"/>
              <a:gd name="connsiteY184" fmla="*/ 426019 h 1052294"/>
              <a:gd name="connsiteX185" fmla="*/ 1000874 w 1051199"/>
              <a:gd name="connsiteY185" fmla="*/ 432243 h 1052294"/>
              <a:gd name="connsiteX186" fmla="*/ 1000696 w 1051199"/>
              <a:gd name="connsiteY186" fmla="*/ 454867 h 1052294"/>
              <a:gd name="connsiteX187" fmla="*/ 986143 w 1051199"/>
              <a:gd name="connsiteY187" fmla="*/ 420015 h 1052294"/>
              <a:gd name="connsiteX188" fmla="*/ 986375 w 1051199"/>
              <a:gd name="connsiteY188" fmla="*/ 382863 h 1052294"/>
              <a:gd name="connsiteX189" fmla="*/ 995444 w 1051199"/>
              <a:gd name="connsiteY189" fmla="*/ 391781 h 1052294"/>
              <a:gd name="connsiteX190" fmla="*/ 991710 w 1051199"/>
              <a:gd name="connsiteY190" fmla="*/ 401384 h 1052294"/>
              <a:gd name="connsiteX191" fmla="*/ 992736 w 1051199"/>
              <a:gd name="connsiteY191" fmla="*/ 412560 h 1052294"/>
              <a:gd name="connsiteX192" fmla="*/ 979044 w 1051199"/>
              <a:gd name="connsiteY192" fmla="*/ 386324 h 1052294"/>
              <a:gd name="connsiteX193" fmla="*/ 990055 w 1051199"/>
              <a:gd name="connsiteY193" fmla="*/ 392260 h 1052294"/>
              <a:gd name="connsiteX194" fmla="*/ 986375 w 1051199"/>
              <a:gd name="connsiteY194" fmla="*/ 382863 h 1052294"/>
              <a:gd name="connsiteX195" fmla="*/ 963450 w 1051199"/>
              <a:gd name="connsiteY195" fmla="*/ 307194 h 1052294"/>
              <a:gd name="connsiteX196" fmla="*/ 977894 w 1051199"/>
              <a:gd name="connsiteY196" fmla="*/ 309068 h 1052294"/>
              <a:gd name="connsiteX197" fmla="*/ 978798 w 1051199"/>
              <a:gd name="connsiteY197" fmla="*/ 324592 h 1052294"/>
              <a:gd name="connsiteX198" fmla="*/ 984967 w 1051199"/>
              <a:gd name="connsiteY198" fmla="*/ 324730 h 1052294"/>
              <a:gd name="connsiteX199" fmla="*/ 982915 w 1051199"/>
              <a:gd name="connsiteY199" fmla="*/ 368420 h 1052294"/>
              <a:gd name="connsiteX200" fmla="*/ 985760 w 1051199"/>
              <a:gd name="connsiteY200" fmla="*/ 345152 h 1052294"/>
              <a:gd name="connsiteX201" fmla="*/ 976213 w 1051199"/>
              <a:gd name="connsiteY201" fmla="*/ 326494 h 1052294"/>
              <a:gd name="connsiteX202" fmla="*/ 963450 w 1051199"/>
              <a:gd name="connsiteY202" fmla="*/ 307194 h 1052294"/>
              <a:gd name="connsiteX203" fmla="*/ 120878 w 1051199"/>
              <a:gd name="connsiteY203" fmla="*/ 228022 h 1052294"/>
              <a:gd name="connsiteX204" fmla="*/ 119386 w 1051199"/>
              <a:gd name="connsiteY204" fmla="*/ 247049 h 1052294"/>
              <a:gd name="connsiteX205" fmla="*/ 116747 w 1051199"/>
              <a:gd name="connsiteY205" fmla="*/ 238883 h 1052294"/>
              <a:gd name="connsiteX206" fmla="*/ 120878 w 1051199"/>
              <a:gd name="connsiteY206" fmla="*/ 228022 h 1052294"/>
              <a:gd name="connsiteX207" fmla="*/ 900799 w 1051199"/>
              <a:gd name="connsiteY207" fmla="*/ 204587 h 1052294"/>
              <a:gd name="connsiteX208" fmla="*/ 906015 w 1051199"/>
              <a:gd name="connsiteY208" fmla="*/ 205602 h 1052294"/>
              <a:gd name="connsiteX209" fmla="*/ 923276 w 1051199"/>
              <a:gd name="connsiteY209" fmla="*/ 211211 h 1052294"/>
              <a:gd name="connsiteX210" fmla="*/ 934534 w 1051199"/>
              <a:gd name="connsiteY210" fmla="*/ 234108 h 1052294"/>
              <a:gd name="connsiteX211" fmla="*/ 927312 w 1051199"/>
              <a:gd name="connsiteY211" fmla="*/ 226504 h 1052294"/>
              <a:gd name="connsiteX212" fmla="*/ 941879 w 1051199"/>
              <a:gd name="connsiteY212" fmla="*/ 255419 h 1052294"/>
              <a:gd name="connsiteX213" fmla="*/ 954518 w 1051199"/>
              <a:gd name="connsiteY213" fmla="*/ 289917 h 1052294"/>
              <a:gd name="connsiteX214" fmla="*/ 944259 w 1051199"/>
              <a:gd name="connsiteY214" fmla="*/ 268880 h 1052294"/>
              <a:gd name="connsiteX215" fmla="*/ 927599 w 1051199"/>
              <a:gd name="connsiteY215" fmla="*/ 255721 h 1052294"/>
              <a:gd name="connsiteX216" fmla="*/ 926983 w 1051199"/>
              <a:gd name="connsiteY216" fmla="*/ 239868 h 1052294"/>
              <a:gd name="connsiteX217" fmla="*/ 920609 w 1051199"/>
              <a:gd name="connsiteY217" fmla="*/ 223398 h 1052294"/>
              <a:gd name="connsiteX218" fmla="*/ 902992 w 1051199"/>
              <a:gd name="connsiteY218" fmla="*/ 214014 h 1052294"/>
              <a:gd name="connsiteX219" fmla="*/ 900799 w 1051199"/>
              <a:gd name="connsiteY219" fmla="*/ 204587 h 1052294"/>
              <a:gd name="connsiteX220" fmla="*/ 874896 w 1051199"/>
              <a:gd name="connsiteY220" fmla="*/ 162242 h 1052294"/>
              <a:gd name="connsiteX221" fmla="*/ 880435 w 1051199"/>
              <a:gd name="connsiteY221" fmla="*/ 166113 h 1052294"/>
              <a:gd name="connsiteX222" fmla="*/ 892021 w 1051199"/>
              <a:gd name="connsiteY222" fmla="*/ 175374 h 1052294"/>
              <a:gd name="connsiteX223" fmla="*/ 909037 w 1051199"/>
              <a:gd name="connsiteY223" fmla="*/ 189025 h 1052294"/>
              <a:gd name="connsiteX224" fmla="*/ 884211 w 1051199"/>
              <a:gd name="connsiteY224" fmla="*/ 182856 h 1052294"/>
              <a:gd name="connsiteX225" fmla="*/ 874896 w 1051199"/>
              <a:gd name="connsiteY225" fmla="*/ 162242 h 1052294"/>
              <a:gd name="connsiteX226" fmla="*/ 842012 w 1051199"/>
              <a:gd name="connsiteY226" fmla="*/ 134953 h 1052294"/>
              <a:gd name="connsiteX227" fmla="*/ 863871 w 1051199"/>
              <a:gd name="connsiteY227" fmla="*/ 162078 h 1052294"/>
              <a:gd name="connsiteX228" fmla="*/ 842012 w 1051199"/>
              <a:gd name="connsiteY228" fmla="*/ 134953 h 1052294"/>
              <a:gd name="connsiteX229" fmla="*/ 801523 w 1051199"/>
              <a:gd name="connsiteY229" fmla="*/ 114121 h 1052294"/>
              <a:gd name="connsiteX230" fmla="*/ 818512 w 1051199"/>
              <a:gd name="connsiteY230" fmla="*/ 122341 h 1052294"/>
              <a:gd name="connsiteX231" fmla="*/ 812206 w 1051199"/>
              <a:gd name="connsiteY231" fmla="*/ 123408 h 1052294"/>
              <a:gd name="connsiteX232" fmla="*/ 717072 w 1051199"/>
              <a:gd name="connsiteY232" fmla="*/ 73482 h 1052294"/>
              <a:gd name="connsiteX233" fmla="*/ 725430 w 1051199"/>
              <a:gd name="connsiteY233" fmla="*/ 74903 h 1052294"/>
              <a:gd name="connsiteX234" fmla="*/ 720888 w 1051199"/>
              <a:gd name="connsiteY234" fmla="*/ 79021 h 1052294"/>
              <a:gd name="connsiteX235" fmla="*/ 751666 w 1051199"/>
              <a:gd name="connsiteY235" fmla="*/ 72976 h 1052294"/>
              <a:gd name="connsiteX236" fmla="*/ 776479 w 1051199"/>
              <a:gd name="connsiteY236" fmla="*/ 77242 h 1052294"/>
              <a:gd name="connsiteX237" fmla="*/ 790910 w 1051199"/>
              <a:gd name="connsiteY237" fmla="*/ 88719 h 1052294"/>
              <a:gd name="connsiteX238" fmla="*/ 805928 w 1051199"/>
              <a:gd name="connsiteY238" fmla="*/ 103109 h 1052294"/>
              <a:gd name="connsiteX239" fmla="*/ 831248 w 1051199"/>
              <a:gd name="connsiteY239" fmla="*/ 120384 h 1052294"/>
              <a:gd name="connsiteX240" fmla="*/ 797530 w 1051199"/>
              <a:gd name="connsiteY240" fmla="*/ 106173 h 1052294"/>
              <a:gd name="connsiteX241" fmla="*/ 752610 w 1051199"/>
              <a:gd name="connsiteY241" fmla="*/ 89348 h 1052294"/>
              <a:gd name="connsiteX242" fmla="*/ 783099 w 1051199"/>
              <a:gd name="connsiteY242" fmla="*/ 97159 h 1052294"/>
              <a:gd name="connsiteX243" fmla="*/ 767806 w 1051199"/>
              <a:gd name="connsiteY243" fmla="*/ 84520 h 1052294"/>
              <a:gd name="connsiteX244" fmla="*/ 756809 w 1051199"/>
              <a:gd name="connsiteY244" fmla="*/ 76450 h 1052294"/>
              <a:gd name="connsiteX245" fmla="*/ 751666 w 1051199"/>
              <a:gd name="connsiteY245" fmla="*/ 72976 h 1052294"/>
              <a:gd name="connsiteX246" fmla="*/ 290150 w 1051199"/>
              <a:gd name="connsiteY246" fmla="*/ 61226 h 1052294"/>
              <a:gd name="connsiteX247" fmla="*/ 292107 w 1051199"/>
              <a:gd name="connsiteY247" fmla="*/ 61226 h 1052294"/>
              <a:gd name="connsiteX248" fmla="*/ 289221 w 1051199"/>
              <a:gd name="connsiteY248" fmla="*/ 62989 h 1052294"/>
              <a:gd name="connsiteX249" fmla="*/ 293570 w 1051199"/>
              <a:gd name="connsiteY249" fmla="*/ 54920 h 1052294"/>
              <a:gd name="connsiteX250" fmla="*/ 290150 w 1051199"/>
              <a:gd name="connsiteY250" fmla="*/ 61226 h 1052294"/>
              <a:gd name="connsiteX251" fmla="*/ 293570 w 1051199"/>
              <a:gd name="connsiteY251" fmla="*/ 54920 h 1052294"/>
              <a:gd name="connsiteX252" fmla="*/ 546349 w 1051199"/>
              <a:gd name="connsiteY252" fmla="*/ 37658 h 1052294"/>
              <a:gd name="connsiteX253" fmla="*/ 544598 w 1051199"/>
              <a:gd name="connsiteY253" fmla="*/ 41391 h 1052294"/>
              <a:gd name="connsiteX254" fmla="*/ 539154 w 1051199"/>
              <a:gd name="connsiteY254" fmla="*/ 42704 h 1052294"/>
              <a:gd name="connsiteX255" fmla="*/ 512290 w 1051199"/>
              <a:gd name="connsiteY255" fmla="*/ 27193 h 1052294"/>
              <a:gd name="connsiteX256" fmla="*/ 524013 w 1051199"/>
              <a:gd name="connsiteY256" fmla="*/ 33333 h 1052294"/>
              <a:gd name="connsiteX257" fmla="*/ 505328 w 1051199"/>
              <a:gd name="connsiteY257" fmla="*/ 32951 h 1052294"/>
              <a:gd name="connsiteX258" fmla="*/ 578208 w 1051199"/>
              <a:gd name="connsiteY258" fmla="*/ 5977 h 1052294"/>
              <a:gd name="connsiteX259" fmla="*/ 579015 w 1051199"/>
              <a:gd name="connsiteY259" fmla="*/ 9040 h 1052294"/>
              <a:gd name="connsiteX260" fmla="*/ 582667 w 1051199"/>
              <a:gd name="connsiteY260" fmla="*/ 9287 h 1052294"/>
              <a:gd name="connsiteX261" fmla="*/ 590710 w 1051199"/>
              <a:gd name="connsiteY261" fmla="*/ 10040 h 1052294"/>
              <a:gd name="connsiteX262" fmla="*/ 602433 w 1051199"/>
              <a:gd name="connsiteY262" fmla="*/ 11134 h 1052294"/>
              <a:gd name="connsiteX263" fmla="*/ 595347 w 1051199"/>
              <a:gd name="connsiteY263" fmla="*/ 13568 h 1052294"/>
              <a:gd name="connsiteX264" fmla="*/ 633962 w 1051199"/>
              <a:gd name="connsiteY264" fmla="*/ 16017 h 1052294"/>
              <a:gd name="connsiteX265" fmla="*/ 668350 w 1051199"/>
              <a:gd name="connsiteY265" fmla="*/ 26878 h 1052294"/>
              <a:gd name="connsiteX266" fmla="*/ 665340 w 1051199"/>
              <a:gd name="connsiteY266" fmla="*/ 26905 h 1052294"/>
              <a:gd name="connsiteX267" fmla="*/ 678609 w 1051199"/>
              <a:gd name="connsiteY267" fmla="*/ 31201 h 1052294"/>
              <a:gd name="connsiteX268" fmla="*/ 690865 w 1051199"/>
              <a:gd name="connsiteY268" fmla="*/ 35823 h 1052294"/>
              <a:gd name="connsiteX269" fmla="*/ 718207 w 1051199"/>
              <a:gd name="connsiteY269" fmla="*/ 41446 h 1052294"/>
              <a:gd name="connsiteX270" fmla="*/ 725198 w 1051199"/>
              <a:gd name="connsiteY270" fmla="*/ 56738 h 1052294"/>
              <a:gd name="connsiteX271" fmla="*/ 761555 w 1051199"/>
              <a:gd name="connsiteY271" fmla="*/ 65069 h 1052294"/>
              <a:gd name="connsiteX272" fmla="*/ 721574 w 1051199"/>
              <a:gd name="connsiteY272" fmla="*/ 69308 h 1052294"/>
              <a:gd name="connsiteX273" fmla="*/ 719809 w 1051199"/>
              <a:gd name="connsiteY273" fmla="*/ 59365 h 1052294"/>
              <a:gd name="connsiteX274" fmla="*/ 698770 w 1051199"/>
              <a:gd name="connsiteY274" fmla="*/ 44565 h 1052294"/>
              <a:gd name="connsiteX275" fmla="*/ 670415 w 1051199"/>
              <a:gd name="connsiteY275" fmla="*/ 36221 h 1052294"/>
              <a:gd name="connsiteX276" fmla="*/ 658925 w 1051199"/>
              <a:gd name="connsiteY276" fmla="*/ 38204 h 1052294"/>
              <a:gd name="connsiteX277" fmla="*/ 642743 w 1051199"/>
              <a:gd name="connsiteY277" fmla="*/ 25606 h 1052294"/>
              <a:gd name="connsiteX278" fmla="*/ 617287 w 1051199"/>
              <a:gd name="connsiteY278" fmla="*/ 24402 h 1052294"/>
              <a:gd name="connsiteX279" fmla="*/ 597796 w 1051199"/>
              <a:gd name="connsiteY279" fmla="*/ 31186 h 1052294"/>
              <a:gd name="connsiteX280" fmla="*/ 587044 w 1051199"/>
              <a:gd name="connsiteY280" fmla="*/ 22746 h 1052294"/>
              <a:gd name="connsiteX281" fmla="*/ 562409 w 1051199"/>
              <a:gd name="connsiteY281" fmla="*/ 34004 h 1052294"/>
              <a:gd name="connsiteX282" fmla="*/ 576525 w 1051199"/>
              <a:gd name="connsiteY282" fmla="*/ 22583 h 1052294"/>
              <a:gd name="connsiteX283" fmla="*/ 544148 w 1051199"/>
              <a:gd name="connsiteY283" fmla="*/ 21639 h 1052294"/>
              <a:gd name="connsiteX284" fmla="*/ 578208 w 1051199"/>
              <a:gd name="connsiteY284" fmla="*/ 5977 h 1052294"/>
              <a:gd name="connsiteX285" fmla="*/ 527679 w 1051199"/>
              <a:gd name="connsiteY285" fmla="*/ 1806 h 1052294"/>
              <a:gd name="connsiteX286" fmla="*/ 544012 w 1051199"/>
              <a:gd name="connsiteY286" fmla="*/ 16674 h 1052294"/>
              <a:gd name="connsiteX287" fmla="*/ 505821 w 1051199"/>
              <a:gd name="connsiteY287" fmla="*/ 19219 h 1052294"/>
              <a:gd name="connsiteX288" fmla="*/ 524724 w 1051199"/>
              <a:gd name="connsiteY288" fmla="*/ 14650 h 1052294"/>
              <a:gd name="connsiteX289" fmla="*/ 496450 w 1051199"/>
              <a:gd name="connsiteY289" fmla="*/ 5322 h 1052294"/>
              <a:gd name="connsiteX290" fmla="*/ 494796 w 1051199"/>
              <a:gd name="connsiteY290" fmla="*/ 16045 h 1052294"/>
              <a:gd name="connsiteX291" fmla="*/ 438686 w 1051199"/>
              <a:gd name="connsiteY291" fmla="*/ 23131 h 1052294"/>
              <a:gd name="connsiteX292" fmla="*/ 411247 w 1051199"/>
              <a:gd name="connsiteY292" fmla="*/ 32296 h 1052294"/>
              <a:gd name="connsiteX293" fmla="*/ 381988 w 1051199"/>
              <a:gd name="connsiteY293" fmla="*/ 36002 h 1052294"/>
              <a:gd name="connsiteX294" fmla="*/ 380839 w 1051199"/>
              <a:gd name="connsiteY294" fmla="*/ 27262 h 1052294"/>
              <a:gd name="connsiteX295" fmla="*/ 334810 w 1051199"/>
              <a:gd name="connsiteY295" fmla="*/ 57450 h 1052294"/>
              <a:gd name="connsiteX296" fmla="*/ 332978 w 1051199"/>
              <a:gd name="connsiteY296" fmla="*/ 50980 h 1052294"/>
              <a:gd name="connsiteX297" fmla="*/ 312214 w 1051199"/>
              <a:gd name="connsiteY297" fmla="*/ 55837 h 1052294"/>
              <a:gd name="connsiteX298" fmla="*/ 240142 w 1051199"/>
              <a:gd name="connsiteY298" fmla="*/ 111057 h 1052294"/>
              <a:gd name="connsiteX299" fmla="*/ 270153 w 1051199"/>
              <a:gd name="connsiteY299" fmla="*/ 82113 h 1052294"/>
              <a:gd name="connsiteX300" fmla="*/ 241031 w 1051199"/>
              <a:gd name="connsiteY300" fmla="*/ 99827 h 1052294"/>
              <a:gd name="connsiteX301" fmla="*/ 219350 w 1051199"/>
              <a:gd name="connsiteY301" fmla="*/ 122109 h 1052294"/>
              <a:gd name="connsiteX302" fmla="*/ 221621 w 1051199"/>
              <a:gd name="connsiteY302" fmla="*/ 121836 h 1052294"/>
              <a:gd name="connsiteX303" fmla="*/ 198326 w 1051199"/>
              <a:gd name="connsiteY303" fmla="*/ 147250 h 1052294"/>
              <a:gd name="connsiteX304" fmla="*/ 183115 w 1051199"/>
              <a:gd name="connsiteY304" fmla="*/ 171735 h 1052294"/>
              <a:gd name="connsiteX305" fmla="*/ 192949 w 1051199"/>
              <a:gd name="connsiteY305" fmla="*/ 137744 h 1052294"/>
              <a:gd name="connsiteX306" fmla="*/ 172816 w 1051199"/>
              <a:gd name="connsiteY306" fmla="*/ 157413 h 1052294"/>
              <a:gd name="connsiteX307" fmla="*/ 168630 w 1051199"/>
              <a:gd name="connsiteY307" fmla="*/ 145773 h 1052294"/>
              <a:gd name="connsiteX308" fmla="*/ 155758 w 1051199"/>
              <a:gd name="connsiteY308" fmla="*/ 197848 h 1052294"/>
              <a:gd name="connsiteX309" fmla="*/ 111398 w 1051199"/>
              <a:gd name="connsiteY309" fmla="*/ 225534 h 1052294"/>
              <a:gd name="connsiteX310" fmla="*/ 110701 w 1051199"/>
              <a:gd name="connsiteY310" fmla="*/ 229391 h 1052294"/>
              <a:gd name="connsiteX311" fmla="*/ 109524 w 1051199"/>
              <a:gd name="connsiteY311" fmla="*/ 238007 h 1052294"/>
              <a:gd name="connsiteX312" fmla="*/ 108389 w 1051199"/>
              <a:gd name="connsiteY312" fmla="*/ 250675 h 1052294"/>
              <a:gd name="connsiteX313" fmla="*/ 104436 w 1051199"/>
              <a:gd name="connsiteY313" fmla="*/ 252849 h 1052294"/>
              <a:gd name="connsiteX314" fmla="*/ 107609 w 1051199"/>
              <a:gd name="connsiteY314" fmla="*/ 265297 h 1052294"/>
              <a:gd name="connsiteX315" fmla="*/ 96557 w 1051199"/>
              <a:gd name="connsiteY315" fmla="*/ 262916 h 1052294"/>
              <a:gd name="connsiteX316" fmla="*/ 79636 w 1051199"/>
              <a:gd name="connsiteY316" fmla="*/ 284693 h 1052294"/>
              <a:gd name="connsiteX317" fmla="*/ 71115 w 1051199"/>
              <a:gd name="connsiteY317" fmla="*/ 313473 h 1052294"/>
              <a:gd name="connsiteX318" fmla="*/ 73727 w 1051199"/>
              <a:gd name="connsiteY318" fmla="*/ 299000 h 1052294"/>
              <a:gd name="connsiteX319" fmla="*/ 49912 w 1051199"/>
              <a:gd name="connsiteY319" fmla="*/ 360418 h 1052294"/>
              <a:gd name="connsiteX320" fmla="*/ 41022 w 1051199"/>
              <a:gd name="connsiteY320" fmla="*/ 414366 h 1052294"/>
              <a:gd name="connsiteX321" fmla="*/ 43839 w 1051199"/>
              <a:gd name="connsiteY321" fmla="*/ 393534 h 1052294"/>
              <a:gd name="connsiteX322" fmla="*/ 54509 w 1051199"/>
              <a:gd name="connsiteY322" fmla="*/ 421097 h 1052294"/>
              <a:gd name="connsiteX323" fmla="*/ 31064 w 1051199"/>
              <a:gd name="connsiteY323" fmla="*/ 440356 h 1052294"/>
              <a:gd name="connsiteX324" fmla="*/ 26112 w 1051199"/>
              <a:gd name="connsiteY324" fmla="*/ 397226 h 1052294"/>
              <a:gd name="connsiteX325" fmla="*/ 23897 w 1051199"/>
              <a:gd name="connsiteY325" fmla="*/ 412711 h 1052294"/>
              <a:gd name="connsiteX326" fmla="*/ 23897 w 1051199"/>
              <a:gd name="connsiteY326" fmla="*/ 427963 h 1052294"/>
              <a:gd name="connsiteX327" fmla="*/ 24909 w 1051199"/>
              <a:gd name="connsiteY327" fmla="*/ 457248 h 1052294"/>
              <a:gd name="connsiteX328" fmla="*/ 25511 w 1051199"/>
              <a:gd name="connsiteY328" fmla="*/ 515520 h 1052294"/>
              <a:gd name="connsiteX329" fmla="*/ 32282 w 1051199"/>
              <a:gd name="connsiteY329" fmla="*/ 508447 h 1052294"/>
              <a:gd name="connsiteX330" fmla="*/ 31693 w 1051199"/>
              <a:gd name="connsiteY330" fmla="*/ 539991 h 1052294"/>
              <a:gd name="connsiteX331" fmla="*/ 30818 w 1051199"/>
              <a:gd name="connsiteY331" fmla="*/ 571151 h 1052294"/>
              <a:gd name="connsiteX332" fmla="*/ 50528 w 1051199"/>
              <a:gd name="connsiteY332" fmla="*/ 583817 h 1052294"/>
              <a:gd name="connsiteX333" fmla="*/ 42185 w 1051199"/>
              <a:gd name="connsiteY333" fmla="*/ 565419 h 1052294"/>
              <a:gd name="connsiteX334" fmla="*/ 54044 w 1051199"/>
              <a:gd name="connsiteY334" fmla="*/ 602994 h 1052294"/>
              <a:gd name="connsiteX335" fmla="*/ 61006 w 1051199"/>
              <a:gd name="connsiteY335" fmla="*/ 602420 h 1052294"/>
              <a:gd name="connsiteX336" fmla="*/ 66916 w 1051199"/>
              <a:gd name="connsiteY336" fmla="*/ 630010 h 1052294"/>
              <a:gd name="connsiteX337" fmla="*/ 56274 w 1051199"/>
              <a:gd name="connsiteY337" fmla="*/ 637219 h 1052294"/>
              <a:gd name="connsiteX338" fmla="*/ 51090 w 1051199"/>
              <a:gd name="connsiteY338" fmla="*/ 613581 h 1052294"/>
              <a:gd name="connsiteX339" fmla="*/ 44045 w 1051199"/>
              <a:gd name="connsiteY339" fmla="*/ 600600 h 1052294"/>
              <a:gd name="connsiteX340" fmla="*/ 31200 w 1051199"/>
              <a:gd name="connsiteY340" fmla="*/ 599642 h 1052294"/>
              <a:gd name="connsiteX341" fmla="*/ 37219 w 1051199"/>
              <a:gd name="connsiteY341" fmla="*/ 616906 h 1052294"/>
              <a:gd name="connsiteX342" fmla="*/ 47780 w 1051199"/>
              <a:gd name="connsiteY342" fmla="*/ 628970 h 1052294"/>
              <a:gd name="connsiteX343" fmla="*/ 45741 w 1051199"/>
              <a:gd name="connsiteY343" fmla="*/ 628628 h 1052294"/>
              <a:gd name="connsiteX344" fmla="*/ 58818 w 1051199"/>
              <a:gd name="connsiteY344" fmla="*/ 666230 h 1052294"/>
              <a:gd name="connsiteX345" fmla="*/ 55535 w 1051199"/>
              <a:gd name="connsiteY345" fmla="*/ 661717 h 1052294"/>
              <a:gd name="connsiteX346" fmla="*/ 53975 w 1051199"/>
              <a:gd name="connsiteY346" fmla="*/ 684833 h 1052294"/>
              <a:gd name="connsiteX347" fmla="*/ 73468 w 1051199"/>
              <a:gd name="connsiteY347" fmla="*/ 708989 h 1052294"/>
              <a:gd name="connsiteX348" fmla="*/ 72387 w 1051199"/>
              <a:gd name="connsiteY348" fmla="*/ 705338 h 1052294"/>
              <a:gd name="connsiteX349" fmla="*/ 85956 w 1051199"/>
              <a:gd name="connsiteY349" fmla="*/ 717362 h 1052294"/>
              <a:gd name="connsiteX350" fmla="*/ 83508 w 1051199"/>
              <a:gd name="connsiteY350" fmla="*/ 696283 h 1052294"/>
              <a:gd name="connsiteX351" fmla="*/ 83509 w 1051199"/>
              <a:gd name="connsiteY351" fmla="*/ 696284 h 1052294"/>
              <a:gd name="connsiteX352" fmla="*/ 93591 w 1051199"/>
              <a:gd name="connsiteY352" fmla="*/ 706955 h 1052294"/>
              <a:gd name="connsiteX353" fmla="*/ 98637 w 1051199"/>
              <a:gd name="connsiteY353" fmla="*/ 723353 h 1052294"/>
              <a:gd name="connsiteX354" fmla="*/ 85149 w 1051199"/>
              <a:gd name="connsiteY354" fmla="*/ 709044 h 1052294"/>
              <a:gd name="connsiteX355" fmla="*/ 85765 w 1051199"/>
              <a:gd name="connsiteY355" fmla="*/ 746702 h 1052294"/>
              <a:gd name="connsiteX356" fmla="*/ 117116 w 1051199"/>
              <a:gd name="connsiteY356" fmla="*/ 780133 h 1052294"/>
              <a:gd name="connsiteX357" fmla="*/ 94260 w 1051199"/>
              <a:gd name="connsiteY357" fmla="*/ 785330 h 1052294"/>
              <a:gd name="connsiteX358" fmla="*/ 108662 w 1051199"/>
              <a:gd name="connsiteY358" fmla="*/ 803591 h 1052294"/>
              <a:gd name="connsiteX359" fmla="*/ 125064 w 1051199"/>
              <a:gd name="connsiteY359" fmla="*/ 821059 h 1052294"/>
              <a:gd name="connsiteX360" fmla="*/ 139480 w 1051199"/>
              <a:gd name="connsiteY360" fmla="*/ 839115 h 1052294"/>
              <a:gd name="connsiteX361" fmla="*/ 150656 w 1051199"/>
              <a:gd name="connsiteY361" fmla="*/ 857704 h 1052294"/>
              <a:gd name="connsiteX362" fmla="*/ 178355 w 1051199"/>
              <a:gd name="connsiteY362" fmla="*/ 879589 h 1052294"/>
              <a:gd name="connsiteX363" fmla="*/ 203360 w 1051199"/>
              <a:gd name="connsiteY363" fmla="*/ 890478 h 1052294"/>
              <a:gd name="connsiteX364" fmla="*/ 179696 w 1051199"/>
              <a:gd name="connsiteY364" fmla="*/ 868263 h 1052294"/>
              <a:gd name="connsiteX365" fmla="*/ 187876 w 1051199"/>
              <a:gd name="connsiteY365" fmla="*/ 862422 h 1052294"/>
              <a:gd name="connsiteX366" fmla="*/ 158097 w 1051199"/>
              <a:gd name="connsiteY366" fmla="*/ 844203 h 1052294"/>
              <a:gd name="connsiteX367" fmla="*/ 145102 w 1051199"/>
              <a:gd name="connsiteY367" fmla="*/ 829307 h 1052294"/>
              <a:gd name="connsiteX368" fmla="*/ 133284 w 1051199"/>
              <a:gd name="connsiteY368" fmla="*/ 812154 h 1052294"/>
              <a:gd name="connsiteX369" fmla="*/ 151272 w 1051199"/>
              <a:gd name="connsiteY369" fmla="*/ 824355 h 1052294"/>
              <a:gd name="connsiteX370" fmla="*/ 127908 w 1051199"/>
              <a:gd name="connsiteY370" fmla="*/ 790541 h 1052294"/>
              <a:gd name="connsiteX371" fmla="*/ 137374 w 1051199"/>
              <a:gd name="connsiteY371" fmla="*/ 808570 h 1052294"/>
              <a:gd name="connsiteX372" fmla="*/ 146251 w 1051199"/>
              <a:gd name="connsiteY372" fmla="*/ 804014 h 1052294"/>
              <a:gd name="connsiteX373" fmla="*/ 130233 w 1051199"/>
              <a:gd name="connsiteY373" fmla="*/ 782485 h 1052294"/>
              <a:gd name="connsiteX374" fmla="*/ 156333 w 1051199"/>
              <a:gd name="connsiteY374" fmla="*/ 810211 h 1052294"/>
              <a:gd name="connsiteX375" fmla="*/ 172049 w 1051199"/>
              <a:gd name="connsiteY375" fmla="*/ 826818 h 1052294"/>
              <a:gd name="connsiteX376" fmla="*/ 184031 w 1051199"/>
              <a:gd name="connsiteY376" fmla="*/ 834107 h 1052294"/>
              <a:gd name="connsiteX377" fmla="*/ 211416 w 1051199"/>
              <a:gd name="connsiteY377" fmla="*/ 875554 h 1052294"/>
              <a:gd name="connsiteX378" fmla="*/ 213988 w 1051199"/>
              <a:gd name="connsiteY378" fmla="*/ 874323 h 1052294"/>
              <a:gd name="connsiteX379" fmla="*/ 213981 w 1051199"/>
              <a:gd name="connsiteY379" fmla="*/ 874334 h 1052294"/>
              <a:gd name="connsiteX380" fmla="*/ 213577 w 1051199"/>
              <a:gd name="connsiteY380" fmla="*/ 874994 h 1052294"/>
              <a:gd name="connsiteX381" fmla="*/ 220539 w 1051199"/>
              <a:gd name="connsiteY381" fmla="*/ 885922 h 1052294"/>
              <a:gd name="connsiteX382" fmla="*/ 228310 w 1051199"/>
              <a:gd name="connsiteY382" fmla="*/ 896140 h 1052294"/>
              <a:gd name="connsiteX383" fmla="*/ 222755 w 1051199"/>
              <a:gd name="connsiteY383" fmla="*/ 893692 h 1052294"/>
              <a:gd name="connsiteX384" fmla="*/ 246460 w 1051199"/>
              <a:gd name="connsiteY384" fmla="*/ 919285 h 1052294"/>
              <a:gd name="connsiteX385" fmla="*/ 275993 w 1051199"/>
              <a:gd name="connsiteY385" fmla="*/ 934714 h 1052294"/>
              <a:gd name="connsiteX386" fmla="*/ 274954 w 1051199"/>
              <a:gd name="connsiteY386" fmla="*/ 948967 h 1052294"/>
              <a:gd name="connsiteX387" fmla="*/ 292530 w 1051199"/>
              <a:gd name="connsiteY387" fmla="*/ 954644 h 1052294"/>
              <a:gd name="connsiteX388" fmla="*/ 261904 w 1051199"/>
              <a:gd name="connsiteY388" fmla="*/ 947804 h 1052294"/>
              <a:gd name="connsiteX389" fmla="*/ 284200 w 1051199"/>
              <a:gd name="connsiteY389" fmla="*/ 963549 h 1052294"/>
              <a:gd name="connsiteX390" fmla="*/ 258826 w 1051199"/>
              <a:gd name="connsiteY390" fmla="*/ 963029 h 1052294"/>
              <a:gd name="connsiteX391" fmla="*/ 280014 w 1051199"/>
              <a:gd name="connsiteY391" fmla="*/ 976639 h 1052294"/>
              <a:gd name="connsiteX392" fmla="*/ 293433 w 1051199"/>
              <a:gd name="connsiteY392" fmla="*/ 976475 h 1052294"/>
              <a:gd name="connsiteX393" fmla="*/ 272572 w 1051199"/>
              <a:gd name="connsiteY393" fmla="*/ 980866 h 1052294"/>
              <a:gd name="connsiteX394" fmla="*/ 236065 w 1051199"/>
              <a:gd name="connsiteY394" fmla="*/ 958309 h 1052294"/>
              <a:gd name="connsiteX395" fmla="*/ 241358 w 1051199"/>
              <a:gd name="connsiteY395" fmla="*/ 958542 h 1052294"/>
              <a:gd name="connsiteX396" fmla="*/ 223604 w 1051199"/>
              <a:gd name="connsiteY396" fmla="*/ 947531 h 1052294"/>
              <a:gd name="connsiteX397" fmla="*/ 206683 w 1051199"/>
              <a:gd name="connsiteY397" fmla="*/ 936629 h 1052294"/>
              <a:gd name="connsiteX398" fmla="*/ 189161 w 1051199"/>
              <a:gd name="connsiteY398" fmla="*/ 923608 h 1052294"/>
              <a:gd name="connsiteX399" fmla="*/ 171529 w 1051199"/>
              <a:gd name="connsiteY399" fmla="*/ 904238 h 1052294"/>
              <a:gd name="connsiteX400" fmla="*/ 172979 w 1051199"/>
              <a:gd name="connsiteY400" fmla="*/ 890847 h 1052294"/>
              <a:gd name="connsiteX401" fmla="*/ 155389 w 1051199"/>
              <a:gd name="connsiteY401" fmla="*/ 887633 h 1052294"/>
              <a:gd name="connsiteX402" fmla="*/ 136635 w 1051199"/>
              <a:gd name="connsiteY402" fmla="*/ 864078 h 1052294"/>
              <a:gd name="connsiteX403" fmla="*/ 114831 w 1051199"/>
              <a:gd name="connsiteY403" fmla="*/ 841618 h 1052294"/>
              <a:gd name="connsiteX404" fmla="*/ 91482 w 1051199"/>
              <a:gd name="connsiteY404" fmla="*/ 800363 h 1052294"/>
              <a:gd name="connsiteX405" fmla="*/ 115119 w 1051199"/>
              <a:gd name="connsiteY405" fmla="*/ 821921 h 1052294"/>
              <a:gd name="connsiteX406" fmla="*/ 97979 w 1051199"/>
              <a:gd name="connsiteY406" fmla="*/ 801129 h 1052294"/>
              <a:gd name="connsiteX407" fmla="*/ 89430 w 1051199"/>
              <a:gd name="connsiteY407" fmla="*/ 785317 h 1052294"/>
              <a:gd name="connsiteX408" fmla="*/ 80485 w 1051199"/>
              <a:gd name="connsiteY408" fmla="*/ 769901 h 1052294"/>
              <a:gd name="connsiteX409" fmla="*/ 73659 w 1051199"/>
              <a:gd name="connsiteY409" fmla="*/ 760366 h 1052294"/>
              <a:gd name="connsiteX410" fmla="*/ 65056 w 1051199"/>
              <a:gd name="connsiteY410" fmla="*/ 747919 h 1052294"/>
              <a:gd name="connsiteX411" fmla="*/ 71362 w 1051199"/>
              <a:gd name="connsiteY411" fmla="*/ 735978 h 1052294"/>
              <a:gd name="connsiteX412" fmla="*/ 48409 w 1051199"/>
              <a:gd name="connsiteY412" fmla="*/ 713107 h 1052294"/>
              <a:gd name="connsiteX413" fmla="*/ 24553 w 1051199"/>
              <a:gd name="connsiteY413" fmla="*/ 669869 h 1052294"/>
              <a:gd name="connsiteX414" fmla="*/ 32542 w 1051199"/>
              <a:gd name="connsiteY414" fmla="*/ 654275 h 1052294"/>
              <a:gd name="connsiteX415" fmla="*/ 22815 w 1051199"/>
              <a:gd name="connsiteY415" fmla="*/ 650172 h 1052294"/>
              <a:gd name="connsiteX416" fmla="*/ 21859 w 1051199"/>
              <a:gd name="connsiteY416" fmla="*/ 623402 h 1052294"/>
              <a:gd name="connsiteX417" fmla="*/ 24102 w 1051199"/>
              <a:gd name="connsiteY417" fmla="*/ 619587 h 1052294"/>
              <a:gd name="connsiteX418" fmla="*/ 4732 w 1051199"/>
              <a:gd name="connsiteY418" fmla="*/ 565063 h 1052294"/>
              <a:gd name="connsiteX419" fmla="*/ 4556 w 1051199"/>
              <a:gd name="connsiteY419" fmla="*/ 525560 h 1052294"/>
              <a:gd name="connsiteX420" fmla="*/ 0 w 1051199"/>
              <a:gd name="connsiteY420" fmla="*/ 489666 h 1052294"/>
              <a:gd name="connsiteX421" fmla="*/ 6457 w 1051199"/>
              <a:gd name="connsiteY421" fmla="*/ 509405 h 1052294"/>
              <a:gd name="connsiteX422" fmla="*/ 16524 w 1051199"/>
              <a:gd name="connsiteY422" fmla="*/ 523987 h 1052294"/>
              <a:gd name="connsiteX423" fmla="*/ 14786 w 1051199"/>
              <a:gd name="connsiteY423" fmla="*/ 496083 h 1052294"/>
              <a:gd name="connsiteX424" fmla="*/ 7988 w 1051199"/>
              <a:gd name="connsiteY424" fmla="*/ 480570 h 1052294"/>
              <a:gd name="connsiteX425" fmla="*/ 11408 w 1051199"/>
              <a:gd name="connsiteY425" fmla="*/ 417554 h 1052294"/>
              <a:gd name="connsiteX426" fmla="*/ 30735 w 1051199"/>
              <a:gd name="connsiteY426" fmla="*/ 373823 h 1052294"/>
              <a:gd name="connsiteX427" fmla="*/ 31146 w 1051199"/>
              <a:gd name="connsiteY427" fmla="*/ 342157 h 1052294"/>
              <a:gd name="connsiteX428" fmla="*/ 48327 w 1051199"/>
              <a:gd name="connsiteY428" fmla="*/ 294187 h 1052294"/>
              <a:gd name="connsiteX429" fmla="*/ 70226 w 1051199"/>
              <a:gd name="connsiteY429" fmla="*/ 260660 h 1052294"/>
              <a:gd name="connsiteX430" fmla="*/ 68859 w 1051199"/>
              <a:gd name="connsiteY430" fmla="*/ 268922 h 1052294"/>
              <a:gd name="connsiteX431" fmla="*/ 68010 w 1051199"/>
              <a:gd name="connsiteY431" fmla="*/ 277362 h 1052294"/>
              <a:gd name="connsiteX432" fmla="*/ 179149 w 1051199"/>
              <a:gd name="connsiteY432" fmla="*/ 132437 h 1052294"/>
              <a:gd name="connsiteX433" fmla="*/ 187834 w 1051199"/>
              <a:gd name="connsiteY433" fmla="*/ 136800 h 1052294"/>
              <a:gd name="connsiteX434" fmla="*/ 187547 w 1051199"/>
              <a:gd name="connsiteY434" fmla="*/ 119497 h 1052294"/>
              <a:gd name="connsiteX435" fmla="*/ 203469 w 1051199"/>
              <a:gd name="connsiteY435" fmla="*/ 116132 h 1052294"/>
              <a:gd name="connsiteX436" fmla="*/ 226149 w 1051199"/>
              <a:gd name="connsiteY436" fmla="*/ 87421 h 1052294"/>
              <a:gd name="connsiteX437" fmla="*/ 236119 w 1051199"/>
              <a:gd name="connsiteY437" fmla="*/ 82427 h 1052294"/>
              <a:gd name="connsiteX438" fmla="*/ 249592 w 1051199"/>
              <a:gd name="connsiteY438" fmla="*/ 79132 h 1052294"/>
              <a:gd name="connsiteX439" fmla="*/ 277840 w 1051199"/>
              <a:gd name="connsiteY439" fmla="*/ 67107 h 1052294"/>
              <a:gd name="connsiteX440" fmla="*/ 275706 w 1051199"/>
              <a:gd name="connsiteY440" fmla="*/ 69310 h 1052294"/>
              <a:gd name="connsiteX441" fmla="*/ 283721 w 1051199"/>
              <a:gd name="connsiteY441" fmla="*/ 69050 h 1052294"/>
              <a:gd name="connsiteX442" fmla="*/ 298521 w 1051199"/>
              <a:gd name="connsiteY442" fmla="*/ 63455 h 1052294"/>
              <a:gd name="connsiteX443" fmla="*/ 292079 w 1051199"/>
              <a:gd name="connsiteY443" fmla="*/ 61212 h 1052294"/>
              <a:gd name="connsiteX444" fmla="*/ 347011 w 1051199"/>
              <a:gd name="connsiteY444" fmla="*/ 32679 h 1052294"/>
              <a:gd name="connsiteX445" fmla="*/ 376161 w 1051199"/>
              <a:gd name="connsiteY445" fmla="*/ 22543 h 1052294"/>
              <a:gd name="connsiteX446" fmla="*/ 406226 w 1051199"/>
              <a:gd name="connsiteY446" fmla="*/ 15908 h 1052294"/>
              <a:gd name="connsiteX447" fmla="*/ 466754 w 1051199"/>
              <a:gd name="connsiteY447" fmla="*/ 7085 h 1052294"/>
              <a:gd name="connsiteX448" fmla="*/ 497161 w 1051199"/>
              <a:gd name="connsiteY448" fmla="*/ 4720 h 1052294"/>
              <a:gd name="connsiteX449" fmla="*/ 527679 w 1051199"/>
              <a:gd name="connsiteY449" fmla="*/ 1806 h 1052294"/>
              <a:gd name="connsiteX450" fmla="*/ 531751 w 1051199"/>
              <a:gd name="connsiteY450" fmla="*/ 39 h 1052294"/>
              <a:gd name="connsiteX451" fmla="*/ 546555 w 1051199"/>
              <a:gd name="connsiteY451" fmla="*/ 1217 h 1052294"/>
              <a:gd name="connsiteX452" fmla="*/ 527719 w 1051199"/>
              <a:gd name="connsiteY452" fmla="*/ 1805 h 1052294"/>
              <a:gd name="connsiteX453" fmla="*/ 531751 w 1051199"/>
              <a:gd name="connsiteY453" fmla="*/ 39 h 1052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</a:cxnLst>
            <a:rect l="l" t="t" r="r" b="b"/>
            <a:pathLst>
              <a:path w="1051199" h="1052294">
                <a:moveTo>
                  <a:pt x="461460" y="1035840"/>
                </a:moveTo>
                <a:cubicBezTo>
                  <a:pt x="464701" y="1035649"/>
                  <a:pt x="471076" y="1035238"/>
                  <a:pt x="472745" y="1036674"/>
                </a:cubicBezTo>
                <a:lnTo>
                  <a:pt x="472020" y="1037481"/>
                </a:lnTo>
                <a:cubicBezTo>
                  <a:pt x="468682" y="1037152"/>
                  <a:pt x="465290" y="1036716"/>
                  <a:pt x="461460" y="1035840"/>
                </a:cubicBezTo>
                <a:close/>
                <a:moveTo>
                  <a:pt x="404231" y="1035554"/>
                </a:moveTo>
                <a:cubicBezTo>
                  <a:pt x="406147" y="1035515"/>
                  <a:pt x="408955" y="1035819"/>
                  <a:pt x="411164" y="1035758"/>
                </a:cubicBezTo>
                <a:cubicBezTo>
                  <a:pt x="408387" y="1036565"/>
                  <a:pt x="405611" y="1037235"/>
                  <a:pt x="402643" y="1037412"/>
                </a:cubicBezTo>
                <a:cubicBezTo>
                  <a:pt x="401288" y="1035976"/>
                  <a:pt x="402314" y="1035593"/>
                  <a:pt x="404231" y="1035554"/>
                </a:cubicBezTo>
                <a:close/>
                <a:moveTo>
                  <a:pt x="676373" y="1027929"/>
                </a:moveTo>
                <a:cubicBezTo>
                  <a:pt x="682144" y="1026795"/>
                  <a:pt x="688032" y="1026853"/>
                  <a:pt x="690426" y="1029767"/>
                </a:cubicBezTo>
                <a:cubicBezTo>
                  <a:pt x="681139" y="1029656"/>
                  <a:pt x="668923" y="1030245"/>
                  <a:pt x="663028" y="1033241"/>
                </a:cubicBezTo>
                <a:cubicBezTo>
                  <a:pt x="664950" y="1031388"/>
                  <a:pt x="670602" y="1029062"/>
                  <a:pt x="676373" y="1027929"/>
                </a:cubicBezTo>
                <a:close/>
                <a:moveTo>
                  <a:pt x="520292" y="978840"/>
                </a:moveTo>
                <a:cubicBezTo>
                  <a:pt x="509322" y="984025"/>
                  <a:pt x="514671" y="993997"/>
                  <a:pt x="492360" y="993366"/>
                </a:cubicBezTo>
                <a:cubicBezTo>
                  <a:pt x="481828" y="990630"/>
                  <a:pt x="492211" y="990316"/>
                  <a:pt x="499557" y="990508"/>
                </a:cubicBezTo>
                <a:cubicBezTo>
                  <a:pt x="486096" y="985270"/>
                  <a:pt x="502784" y="972794"/>
                  <a:pt x="520292" y="978840"/>
                </a:cubicBezTo>
                <a:close/>
                <a:moveTo>
                  <a:pt x="293460" y="975245"/>
                </a:moveTo>
                <a:lnTo>
                  <a:pt x="294951" y="975914"/>
                </a:lnTo>
                <a:lnTo>
                  <a:pt x="293433" y="976475"/>
                </a:lnTo>
                <a:cubicBezTo>
                  <a:pt x="293446" y="976079"/>
                  <a:pt x="293611" y="975765"/>
                  <a:pt x="293460" y="975245"/>
                </a:cubicBezTo>
                <a:close/>
                <a:moveTo>
                  <a:pt x="384561" y="970784"/>
                </a:moveTo>
                <a:cubicBezTo>
                  <a:pt x="395558" y="966736"/>
                  <a:pt x="392919" y="984737"/>
                  <a:pt x="403149" y="975886"/>
                </a:cubicBezTo>
                <a:cubicBezTo>
                  <a:pt x="407021" y="980565"/>
                  <a:pt x="396352" y="981850"/>
                  <a:pt x="387747" y="978609"/>
                </a:cubicBezTo>
                <a:cubicBezTo>
                  <a:pt x="385122" y="975681"/>
                  <a:pt x="379910" y="971742"/>
                  <a:pt x="384561" y="970784"/>
                </a:cubicBezTo>
                <a:close/>
                <a:moveTo>
                  <a:pt x="675819" y="970496"/>
                </a:moveTo>
                <a:cubicBezTo>
                  <a:pt x="675819" y="970496"/>
                  <a:pt x="673383" y="974012"/>
                  <a:pt x="670798" y="977308"/>
                </a:cubicBezTo>
                <a:cubicBezTo>
                  <a:pt x="668117" y="980440"/>
                  <a:pt x="665450" y="983573"/>
                  <a:pt x="665450" y="983573"/>
                </a:cubicBezTo>
                <a:lnTo>
                  <a:pt x="669444" y="971002"/>
                </a:lnTo>
                <a:close/>
                <a:moveTo>
                  <a:pt x="304621" y="922976"/>
                </a:moveTo>
                <a:cubicBezTo>
                  <a:pt x="319326" y="932660"/>
                  <a:pt x="352387" y="948145"/>
                  <a:pt x="366584" y="943918"/>
                </a:cubicBezTo>
                <a:cubicBezTo>
                  <a:pt x="392957" y="956146"/>
                  <a:pt x="362412" y="949608"/>
                  <a:pt x="370730" y="958266"/>
                </a:cubicBezTo>
                <a:cubicBezTo>
                  <a:pt x="366078" y="949034"/>
                  <a:pt x="354890" y="946885"/>
                  <a:pt x="342182" y="944177"/>
                </a:cubicBezTo>
                <a:cubicBezTo>
                  <a:pt x="329707" y="941086"/>
                  <a:pt x="315085" y="938651"/>
                  <a:pt x="304115" y="932345"/>
                </a:cubicBezTo>
                <a:cubicBezTo>
                  <a:pt x="304115" y="932345"/>
                  <a:pt x="304210" y="930047"/>
                  <a:pt x="304306" y="927735"/>
                </a:cubicBezTo>
                <a:cubicBezTo>
                  <a:pt x="304457" y="925356"/>
                  <a:pt x="304621" y="922976"/>
                  <a:pt x="304621" y="922976"/>
                </a:cubicBezTo>
                <a:close/>
                <a:moveTo>
                  <a:pt x="800976" y="891749"/>
                </a:moveTo>
                <a:lnTo>
                  <a:pt x="791783" y="907520"/>
                </a:lnTo>
                <a:lnTo>
                  <a:pt x="781580" y="906740"/>
                </a:lnTo>
                <a:cubicBezTo>
                  <a:pt x="781580" y="906740"/>
                  <a:pt x="782853" y="905893"/>
                  <a:pt x="784754" y="904606"/>
                </a:cubicBezTo>
                <a:cubicBezTo>
                  <a:pt x="786683" y="903363"/>
                  <a:pt x="789226" y="901652"/>
                  <a:pt x="791524" y="899587"/>
                </a:cubicBezTo>
                <a:cubicBezTo>
                  <a:pt x="796244" y="895661"/>
                  <a:pt x="800976" y="891749"/>
                  <a:pt x="800976" y="891749"/>
                </a:cubicBezTo>
                <a:close/>
                <a:moveTo>
                  <a:pt x="830385" y="880232"/>
                </a:moveTo>
                <a:cubicBezTo>
                  <a:pt x="830385" y="880232"/>
                  <a:pt x="829427" y="881245"/>
                  <a:pt x="827759" y="882461"/>
                </a:cubicBezTo>
                <a:cubicBezTo>
                  <a:pt x="826131" y="883733"/>
                  <a:pt x="823970" y="885429"/>
                  <a:pt x="821795" y="887125"/>
                </a:cubicBezTo>
                <a:cubicBezTo>
                  <a:pt x="817445" y="890519"/>
                  <a:pt x="813109" y="893924"/>
                  <a:pt x="813109" y="893924"/>
                </a:cubicBezTo>
                <a:cubicBezTo>
                  <a:pt x="818922" y="889383"/>
                  <a:pt x="812644" y="887291"/>
                  <a:pt x="822478" y="882721"/>
                </a:cubicBezTo>
                <a:cubicBezTo>
                  <a:pt x="822478" y="882721"/>
                  <a:pt x="830521" y="880423"/>
                  <a:pt x="830385" y="880232"/>
                </a:cubicBezTo>
                <a:close/>
                <a:moveTo>
                  <a:pt x="230909" y="872243"/>
                </a:moveTo>
                <a:cubicBezTo>
                  <a:pt x="240292" y="888056"/>
                  <a:pt x="225123" y="876511"/>
                  <a:pt x="217832" y="873283"/>
                </a:cubicBezTo>
                <a:cubicBezTo>
                  <a:pt x="224849" y="872531"/>
                  <a:pt x="230279" y="877359"/>
                  <a:pt x="230909" y="872243"/>
                </a:cubicBezTo>
                <a:close/>
                <a:moveTo>
                  <a:pt x="862311" y="849864"/>
                </a:moveTo>
                <a:lnTo>
                  <a:pt x="845049" y="869629"/>
                </a:lnTo>
                <a:lnTo>
                  <a:pt x="856607" y="852751"/>
                </a:lnTo>
                <a:cubicBezTo>
                  <a:pt x="858619" y="852531"/>
                  <a:pt x="860711" y="852244"/>
                  <a:pt x="862311" y="849864"/>
                </a:cubicBezTo>
                <a:close/>
                <a:moveTo>
                  <a:pt x="159479" y="785193"/>
                </a:moveTo>
                <a:cubicBezTo>
                  <a:pt x="170450" y="784291"/>
                  <a:pt x="168234" y="804303"/>
                  <a:pt x="176892" y="801458"/>
                </a:cubicBezTo>
                <a:cubicBezTo>
                  <a:pt x="176536" y="801718"/>
                  <a:pt x="184334" y="814015"/>
                  <a:pt x="184334" y="814015"/>
                </a:cubicBezTo>
                <a:cubicBezTo>
                  <a:pt x="184334" y="814015"/>
                  <a:pt x="182665" y="812332"/>
                  <a:pt x="180147" y="809787"/>
                </a:cubicBezTo>
                <a:cubicBezTo>
                  <a:pt x="177508" y="807353"/>
                  <a:pt x="174347" y="803810"/>
                  <a:pt x="171475" y="800008"/>
                </a:cubicBezTo>
                <a:cubicBezTo>
                  <a:pt x="165484" y="792593"/>
                  <a:pt x="159479" y="785193"/>
                  <a:pt x="159479" y="785193"/>
                </a:cubicBezTo>
                <a:close/>
                <a:moveTo>
                  <a:pt x="139357" y="752364"/>
                </a:moveTo>
                <a:cubicBezTo>
                  <a:pt x="139357" y="752364"/>
                  <a:pt x="143338" y="756331"/>
                  <a:pt x="147319" y="760297"/>
                </a:cubicBezTo>
                <a:cubicBezTo>
                  <a:pt x="149302" y="762267"/>
                  <a:pt x="151272" y="764223"/>
                  <a:pt x="152749" y="765701"/>
                </a:cubicBezTo>
                <a:cubicBezTo>
                  <a:pt x="154172" y="767192"/>
                  <a:pt x="155308" y="768066"/>
                  <a:pt x="155308" y="768066"/>
                </a:cubicBezTo>
                <a:cubicBezTo>
                  <a:pt x="148440" y="776766"/>
                  <a:pt x="135842" y="766412"/>
                  <a:pt x="124489" y="753540"/>
                </a:cubicBezTo>
                <a:cubicBezTo>
                  <a:pt x="132888" y="758492"/>
                  <a:pt x="137306" y="760502"/>
                  <a:pt x="144939" y="762280"/>
                </a:cubicBezTo>
                <a:close/>
                <a:moveTo>
                  <a:pt x="116677" y="744157"/>
                </a:moveTo>
                <a:cubicBezTo>
                  <a:pt x="119085" y="747248"/>
                  <a:pt x="121752" y="750421"/>
                  <a:pt x="124488" y="753526"/>
                </a:cubicBezTo>
                <a:cubicBezTo>
                  <a:pt x="123503" y="752939"/>
                  <a:pt x="122697" y="752459"/>
                  <a:pt x="121547" y="751776"/>
                </a:cubicBezTo>
                <a:cubicBezTo>
                  <a:pt x="116882" y="748972"/>
                  <a:pt x="116513" y="746331"/>
                  <a:pt x="116677" y="744157"/>
                </a:cubicBezTo>
                <a:close/>
                <a:moveTo>
                  <a:pt x="111891" y="737249"/>
                </a:moveTo>
                <a:cubicBezTo>
                  <a:pt x="117704" y="739042"/>
                  <a:pt x="116910" y="741161"/>
                  <a:pt x="116692" y="744157"/>
                </a:cubicBezTo>
                <a:cubicBezTo>
                  <a:pt x="114790" y="741804"/>
                  <a:pt x="113080" y="739492"/>
                  <a:pt x="111891" y="737249"/>
                </a:cubicBezTo>
                <a:close/>
                <a:moveTo>
                  <a:pt x="73248" y="637518"/>
                </a:moveTo>
                <a:lnTo>
                  <a:pt x="90757" y="648830"/>
                </a:lnTo>
                <a:cubicBezTo>
                  <a:pt x="89635" y="640158"/>
                  <a:pt x="92289" y="645151"/>
                  <a:pt x="95667" y="648201"/>
                </a:cubicBezTo>
                <a:cubicBezTo>
                  <a:pt x="90005" y="650663"/>
                  <a:pt x="74684" y="662085"/>
                  <a:pt x="73248" y="637518"/>
                </a:cubicBezTo>
                <a:close/>
                <a:moveTo>
                  <a:pt x="1027235" y="540468"/>
                </a:moveTo>
                <a:cubicBezTo>
                  <a:pt x="1036536" y="550439"/>
                  <a:pt x="1041542" y="560260"/>
                  <a:pt x="1042500" y="573530"/>
                </a:cubicBezTo>
                <a:cubicBezTo>
                  <a:pt x="1042842" y="586743"/>
                  <a:pt x="1041870" y="603801"/>
                  <a:pt x="1037945" y="628490"/>
                </a:cubicBezTo>
                <a:cubicBezTo>
                  <a:pt x="1037945" y="628490"/>
                  <a:pt x="1036194" y="635753"/>
                  <a:pt x="1033116" y="648474"/>
                </a:cubicBezTo>
                <a:cubicBezTo>
                  <a:pt x="1031557" y="654834"/>
                  <a:pt x="1029669" y="662549"/>
                  <a:pt x="1027495" y="671414"/>
                </a:cubicBezTo>
                <a:cubicBezTo>
                  <a:pt x="1024499" y="680030"/>
                  <a:pt x="1021106" y="689743"/>
                  <a:pt x="1017399" y="700344"/>
                </a:cubicBezTo>
                <a:cubicBezTo>
                  <a:pt x="1002326" y="742487"/>
                  <a:pt x="975994" y="797339"/>
                  <a:pt x="938105" y="844284"/>
                </a:cubicBezTo>
                <a:cubicBezTo>
                  <a:pt x="901172" y="891926"/>
                  <a:pt x="854858" y="931389"/>
                  <a:pt x="817568" y="957009"/>
                </a:cubicBezTo>
                <a:cubicBezTo>
                  <a:pt x="807967" y="963027"/>
                  <a:pt x="799158" y="968541"/>
                  <a:pt x="791362" y="973438"/>
                </a:cubicBezTo>
                <a:cubicBezTo>
                  <a:pt x="787448" y="975872"/>
                  <a:pt x="783784" y="978157"/>
                  <a:pt x="780404" y="980263"/>
                </a:cubicBezTo>
                <a:cubicBezTo>
                  <a:pt x="776849" y="982068"/>
                  <a:pt x="773593" y="983723"/>
                  <a:pt x="770638" y="985215"/>
                </a:cubicBezTo>
                <a:cubicBezTo>
                  <a:pt x="758793" y="991137"/>
                  <a:pt x="752022" y="994516"/>
                  <a:pt x="752022" y="994516"/>
                </a:cubicBezTo>
                <a:cubicBezTo>
                  <a:pt x="752022" y="994516"/>
                  <a:pt x="747412" y="996130"/>
                  <a:pt x="738903" y="999084"/>
                </a:cubicBezTo>
                <a:cubicBezTo>
                  <a:pt x="730587" y="1002464"/>
                  <a:pt x="717634" y="1005308"/>
                  <a:pt x="702081" y="1010643"/>
                </a:cubicBezTo>
                <a:cubicBezTo>
                  <a:pt x="670825" y="1021216"/>
                  <a:pt x="626165" y="1032802"/>
                  <a:pt x="572012" y="1044634"/>
                </a:cubicBezTo>
                <a:cubicBezTo>
                  <a:pt x="552424" y="1047698"/>
                  <a:pt x="530018" y="1053703"/>
                  <a:pt x="505014" y="1051994"/>
                </a:cubicBezTo>
                <a:cubicBezTo>
                  <a:pt x="505014" y="1051994"/>
                  <a:pt x="512277" y="1047302"/>
                  <a:pt x="519526" y="1042596"/>
                </a:cubicBezTo>
                <a:cubicBezTo>
                  <a:pt x="526654" y="1038137"/>
                  <a:pt x="533492" y="1032624"/>
                  <a:pt x="533492" y="1032624"/>
                </a:cubicBezTo>
                <a:cubicBezTo>
                  <a:pt x="572463" y="1031762"/>
                  <a:pt x="513850" y="1042596"/>
                  <a:pt x="540441" y="1045030"/>
                </a:cubicBezTo>
                <a:cubicBezTo>
                  <a:pt x="567867" y="1044963"/>
                  <a:pt x="566553" y="1040873"/>
                  <a:pt x="564474" y="1036045"/>
                </a:cubicBezTo>
                <a:cubicBezTo>
                  <a:pt x="562369" y="1031064"/>
                  <a:pt x="559782" y="1025853"/>
                  <a:pt x="582955" y="1022037"/>
                </a:cubicBezTo>
                <a:cubicBezTo>
                  <a:pt x="584458" y="1027987"/>
                  <a:pt x="592351" y="1026647"/>
                  <a:pt x="603172" y="1024144"/>
                </a:cubicBezTo>
                <a:cubicBezTo>
                  <a:pt x="611310" y="1017769"/>
                  <a:pt x="630556" y="1011887"/>
                  <a:pt x="626561" y="1005130"/>
                </a:cubicBezTo>
                <a:cubicBezTo>
                  <a:pt x="618272" y="1009220"/>
                  <a:pt x="608314" y="1011245"/>
                  <a:pt x="597973" y="1012380"/>
                </a:cubicBezTo>
                <a:cubicBezTo>
                  <a:pt x="587619" y="1013597"/>
                  <a:pt x="576895" y="1013994"/>
                  <a:pt x="566581" y="1013241"/>
                </a:cubicBezTo>
                <a:cubicBezTo>
                  <a:pt x="545995" y="1012285"/>
                  <a:pt x="527843" y="1014473"/>
                  <a:pt x="516736" y="1026565"/>
                </a:cubicBezTo>
                <a:cubicBezTo>
                  <a:pt x="523671" y="1031668"/>
                  <a:pt x="517365" y="1037466"/>
                  <a:pt x="506122" y="1041051"/>
                </a:cubicBezTo>
                <a:cubicBezTo>
                  <a:pt x="494947" y="1044401"/>
                  <a:pt x="478792" y="1046495"/>
                  <a:pt x="468095" y="1041680"/>
                </a:cubicBezTo>
                <a:lnTo>
                  <a:pt x="472021" y="1037521"/>
                </a:lnTo>
                <a:cubicBezTo>
                  <a:pt x="501758" y="1038273"/>
                  <a:pt x="512468" y="1021408"/>
                  <a:pt x="517967" y="1010671"/>
                </a:cubicBezTo>
                <a:cubicBezTo>
                  <a:pt x="517967" y="1010671"/>
                  <a:pt x="505971" y="1009248"/>
                  <a:pt x="493989" y="1007839"/>
                </a:cubicBezTo>
                <a:cubicBezTo>
                  <a:pt x="488039" y="1007128"/>
                  <a:pt x="482075" y="1006430"/>
                  <a:pt x="477602" y="1005896"/>
                </a:cubicBezTo>
                <a:cubicBezTo>
                  <a:pt x="473197" y="1004925"/>
                  <a:pt x="470256" y="1004282"/>
                  <a:pt x="470256" y="1004282"/>
                </a:cubicBezTo>
                <a:cubicBezTo>
                  <a:pt x="496643" y="1019042"/>
                  <a:pt x="454062" y="1019725"/>
                  <a:pt x="434214" y="1026702"/>
                </a:cubicBezTo>
                <a:lnTo>
                  <a:pt x="443980" y="1027687"/>
                </a:lnTo>
                <a:cubicBezTo>
                  <a:pt x="431067" y="1027290"/>
                  <a:pt x="422368" y="1032419"/>
                  <a:pt x="414092" y="1034894"/>
                </a:cubicBezTo>
                <a:cubicBezTo>
                  <a:pt x="414598" y="1034280"/>
                  <a:pt x="414489" y="1033336"/>
                  <a:pt x="412902" y="1031680"/>
                </a:cubicBezTo>
                <a:cubicBezTo>
                  <a:pt x="402574" y="1028959"/>
                  <a:pt x="393547" y="1029341"/>
                  <a:pt x="384231" y="1029096"/>
                </a:cubicBezTo>
                <a:cubicBezTo>
                  <a:pt x="379581" y="1028972"/>
                  <a:pt x="374875" y="1028699"/>
                  <a:pt x="369951" y="1027796"/>
                </a:cubicBezTo>
                <a:cubicBezTo>
                  <a:pt x="365081" y="1026729"/>
                  <a:pt x="360157" y="1024553"/>
                  <a:pt x="354878" y="1021517"/>
                </a:cubicBezTo>
                <a:lnTo>
                  <a:pt x="354111" y="1016729"/>
                </a:lnTo>
                <a:cubicBezTo>
                  <a:pt x="341200" y="1014692"/>
                  <a:pt x="322802" y="1006457"/>
                  <a:pt x="313719" y="1008742"/>
                </a:cubicBezTo>
                <a:cubicBezTo>
                  <a:pt x="321653" y="1004296"/>
                  <a:pt x="282190" y="988320"/>
                  <a:pt x="299999" y="986336"/>
                </a:cubicBezTo>
                <a:cubicBezTo>
                  <a:pt x="304677" y="987471"/>
                  <a:pt x="313883" y="991670"/>
                  <a:pt x="322364" y="994680"/>
                </a:cubicBezTo>
                <a:cubicBezTo>
                  <a:pt x="330968" y="997401"/>
                  <a:pt x="339106" y="998181"/>
                  <a:pt x="340707" y="994653"/>
                </a:cubicBezTo>
                <a:cubicBezTo>
                  <a:pt x="340707" y="994653"/>
                  <a:pt x="337780" y="993682"/>
                  <a:pt x="333374" y="992231"/>
                </a:cubicBezTo>
                <a:cubicBezTo>
                  <a:pt x="328888" y="990959"/>
                  <a:pt x="323239" y="988483"/>
                  <a:pt x="317603" y="985939"/>
                </a:cubicBezTo>
                <a:cubicBezTo>
                  <a:pt x="306277" y="980932"/>
                  <a:pt x="294952" y="975926"/>
                  <a:pt x="294952" y="975926"/>
                </a:cubicBezTo>
                <a:cubicBezTo>
                  <a:pt x="303979" y="971823"/>
                  <a:pt x="309931" y="962589"/>
                  <a:pt x="328464" y="967665"/>
                </a:cubicBezTo>
                <a:lnTo>
                  <a:pt x="312515" y="957720"/>
                </a:lnTo>
                <a:cubicBezTo>
                  <a:pt x="347614" y="978006"/>
                  <a:pt x="327152" y="949650"/>
                  <a:pt x="363372" y="971344"/>
                </a:cubicBezTo>
                <a:cubicBezTo>
                  <a:pt x="355465" y="979620"/>
                  <a:pt x="356478" y="981274"/>
                  <a:pt x="357052" y="993777"/>
                </a:cubicBezTo>
                <a:cubicBezTo>
                  <a:pt x="377598" y="994393"/>
                  <a:pt x="403354" y="992244"/>
                  <a:pt x="426157" y="991028"/>
                </a:cubicBezTo>
                <a:cubicBezTo>
                  <a:pt x="449383" y="988060"/>
                  <a:pt x="470216" y="984270"/>
                  <a:pt x="482895" y="979660"/>
                </a:cubicBezTo>
                <a:cubicBezTo>
                  <a:pt x="464225" y="986473"/>
                  <a:pt x="483484" y="995364"/>
                  <a:pt x="458206" y="995883"/>
                </a:cubicBezTo>
                <a:cubicBezTo>
                  <a:pt x="468669" y="996678"/>
                  <a:pt x="479805" y="999181"/>
                  <a:pt x="492949" y="1000055"/>
                </a:cubicBezTo>
                <a:cubicBezTo>
                  <a:pt x="499515" y="1000712"/>
                  <a:pt x="506504" y="1001424"/>
                  <a:pt x="514015" y="1002176"/>
                </a:cubicBezTo>
                <a:cubicBezTo>
                  <a:pt x="521551" y="1002929"/>
                  <a:pt x="529635" y="1003625"/>
                  <a:pt x="538349" y="1002805"/>
                </a:cubicBezTo>
                <a:cubicBezTo>
                  <a:pt x="540550" y="997429"/>
                  <a:pt x="549374" y="993722"/>
                  <a:pt x="559960" y="990659"/>
                </a:cubicBezTo>
                <a:cubicBezTo>
                  <a:pt x="565254" y="989112"/>
                  <a:pt x="571027" y="987785"/>
                  <a:pt x="576649" y="986377"/>
                </a:cubicBezTo>
                <a:cubicBezTo>
                  <a:pt x="582215" y="984435"/>
                  <a:pt x="587659" y="982534"/>
                  <a:pt x="592393" y="980605"/>
                </a:cubicBezTo>
                <a:cubicBezTo>
                  <a:pt x="591339" y="987525"/>
                  <a:pt x="573995" y="991506"/>
                  <a:pt x="575295" y="997060"/>
                </a:cubicBezTo>
                <a:cubicBezTo>
                  <a:pt x="593405" y="992751"/>
                  <a:pt x="604252" y="995514"/>
                  <a:pt x="613061" y="997101"/>
                </a:cubicBezTo>
                <a:cubicBezTo>
                  <a:pt x="621802" y="998674"/>
                  <a:pt x="628422" y="998728"/>
                  <a:pt x="636028" y="986760"/>
                </a:cubicBezTo>
                <a:cubicBezTo>
                  <a:pt x="638954" y="990385"/>
                  <a:pt x="645069" y="997552"/>
                  <a:pt x="629324" y="1003885"/>
                </a:cubicBezTo>
                <a:cubicBezTo>
                  <a:pt x="647503" y="1003243"/>
                  <a:pt x="661620" y="982123"/>
                  <a:pt x="670538" y="994885"/>
                </a:cubicBezTo>
                <a:cubicBezTo>
                  <a:pt x="694639" y="984517"/>
                  <a:pt x="690960" y="975775"/>
                  <a:pt x="689113" y="968212"/>
                </a:cubicBezTo>
                <a:cubicBezTo>
                  <a:pt x="687076" y="960155"/>
                  <a:pt x="686692" y="952973"/>
                  <a:pt x="713051" y="941647"/>
                </a:cubicBezTo>
                <a:cubicBezTo>
                  <a:pt x="722818" y="943563"/>
                  <a:pt x="701151" y="964805"/>
                  <a:pt x="723283" y="952892"/>
                </a:cubicBezTo>
                <a:lnTo>
                  <a:pt x="722011" y="943152"/>
                </a:lnTo>
                <a:cubicBezTo>
                  <a:pt x="725786" y="948596"/>
                  <a:pt x="746700" y="933700"/>
                  <a:pt x="758942" y="927094"/>
                </a:cubicBezTo>
                <a:cubicBezTo>
                  <a:pt x="750928" y="933413"/>
                  <a:pt x="719139" y="953986"/>
                  <a:pt x="717469" y="963411"/>
                </a:cubicBezTo>
                <a:cubicBezTo>
                  <a:pt x="734950" y="950170"/>
                  <a:pt x="749163" y="945820"/>
                  <a:pt x="762567" y="940006"/>
                </a:cubicBezTo>
                <a:cubicBezTo>
                  <a:pt x="775453" y="933482"/>
                  <a:pt x="788735" y="927559"/>
                  <a:pt x="801852" y="912130"/>
                </a:cubicBezTo>
                <a:cubicBezTo>
                  <a:pt x="794097" y="923428"/>
                  <a:pt x="793085" y="936232"/>
                  <a:pt x="790540" y="945410"/>
                </a:cubicBezTo>
                <a:lnTo>
                  <a:pt x="799458" y="936819"/>
                </a:lnTo>
                <a:cubicBezTo>
                  <a:pt x="818526" y="944328"/>
                  <a:pt x="743404" y="977528"/>
                  <a:pt x="786792" y="965941"/>
                </a:cubicBezTo>
                <a:cubicBezTo>
                  <a:pt x="805013" y="950292"/>
                  <a:pt x="812495" y="947242"/>
                  <a:pt x="833232" y="929555"/>
                </a:cubicBezTo>
                <a:lnTo>
                  <a:pt x="835406" y="936395"/>
                </a:lnTo>
                <a:cubicBezTo>
                  <a:pt x="859262" y="911870"/>
                  <a:pt x="847676" y="886004"/>
                  <a:pt x="887384" y="861122"/>
                </a:cubicBezTo>
                <a:cubicBezTo>
                  <a:pt x="874800" y="870956"/>
                  <a:pt x="876086" y="856416"/>
                  <a:pt x="872092" y="857319"/>
                </a:cubicBezTo>
                <a:lnTo>
                  <a:pt x="879999" y="855678"/>
                </a:lnTo>
                <a:cubicBezTo>
                  <a:pt x="880970" y="841507"/>
                  <a:pt x="888890" y="839824"/>
                  <a:pt x="880148" y="830290"/>
                </a:cubicBezTo>
                <a:cubicBezTo>
                  <a:pt x="906289" y="802249"/>
                  <a:pt x="923756" y="775193"/>
                  <a:pt x="940348" y="747987"/>
                </a:cubicBezTo>
                <a:cubicBezTo>
                  <a:pt x="948843" y="734458"/>
                  <a:pt x="955094" y="719739"/>
                  <a:pt x="963328" y="705132"/>
                </a:cubicBezTo>
                <a:cubicBezTo>
                  <a:pt x="970592" y="690071"/>
                  <a:pt x="977020" y="673766"/>
                  <a:pt x="984899" y="656216"/>
                </a:cubicBezTo>
                <a:cubicBezTo>
                  <a:pt x="986923" y="668295"/>
                  <a:pt x="977418" y="704912"/>
                  <a:pt x="992163" y="686583"/>
                </a:cubicBezTo>
                <a:cubicBezTo>
                  <a:pt x="990589" y="680756"/>
                  <a:pt x="990356" y="673397"/>
                  <a:pt x="991178" y="665326"/>
                </a:cubicBezTo>
                <a:cubicBezTo>
                  <a:pt x="992272" y="657338"/>
                  <a:pt x="992559" y="648036"/>
                  <a:pt x="994624" y="639049"/>
                </a:cubicBezTo>
                <a:cubicBezTo>
                  <a:pt x="996444" y="629980"/>
                  <a:pt x="999193" y="620926"/>
                  <a:pt x="1002381" y="612526"/>
                </a:cubicBezTo>
                <a:cubicBezTo>
                  <a:pt x="1004802" y="603977"/>
                  <a:pt x="1007947" y="596126"/>
                  <a:pt x="1011709" y="589779"/>
                </a:cubicBezTo>
                <a:cubicBezTo>
                  <a:pt x="1010739" y="597275"/>
                  <a:pt x="1012611" y="601912"/>
                  <a:pt x="1015881" y="605113"/>
                </a:cubicBezTo>
                <a:lnTo>
                  <a:pt x="1017099" y="600545"/>
                </a:lnTo>
                <a:cubicBezTo>
                  <a:pt x="1019711" y="594526"/>
                  <a:pt x="1012366" y="618819"/>
                  <a:pt x="1019670" y="617738"/>
                </a:cubicBezTo>
                <a:cubicBezTo>
                  <a:pt x="1024361" y="593076"/>
                  <a:pt x="1022940" y="574418"/>
                  <a:pt x="1016319" y="568687"/>
                </a:cubicBezTo>
                <a:cubicBezTo>
                  <a:pt x="1018835" y="573884"/>
                  <a:pt x="1021434" y="569385"/>
                  <a:pt x="1022611" y="562189"/>
                </a:cubicBezTo>
                <a:cubicBezTo>
                  <a:pt x="1023897" y="555008"/>
                  <a:pt x="1024950" y="545311"/>
                  <a:pt x="1027235" y="540468"/>
                </a:cubicBezTo>
                <a:close/>
                <a:moveTo>
                  <a:pt x="1051199" y="515505"/>
                </a:moveTo>
                <a:cubicBezTo>
                  <a:pt x="1049216" y="522180"/>
                  <a:pt x="1052826" y="544435"/>
                  <a:pt x="1045658" y="538662"/>
                </a:cubicBezTo>
                <a:cubicBezTo>
                  <a:pt x="1039202" y="528266"/>
                  <a:pt x="1049392" y="514273"/>
                  <a:pt x="1051199" y="515505"/>
                </a:cubicBezTo>
                <a:close/>
                <a:moveTo>
                  <a:pt x="998112" y="493032"/>
                </a:moveTo>
                <a:lnTo>
                  <a:pt x="1002530" y="515506"/>
                </a:lnTo>
                <a:cubicBezTo>
                  <a:pt x="1000492" y="519268"/>
                  <a:pt x="996867" y="504003"/>
                  <a:pt x="993995" y="500623"/>
                </a:cubicBezTo>
                <a:close/>
                <a:moveTo>
                  <a:pt x="48135" y="483758"/>
                </a:moveTo>
                <a:cubicBezTo>
                  <a:pt x="47191" y="500582"/>
                  <a:pt x="53333" y="515753"/>
                  <a:pt x="49735" y="532632"/>
                </a:cubicBezTo>
                <a:cubicBezTo>
                  <a:pt x="44346" y="519199"/>
                  <a:pt x="43319" y="498599"/>
                  <a:pt x="48135" y="483758"/>
                </a:cubicBezTo>
                <a:close/>
                <a:moveTo>
                  <a:pt x="986143" y="420015"/>
                </a:moveTo>
                <a:cubicBezTo>
                  <a:pt x="986143" y="420015"/>
                  <a:pt x="989904" y="422956"/>
                  <a:pt x="993543" y="426019"/>
                </a:cubicBezTo>
                <a:cubicBezTo>
                  <a:pt x="997208" y="429138"/>
                  <a:pt x="1000874" y="432243"/>
                  <a:pt x="1000874" y="432243"/>
                </a:cubicBezTo>
                <a:lnTo>
                  <a:pt x="1000696" y="454867"/>
                </a:lnTo>
                <a:cubicBezTo>
                  <a:pt x="996826" y="431300"/>
                  <a:pt x="990055" y="443090"/>
                  <a:pt x="986143" y="420015"/>
                </a:cubicBezTo>
                <a:close/>
                <a:moveTo>
                  <a:pt x="986375" y="382863"/>
                </a:moveTo>
                <a:lnTo>
                  <a:pt x="995444" y="391781"/>
                </a:lnTo>
                <a:cubicBezTo>
                  <a:pt x="994213" y="393190"/>
                  <a:pt x="994802" y="400467"/>
                  <a:pt x="991710" y="401384"/>
                </a:cubicBezTo>
                <a:lnTo>
                  <a:pt x="992736" y="412560"/>
                </a:lnTo>
                <a:lnTo>
                  <a:pt x="979044" y="386324"/>
                </a:lnTo>
                <a:lnTo>
                  <a:pt x="990055" y="392260"/>
                </a:lnTo>
                <a:cubicBezTo>
                  <a:pt x="990656" y="390113"/>
                  <a:pt x="987784" y="385230"/>
                  <a:pt x="986375" y="382863"/>
                </a:cubicBezTo>
                <a:close/>
                <a:moveTo>
                  <a:pt x="963450" y="307194"/>
                </a:moveTo>
                <a:cubicBezTo>
                  <a:pt x="967553" y="307016"/>
                  <a:pt x="977375" y="315756"/>
                  <a:pt x="977894" y="309068"/>
                </a:cubicBezTo>
                <a:cubicBezTo>
                  <a:pt x="979331" y="317999"/>
                  <a:pt x="973354" y="313554"/>
                  <a:pt x="978798" y="324592"/>
                </a:cubicBezTo>
                <a:lnTo>
                  <a:pt x="984967" y="324730"/>
                </a:lnTo>
                <a:cubicBezTo>
                  <a:pt x="990684" y="347683"/>
                  <a:pt x="989070" y="360322"/>
                  <a:pt x="982915" y="368420"/>
                </a:cubicBezTo>
                <a:cubicBezTo>
                  <a:pt x="984515" y="357559"/>
                  <a:pt x="968442" y="318902"/>
                  <a:pt x="985760" y="345152"/>
                </a:cubicBezTo>
                <a:cubicBezTo>
                  <a:pt x="984364" y="334975"/>
                  <a:pt x="980357" y="330803"/>
                  <a:pt x="976213" y="326494"/>
                </a:cubicBezTo>
                <a:cubicBezTo>
                  <a:pt x="971603" y="322336"/>
                  <a:pt x="966706" y="318110"/>
                  <a:pt x="963450" y="307194"/>
                </a:cubicBezTo>
                <a:close/>
                <a:moveTo>
                  <a:pt x="120878" y="228022"/>
                </a:moveTo>
                <a:cubicBezTo>
                  <a:pt x="124229" y="233548"/>
                  <a:pt x="130972" y="236448"/>
                  <a:pt x="119386" y="247049"/>
                </a:cubicBezTo>
                <a:cubicBezTo>
                  <a:pt x="122327" y="239485"/>
                  <a:pt x="119099" y="239458"/>
                  <a:pt x="116747" y="238883"/>
                </a:cubicBezTo>
                <a:cubicBezTo>
                  <a:pt x="114407" y="238336"/>
                  <a:pt x="112917" y="237158"/>
                  <a:pt x="120878" y="228022"/>
                </a:cubicBezTo>
                <a:close/>
                <a:moveTo>
                  <a:pt x="900799" y="204587"/>
                </a:moveTo>
                <a:cubicBezTo>
                  <a:pt x="901449" y="203616"/>
                  <a:pt x="903333" y="204385"/>
                  <a:pt x="906015" y="205602"/>
                </a:cubicBezTo>
                <a:cubicBezTo>
                  <a:pt x="910966" y="208352"/>
                  <a:pt x="918352" y="213509"/>
                  <a:pt x="923276" y="211211"/>
                </a:cubicBezTo>
                <a:lnTo>
                  <a:pt x="934534" y="234108"/>
                </a:lnTo>
                <a:cubicBezTo>
                  <a:pt x="931962" y="230101"/>
                  <a:pt x="929349" y="226052"/>
                  <a:pt x="927312" y="226504"/>
                </a:cubicBezTo>
                <a:cubicBezTo>
                  <a:pt x="937967" y="242329"/>
                  <a:pt x="939499" y="248731"/>
                  <a:pt x="941879" y="255419"/>
                </a:cubicBezTo>
                <a:cubicBezTo>
                  <a:pt x="943917" y="262287"/>
                  <a:pt x="946818" y="269590"/>
                  <a:pt x="954518" y="289917"/>
                </a:cubicBezTo>
                <a:cubicBezTo>
                  <a:pt x="944806" y="283927"/>
                  <a:pt x="944246" y="277908"/>
                  <a:pt x="944259" y="268880"/>
                </a:cubicBezTo>
                <a:cubicBezTo>
                  <a:pt x="937940" y="262997"/>
                  <a:pt x="933850" y="263626"/>
                  <a:pt x="927599" y="255721"/>
                </a:cubicBezTo>
                <a:cubicBezTo>
                  <a:pt x="931442" y="254065"/>
                  <a:pt x="930376" y="246597"/>
                  <a:pt x="926983" y="239868"/>
                </a:cubicBezTo>
                <a:cubicBezTo>
                  <a:pt x="923865" y="232973"/>
                  <a:pt x="919897" y="225888"/>
                  <a:pt x="920609" y="223398"/>
                </a:cubicBezTo>
                <a:lnTo>
                  <a:pt x="902992" y="214014"/>
                </a:lnTo>
                <a:cubicBezTo>
                  <a:pt x="900735" y="208269"/>
                  <a:pt x="900149" y="205558"/>
                  <a:pt x="900799" y="204587"/>
                </a:cubicBezTo>
                <a:close/>
                <a:moveTo>
                  <a:pt x="874896" y="162242"/>
                </a:moveTo>
                <a:cubicBezTo>
                  <a:pt x="874896" y="162242"/>
                  <a:pt x="877317" y="163569"/>
                  <a:pt x="880435" y="166113"/>
                </a:cubicBezTo>
                <a:cubicBezTo>
                  <a:pt x="883596" y="168643"/>
                  <a:pt x="887808" y="172009"/>
                  <a:pt x="892021" y="175374"/>
                </a:cubicBezTo>
                <a:cubicBezTo>
                  <a:pt x="900530" y="182200"/>
                  <a:pt x="909037" y="189025"/>
                  <a:pt x="909037" y="189025"/>
                </a:cubicBezTo>
                <a:cubicBezTo>
                  <a:pt x="911445" y="200023"/>
                  <a:pt x="897794" y="196985"/>
                  <a:pt x="884211" y="182856"/>
                </a:cubicBezTo>
                <a:cubicBezTo>
                  <a:pt x="894415" y="181871"/>
                  <a:pt x="883938" y="170791"/>
                  <a:pt x="874896" y="162242"/>
                </a:cubicBezTo>
                <a:close/>
                <a:moveTo>
                  <a:pt x="842012" y="134953"/>
                </a:moveTo>
                <a:cubicBezTo>
                  <a:pt x="857920" y="137429"/>
                  <a:pt x="861285" y="153665"/>
                  <a:pt x="863871" y="162078"/>
                </a:cubicBezTo>
                <a:cubicBezTo>
                  <a:pt x="843201" y="151777"/>
                  <a:pt x="859794" y="149261"/>
                  <a:pt x="842012" y="134953"/>
                </a:cubicBezTo>
                <a:close/>
                <a:moveTo>
                  <a:pt x="801523" y="114121"/>
                </a:moveTo>
                <a:lnTo>
                  <a:pt x="818512" y="122341"/>
                </a:lnTo>
                <a:lnTo>
                  <a:pt x="812206" y="123408"/>
                </a:lnTo>
                <a:close/>
                <a:moveTo>
                  <a:pt x="717072" y="73482"/>
                </a:moveTo>
                <a:lnTo>
                  <a:pt x="725430" y="74903"/>
                </a:lnTo>
                <a:lnTo>
                  <a:pt x="720888" y="79021"/>
                </a:lnTo>
                <a:close/>
                <a:moveTo>
                  <a:pt x="751666" y="72976"/>
                </a:moveTo>
                <a:cubicBezTo>
                  <a:pt x="762896" y="72414"/>
                  <a:pt x="770720" y="74014"/>
                  <a:pt x="776479" y="77242"/>
                </a:cubicBezTo>
                <a:cubicBezTo>
                  <a:pt x="782374" y="80265"/>
                  <a:pt x="786602" y="84260"/>
                  <a:pt x="790910" y="88719"/>
                </a:cubicBezTo>
                <a:cubicBezTo>
                  <a:pt x="795218" y="93193"/>
                  <a:pt x="799610" y="98130"/>
                  <a:pt x="805928" y="103109"/>
                </a:cubicBezTo>
                <a:cubicBezTo>
                  <a:pt x="811838" y="108731"/>
                  <a:pt x="819580" y="114531"/>
                  <a:pt x="831248" y="120384"/>
                </a:cubicBezTo>
                <a:cubicBezTo>
                  <a:pt x="820059" y="116240"/>
                  <a:pt x="805286" y="111576"/>
                  <a:pt x="797530" y="106173"/>
                </a:cubicBezTo>
                <a:cubicBezTo>
                  <a:pt x="772225" y="99320"/>
                  <a:pt x="779871" y="107390"/>
                  <a:pt x="752610" y="89348"/>
                </a:cubicBezTo>
                <a:cubicBezTo>
                  <a:pt x="765632" y="90101"/>
                  <a:pt x="783235" y="110769"/>
                  <a:pt x="783099" y="97159"/>
                </a:cubicBezTo>
                <a:cubicBezTo>
                  <a:pt x="783099" y="97159"/>
                  <a:pt x="775453" y="90839"/>
                  <a:pt x="767806" y="84520"/>
                </a:cubicBezTo>
                <a:cubicBezTo>
                  <a:pt x="764045" y="81183"/>
                  <a:pt x="759901" y="78529"/>
                  <a:pt x="756809" y="76450"/>
                </a:cubicBezTo>
                <a:cubicBezTo>
                  <a:pt x="753731" y="74370"/>
                  <a:pt x="751666" y="72976"/>
                  <a:pt x="751666" y="72976"/>
                </a:cubicBezTo>
                <a:close/>
                <a:moveTo>
                  <a:pt x="290150" y="61226"/>
                </a:moveTo>
                <a:cubicBezTo>
                  <a:pt x="290753" y="61226"/>
                  <a:pt x="291395" y="61226"/>
                  <a:pt x="292107" y="61226"/>
                </a:cubicBezTo>
                <a:lnTo>
                  <a:pt x="289221" y="62989"/>
                </a:lnTo>
                <a:close/>
                <a:moveTo>
                  <a:pt x="293570" y="54920"/>
                </a:moveTo>
                <a:lnTo>
                  <a:pt x="290150" y="61226"/>
                </a:lnTo>
                <a:cubicBezTo>
                  <a:pt x="287251" y="61184"/>
                  <a:pt x="286184" y="60295"/>
                  <a:pt x="293570" y="54920"/>
                </a:cubicBezTo>
                <a:close/>
                <a:moveTo>
                  <a:pt x="546349" y="37658"/>
                </a:moveTo>
                <a:cubicBezTo>
                  <a:pt x="550959" y="38218"/>
                  <a:pt x="549139" y="41966"/>
                  <a:pt x="544598" y="41391"/>
                </a:cubicBezTo>
                <a:lnTo>
                  <a:pt x="539154" y="42704"/>
                </a:lnTo>
                <a:close/>
                <a:moveTo>
                  <a:pt x="512290" y="27193"/>
                </a:moveTo>
                <a:lnTo>
                  <a:pt x="524013" y="33333"/>
                </a:lnTo>
                <a:lnTo>
                  <a:pt x="505328" y="32951"/>
                </a:lnTo>
                <a:close/>
                <a:moveTo>
                  <a:pt x="578208" y="5977"/>
                </a:moveTo>
                <a:lnTo>
                  <a:pt x="579015" y="9040"/>
                </a:lnTo>
                <a:cubicBezTo>
                  <a:pt x="579015" y="9040"/>
                  <a:pt x="580478" y="9040"/>
                  <a:pt x="582667" y="9287"/>
                </a:cubicBezTo>
                <a:cubicBezTo>
                  <a:pt x="584870" y="9493"/>
                  <a:pt x="587783" y="9766"/>
                  <a:pt x="590710" y="10040"/>
                </a:cubicBezTo>
                <a:cubicBezTo>
                  <a:pt x="596578" y="10587"/>
                  <a:pt x="602433" y="11134"/>
                  <a:pt x="602433" y="11134"/>
                </a:cubicBezTo>
                <a:cubicBezTo>
                  <a:pt x="596441" y="11818"/>
                  <a:pt x="598356" y="13241"/>
                  <a:pt x="595347" y="13568"/>
                </a:cubicBezTo>
                <a:cubicBezTo>
                  <a:pt x="608560" y="18671"/>
                  <a:pt x="621474" y="16331"/>
                  <a:pt x="633962" y="16017"/>
                </a:cubicBezTo>
                <a:cubicBezTo>
                  <a:pt x="646272" y="16222"/>
                  <a:pt x="658378" y="17371"/>
                  <a:pt x="668350" y="26878"/>
                </a:cubicBezTo>
                <a:lnTo>
                  <a:pt x="665340" y="26905"/>
                </a:lnTo>
                <a:cubicBezTo>
                  <a:pt x="670004" y="28410"/>
                  <a:pt x="674381" y="29832"/>
                  <a:pt x="678609" y="31201"/>
                </a:cubicBezTo>
                <a:cubicBezTo>
                  <a:pt x="682739" y="32910"/>
                  <a:pt x="686760" y="34469"/>
                  <a:pt x="690865" y="35823"/>
                </a:cubicBezTo>
                <a:cubicBezTo>
                  <a:pt x="699085" y="38546"/>
                  <a:pt x="707635" y="40475"/>
                  <a:pt x="718207" y="41446"/>
                </a:cubicBezTo>
                <a:cubicBezTo>
                  <a:pt x="718207" y="41446"/>
                  <a:pt x="725404" y="56451"/>
                  <a:pt x="725198" y="56738"/>
                </a:cubicBezTo>
                <a:lnTo>
                  <a:pt x="761555" y="65069"/>
                </a:lnTo>
                <a:cubicBezTo>
                  <a:pt x="745292" y="60336"/>
                  <a:pt x="724869" y="59939"/>
                  <a:pt x="721574" y="69308"/>
                </a:cubicBezTo>
                <a:cubicBezTo>
                  <a:pt x="724486" y="68187"/>
                  <a:pt x="723733" y="64262"/>
                  <a:pt x="719809" y="59365"/>
                </a:cubicBezTo>
                <a:cubicBezTo>
                  <a:pt x="715732" y="54837"/>
                  <a:pt x="708415" y="49407"/>
                  <a:pt x="698770" y="44565"/>
                </a:cubicBezTo>
                <a:cubicBezTo>
                  <a:pt x="692095" y="46726"/>
                  <a:pt x="680278" y="39653"/>
                  <a:pt x="670415" y="36221"/>
                </a:cubicBezTo>
                <a:cubicBezTo>
                  <a:pt x="660621" y="32568"/>
                  <a:pt x="653741" y="30284"/>
                  <a:pt x="658925" y="38204"/>
                </a:cubicBezTo>
                <a:cubicBezTo>
                  <a:pt x="630624" y="33936"/>
                  <a:pt x="657380" y="36645"/>
                  <a:pt x="642743" y="25606"/>
                </a:cubicBezTo>
                <a:cubicBezTo>
                  <a:pt x="630364" y="20681"/>
                  <a:pt x="623251" y="22036"/>
                  <a:pt x="617287" y="24402"/>
                </a:cubicBezTo>
                <a:cubicBezTo>
                  <a:pt x="611323" y="26700"/>
                  <a:pt x="606414" y="30119"/>
                  <a:pt x="597796" y="31186"/>
                </a:cubicBezTo>
                <a:cubicBezTo>
                  <a:pt x="597098" y="28027"/>
                  <a:pt x="602282" y="24155"/>
                  <a:pt x="587044" y="22746"/>
                </a:cubicBezTo>
                <a:cubicBezTo>
                  <a:pt x="580355" y="26167"/>
                  <a:pt x="576375" y="30490"/>
                  <a:pt x="562409" y="34004"/>
                </a:cubicBezTo>
                <a:cubicBezTo>
                  <a:pt x="567223" y="31282"/>
                  <a:pt x="571218" y="25975"/>
                  <a:pt x="576525" y="22583"/>
                </a:cubicBezTo>
                <a:cubicBezTo>
                  <a:pt x="556636" y="12269"/>
                  <a:pt x="566950" y="31324"/>
                  <a:pt x="544148" y="21639"/>
                </a:cubicBezTo>
                <a:cubicBezTo>
                  <a:pt x="554421" y="15977"/>
                  <a:pt x="578755" y="13965"/>
                  <a:pt x="578208" y="5977"/>
                </a:cubicBezTo>
                <a:close/>
                <a:moveTo>
                  <a:pt x="527679" y="1806"/>
                </a:moveTo>
                <a:cubicBezTo>
                  <a:pt x="527774" y="5362"/>
                  <a:pt x="544025" y="13447"/>
                  <a:pt x="544012" y="16674"/>
                </a:cubicBezTo>
                <a:cubicBezTo>
                  <a:pt x="524382" y="9070"/>
                  <a:pt x="521783" y="27549"/>
                  <a:pt x="505821" y="19219"/>
                </a:cubicBezTo>
                <a:lnTo>
                  <a:pt x="524724" y="14650"/>
                </a:lnTo>
                <a:cubicBezTo>
                  <a:pt x="521606" y="10670"/>
                  <a:pt x="504917" y="9384"/>
                  <a:pt x="496450" y="5322"/>
                </a:cubicBezTo>
                <a:lnTo>
                  <a:pt x="494796" y="16045"/>
                </a:lnTo>
                <a:cubicBezTo>
                  <a:pt x="475646" y="10451"/>
                  <a:pt x="457001" y="17577"/>
                  <a:pt x="438686" y="23131"/>
                </a:cubicBezTo>
                <a:cubicBezTo>
                  <a:pt x="429426" y="25675"/>
                  <a:pt x="420479" y="29518"/>
                  <a:pt x="411247" y="32296"/>
                </a:cubicBezTo>
                <a:cubicBezTo>
                  <a:pt x="401986" y="34990"/>
                  <a:pt x="392424" y="36549"/>
                  <a:pt x="381988" y="36002"/>
                </a:cubicBezTo>
                <a:lnTo>
                  <a:pt x="380839" y="27262"/>
                </a:lnTo>
                <a:cubicBezTo>
                  <a:pt x="345111" y="35620"/>
                  <a:pt x="374287" y="45249"/>
                  <a:pt x="334810" y="57450"/>
                </a:cubicBezTo>
                <a:cubicBezTo>
                  <a:pt x="341841" y="52349"/>
                  <a:pt x="339093" y="50857"/>
                  <a:pt x="332978" y="50980"/>
                </a:cubicBezTo>
                <a:cubicBezTo>
                  <a:pt x="326987" y="51391"/>
                  <a:pt x="317958" y="54127"/>
                  <a:pt x="312214" y="55837"/>
                </a:cubicBezTo>
                <a:cubicBezTo>
                  <a:pt x="300286" y="73181"/>
                  <a:pt x="258634" y="102015"/>
                  <a:pt x="240142" y="111057"/>
                </a:cubicBezTo>
                <a:cubicBezTo>
                  <a:pt x="249169" y="100825"/>
                  <a:pt x="266692" y="90895"/>
                  <a:pt x="270153" y="82113"/>
                </a:cubicBezTo>
                <a:cubicBezTo>
                  <a:pt x="262847" y="87790"/>
                  <a:pt x="251003" y="92823"/>
                  <a:pt x="241031" y="99827"/>
                </a:cubicBezTo>
                <a:cubicBezTo>
                  <a:pt x="231140" y="106912"/>
                  <a:pt x="222181" y="114463"/>
                  <a:pt x="219350" y="122109"/>
                </a:cubicBezTo>
                <a:lnTo>
                  <a:pt x="221621" y="121836"/>
                </a:lnTo>
                <a:cubicBezTo>
                  <a:pt x="211485" y="134215"/>
                  <a:pt x="204714" y="141177"/>
                  <a:pt x="198326" y="147250"/>
                </a:cubicBezTo>
                <a:cubicBezTo>
                  <a:pt x="192115" y="153433"/>
                  <a:pt x="186822" y="159369"/>
                  <a:pt x="183115" y="171735"/>
                </a:cubicBezTo>
                <a:cubicBezTo>
                  <a:pt x="172665" y="163679"/>
                  <a:pt x="192949" y="152791"/>
                  <a:pt x="192949" y="137744"/>
                </a:cubicBezTo>
                <a:lnTo>
                  <a:pt x="172816" y="157413"/>
                </a:lnTo>
                <a:cubicBezTo>
                  <a:pt x="171324" y="153625"/>
                  <a:pt x="185604" y="137293"/>
                  <a:pt x="168630" y="145773"/>
                </a:cubicBezTo>
                <a:cubicBezTo>
                  <a:pt x="148549" y="171270"/>
                  <a:pt x="183088" y="165415"/>
                  <a:pt x="155758" y="197848"/>
                </a:cubicBezTo>
                <a:cubicBezTo>
                  <a:pt x="142558" y="197137"/>
                  <a:pt x="125583" y="212524"/>
                  <a:pt x="111398" y="225534"/>
                </a:cubicBezTo>
                <a:cubicBezTo>
                  <a:pt x="111398" y="225534"/>
                  <a:pt x="111111" y="227079"/>
                  <a:pt x="110701" y="229391"/>
                </a:cubicBezTo>
                <a:cubicBezTo>
                  <a:pt x="110249" y="231674"/>
                  <a:pt x="109743" y="234766"/>
                  <a:pt x="109524" y="238007"/>
                </a:cubicBezTo>
                <a:cubicBezTo>
                  <a:pt x="108949" y="244342"/>
                  <a:pt x="108389" y="250675"/>
                  <a:pt x="108389" y="250675"/>
                </a:cubicBezTo>
                <a:lnTo>
                  <a:pt x="104436" y="252849"/>
                </a:lnTo>
                <a:cubicBezTo>
                  <a:pt x="101276" y="264094"/>
                  <a:pt x="120577" y="248732"/>
                  <a:pt x="107609" y="265297"/>
                </a:cubicBezTo>
                <a:cubicBezTo>
                  <a:pt x="106379" y="257719"/>
                  <a:pt x="102069" y="258293"/>
                  <a:pt x="96557" y="262916"/>
                </a:cubicBezTo>
                <a:cubicBezTo>
                  <a:pt x="91099" y="267553"/>
                  <a:pt x="84110" y="275980"/>
                  <a:pt x="79636" y="284693"/>
                </a:cubicBezTo>
                <a:cubicBezTo>
                  <a:pt x="77435" y="296470"/>
                  <a:pt x="86654" y="300054"/>
                  <a:pt x="71115" y="313473"/>
                </a:cubicBezTo>
                <a:cubicBezTo>
                  <a:pt x="72127" y="307742"/>
                  <a:pt x="78816" y="297989"/>
                  <a:pt x="73727" y="299000"/>
                </a:cubicBezTo>
                <a:cubicBezTo>
                  <a:pt x="68215" y="319642"/>
                  <a:pt x="58983" y="340679"/>
                  <a:pt x="49912" y="360418"/>
                </a:cubicBezTo>
                <a:cubicBezTo>
                  <a:pt x="41898" y="380361"/>
                  <a:pt x="36877" y="399813"/>
                  <a:pt x="41022" y="414366"/>
                </a:cubicBezTo>
                <a:lnTo>
                  <a:pt x="43839" y="393534"/>
                </a:lnTo>
                <a:cubicBezTo>
                  <a:pt x="45782" y="403561"/>
                  <a:pt x="66123" y="393930"/>
                  <a:pt x="54509" y="421097"/>
                </a:cubicBezTo>
                <a:cubicBezTo>
                  <a:pt x="46138" y="431492"/>
                  <a:pt x="39573" y="402411"/>
                  <a:pt x="31064" y="440356"/>
                </a:cubicBezTo>
                <a:cubicBezTo>
                  <a:pt x="39422" y="416007"/>
                  <a:pt x="26098" y="412315"/>
                  <a:pt x="26112" y="397226"/>
                </a:cubicBezTo>
                <a:cubicBezTo>
                  <a:pt x="25196" y="402479"/>
                  <a:pt x="24335" y="407609"/>
                  <a:pt x="23897" y="412711"/>
                </a:cubicBezTo>
                <a:cubicBezTo>
                  <a:pt x="23773" y="417868"/>
                  <a:pt x="23800" y="422956"/>
                  <a:pt x="23897" y="427963"/>
                </a:cubicBezTo>
                <a:cubicBezTo>
                  <a:pt x="24238" y="437880"/>
                  <a:pt x="24580" y="447592"/>
                  <a:pt x="24909" y="457248"/>
                </a:cubicBezTo>
                <a:cubicBezTo>
                  <a:pt x="26098" y="476453"/>
                  <a:pt x="28725" y="495165"/>
                  <a:pt x="25511" y="515520"/>
                </a:cubicBezTo>
                <a:lnTo>
                  <a:pt x="32282" y="508447"/>
                </a:lnTo>
                <a:cubicBezTo>
                  <a:pt x="26263" y="513453"/>
                  <a:pt x="29313" y="526914"/>
                  <a:pt x="31693" y="539991"/>
                </a:cubicBezTo>
                <a:cubicBezTo>
                  <a:pt x="34347" y="553080"/>
                  <a:pt x="35865" y="565885"/>
                  <a:pt x="30818" y="571151"/>
                </a:cubicBezTo>
                <a:cubicBezTo>
                  <a:pt x="34087" y="562916"/>
                  <a:pt x="42910" y="586525"/>
                  <a:pt x="50528" y="583817"/>
                </a:cubicBezTo>
                <a:lnTo>
                  <a:pt x="42185" y="565419"/>
                </a:lnTo>
                <a:cubicBezTo>
                  <a:pt x="49134" y="565610"/>
                  <a:pt x="63674" y="600751"/>
                  <a:pt x="54044" y="602994"/>
                </a:cubicBezTo>
                <a:cubicBezTo>
                  <a:pt x="56151" y="601831"/>
                  <a:pt x="59105" y="604636"/>
                  <a:pt x="61006" y="602420"/>
                </a:cubicBezTo>
                <a:cubicBezTo>
                  <a:pt x="58667" y="613348"/>
                  <a:pt x="73016" y="623211"/>
                  <a:pt x="66916" y="630010"/>
                </a:cubicBezTo>
                <a:cubicBezTo>
                  <a:pt x="61568" y="611571"/>
                  <a:pt x="54318" y="621037"/>
                  <a:pt x="56274" y="637219"/>
                </a:cubicBezTo>
                <a:cubicBezTo>
                  <a:pt x="55316" y="629161"/>
                  <a:pt x="53470" y="620461"/>
                  <a:pt x="51090" y="613581"/>
                </a:cubicBezTo>
                <a:cubicBezTo>
                  <a:pt x="49434" y="606564"/>
                  <a:pt x="47055" y="601353"/>
                  <a:pt x="44045" y="600600"/>
                </a:cubicBezTo>
                <a:cubicBezTo>
                  <a:pt x="48409" y="618041"/>
                  <a:pt x="35250" y="600833"/>
                  <a:pt x="31200" y="599642"/>
                </a:cubicBezTo>
                <a:cubicBezTo>
                  <a:pt x="31433" y="608042"/>
                  <a:pt x="33991" y="612925"/>
                  <a:pt x="37219" y="616906"/>
                </a:cubicBezTo>
                <a:cubicBezTo>
                  <a:pt x="40816" y="620817"/>
                  <a:pt x="44866" y="623895"/>
                  <a:pt x="47780" y="628970"/>
                </a:cubicBezTo>
                <a:lnTo>
                  <a:pt x="45741" y="628628"/>
                </a:lnTo>
                <a:cubicBezTo>
                  <a:pt x="49667" y="637383"/>
                  <a:pt x="51842" y="652866"/>
                  <a:pt x="58818" y="666230"/>
                </a:cubicBezTo>
                <a:cubicBezTo>
                  <a:pt x="58818" y="666230"/>
                  <a:pt x="55384" y="661771"/>
                  <a:pt x="55535" y="661717"/>
                </a:cubicBezTo>
                <a:cubicBezTo>
                  <a:pt x="53742" y="667557"/>
                  <a:pt x="65643" y="694382"/>
                  <a:pt x="53975" y="684833"/>
                </a:cubicBezTo>
                <a:cubicBezTo>
                  <a:pt x="58188" y="705529"/>
                  <a:pt x="65096" y="705241"/>
                  <a:pt x="73468" y="708989"/>
                </a:cubicBezTo>
                <a:cubicBezTo>
                  <a:pt x="73372" y="709017"/>
                  <a:pt x="72387" y="705338"/>
                  <a:pt x="72387" y="705338"/>
                </a:cubicBezTo>
                <a:cubicBezTo>
                  <a:pt x="75041" y="710631"/>
                  <a:pt x="82441" y="720794"/>
                  <a:pt x="85956" y="717362"/>
                </a:cubicBezTo>
                <a:cubicBezTo>
                  <a:pt x="78569" y="703218"/>
                  <a:pt x="81934" y="701795"/>
                  <a:pt x="83508" y="696283"/>
                </a:cubicBezTo>
                <a:lnTo>
                  <a:pt x="83509" y="696284"/>
                </a:lnTo>
                <a:lnTo>
                  <a:pt x="93591" y="706955"/>
                </a:lnTo>
                <a:cubicBezTo>
                  <a:pt x="97604" y="709260"/>
                  <a:pt x="100778" y="712519"/>
                  <a:pt x="98637" y="723353"/>
                </a:cubicBezTo>
                <a:lnTo>
                  <a:pt x="85149" y="709044"/>
                </a:lnTo>
                <a:cubicBezTo>
                  <a:pt x="98432" y="737743"/>
                  <a:pt x="79760" y="726758"/>
                  <a:pt x="85765" y="746702"/>
                </a:cubicBezTo>
                <a:cubicBezTo>
                  <a:pt x="97665" y="758972"/>
                  <a:pt x="108020" y="752775"/>
                  <a:pt x="117116" y="780133"/>
                </a:cubicBezTo>
                <a:cubicBezTo>
                  <a:pt x="118661" y="792813"/>
                  <a:pt x="101482" y="779571"/>
                  <a:pt x="94260" y="785330"/>
                </a:cubicBezTo>
                <a:cubicBezTo>
                  <a:pt x="98704" y="791376"/>
                  <a:pt x="103041" y="797874"/>
                  <a:pt x="108662" y="803591"/>
                </a:cubicBezTo>
                <a:cubicBezTo>
                  <a:pt x="114202" y="809364"/>
                  <a:pt x="119810" y="815150"/>
                  <a:pt x="125064" y="821059"/>
                </a:cubicBezTo>
                <a:cubicBezTo>
                  <a:pt x="130384" y="826900"/>
                  <a:pt x="134994" y="833151"/>
                  <a:pt x="139480" y="839115"/>
                </a:cubicBezTo>
                <a:cubicBezTo>
                  <a:pt x="144132" y="844955"/>
                  <a:pt x="147975" y="851083"/>
                  <a:pt x="150656" y="857704"/>
                </a:cubicBezTo>
                <a:cubicBezTo>
                  <a:pt x="159561" y="861781"/>
                  <a:pt x="168233" y="872449"/>
                  <a:pt x="178355" y="879589"/>
                </a:cubicBezTo>
                <a:cubicBezTo>
                  <a:pt x="188067" y="887126"/>
                  <a:pt x="197094" y="893144"/>
                  <a:pt x="203360" y="890478"/>
                </a:cubicBezTo>
                <a:cubicBezTo>
                  <a:pt x="185564" y="883939"/>
                  <a:pt x="200173" y="876348"/>
                  <a:pt x="179696" y="868263"/>
                </a:cubicBezTo>
                <a:cubicBezTo>
                  <a:pt x="185098" y="871328"/>
                  <a:pt x="191719" y="869810"/>
                  <a:pt x="187876" y="862422"/>
                </a:cubicBezTo>
                <a:cubicBezTo>
                  <a:pt x="176112" y="860781"/>
                  <a:pt x="167139" y="853148"/>
                  <a:pt x="158097" y="844203"/>
                </a:cubicBezTo>
                <a:cubicBezTo>
                  <a:pt x="153706" y="839608"/>
                  <a:pt x="149247" y="834683"/>
                  <a:pt x="145102" y="829307"/>
                </a:cubicBezTo>
                <a:cubicBezTo>
                  <a:pt x="141245" y="823699"/>
                  <a:pt x="137279" y="817953"/>
                  <a:pt x="133284" y="812154"/>
                </a:cubicBezTo>
                <a:cubicBezTo>
                  <a:pt x="139576" y="818309"/>
                  <a:pt x="145882" y="822276"/>
                  <a:pt x="151272" y="824355"/>
                </a:cubicBezTo>
                <a:cubicBezTo>
                  <a:pt x="144350" y="812536"/>
                  <a:pt x="118936" y="800910"/>
                  <a:pt x="127908" y="790541"/>
                </a:cubicBezTo>
                <a:cubicBezTo>
                  <a:pt x="144035" y="802209"/>
                  <a:pt x="125638" y="792593"/>
                  <a:pt x="137374" y="808570"/>
                </a:cubicBezTo>
                <a:lnTo>
                  <a:pt x="146251" y="804014"/>
                </a:lnTo>
                <a:cubicBezTo>
                  <a:pt x="141587" y="794017"/>
                  <a:pt x="136964" y="788367"/>
                  <a:pt x="130233" y="782485"/>
                </a:cubicBezTo>
                <a:cubicBezTo>
                  <a:pt x="135828" y="784455"/>
                  <a:pt x="146169" y="797394"/>
                  <a:pt x="156333" y="810211"/>
                </a:cubicBezTo>
                <a:cubicBezTo>
                  <a:pt x="161161" y="816818"/>
                  <a:pt x="167097" y="822454"/>
                  <a:pt x="172049" y="826818"/>
                </a:cubicBezTo>
                <a:cubicBezTo>
                  <a:pt x="177015" y="831181"/>
                  <a:pt x="181241" y="834067"/>
                  <a:pt x="184031" y="834107"/>
                </a:cubicBezTo>
                <a:cubicBezTo>
                  <a:pt x="198217" y="848484"/>
                  <a:pt x="209022" y="863230"/>
                  <a:pt x="211416" y="875554"/>
                </a:cubicBezTo>
                <a:cubicBezTo>
                  <a:pt x="212278" y="874979"/>
                  <a:pt x="213139" y="874665"/>
                  <a:pt x="213988" y="874323"/>
                </a:cubicBezTo>
                <a:lnTo>
                  <a:pt x="213981" y="874334"/>
                </a:lnTo>
                <a:lnTo>
                  <a:pt x="213577" y="874994"/>
                </a:lnTo>
                <a:cubicBezTo>
                  <a:pt x="213577" y="874994"/>
                  <a:pt x="217051" y="880465"/>
                  <a:pt x="220539" y="885922"/>
                </a:cubicBezTo>
                <a:cubicBezTo>
                  <a:pt x="224247" y="891176"/>
                  <a:pt x="228310" y="896140"/>
                  <a:pt x="228310" y="896140"/>
                </a:cubicBezTo>
                <a:lnTo>
                  <a:pt x="222755" y="893692"/>
                </a:lnTo>
                <a:cubicBezTo>
                  <a:pt x="229979" y="897727"/>
                  <a:pt x="237679" y="909053"/>
                  <a:pt x="246460" y="919285"/>
                </a:cubicBezTo>
                <a:cubicBezTo>
                  <a:pt x="255078" y="929654"/>
                  <a:pt x="266117" y="936767"/>
                  <a:pt x="275993" y="934714"/>
                </a:cubicBezTo>
                <a:cubicBezTo>
                  <a:pt x="285513" y="939515"/>
                  <a:pt x="267744" y="938435"/>
                  <a:pt x="274954" y="948967"/>
                </a:cubicBezTo>
                <a:cubicBezTo>
                  <a:pt x="274954" y="948967"/>
                  <a:pt x="292353" y="955068"/>
                  <a:pt x="292530" y="954644"/>
                </a:cubicBezTo>
                <a:cubicBezTo>
                  <a:pt x="283161" y="961770"/>
                  <a:pt x="274105" y="946957"/>
                  <a:pt x="261904" y="947804"/>
                </a:cubicBezTo>
                <a:cubicBezTo>
                  <a:pt x="263285" y="956395"/>
                  <a:pt x="272396" y="959541"/>
                  <a:pt x="284200" y="963549"/>
                </a:cubicBezTo>
                <a:cubicBezTo>
                  <a:pt x="279809" y="975148"/>
                  <a:pt x="259661" y="948639"/>
                  <a:pt x="258826" y="963029"/>
                </a:cubicBezTo>
                <a:cubicBezTo>
                  <a:pt x="267744" y="970470"/>
                  <a:pt x="274447" y="974916"/>
                  <a:pt x="280014" y="976639"/>
                </a:cubicBezTo>
                <a:cubicBezTo>
                  <a:pt x="285691" y="978212"/>
                  <a:pt x="289863" y="977788"/>
                  <a:pt x="293433" y="976475"/>
                </a:cubicBezTo>
                <a:cubicBezTo>
                  <a:pt x="293556" y="983191"/>
                  <a:pt x="277415" y="981098"/>
                  <a:pt x="272572" y="980866"/>
                </a:cubicBezTo>
                <a:lnTo>
                  <a:pt x="236065" y="958309"/>
                </a:lnTo>
                <a:cubicBezTo>
                  <a:pt x="240045" y="961333"/>
                  <a:pt x="242220" y="960443"/>
                  <a:pt x="241358" y="958542"/>
                </a:cubicBezTo>
                <a:cubicBezTo>
                  <a:pt x="234930" y="954877"/>
                  <a:pt x="229144" y="951280"/>
                  <a:pt x="223604" y="947531"/>
                </a:cubicBezTo>
                <a:cubicBezTo>
                  <a:pt x="217969" y="943907"/>
                  <a:pt x="212443" y="940337"/>
                  <a:pt x="206683" y="936629"/>
                </a:cubicBezTo>
                <a:cubicBezTo>
                  <a:pt x="201020" y="932758"/>
                  <a:pt x="195056" y="928791"/>
                  <a:pt x="189161" y="923608"/>
                </a:cubicBezTo>
                <a:cubicBezTo>
                  <a:pt x="183526" y="918136"/>
                  <a:pt x="177657" y="911829"/>
                  <a:pt x="171529" y="904238"/>
                </a:cubicBezTo>
                <a:cubicBezTo>
                  <a:pt x="185577" y="912405"/>
                  <a:pt x="190488" y="904485"/>
                  <a:pt x="172979" y="890847"/>
                </a:cubicBezTo>
                <a:lnTo>
                  <a:pt x="155389" y="887633"/>
                </a:lnTo>
                <a:cubicBezTo>
                  <a:pt x="150505" y="879398"/>
                  <a:pt x="143899" y="871600"/>
                  <a:pt x="136635" y="864078"/>
                </a:cubicBezTo>
                <a:cubicBezTo>
                  <a:pt x="129399" y="856527"/>
                  <a:pt x="121206" y="849483"/>
                  <a:pt x="114831" y="841618"/>
                </a:cubicBezTo>
                <a:cubicBezTo>
                  <a:pt x="101742" y="826229"/>
                  <a:pt x="89499" y="812605"/>
                  <a:pt x="91482" y="800363"/>
                </a:cubicBezTo>
                <a:cubicBezTo>
                  <a:pt x="100578" y="822372"/>
                  <a:pt x="105585" y="809171"/>
                  <a:pt x="115119" y="821921"/>
                </a:cubicBezTo>
                <a:cubicBezTo>
                  <a:pt x="107335" y="813467"/>
                  <a:pt x="101564" y="807121"/>
                  <a:pt x="97979" y="801129"/>
                </a:cubicBezTo>
                <a:cubicBezTo>
                  <a:pt x="94396" y="795138"/>
                  <a:pt x="91948" y="790186"/>
                  <a:pt x="89430" y="785317"/>
                </a:cubicBezTo>
                <a:cubicBezTo>
                  <a:pt x="86914" y="780447"/>
                  <a:pt x="84342" y="775646"/>
                  <a:pt x="80485" y="769901"/>
                </a:cubicBezTo>
                <a:cubicBezTo>
                  <a:pt x="78460" y="767083"/>
                  <a:pt x="76231" y="763964"/>
                  <a:pt x="73659" y="760366"/>
                </a:cubicBezTo>
                <a:cubicBezTo>
                  <a:pt x="71280" y="756673"/>
                  <a:pt x="68461" y="752583"/>
                  <a:pt x="65056" y="747919"/>
                </a:cubicBezTo>
                <a:cubicBezTo>
                  <a:pt x="70951" y="755484"/>
                  <a:pt x="72360" y="744677"/>
                  <a:pt x="71362" y="735978"/>
                </a:cubicBezTo>
                <a:cubicBezTo>
                  <a:pt x="65767" y="736047"/>
                  <a:pt x="56821" y="726458"/>
                  <a:pt x="48409" y="713107"/>
                </a:cubicBezTo>
                <a:cubicBezTo>
                  <a:pt x="40722" y="699183"/>
                  <a:pt x="31680" y="682781"/>
                  <a:pt x="24553" y="669869"/>
                </a:cubicBezTo>
                <a:cubicBezTo>
                  <a:pt x="26194" y="662851"/>
                  <a:pt x="35290" y="668993"/>
                  <a:pt x="32542" y="654275"/>
                </a:cubicBezTo>
                <a:cubicBezTo>
                  <a:pt x="26222" y="636521"/>
                  <a:pt x="28397" y="653523"/>
                  <a:pt x="22815" y="650172"/>
                </a:cubicBezTo>
                <a:cubicBezTo>
                  <a:pt x="21954" y="642211"/>
                  <a:pt x="23746" y="631022"/>
                  <a:pt x="21859" y="623402"/>
                </a:cubicBezTo>
                <a:cubicBezTo>
                  <a:pt x="23295" y="624825"/>
                  <a:pt x="24307" y="624524"/>
                  <a:pt x="24102" y="619587"/>
                </a:cubicBezTo>
                <a:cubicBezTo>
                  <a:pt x="9985" y="613719"/>
                  <a:pt x="6170" y="590752"/>
                  <a:pt x="4732" y="565063"/>
                </a:cubicBezTo>
                <a:cubicBezTo>
                  <a:pt x="4843" y="552124"/>
                  <a:pt x="5266" y="538500"/>
                  <a:pt x="4556" y="525560"/>
                </a:cubicBezTo>
                <a:cubicBezTo>
                  <a:pt x="3269" y="512606"/>
                  <a:pt x="3816" y="500309"/>
                  <a:pt x="0" y="489666"/>
                </a:cubicBezTo>
                <a:cubicBezTo>
                  <a:pt x="3405" y="490159"/>
                  <a:pt x="4692" y="500240"/>
                  <a:pt x="6457" y="509405"/>
                </a:cubicBezTo>
                <a:cubicBezTo>
                  <a:pt x="7920" y="518597"/>
                  <a:pt x="11818" y="526818"/>
                  <a:pt x="16524" y="523987"/>
                </a:cubicBezTo>
                <a:cubicBezTo>
                  <a:pt x="12763" y="518761"/>
                  <a:pt x="14239" y="506313"/>
                  <a:pt x="14786" y="496083"/>
                </a:cubicBezTo>
                <a:cubicBezTo>
                  <a:pt x="15251" y="485851"/>
                  <a:pt x="14759" y="477656"/>
                  <a:pt x="7988" y="480570"/>
                </a:cubicBezTo>
                <a:cubicBezTo>
                  <a:pt x="6921" y="460464"/>
                  <a:pt x="9206" y="437702"/>
                  <a:pt x="11408" y="417554"/>
                </a:cubicBezTo>
                <a:cubicBezTo>
                  <a:pt x="14377" y="397542"/>
                  <a:pt x="21490" y="380963"/>
                  <a:pt x="30735" y="373823"/>
                </a:cubicBezTo>
                <a:cubicBezTo>
                  <a:pt x="23473" y="370732"/>
                  <a:pt x="25155" y="357545"/>
                  <a:pt x="31146" y="342157"/>
                </a:cubicBezTo>
                <a:cubicBezTo>
                  <a:pt x="36699" y="326604"/>
                  <a:pt x="44045" y="308274"/>
                  <a:pt x="48327" y="294187"/>
                </a:cubicBezTo>
                <a:cubicBezTo>
                  <a:pt x="56765" y="311585"/>
                  <a:pt x="60350" y="271794"/>
                  <a:pt x="70226" y="260660"/>
                </a:cubicBezTo>
                <a:cubicBezTo>
                  <a:pt x="70226" y="260660"/>
                  <a:pt x="69295" y="264681"/>
                  <a:pt x="68859" y="268922"/>
                </a:cubicBezTo>
                <a:cubicBezTo>
                  <a:pt x="68433" y="273135"/>
                  <a:pt x="68010" y="277362"/>
                  <a:pt x="68010" y="277362"/>
                </a:cubicBezTo>
                <a:cubicBezTo>
                  <a:pt x="91154" y="223303"/>
                  <a:pt x="133162" y="166989"/>
                  <a:pt x="179149" y="132437"/>
                </a:cubicBezTo>
                <a:cubicBezTo>
                  <a:pt x="172556" y="142682"/>
                  <a:pt x="176262" y="145965"/>
                  <a:pt x="187834" y="136800"/>
                </a:cubicBezTo>
                <a:cubicBezTo>
                  <a:pt x="192731" y="129182"/>
                  <a:pt x="187000" y="126199"/>
                  <a:pt x="187547" y="119497"/>
                </a:cubicBezTo>
                <a:cubicBezTo>
                  <a:pt x="187547" y="119497"/>
                  <a:pt x="203278" y="115803"/>
                  <a:pt x="203469" y="116132"/>
                </a:cubicBezTo>
                <a:cubicBezTo>
                  <a:pt x="187849" y="112288"/>
                  <a:pt x="223549" y="98391"/>
                  <a:pt x="226149" y="87421"/>
                </a:cubicBezTo>
                <a:cubicBezTo>
                  <a:pt x="228774" y="85423"/>
                  <a:pt x="232194" y="83836"/>
                  <a:pt x="236119" y="82427"/>
                </a:cubicBezTo>
                <a:cubicBezTo>
                  <a:pt x="240236" y="81415"/>
                  <a:pt x="244806" y="80308"/>
                  <a:pt x="249592" y="79132"/>
                </a:cubicBezTo>
                <a:cubicBezTo>
                  <a:pt x="259127" y="76778"/>
                  <a:pt x="269222" y="73769"/>
                  <a:pt x="277840" y="67107"/>
                </a:cubicBezTo>
                <a:lnTo>
                  <a:pt x="275706" y="69310"/>
                </a:lnTo>
                <a:cubicBezTo>
                  <a:pt x="276006" y="72470"/>
                  <a:pt x="279358" y="71294"/>
                  <a:pt x="283721" y="69050"/>
                </a:cubicBezTo>
                <a:cubicBezTo>
                  <a:pt x="288140" y="66902"/>
                  <a:pt x="293967" y="64317"/>
                  <a:pt x="298521" y="63455"/>
                </a:cubicBezTo>
                <a:cubicBezTo>
                  <a:pt x="299466" y="60720"/>
                  <a:pt x="295485" y="61034"/>
                  <a:pt x="292079" y="61212"/>
                </a:cubicBezTo>
                <a:cubicBezTo>
                  <a:pt x="309478" y="49982"/>
                  <a:pt x="327383" y="39148"/>
                  <a:pt x="347011" y="32679"/>
                </a:cubicBezTo>
                <a:cubicBezTo>
                  <a:pt x="356683" y="29122"/>
                  <a:pt x="366326" y="25484"/>
                  <a:pt x="376161" y="22543"/>
                </a:cubicBezTo>
                <a:lnTo>
                  <a:pt x="406226" y="15908"/>
                </a:lnTo>
                <a:cubicBezTo>
                  <a:pt x="426074" y="10752"/>
                  <a:pt x="446675" y="10108"/>
                  <a:pt x="466754" y="7085"/>
                </a:cubicBezTo>
                <a:cubicBezTo>
                  <a:pt x="476795" y="5294"/>
                  <a:pt x="487025" y="5649"/>
                  <a:pt x="497161" y="4720"/>
                </a:cubicBezTo>
                <a:cubicBezTo>
                  <a:pt x="507311" y="4008"/>
                  <a:pt x="517474" y="3064"/>
                  <a:pt x="527679" y="1806"/>
                </a:cubicBezTo>
                <a:close/>
                <a:moveTo>
                  <a:pt x="531751" y="39"/>
                </a:moveTo>
                <a:cubicBezTo>
                  <a:pt x="534661" y="-124"/>
                  <a:pt x="539367" y="205"/>
                  <a:pt x="546555" y="1217"/>
                </a:cubicBezTo>
                <a:cubicBezTo>
                  <a:pt x="540262" y="1654"/>
                  <a:pt x="533983" y="1627"/>
                  <a:pt x="527719" y="1805"/>
                </a:cubicBezTo>
                <a:cubicBezTo>
                  <a:pt x="527725" y="854"/>
                  <a:pt x="528840" y="201"/>
                  <a:pt x="531751" y="39"/>
                </a:cubicBezTo>
                <a:close/>
              </a:path>
            </a:pathLst>
          </a:custGeom>
          <a:solidFill>
            <a:schemeClr val="tx1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任意多边形: 形状 11"/>
          <p:cNvSpPr/>
          <p:nvPr/>
        </p:nvSpPr>
        <p:spPr>
          <a:xfrm>
            <a:off x="6425285" y="4286232"/>
            <a:ext cx="920172" cy="921130"/>
          </a:xfrm>
          <a:custGeom>
            <a:avLst/>
            <a:gdLst>
              <a:gd name="connsiteX0" fmla="*/ 461460 w 1051199"/>
              <a:gd name="connsiteY0" fmla="*/ 1035840 h 1052294"/>
              <a:gd name="connsiteX1" fmla="*/ 472745 w 1051199"/>
              <a:gd name="connsiteY1" fmla="*/ 1036674 h 1052294"/>
              <a:gd name="connsiteX2" fmla="*/ 472020 w 1051199"/>
              <a:gd name="connsiteY2" fmla="*/ 1037481 h 1052294"/>
              <a:gd name="connsiteX3" fmla="*/ 461460 w 1051199"/>
              <a:gd name="connsiteY3" fmla="*/ 1035840 h 1052294"/>
              <a:gd name="connsiteX4" fmla="*/ 404231 w 1051199"/>
              <a:gd name="connsiteY4" fmla="*/ 1035554 h 1052294"/>
              <a:gd name="connsiteX5" fmla="*/ 411164 w 1051199"/>
              <a:gd name="connsiteY5" fmla="*/ 1035758 h 1052294"/>
              <a:gd name="connsiteX6" fmla="*/ 402643 w 1051199"/>
              <a:gd name="connsiteY6" fmla="*/ 1037412 h 1052294"/>
              <a:gd name="connsiteX7" fmla="*/ 404231 w 1051199"/>
              <a:gd name="connsiteY7" fmla="*/ 1035554 h 1052294"/>
              <a:gd name="connsiteX8" fmla="*/ 676373 w 1051199"/>
              <a:gd name="connsiteY8" fmla="*/ 1027929 h 1052294"/>
              <a:gd name="connsiteX9" fmla="*/ 690426 w 1051199"/>
              <a:gd name="connsiteY9" fmla="*/ 1029767 h 1052294"/>
              <a:gd name="connsiteX10" fmla="*/ 663028 w 1051199"/>
              <a:gd name="connsiteY10" fmla="*/ 1033241 h 1052294"/>
              <a:gd name="connsiteX11" fmla="*/ 676373 w 1051199"/>
              <a:gd name="connsiteY11" fmla="*/ 1027929 h 1052294"/>
              <a:gd name="connsiteX12" fmla="*/ 520292 w 1051199"/>
              <a:gd name="connsiteY12" fmla="*/ 978840 h 1052294"/>
              <a:gd name="connsiteX13" fmla="*/ 492360 w 1051199"/>
              <a:gd name="connsiteY13" fmla="*/ 993366 h 1052294"/>
              <a:gd name="connsiteX14" fmla="*/ 499557 w 1051199"/>
              <a:gd name="connsiteY14" fmla="*/ 990508 h 1052294"/>
              <a:gd name="connsiteX15" fmla="*/ 520292 w 1051199"/>
              <a:gd name="connsiteY15" fmla="*/ 978840 h 1052294"/>
              <a:gd name="connsiteX16" fmla="*/ 293460 w 1051199"/>
              <a:gd name="connsiteY16" fmla="*/ 975245 h 1052294"/>
              <a:gd name="connsiteX17" fmla="*/ 294951 w 1051199"/>
              <a:gd name="connsiteY17" fmla="*/ 975914 h 1052294"/>
              <a:gd name="connsiteX18" fmla="*/ 293433 w 1051199"/>
              <a:gd name="connsiteY18" fmla="*/ 976475 h 1052294"/>
              <a:gd name="connsiteX19" fmla="*/ 293460 w 1051199"/>
              <a:gd name="connsiteY19" fmla="*/ 975245 h 1052294"/>
              <a:gd name="connsiteX20" fmla="*/ 384561 w 1051199"/>
              <a:gd name="connsiteY20" fmla="*/ 970784 h 1052294"/>
              <a:gd name="connsiteX21" fmla="*/ 403149 w 1051199"/>
              <a:gd name="connsiteY21" fmla="*/ 975886 h 1052294"/>
              <a:gd name="connsiteX22" fmla="*/ 387747 w 1051199"/>
              <a:gd name="connsiteY22" fmla="*/ 978609 h 1052294"/>
              <a:gd name="connsiteX23" fmla="*/ 384561 w 1051199"/>
              <a:gd name="connsiteY23" fmla="*/ 970784 h 1052294"/>
              <a:gd name="connsiteX24" fmla="*/ 675819 w 1051199"/>
              <a:gd name="connsiteY24" fmla="*/ 970496 h 1052294"/>
              <a:gd name="connsiteX25" fmla="*/ 670798 w 1051199"/>
              <a:gd name="connsiteY25" fmla="*/ 977308 h 1052294"/>
              <a:gd name="connsiteX26" fmla="*/ 665450 w 1051199"/>
              <a:gd name="connsiteY26" fmla="*/ 983573 h 1052294"/>
              <a:gd name="connsiteX27" fmla="*/ 669444 w 1051199"/>
              <a:gd name="connsiteY27" fmla="*/ 971002 h 1052294"/>
              <a:gd name="connsiteX28" fmla="*/ 304621 w 1051199"/>
              <a:gd name="connsiteY28" fmla="*/ 922976 h 1052294"/>
              <a:gd name="connsiteX29" fmla="*/ 366584 w 1051199"/>
              <a:gd name="connsiteY29" fmla="*/ 943918 h 1052294"/>
              <a:gd name="connsiteX30" fmla="*/ 370730 w 1051199"/>
              <a:gd name="connsiteY30" fmla="*/ 958266 h 1052294"/>
              <a:gd name="connsiteX31" fmla="*/ 342182 w 1051199"/>
              <a:gd name="connsiteY31" fmla="*/ 944177 h 1052294"/>
              <a:gd name="connsiteX32" fmla="*/ 304115 w 1051199"/>
              <a:gd name="connsiteY32" fmla="*/ 932345 h 1052294"/>
              <a:gd name="connsiteX33" fmla="*/ 304306 w 1051199"/>
              <a:gd name="connsiteY33" fmla="*/ 927735 h 1052294"/>
              <a:gd name="connsiteX34" fmla="*/ 304621 w 1051199"/>
              <a:gd name="connsiteY34" fmla="*/ 922976 h 1052294"/>
              <a:gd name="connsiteX35" fmla="*/ 800976 w 1051199"/>
              <a:gd name="connsiteY35" fmla="*/ 891749 h 1052294"/>
              <a:gd name="connsiteX36" fmla="*/ 791783 w 1051199"/>
              <a:gd name="connsiteY36" fmla="*/ 907520 h 1052294"/>
              <a:gd name="connsiteX37" fmla="*/ 781580 w 1051199"/>
              <a:gd name="connsiteY37" fmla="*/ 906740 h 1052294"/>
              <a:gd name="connsiteX38" fmla="*/ 784754 w 1051199"/>
              <a:gd name="connsiteY38" fmla="*/ 904606 h 1052294"/>
              <a:gd name="connsiteX39" fmla="*/ 791524 w 1051199"/>
              <a:gd name="connsiteY39" fmla="*/ 899587 h 1052294"/>
              <a:gd name="connsiteX40" fmla="*/ 800976 w 1051199"/>
              <a:gd name="connsiteY40" fmla="*/ 891749 h 1052294"/>
              <a:gd name="connsiteX41" fmla="*/ 830385 w 1051199"/>
              <a:gd name="connsiteY41" fmla="*/ 880232 h 1052294"/>
              <a:gd name="connsiteX42" fmla="*/ 827759 w 1051199"/>
              <a:gd name="connsiteY42" fmla="*/ 882461 h 1052294"/>
              <a:gd name="connsiteX43" fmla="*/ 821795 w 1051199"/>
              <a:gd name="connsiteY43" fmla="*/ 887125 h 1052294"/>
              <a:gd name="connsiteX44" fmla="*/ 813109 w 1051199"/>
              <a:gd name="connsiteY44" fmla="*/ 893924 h 1052294"/>
              <a:gd name="connsiteX45" fmla="*/ 822478 w 1051199"/>
              <a:gd name="connsiteY45" fmla="*/ 882721 h 1052294"/>
              <a:gd name="connsiteX46" fmla="*/ 830385 w 1051199"/>
              <a:gd name="connsiteY46" fmla="*/ 880232 h 1052294"/>
              <a:gd name="connsiteX47" fmla="*/ 230909 w 1051199"/>
              <a:gd name="connsiteY47" fmla="*/ 872243 h 1052294"/>
              <a:gd name="connsiteX48" fmla="*/ 217832 w 1051199"/>
              <a:gd name="connsiteY48" fmla="*/ 873283 h 1052294"/>
              <a:gd name="connsiteX49" fmla="*/ 230909 w 1051199"/>
              <a:gd name="connsiteY49" fmla="*/ 872243 h 1052294"/>
              <a:gd name="connsiteX50" fmla="*/ 862311 w 1051199"/>
              <a:gd name="connsiteY50" fmla="*/ 849864 h 1052294"/>
              <a:gd name="connsiteX51" fmla="*/ 845049 w 1051199"/>
              <a:gd name="connsiteY51" fmla="*/ 869629 h 1052294"/>
              <a:gd name="connsiteX52" fmla="*/ 856607 w 1051199"/>
              <a:gd name="connsiteY52" fmla="*/ 852751 h 1052294"/>
              <a:gd name="connsiteX53" fmla="*/ 862311 w 1051199"/>
              <a:gd name="connsiteY53" fmla="*/ 849864 h 1052294"/>
              <a:gd name="connsiteX54" fmla="*/ 159479 w 1051199"/>
              <a:gd name="connsiteY54" fmla="*/ 785193 h 1052294"/>
              <a:gd name="connsiteX55" fmla="*/ 176892 w 1051199"/>
              <a:gd name="connsiteY55" fmla="*/ 801458 h 1052294"/>
              <a:gd name="connsiteX56" fmla="*/ 184334 w 1051199"/>
              <a:gd name="connsiteY56" fmla="*/ 814015 h 1052294"/>
              <a:gd name="connsiteX57" fmla="*/ 180147 w 1051199"/>
              <a:gd name="connsiteY57" fmla="*/ 809787 h 1052294"/>
              <a:gd name="connsiteX58" fmla="*/ 171475 w 1051199"/>
              <a:gd name="connsiteY58" fmla="*/ 800008 h 1052294"/>
              <a:gd name="connsiteX59" fmla="*/ 159479 w 1051199"/>
              <a:gd name="connsiteY59" fmla="*/ 785193 h 1052294"/>
              <a:gd name="connsiteX60" fmla="*/ 139357 w 1051199"/>
              <a:gd name="connsiteY60" fmla="*/ 752364 h 1052294"/>
              <a:gd name="connsiteX61" fmla="*/ 147319 w 1051199"/>
              <a:gd name="connsiteY61" fmla="*/ 760297 h 1052294"/>
              <a:gd name="connsiteX62" fmla="*/ 152749 w 1051199"/>
              <a:gd name="connsiteY62" fmla="*/ 765701 h 1052294"/>
              <a:gd name="connsiteX63" fmla="*/ 155308 w 1051199"/>
              <a:gd name="connsiteY63" fmla="*/ 768066 h 1052294"/>
              <a:gd name="connsiteX64" fmla="*/ 124489 w 1051199"/>
              <a:gd name="connsiteY64" fmla="*/ 753540 h 1052294"/>
              <a:gd name="connsiteX65" fmla="*/ 144939 w 1051199"/>
              <a:gd name="connsiteY65" fmla="*/ 762280 h 1052294"/>
              <a:gd name="connsiteX66" fmla="*/ 116677 w 1051199"/>
              <a:gd name="connsiteY66" fmla="*/ 744157 h 1052294"/>
              <a:gd name="connsiteX67" fmla="*/ 124488 w 1051199"/>
              <a:gd name="connsiteY67" fmla="*/ 753526 h 1052294"/>
              <a:gd name="connsiteX68" fmla="*/ 121547 w 1051199"/>
              <a:gd name="connsiteY68" fmla="*/ 751776 h 1052294"/>
              <a:gd name="connsiteX69" fmla="*/ 116677 w 1051199"/>
              <a:gd name="connsiteY69" fmla="*/ 744157 h 1052294"/>
              <a:gd name="connsiteX70" fmla="*/ 111891 w 1051199"/>
              <a:gd name="connsiteY70" fmla="*/ 737249 h 1052294"/>
              <a:gd name="connsiteX71" fmla="*/ 116692 w 1051199"/>
              <a:gd name="connsiteY71" fmla="*/ 744157 h 1052294"/>
              <a:gd name="connsiteX72" fmla="*/ 111891 w 1051199"/>
              <a:gd name="connsiteY72" fmla="*/ 737249 h 1052294"/>
              <a:gd name="connsiteX73" fmla="*/ 73248 w 1051199"/>
              <a:gd name="connsiteY73" fmla="*/ 637518 h 1052294"/>
              <a:gd name="connsiteX74" fmla="*/ 90757 w 1051199"/>
              <a:gd name="connsiteY74" fmla="*/ 648830 h 1052294"/>
              <a:gd name="connsiteX75" fmla="*/ 95667 w 1051199"/>
              <a:gd name="connsiteY75" fmla="*/ 648201 h 1052294"/>
              <a:gd name="connsiteX76" fmla="*/ 73248 w 1051199"/>
              <a:gd name="connsiteY76" fmla="*/ 637518 h 1052294"/>
              <a:gd name="connsiteX77" fmla="*/ 1027235 w 1051199"/>
              <a:gd name="connsiteY77" fmla="*/ 540468 h 1052294"/>
              <a:gd name="connsiteX78" fmla="*/ 1042500 w 1051199"/>
              <a:gd name="connsiteY78" fmla="*/ 573530 h 1052294"/>
              <a:gd name="connsiteX79" fmla="*/ 1037945 w 1051199"/>
              <a:gd name="connsiteY79" fmla="*/ 628490 h 1052294"/>
              <a:gd name="connsiteX80" fmla="*/ 1033116 w 1051199"/>
              <a:gd name="connsiteY80" fmla="*/ 648474 h 1052294"/>
              <a:gd name="connsiteX81" fmla="*/ 1027495 w 1051199"/>
              <a:gd name="connsiteY81" fmla="*/ 671414 h 1052294"/>
              <a:gd name="connsiteX82" fmla="*/ 1017399 w 1051199"/>
              <a:gd name="connsiteY82" fmla="*/ 700344 h 1052294"/>
              <a:gd name="connsiteX83" fmla="*/ 938105 w 1051199"/>
              <a:gd name="connsiteY83" fmla="*/ 844284 h 1052294"/>
              <a:gd name="connsiteX84" fmla="*/ 817568 w 1051199"/>
              <a:gd name="connsiteY84" fmla="*/ 957009 h 1052294"/>
              <a:gd name="connsiteX85" fmla="*/ 791362 w 1051199"/>
              <a:gd name="connsiteY85" fmla="*/ 973438 h 1052294"/>
              <a:gd name="connsiteX86" fmla="*/ 780404 w 1051199"/>
              <a:gd name="connsiteY86" fmla="*/ 980263 h 1052294"/>
              <a:gd name="connsiteX87" fmla="*/ 770638 w 1051199"/>
              <a:gd name="connsiteY87" fmla="*/ 985215 h 1052294"/>
              <a:gd name="connsiteX88" fmla="*/ 752022 w 1051199"/>
              <a:gd name="connsiteY88" fmla="*/ 994516 h 1052294"/>
              <a:gd name="connsiteX89" fmla="*/ 738903 w 1051199"/>
              <a:gd name="connsiteY89" fmla="*/ 999084 h 1052294"/>
              <a:gd name="connsiteX90" fmla="*/ 702081 w 1051199"/>
              <a:gd name="connsiteY90" fmla="*/ 1010643 h 1052294"/>
              <a:gd name="connsiteX91" fmla="*/ 572012 w 1051199"/>
              <a:gd name="connsiteY91" fmla="*/ 1044634 h 1052294"/>
              <a:gd name="connsiteX92" fmla="*/ 505014 w 1051199"/>
              <a:gd name="connsiteY92" fmla="*/ 1051994 h 1052294"/>
              <a:gd name="connsiteX93" fmla="*/ 519526 w 1051199"/>
              <a:gd name="connsiteY93" fmla="*/ 1042596 h 1052294"/>
              <a:gd name="connsiteX94" fmla="*/ 533492 w 1051199"/>
              <a:gd name="connsiteY94" fmla="*/ 1032624 h 1052294"/>
              <a:gd name="connsiteX95" fmla="*/ 540441 w 1051199"/>
              <a:gd name="connsiteY95" fmla="*/ 1045030 h 1052294"/>
              <a:gd name="connsiteX96" fmla="*/ 564474 w 1051199"/>
              <a:gd name="connsiteY96" fmla="*/ 1036045 h 1052294"/>
              <a:gd name="connsiteX97" fmla="*/ 582955 w 1051199"/>
              <a:gd name="connsiteY97" fmla="*/ 1022037 h 1052294"/>
              <a:gd name="connsiteX98" fmla="*/ 603172 w 1051199"/>
              <a:gd name="connsiteY98" fmla="*/ 1024144 h 1052294"/>
              <a:gd name="connsiteX99" fmla="*/ 626561 w 1051199"/>
              <a:gd name="connsiteY99" fmla="*/ 1005130 h 1052294"/>
              <a:gd name="connsiteX100" fmla="*/ 597973 w 1051199"/>
              <a:gd name="connsiteY100" fmla="*/ 1012380 h 1052294"/>
              <a:gd name="connsiteX101" fmla="*/ 566581 w 1051199"/>
              <a:gd name="connsiteY101" fmla="*/ 1013241 h 1052294"/>
              <a:gd name="connsiteX102" fmla="*/ 516736 w 1051199"/>
              <a:gd name="connsiteY102" fmla="*/ 1026565 h 1052294"/>
              <a:gd name="connsiteX103" fmla="*/ 506122 w 1051199"/>
              <a:gd name="connsiteY103" fmla="*/ 1041051 h 1052294"/>
              <a:gd name="connsiteX104" fmla="*/ 468095 w 1051199"/>
              <a:gd name="connsiteY104" fmla="*/ 1041680 h 1052294"/>
              <a:gd name="connsiteX105" fmla="*/ 472021 w 1051199"/>
              <a:gd name="connsiteY105" fmla="*/ 1037521 h 1052294"/>
              <a:gd name="connsiteX106" fmla="*/ 517967 w 1051199"/>
              <a:gd name="connsiteY106" fmla="*/ 1010671 h 1052294"/>
              <a:gd name="connsiteX107" fmla="*/ 493989 w 1051199"/>
              <a:gd name="connsiteY107" fmla="*/ 1007839 h 1052294"/>
              <a:gd name="connsiteX108" fmla="*/ 477602 w 1051199"/>
              <a:gd name="connsiteY108" fmla="*/ 1005896 h 1052294"/>
              <a:gd name="connsiteX109" fmla="*/ 470256 w 1051199"/>
              <a:gd name="connsiteY109" fmla="*/ 1004282 h 1052294"/>
              <a:gd name="connsiteX110" fmla="*/ 434214 w 1051199"/>
              <a:gd name="connsiteY110" fmla="*/ 1026702 h 1052294"/>
              <a:gd name="connsiteX111" fmla="*/ 443980 w 1051199"/>
              <a:gd name="connsiteY111" fmla="*/ 1027687 h 1052294"/>
              <a:gd name="connsiteX112" fmla="*/ 414092 w 1051199"/>
              <a:gd name="connsiteY112" fmla="*/ 1034894 h 1052294"/>
              <a:gd name="connsiteX113" fmla="*/ 412902 w 1051199"/>
              <a:gd name="connsiteY113" fmla="*/ 1031680 h 1052294"/>
              <a:gd name="connsiteX114" fmla="*/ 384231 w 1051199"/>
              <a:gd name="connsiteY114" fmla="*/ 1029096 h 1052294"/>
              <a:gd name="connsiteX115" fmla="*/ 369951 w 1051199"/>
              <a:gd name="connsiteY115" fmla="*/ 1027796 h 1052294"/>
              <a:gd name="connsiteX116" fmla="*/ 354878 w 1051199"/>
              <a:gd name="connsiteY116" fmla="*/ 1021517 h 1052294"/>
              <a:gd name="connsiteX117" fmla="*/ 354111 w 1051199"/>
              <a:gd name="connsiteY117" fmla="*/ 1016729 h 1052294"/>
              <a:gd name="connsiteX118" fmla="*/ 313719 w 1051199"/>
              <a:gd name="connsiteY118" fmla="*/ 1008742 h 1052294"/>
              <a:gd name="connsiteX119" fmla="*/ 299999 w 1051199"/>
              <a:gd name="connsiteY119" fmla="*/ 986336 h 1052294"/>
              <a:gd name="connsiteX120" fmla="*/ 322364 w 1051199"/>
              <a:gd name="connsiteY120" fmla="*/ 994680 h 1052294"/>
              <a:gd name="connsiteX121" fmla="*/ 340707 w 1051199"/>
              <a:gd name="connsiteY121" fmla="*/ 994653 h 1052294"/>
              <a:gd name="connsiteX122" fmla="*/ 333374 w 1051199"/>
              <a:gd name="connsiteY122" fmla="*/ 992231 h 1052294"/>
              <a:gd name="connsiteX123" fmla="*/ 317603 w 1051199"/>
              <a:gd name="connsiteY123" fmla="*/ 985939 h 1052294"/>
              <a:gd name="connsiteX124" fmla="*/ 294952 w 1051199"/>
              <a:gd name="connsiteY124" fmla="*/ 975926 h 1052294"/>
              <a:gd name="connsiteX125" fmla="*/ 328464 w 1051199"/>
              <a:gd name="connsiteY125" fmla="*/ 967665 h 1052294"/>
              <a:gd name="connsiteX126" fmla="*/ 312515 w 1051199"/>
              <a:gd name="connsiteY126" fmla="*/ 957720 h 1052294"/>
              <a:gd name="connsiteX127" fmla="*/ 363372 w 1051199"/>
              <a:gd name="connsiteY127" fmla="*/ 971344 h 1052294"/>
              <a:gd name="connsiteX128" fmla="*/ 357052 w 1051199"/>
              <a:gd name="connsiteY128" fmla="*/ 993777 h 1052294"/>
              <a:gd name="connsiteX129" fmla="*/ 426157 w 1051199"/>
              <a:gd name="connsiteY129" fmla="*/ 991028 h 1052294"/>
              <a:gd name="connsiteX130" fmla="*/ 482895 w 1051199"/>
              <a:gd name="connsiteY130" fmla="*/ 979660 h 1052294"/>
              <a:gd name="connsiteX131" fmla="*/ 458206 w 1051199"/>
              <a:gd name="connsiteY131" fmla="*/ 995883 h 1052294"/>
              <a:gd name="connsiteX132" fmla="*/ 492949 w 1051199"/>
              <a:gd name="connsiteY132" fmla="*/ 1000055 h 1052294"/>
              <a:gd name="connsiteX133" fmla="*/ 514015 w 1051199"/>
              <a:gd name="connsiteY133" fmla="*/ 1002176 h 1052294"/>
              <a:gd name="connsiteX134" fmla="*/ 538349 w 1051199"/>
              <a:gd name="connsiteY134" fmla="*/ 1002805 h 1052294"/>
              <a:gd name="connsiteX135" fmla="*/ 559960 w 1051199"/>
              <a:gd name="connsiteY135" fmla="*/ 990659 h 1052294"/>
              <a:gd name="connsiteX136" fmla="*/ 576649 w 1051199"/>
              <a:gd name="connsiteY136" fmla="*/ 986377 h 1052294"/>
              <a:gd name="connsiteX137" fmla="*/ 592393 w 1051199"/>
              <a:gd name="connsiteY137" fmla="*/ 980605 h 1052294"/>
              <a:gd name="connsiteX138" fmla="*/ 575295 w 1051199"/>
              <a:gd name="connsiteY138" fmla="*/ 997060 h 1052294"/>
              <a:gd name="connsiteX139" fmla="*/ 613061 w 1051199"/>
              <a:gd name="connsiteY139" fmla="*/ 997101 h 1052294"/>
              <a:gd name="connsiteX140" fmla="*/ 636028 w 1051199"/>
              <a:gd name="connsiteY140" fmla="*/ 986760 h 1052294"/>
              <a:gd name="connsiteX141" fmla="*/ 629324 w 1051199"/>
              <a:gd name="connsiteY141" fmla="*/ 1003885 h 1052294"/>
              <a:gd name="connsiteX142" fmla="*/ 670538 w 1051199"/>
              <a:gd name="connsiteY142" fmla="*/ 994885 h 1052294"/>
              <a:gd name="connsiteX143" fmla="*/ 689113 w 1051199"/>
              <a:gd name="connsiteY143" fmla="*/ 968212 h 1052294"/>
              <a:gd name="connsiteX144" fmla="*/ 713051 w 1051199"/>
              <a:gd name="connsiteY144" fmla="*/ 941647 h 1052294"/>
              <a:gd name="connsiteX145" fmla="*/ 723283 w 1051199"/>
              <a:gd name="connsiteY145" fmla="*/ 952892 h 1052294"/>
              <a:gd name="connsiteX146" fmla="*/ 722011 w 1051199"/>
              <a:gd name="connsiteY146" fmla="*/ 943152 h 1052294"/>
              <a:gd name="connsiteX147" fmla="*/ 758942 w 1051199"/>
              <a:gd name="connsiteY147" fmla="*/ 927094 h 1052294"/>
              <a:gd name="connsiteX148" fmla="*/ 717469 w 1051199"/>
              <a:gd name="connsiteY148" fmla="*/ 963411 h 1052294"/>
              <a:gd name="connsiteX149" fmla="*/ 762567 w 1051199"/>
              <a:gd name="connsiteY149" fmla="*/ 940006 h 1052294"/>
              <a:gd name="connsiteX150" fmla="*/ 801852 w 1051199"/>
              <a:gd name="connsiteY150" fmla="*/ 912130 h 1052294"/>
              <a:gd name="connsiteX151" fmla="*/ 790540 w 1051199"/>
              <a:gd name="connsiteY151" fmla="*/ 945410 h 1052294"/>
              <a:gd name="connsiteX152" fmla="*/ 799458 w 1051199"/>
              <a:gd name="connsiteY152" fmla="*/ 936819 h 1052294"/>
              <a:gd name="connsiteX153" fmla="*/ 786792 w 1051199"/>
              <a:gd name="connsiteY153" fmla="*/ 965941 h 1052294"/>
              <a:gd name="connsiteX154" fmla="*/ 833232 w 1051199"/>
              <a:gd name="connsiteY154" fmla="*/ 929555 h 1052294"/>
              <a:gd name="connsiteX155" fmla="*/ 835406 w 1051199"/>
              <a:gd name="connsiteY155" fmla="*/ 936395 h 1052294"/>
              <a:gd name="connsiteX156" fmla="*/ 887384 w 1051199"/>
              <a:gd name="connsiteY156" fmla="*/ 861122 h 1052294"/>
              <a:gd name="connsiteX157" fmla="*/ 872092 w 1051199"/>
              <a:gd name="connsiteY157" fmla="*/ 857319 h 1052294"/>
              <a:gd name="connsiteX158" fmla="*/ 879999 w 1051199"/>
              <a:gd name="connsiteY158" fmla="*/ 855678 h 1052294"/>
              <a:gd name="connsiteX159" fmla="*/ 880148 w 1051199"/>
              <a:gd name="connsiteY159" fmla="*/ 830290 h 1052294"/>
              <a:gd name="connsiteX160" fmla="*/ 940348 w 1051199"/>
              <a:gd name="connsiteY160" fmla="*/ 747987 h 1052294"/>
              <a:gd name="connsiteX161" fmla="*/ 963328 w 1051199"/>
              <a:gd name="connsiteY161" fmla="*/ 705132 h 1052294"/>
              <a:gd name="connsiteX162" fmla="*/ 984899 w 1051199"/>
              <a:gd name="connsiteY162" fmla="*/ 656216 h 1052294"/>
              <a:gd name="connsiteX163" fmla="*/ 992163 w 1051199"/>
              <a:gd name="connsiteY163" fmla="*/ 686583 h 1052294"/>
              <a:gd name="connsiteX164" fmla="*/ 991178 w 1051199"/>
              <a:gd name="connsiteY164" fmla="*/ 665326 h 1052294"/>
              <a:gd name="connsiteX165" fmla="*/ 994624 w 1051199"/>
              <a:gd name="connsiteY165" fmla="*/ 639049 h 1052294"/>
              <a:gd name="connsiteX166" fmla="*/ 1002381 w 1051199"/>
              <a:gd name="connsiteY166" fmla="*/ 612526 h 1052294"/>
              <a:gd name="connsiteX167" fmla="*/ 1011709 w 1051199"/>
              <a:gd name="connsiteY167" fmla="*/ 589779 h 1052294"/>
              <a:gd name="connsiteX168" fmla="*/ 1015881 w 1051199"/>
              <a:gd name="connsiteY168" fmla="*/ 605113 h 1052294"/>
              <a:gd name="connsiteX169" fmla="*/ 1017099 w 1051199"/>
              <a:gd name="connsiteY169" fmla="*/ 600545 h 1052294"/>
              <a:gd name="connsiteX170" fmla="*/ 1019670 w 1051199"/>
              <a:gd name="connsiteY170" fmla="*/ 617738 h 1052294"/>
              <a:gd name="connsiteX171" fmla="*/ 1016319 w 1051199"/>
              <a:gd name="connsiteY171" fmla="*/ 568687 h 1052294"/>
              <a:gd name="connsiteX172" fmla="*/ 1022611 w 1051199"/>
              <a:gd name="connsiteY172" fmla="*/ 562189 h 1052294"/>
              <a:gd name="connsiteX173" fmla="*/ 1027235 w 1051199"/>
              <a:gd name="connsiteY173" fmla="*/ 540468 h 1052294"/>
              <a:gd name="connsiteX174" fmla="*/ 1051199 w 1051199"/>
              <a:gd name="connsiteY174" fmla="*/ 515505 h 1052294"/>
              <a:gd name="connsiteX175" fmla="*/ 1045658 w 1051199"/>
              <a:gd name="connsiteY175" fmla="*/ 538662 h 1052294"/>
              <a:gd name="connsiteX176" fmla="*/ 1051199 w 1051199"/>
              <a:gd name="connsiteY176" fmla="*/ 515505 h 1052294"/>
              <a:gd name="connsiteX177" fmla="*/ 998112 w 1051199"/>
              <a:gd name="connsiteY177" fmla="*/ 493032 h 1052294"/>
              <a:gd name="connsiteX178" fmla="*/ 1002530 w 1051199"/>
              <a:gd name="connsiteY178" fmla="*/ 515506 h 1052294"/>
              <a:gd name="connsiteX179" fmla="*/ 993995 w 1051199"/>
              <a:gd name="connsiteY179" fmla="*/ 500623 h 1052294"/>
              <a:gd name="connsiteX180" fmla="*/ 48135 w 1051199"/>
              <a:gd name="connsiteY180" fmla="*/ 483758 h 1052294"/>
              <a:gd name="connsiteX181" fmla="*/ 49735 w 1051199"/>
              <a:gd name="connsiteY181" fmla="*/ 532632 h 1052294"/>
              <a:gd name="connsiteX182" fmla="*/ 48135 w 1051199"/>
              <a:gd name="connsiteY182" fmla="*/ 483758 h 1052294"/>
              <a:gd name="connsiteX183" fmla="*/ 986143 w 1051199"/>
              <a:gd name="connsiteY183" fmla="*/ 420015 h 1052294"/>
              <a:gd name="connsiteX184" fmla="*/ 993543 w 1051199"/>
              <a:gd name="connsiteY184" fmla="*/ 426019 h 1052294"/>
              <a:gd name="connsiteX185" fmla="*/ 1000874 w 1051199"/>
              <a:gd name="connsiteY185" fmla="*/ 432243 h 1052294"/>
              <a:gd name="connsiteX186" fmla="*/ 1000696 w 1051199"/>
              <a:gd name="connsiteY186" fmla="*/ 454867 h 1052294"/>
              <a:gd name="connsiteX187" fmla="*/ 986143 w 1051199"/>
              <a:gd name="connsiteY187" fmla="*/ 420015 h 1052294"/>
              <a:gd name="connsiteX188" fmla="*/ 986375 w 1051199"/>
              <a:gd name="connsiteY188" fmla="*/ 382863 h 1052294"/>
              <a:gd name="connsiteX189" fmla="*/ 995444 w 1051199"/>
              <a:gd name="connsiteY189" fmla="*/ 391781 h 1052294"/>
              <a:gd name="connsiteX190" fmla="*/ 991710 w 1051199"/>
              <a:gd name="connsiteY190" fmla="*/ 401384 h 1052294"/>
              <a:gd name="connsiteX191" fmla="*/ 992736 w 1051199"/>
              <a:gd name="connsiteY191" fmla="*/ 412560 h 1052294"/>
              <a:gd name="connsiteX192" fmla="*/ 979044 w 1051199"/>
              <a:gd name="connsiteY192" fmla="*/ 386324 h 1052294"/>
              <a:gd name="connsiteX193" fmla="*/ 990055 w 1051199"/>
              <a:gd name="connsiteY193" fmla="*/ 392260 h 1052294"/>
              <a:gd name="connsiteX194" fmla="*/ 986375 w 1051199"/>
              <a:gd name="connsiteY194" fmla="*/ 382863 h 1052294"/>
              <a:gd name="connsiteX195" fmla="*/ 963450 w 1051199"/>
              <a:gd name="connsiteY195" fmla="*/ 307194 h 1052294"/>
              <a:gd name="connsiteX196" fmla="*/ 977894 w 1051199"/>
              <a:gd name="connsiteY196" fmla="*/ 309068 h 1052294"/>
              <a:gd name="connsiteX197" fmla="*/ 978798 w 1051199"/>
              <a:gd name="connsiteY197" fmla="*/ 324592 h 1052294"/>
              <a:gd name="connsiteX198" fmla="*/ 984967 w 1051199"/>
              <a:gd name="connsiteY198" fmla="*/ 324730 h 1052294"/>
              <a:gd name="connsiteX199" fmla="*/ 982915 w 1051199"/>
              <a:gd name="connsiteY199" fmla="*/ 368420 h 1052294"/>
              <a:gd name="connsiteX200" fmla="*/ 985760 w 1051199"/>
              <a:gd name="connsiteY200" fmla="*/ 345152 h 1052294"/>
              <a:gd name="connsiteX201" fmla="*/ 976213 w 1051199"/>
              <a:gd name="connsiteY201" fmla="*/ 326494 h 1052294"/>
              <a:gd name="connsiteX202" fmla="*/ 963450 w 1051199"/>
              <a:gd name="connsiteY202" fmla="*/ 307194 h 1052294"/>
              <a:gd name="connsiteX203" fmla="*/ 120878 w 1051199"/>
              <a:gd name="connsiteY203" fmla="*/ 228022 h 1052294"/>
              <a:gd name="connsiteX204" fmla="*/ 119386 w 1051199"/>
              <a:gd name="connsiteY204" fmla="*/ 247049 h 1052294"/>
              <a:gd name="connsiteX205" fmla="*/ 116747 w 1051199"/>
              <a:gd name="connsiteY205" fmla="*/ 238883 h 1052294"/>
              <a:gd name="connsiteX206" fmla="*/ 120878 w 1051199"/>
              <a:gd name="connsiteY206" fmla="*/ 228022 h 1052294"/>
              <a:gd name="connsiteX207" fmla="*/ 900799 w 1051199"/>
              <a:gd name="connsiteY207" fmla="*/ 204587 h 1052294"/>
              <a:gd name="connsiteX208" fmla="*/ 906015 w 1051199"/>
              <a:gd name="connsiteY208" fmla="*/ 205602 h 1052294"/>
              <a:gd name="connsiteX209" fmla="*/ 923276 w 1051199"/>
              <a:gd name="connsiteY209" fmla="*/ 211211 h 1052294"/>
              <a:gd name="connsiteX210" fmla="*/ 934534 w 1051199"/>
              <a:gd name="connsiteY210" fmla="*/ 234108 h 1052294"/>
              <a:gd name="connsiteX211" fmla="*/ 927312 w 1051199"/>
              <a:gd name="connsiteY211" fmla="*/ 226504 h 1052294"/>
              <a:gd name="connsiteX212" fmla="*/ 941879 w 1051199"/>
              <a:gd name="connsiteY212" fmla="*/ 255419 h 1052294"/>
              <a:gd name="connsiteX213" fmla="*/ 954518 w 1051199"/>
              <a:gd name="connsiteY213" fmla="*/ 289917 h 1052294"/>
              <a:gd name="connsiteX214" fmla="*/ 944259 w 1051199"/>
              <a:gd name="connsiteY214" fmla="*/ 268880 h 1052294"/>
              <a:gd name="connsiteX215" fmla="*/ 927599 w 1051199"/>
              <a:gd name="connsiteY215" fmla="*/ 255721 h 1052294"/>
              <a:gd name="connsiteX216" fmla="*/ 926983 w 1051199"/>
              <a:gd name="connsiteY216" fmla="*/ 239868 h 1052294"/>
              <a:gd name="connsiteX217" fmla="*/ 920609 w 1051199"/>
              <a:gd name="connsiteY217" fmla="*/ 223398 h 1052294"/>
              <a:gd name="connsiteX218" fmla="*/ 902992 w 1051199"/>
              <a:gd name="connsiteY218" fmla="*/ 214014 h 1052294"/>
              <a:gd name="connsiteX219" fmla="*/ 900799 w 1051199"/>
              <a:gd name="connsiteY219" fmla="*/ 204587 h 1052294"/>
              <a:gd name="connsiteX220" fmla="*/ 874896 w 1051199"/>
              <a:gd name="connsiteY220" fmla="*/ 162242 h 1052294"/>
              <a:gd name="connsiteX221" fmla="*/ 880435 w 1051199"/>
              <a:gd name="connsiteY221" fmla="*/ 166113 h 1052294"/>
              <a:gd name="connsiteX222" fmla="*/ 892021 w 1051199"/>
              <a:gd name="connsiteY222" fmla="*/ 175374 h 1052294"/>
              <a:gd name="connsiteX223" fmla="*/ 909037 w 1051199"/>
              <a:gd name="connsiteY223" fmla="*/ 189025 h 1052294"/>
              <a:gd name="connsiteX224" fmla="*/ 884211 w 1051199"/>
              <a:gd name="connsiteY224" fmla="*/ 182856 h 1052294"/>
              <a:gd name="connsiteX225" fmla="*/ 874896 w 1051199"/>
              <a:gd name="connsiteY225" fmla="*/ 162242 h 1052294"/>
              <a:gd name="connsiteX226" fmla="*/ 842012 w 1051199"/>
              <a:gd name="connsiteY226" fmla="*/ 134953 h 1052294"/>
              <a:gd name="connsiteX227" fmla="*/ 863871 w 1051199"/>
              <a:gd name="connsiteY227" fmla="*/ 162078 h 1052294"/>
              <a:gd name="connsiteX228" fmla="*/ 842012 w 1051199"/>
              <a:gd name="connsiteY228" fmla="*/ 134953 h 1052294"/>
              <a:gd name="connsiteX229" fmla="*/ 801523 w 1051199"/>
              <a:gd name="connsiteY229" fmla="*/ 114121 h 1052294"/>
              <a:gd name="connsiteX230" fmla="*/ 818512 w 1051199"/>
              <a:gd name="connsiteY230" fmla="*/ 122341 h 1052294"/>
              <a:gd name="connsiteX231" fmla="*/ 812206 w 1051199"/>
              <a:gd name="connsiteY231" fmla="*/ 123408 h 1052294"/>
              <a:gd name="connsiteX232" fmla="*/ 717072 w 1051199"/>
              <a:gd name="connsiteY232" fmla="*/ 73482 h 1052294"/>
              <a:gd name="connsiteX233" fmla="*/ 725430 w 1051199"/>
              <a:gd name="connsiteY233" fmla="*/ 74903 h 1052294"/>
              <a:gd name="connsiteX234" fmla="*/ 720888 w 1051199"/>
              <a:gd name="connsiteY234" fmla="*/ 79021 h 1052294"/>
              <a:gd name="connsiteX235" fmla="*/ 751666 w 1051199"/>
              <a:gd name="connsiteY235" fmla="*/ 72976 h 1052294"/>
              <a:gd name="connsiteX236" fmla="*/ 776479 w 1051199"/>
              <a:gd name="connsiteY236" fmla="*/ 77242 h 1052294"/>
              <a:gd name="connsiteX237" fmla="*/ 790910 w 1051199"/>
              <a:gd name="connsiteY237" fmla="*/ 88719 h 1052294"/>
              <a:gd name="connsiteX238" fmla="*/ 805928 w 1051199"/>
              <a:gd name="connsiteY238" fmla="*/ 103109 h 1052294"/>
              <a:gd name="connsiteX239" fmla="*/ 831248 w 1051199"/>
              <a:gd name="connsiteY239" fmla="*/ 120384 h 1052294"/>
              <a:gd name="connsiteX240" fmla="*/ 797530 w 1051199"/>
              <a:gd name="connsiteY240" fmla="*/ 106173 h 1052294"/>
              <a:gd name="connsiteX241" fmla="*/ 752610 w 1051199"/>
              <a:gd name="connsiteY241" fmla="*/ 89348 h 1052294"/>
              <a:gd name="connsiteX242" fmla="*/ 783099 w 1051199"/>
              <a:gd name="connsiteY242" fmla="*/ 97159 h 1052294"/>
              <a:gd name="connsiteX243" fmla="*/ 767806 w 1051199"/>
              <a:gd name="connsiteY243" fmla="*/ 84520 h 1052294"/>
              <a:gd name="connsiteX244" fmla="*/ 756809 w 1051199"/>
              <a:gd name="connsiteY244" fmla="*/ 76450 h 1052294"/>
              <a:gd name="connsiteX245" fmla="*/ 751666 w 1051199"/>
              <a:gd name="connsiteY245" fmla="*/ 72976 h 1052294"/>
              <a:gd name="connsiteX246" fmla="*/ 290150 w 1051199"/>
              <a:gd name="connsiteY246" fmla="*/ 61226 h 1052294"/>
              <a:gd name="connsiteX247" fmla="*/ 292107 w 1051199"/>
              <a:gd name="connsiteY247" fmla="*/ 61226 h 1052294"/>
              <a:gd name="connsiteX248" fmla="*/ 289221 w 1051199"/>
              <a:gd name="connsiteY248" fmla="*/ 62989 h 1052294"/>
              <a:gd name="connsiteX249" fmla="*/ 293570 w 1051199"/>
              <a:gd name="connsiteY249" fmla="*/ 54920 h 1052294"/>
              <a:gd name="connsiteX250" fmla="*/ 290150 w 1051199"/>
              <a:gd name="connsiteY250" fmla="*/ 61226 h 1052294"/>
              <a:gd name="connsiteX251" fmla="*/ 293570 w 1051199"/>
              <a:gd name="connsiteY251" fmla="*/ 54920 h 1052294"/>
              <a:gd name="connsiteX252" fmla="*/ 546349 w 1051199"/>
              <a:gd name="connsiteY252" fmla="*/ 37658 h 1052294"/>
              <a:gd name="connsiteX253" fmla="*/ 544598 w 1051199"/>
              <a:gd name="connsiteY253" fmla="*/ 41391 h 1052294"/>
              <a:gd name="connsiteX254" fmla="*/ 539154 w 1051199"/>
              <a:gd name="connsiteY254" fmla="*/ 42704 h 1052294"/>
              <a:gd name="connsiteX255" fmla="*/ 512290 w 1051199"/>
              <a:gd name="connsiteY255" fmla="*/ 27193 h 1052294"/>
              <a:gd name="connsiteX256" fmla="*/ 524013 w 1051199"/>
              <a:gd name="connsiteY256" fmla="*/ 33333 h 1052294"/>
              <a:gd name="connsiteX257" fmla="*/ 505328 w 1051199"/>
              <a:gd name="connsiteY257" fmla="*/ 32951 h 1052294"/>
              <a:gd name="connsiteX258" fmla="*/ 578208 w 1051199"/>
              <a:gd name="connsiteY258" fmla="*/ 5977 h 1052294"/>
              <a:gd name="connsiteX259" fmla="*/ 579015 w 1051199"/>
              <a:gd name="connsiteY259" fmla="*/ 9040 h 1052294"/>
              <a:gd name="connsiteX260" fmla="*/ 582667 w 1051199"/>
              <a:gd name="connsiteY260" fmla="*/ 9287 h 1052294"/>
              <a:gd name="connsiteX261" fmla="*/ 590710 w 1051199"/>
              <a:gd name="connsiteY261" fmla="*/ 10040 h 1052294"/>
              <a:gd name="connsiteX262" fmla="*/ 602433 w 1051199"/>
              <a:gd name="connsiteY262" fmla="*/ 11134 h 1052294"/>
              <a:gd name="connsiteX263" fmla="*/ 595347 w 1051199"/>
              <a:gd name="connsiteY263" fmla="*/ 13568 h 1052294"/>
              <a:gd name="connsiteX264" fmla="*/ 633962 w 1051199"/>
              <a:gd name="connsiteY264" fmla="*/ 16017 h 1052294"/>
              <a:gd name="connsiteX265" fmla="*/ 668350 w 1051199"/>
              <a:gd name="connsiteY265" fmla="*/ 26878 h 1052294"/>
              <a:gd name="connsiteX266" fmla="*/ 665340 w 1051199"/>
              <a:gd name="connsiteY266" fmla="*/ 26905 h 1052294"/>
              <a:gd name="connsiteX267" fmla="*/ 678609 w 1051199"/>
              <a:gd name="connsiteY267" fmla="*/ 31201 h 1052294"/>
              <a:gd name="connsiteX268" fmla="*/ 690865 w 1051199"/>
              <a:gd name="connsiteY268" fmla="*/ 35823 h 1052294"/>
              <a:gd name="connsiteX269" fmla="*/ 718207 w 1051199"/>
              <a:gd name="connsiteY269" fmla="*/ 41446 h 1052294"/>
              <a:gd name="connsiteX270" fmla="*/ 725198 w 1051199"/>
              <a:gd name="connsiteY270" fmla="*/ 56738 h 1052294"/>
              <a:gd name="connsiteX271" fmla="*/ 761555 w 1051199"/>
              <a:gd name="connsiteY271" fmla="*/ 65069 h 1052294"/>
              <a:gd name="connsiteX272" fmla="*/ 721574 w 1051199"/>
              <a:gd name="connsiteY272" fmla="*/ 69308 h 1052294"/>
              <a:gd name="connsiteX273" fmla="*/ 719809 w 1051199"/>
              <a:gd name="connsiteY273" fmla="*/ 59365 h 1052294"/>
              <a:gd name="connsiteX274" fmla="*/ 698770 w 1051199"/>
              <a:gd name="connsiteY274" fmla="*/ 44565 h 1052294"/>
              <a:gd name="connsiteX275" fmla="*/ 670415 w 1051199"/>
              <a:gd name="connsiteY275" fmla="*/ 36221 h 1052294"/>
              <a:gd name="connsiteX276" fmla="*/ 658925 w 1051199"/>
              <a:gd name="connsiteY276" fmla="*/ 38204 h 1052294"/>
              <a:gd name="connsiteX277" fmla="*/ 642743 w 1051199"/>
              <a:gd name="connsiteY277" fmla="*/ 25606 h 1052294"/>
              <a:gd name="connsiteX278" fmla="*/ 617287 w 1051199"/>
              <a:gd name="connsiteY278" fmla="*/ 24402 h 1052294"/>
              <a:gd name="connsiteX279" fmla="*/ 597796 w 1051199"/>
              <a:gd name="connsiteY279" fmla="*/ 31186 h 1052294"/>
              <a:gd name="connsiteX280" fmla="*/ 587044 w 1051199"/>
              <a:gd name="connsiteY280" fmla="*/ 22746 h 1052294"/>
              <a:gd name="connsiteX281" fmla="*/ 562409 w 1051199"/>
              <a:gd name="connsiteY281" fmla="*/ 34004 h 1052294"/>
              <a:gd name="connsiteX282" fmla="*/ 576525 w 1051199"/>
              <a:gd name="connsiteY282" fmla="*/ 22583 h 1052294"/>
              <a:gd name="connsiteX283" fmla="*/ 544148 w 1051199"/>
              <a:gd name="connsiteY283" fmla="*/ 21639 h 1052294"/>
              <a:gd name="connsiteX284" fmla="*/ 578208 w 1051199"/>
              <a:gd name="connsiteY284" fmla="*/ 5977 h 1052294"/>
              <a:gd name="connsiteX285" fmla="*/ 527679 w 1051199"/>
              <a:gd name="connsiteY285" fmla="*/ 1806 h 1052294"/>
              <a:gd name="connsiteX286" fmla="*/ 544012 w 1051199"/>
              <a:gd name="connsiteY286" fmla="*/ 16674 h 1052294"/>
              <a:gd name="connsiteX287" fmla="*/ 505821 w 1051199"/>
              <a:gd name="connsiteY287" fmla="*/ 19219 h 1052294"/>
              <a:gd name="connsiteX288" fmla="*/ 524724 w 1051199"/>
              <a:gd name="connsiteY288" fmla="*/ 14650 h 1052294"/>
              <a:gd name="connsiteX289" fmla="*/ 496450 w 1051199"/>
              <a:gd name="connsiteY289" fmla="*/ 5322 h 1052294"/>
              <a:gd name="connsiteX290" fmla="*/ 494796 w 1051199"/>
              <a:gd name="connsiteY290" fmla="*/ 16045 h 1052294"/>
              <a:gd name="connsiteX291" fmla="*/ 438686 w 1051199"/>
              <a:gd name="connsiteY291" fmla="*/ 23131 h 1052294"/>
              <a:gd name="connsiteX292" fmla="*/ 411247 w 1051199"/>
              <a:gd name="connsiteY292" fmla="*/ 32296 h 1052294"/>
              <a:gd name="connsiteX293" fmla="*/ 381988 w 1051199"/>
              <a:gd name="connsiteY293" fmla="*/ 36002 h 1052294"/>
              <a:gd name="connsiteX294" fmla="*/ 380839 w 1051199"/>
              <a:gd name="connsiteY294" fmla="*/ 27262 h 1052294"/>
              <a:gd name="connsiteX295" fmla="*/ 334810 w 1051199"/>
              <a:gd name="connsiteY295" fmla="*/ 57450 h 1052294"/>
              <a:gd name="connsiteX296" fmla="*/ 332978 w 1051199"/>
              <a:gd name="connsiteY296" fmla="*/ 50980 h 1052294"/>
              <a:gd name="connsiteX297" fmla="*/ 312214 w 1051199"/>
              <a:gd name="connsiteY297" fmla="*/ 55837 h 1052294"/>
              <a:gd name="connsiteX298" fmla="*/ 240142 w 1051199"/>
              <a:gd name="connsiteY298" fmla="*/ 111057 h 1052294"/>
              <a:gd name="connsiteX299" fmla="*/ 270153 w 1051199"/>
              <a:gd name="connsiteY299" fmla="*/ 82113 h 1052294"/>
              <a:gd name="connsiteX300" fmla="*/ 241031 w 1051199"/>
              <a:gd name="connsiteY300" fmla="*/ 99827 h 1052294"/>
              <a:gd name="connsiteX301" fmla="*/ 219350 w 1051199"/>
              <a:gd name="connsiteY301" fmla="*/ 122109 h 1052294"/>
              <a:gd name="connsiteX302" fmla="*/ 221621 w 1051199"/>
              <a:gd name="connsiteY302" fmla="*/ 121836 h 1052294"/>
              <a:gd name="connsiteX303" fmla="*/ 198326 w 1051199"/>
              <a:gd name="connsiteY303" fmla="*/ 147250 h 1052294"/>
              <a:gd name="connsiteX304" fmla="*/ 183115 w 1051199"/>
              <a:gd name="connsiteY304" fmla="*/ 171735 h 1052294"/>
              <a:gd name="connsiteX305" fmla="*/ 192949 w 1051199"/>
              <a:gd name="connsiteY305" fmla="*/ 137744 h 1052294"/>
              <a:gd name="connsiteX306" fmla="*/ 172816 w 1051199"/>
              <a:gd name="connsiteY306" fmla="*/ 157413 h 1052294"/>
              <a:gd name="connsiteX307" fmla="*/ 168630 w 1051199"/>
              <a:gd name="connsiteY307" fmla="*/ 145773 h 1052294"/>
              <a:gd name="connsiteX308" fmla="*/ 155758 w 1051199"/>
              <a:gd name="connsiteY308" fmla="*/ 197848 h 1052294"/>
              <a:gd name="connsiteX309" fmla="*/ 111398 w 1051199"/>
              <a:gd name="connsiteY309" fmla="*/ 225534 h 1052294"/>
              <a:gd name="connsiteX310" fmla="*/ 110701 w 1051199"/>
              <a:gd name="connsiteY310" fmla="*/ 229391 h 1052294"/>
              <a:gd name="connsiteX311" fmla="*/ 109524 w 1051199"/>
              <a:gd name="connsiteY311" fmla="*/ 238007 h 1052294"/>
              <a:gd name="connsiteX312" fmla="*/ 108389 w 1051199"/>
              <a:gd name="connsiteY312" fmla="*/ 250675 h 1052294"/>
              <a:gd name="connsiteX313" fmla="*/ 104436 w 1051199"/>
              <a:gd name="connsiteY313" fmla="*/ 252849 h 1052294"/>
              <a:gd name="connsiteX314" fmla="*/ 107609 w 1051199"/>
              <a:gd name="connsiteY314" fmla="*/ 265297 h 1052294"/>
              <a:gd name="connsiteX315" fmla="*/ 96557 w 1051199"/>
              <a:gd name="connsiteY315" fmla="*/ 262916 h 1052294"/>
              <a:gd name="connsiteX316" fmla="*/ 79636 w 1051199"/>
              <a:gd name="connsiteY316" fmla="*/ 284693 h 1052294"/>
              <a:gd name="connsiteX317" fmla="*/ 71115 w 1051199"/>
              <a:gd name="connsiteY317" fmla="*/ 313473 h 1052294"/>
              <a:gd name="connsiteX318" fmla="*/ 73727 w 1051199"/>
              <a:gd name="connsiteY318" fmla="*/ 299000 h 1052294"/>
              <a:gd name="connsiteX319" fmla="*/ 49912 w 1051199"/>
              <a:gd name="connsiteY319" fmla="*/ 360418 h 1052294"/>
              <a:gd name="connsiteX320" fmla="*/ 41022 w 1051199"/>
              <a:gd name="connsiteY320" fmla="*/ 414366 h 1052294"/>
              <a:gd name="connsiteX321" fmla="*/ 43839 w 1051199"/>
              <a:gd name="connsiteY321" fmla="*/ 393534 h 1052294"/>
              <a:gd name="connsiteX322" fmla="*/ 54509 w 1051199"/>
              <a:gd name="connsiteY322" fmla="*/ 421097 h 1052294"/>
              <a:gd name="connsiteX323" fmla="*/ 31064 w 1051199"/>
              <a:gd name="connsiteY323" fmla="*/ 440356 h 1052294"/>
              <a:gd name="connsiteX324" fmla="*/ 26112 w 1051199"/>
              <a:gd name="connsiteY324" fmla="*/ 397226 h 1052294"/>
              <a:gd name="connsiteX325" fmla="*/ 23897 w 1051199"/>
              <a:gd name="connsiteY325" fmla="*/ 412711 h 1052294"/>
              <a:gd name="connsiteX326" fmla="*/ 23897 w 1051199"/>
              <a:gd name="connsiteY326" fmla="*/ 427963 h 1052294"/>
              <a:gd name="connsiteX327" fmla="*/ 24909 w 1051199"/>
              <a:gd name="connsiteY327" fmla="*/ 457248 h 1052294"/>
              <a:gd name="connsiteX328" fmla="*/ 25511 w 1051199"/>
              <a:gd name="connsiteY328" fmla="*/ 515520 h 1052294"/>
              <a:gd name="connsiteX329" fmla="*/ 32282 w 1051199"/>
              <a:gd name="connsiteY329" fmla="*/ 508447 h 1052294"/>
              <a:gd name="connsiteX330" fmla="*/ 31693 w 1051199"/>
              <a:gd name="connsiteY330" fmla="*/ 539991 h 1052294"/>
              <a:gd name="connsiteX331" fmla="*/ 30818 w 1051199"/>
              <a:gd name="connsiteY331" fmla="*/ 571151 h 1052294"/>
              <a:gd name="connsiteX332" fmla="*/ 50528 w 1051199"/>
              <a:gd name="connsiteY332" fmla="*/ 583817 h 1052294"/>
              <a:gd name="connsiteX333" fmla="*/ 42185 w 1051199"/>
              <a:gd name="connsiteY333" fmla="*/ 565419 h 1052294"/>
              <a:gd name="connsiteX334" fmla="*/ 54044 w 1051199"/>
              <a:gd name="connsiteY334" fmla="*/ 602994 h 1052294"/>
              <a:gd name="connsiteX335" fmla="*/ 61006 w 1051199"/>
              <a:gd name="connsiteY335" fmla="*/ 602420 h 1052294"/>
              <a:gd name="connsiteX336" fmla="*/ 66916 w 1051199"/>
              <a:gd name="connsiteY336" fmla="*/ 630010 h 1052294"/>
              <a:gd name="connsiteX337" fmla="*/ 56274 w 1051199"/>
              <a:gd name="connsiteY337" fmla="*/ 637219 h 1052294"/>
              <a:gd name="connsiteX338" fmla="*/ 51090 w 1051199"/>
              <a:gd name="connsiteY338" fmla="*/ 613581 h 1052294"/>
              <a:gd name="connsiteX339" fmla="*/ 44045 w 1051199"/>
              <a:gd name="connsiteY339" fmla="*/ 600600 h 1052294"/>
              <a:gd name="connsiteX340" fmla="*/ 31200 w 1051199"/>
              <a:gd name="connsiteY340" fmla="*/ 599642 h 1052294"/>
              <a:gd name="connsiteX341" fmla="*/ 37219 w 1051199"/>
              <a:gd name="connsiteY341" fmla="*/ 616906 h 1052294"/>
              <a:gd name="connsiteX342" fmla="*/ 47780 w 1051199"/>
              <a:gd name="connsiteY342" fmla="*/ 628970 h 1052294"/>
              <a:gd name="connsiteX343" fmla="*/ 45741 w 1051199"/>
              <a:gd name="connsiteY343" fmla="*/ 628628 h 1052294"/>
              <a:gd name="connsiteX344" fmla="*/ 58818 w 1051199"/>
              <a:gd name="connsiteY344" fmla="*/ 666230 h 1052294"/>
              <a:gd name="connsiteX345" fmla="*/ 55535 w 1051199"/>
              <a:gd name="connsiteY345" fmla="*/ 661717 h 1052294"/>
              <a:gd name="connsiteX346" fmla="*/ 53975 w 1051199"/>
              <a:gd name="connsiteY346" fmla="*/ 684833 h 1052294"/>
              <a:gd name="connsiteX347" fmla="*/ 73468 w 1051199"/>
              <a:gd name="connsiteY347" fmla="*/ 708989 h 1052294"/>
              <a:gd name="connsiteX348" fmla="*/ 72387 w 1051199"/>
              <a:gd name="connsiteY348" fmla="*/ 705338 h 1052294"/>
              <a:gd name="connsiteX349" fmla="*/ 85956 w 1051199"/>
              <a:gd name="connsiteY349" fmla="*/ 717362 h 1052294"/>
              <a:gd name="connsiteX350" fmla="*/ 83508 w 1051199"/>
              <a:gd name="connsiteY350" fmla="*/ 696283 h 1052294"/>
              <a:gd name="connsiteX351" fmla="*/ 83509 w 1051199"/>
              <a:gd name="connsiteY351" fmla="*/ 696284 h 1052294"/>
              <a:gd name="connsiteX352" fmla="*/ 93591 w 1051199"/>
              <a:gd name="connsiteY352" fmla="*/ 706955 h 1052294"/>
              <a:gd name="connsiteX353" fmla="*/ 98637 w 1051199"/>
              <a:gd name="connsiteY353" fmla="*/ 723353 h 1052294"/>
              <a:gd name="connsiteX354" fmla="*/ 85149 w 1051199"/>
              <a:gd name="connsiteY354" fmla="*/ 709044 h 1052294"/>
              <a:gd name="connsiteX355" fmla="*/ 85765 w 1051199"/>
              <a:gd name="connsiteY355" fmla="*/ 746702 h 1052294"/>
              <a:gd name="connsiteX356" fmla="*/ 117116 w 1051199"/>
              <a:gd name="connsiteY356" fmla="*/ 780133 h 1052294"/>
              <a:gd name="connsiteX357" fmla="*/ 94260 w 1051199"/>
              <a:gd name="connsiteY357" fmla="*/ 785330 h 1052294"/>
              <a:gd name="connsiteX358" fmla="*/ 108662 w 1051199"/>
              <a:gd name="connsiteY358" fmla="*/ 803591 h 1052294"/>
              <a:gd name="connsiteX359" fmla="*/ 125064 w 1051199"/>
              <a:gd name="connsiteY359" fmla="*/ 821059 h 1052294"/>
              <a:gd name="connsiteX360" fmla="*/ 139480 w 1051199"/>
              <a:gd name="connsiteY360" fmla="*/ 839115 h 1052294"/>
              <a:gd name="connsiteX361" fmla="*/ 150656 w 1051199"/>
              <a:gd name="connsiteY361" fmla="*/ 857704 h 1052294"/>
              <a:gd name="connsiteX362" fmla="*/ 178355 w 1051199"/>
              <a:gd name="connsiteY362" fmla="*/ 879589 h 1052294"/>
              <a:gd name="connsiteX363" fmla="*/ 203360 w 1051199"/>
              <a:gd name="connsiteY363" fmla="*/ 890478 h 1052294"/>
              <a:gd name="connsiteX364" fmla="*/ 179696 w 1051199"/>
              <a:gd name="connsiteY364" fmla="*/ 868263 h 1052294"/>
              <a:gd name="connsiteX365" fmla="*/ 187876 w 1051199"/>
              <a:gd name="connsiteY365" fmla="*/ 862422 h 1052294"/>
              <a:gd name="connsiteX366" fmla="*/ 158097 w 1051199"/>
              <a:gd name="connsiteY366" fmla="*/ 844203 h 1052294"/>
              <a:gd name="connsiteX367" fmla="*/ 145102 w 1051199"/>
              <a:gd name="connsiteY367" fmla="*/ 829307 h 1052294"/>
              <a:gd name="connsiteX368" fmla="*/ 133284 w 1051199"/>
              <a:gd name="connsiteY368" fmla="*/ 812154 h 1052294"/>
              <a:gd name="connsiteX369" fmla="*/ 151272 w 1051199"/>
              <a:gd name="connsiteY369" fmla="*/ 824355 h 1052294"/>
              <a:gd name="connsiteX370" fmla="*/ 127908 w 1051199"/>
              <a:gd name="connsiteY370" fmla="*/ 790541 h 1052294"/>
              <a:gd name="connsiteX371" fmla="*/ 137374 w 1051199"/>
              <a:gd name="connsiteY371" fmla="*/ 808570 h 1052294"/>
              <a:gd name="connsiteX372" fmla="*/ 146251 w 1051199"/>
              <a:gd name="connsiteY372" fmla="*/ 804014 h 1052294"/>
              <a:gd name="connsiteX373" fmla="*/ 130233 w 1051199"/>
              <a:gd name="connsiteY373" fmla="*/ 782485 h 1052294"/>
              <a:gd name="connsiteX374" fmla="*/ 156333 w 1051199"/>
              <a:gd name="connsiteY374" fmla="*/ 810211 h 1052294"/>
              <a:gd name="connsiteX375" fmla="*/ 172049 w 1051199"/>
              <a:gd name="connsiteY375" fmla="*/ 826818 h 1052294"/>
              <a:gd name="connsiteX376" fmla="*/ 184031 w 1051199"/>
              <a:gd name="connsiteY376" fmla="*/ 834107 h 1052294"/>
              <a:gd name="connsiteX377" fmla="*/ 211416 w 1051199"/>
              <a:gd name="connsiteY377" fmla="*/ 875554 h 1052294"/>
              <a:gd name="connsiteX378" fmla="*/ 213988 w 1051199"/>
              <a:gd name="connsiteY378" fmla="*/ 874323 h 1052294"/>
              <a:gd name="connsiteX379" fmla="*/ 213981 w 1051199"/>
              <a:gd name="connsiteY379" fmla="*/ 874334 h 1052294"/>
              <a:gd name="connsiteX380" fmla="*/ 213577 w 1051199"/>
              <a:gd name="connsiteY380" fmla="*/ 874994 h 1052294"/>
              <a:gd name="connsiteX381" fmla="*/ 220539 w 1051199"/>
              <a:gd name="connsiteY381" fmla="*/ 885922 h 1052294"/>
              <a:gd name="connsiteX382" fmla="*/ 228310 w 1051199"/>
              <a:gd name="connsiteY382" fmla="*/ 896140 h 1052294"/>
              <a:gd name="connsiteX383" fmla="*/ 222755 w 1051199"/>
              <a:gd name="connsiteY383" fmla="*/ 893692 h 1052294"/>
              <a:gd name="connsiteX384" fmla="*/ 246460 w 1051199"/>
              <a:gd name="connsiteY384" fmla="*/ 919285 h 1052294"/>
              <a:gd name="connsiteX385" fmla="*/ 275993 w 1051199"/>
              <a:gd name="connsiteY385" fmla="*/ 934714 h 1052294"/>
              <a:gd name="connsiteX386" fmla="*/ 274954 w 1051199"/>
              <a:gd name="connsiteY386" fmla="*/ 948967 h 1052294"/>
              <a:gd name="connsiteX387" fmla="*/ 292530 w 1051199"/>
              <a:gd name="connsiteY387" fmla="*/ 954644 h 1052294"/>
              <a:gd name="connsiteX388" fmla="*/ 261904 w 1051199"/>
              <a:gd name="connsiteY388" fmla="*/ 947804 h 1052294"/>
              <a:gd name="connsiteX389" fmla="*/ 284200 w 1051199"/>
              <a:gd name="connsiteY389" fmla="*/ 963549 h 1052294"/>
              <a:gd name="connsiteX390" fmla="*/ 258826 w 1051199"/>
              <a:gd name="connsiteY390" fmla="*/ 963029 h 1052294"/>
              <a:gd name="connsiteX391" fmla="*/ 280014 w 1051199"/>
              <a:gd name="connsiteY391" fmla="*/ 976639 h 1052294"/>
              <a:gd name="connsiteX392" fmla="*/ 293433 w 1051199"/>
              <a:gd name="connsiteY392" fmla="*/ 976475 h 1052294"/>
              <a:gd name="connsiteX393" fmla="*/ 272572 w 1051199"/>
              <a:gd name="connsiteY393" fmla="*/ 980866 h 1052294"/>
              <a:gd name="connsiteX394" fmla="*/ 236065 w 1051199"/>
              <a:gd name="connsiteY394" fmla="*/ 958309 h 1052294"/>
              <a:gd name="connsiteX395" fmla="*/ 241358 w 1051199"/>
              <a:gd name="connsiteY395" fmla="*/ 958542 h 1052294"/>
              <a:gd name="connsiteX396" fmla="*/ 223604 w 1051199"/>
              <a:gd name="connsiteY396" fmla="*/ 947531 h 1052294"/>
              <a:gd name="connsiteX397" fmla="*/ 206683 w 1051199"/>
              <a:gd name="connsiteY397" fmla="*/ 936629 h 1052294"/>
              <a:gd name="connsiteX398" fmla="*/ 189161 w 1051199"/>
              <a:gd name="connsiteY398" fmla="*/ 923608 h 1052294"/>
              <a:gd name="connsiteX399" fmla="*/ 171529 w 1051199"/>
              <a:gd name="connsiteY399" fmla="*/ 904238 h 1052294"/>
              <a:gd name="connsiteX400" fmla="*/ 172979 w 1051199"/>
              <a:gd name="connsiteY400" fmla="*/ 890847 h 1052294"/>
              <a:gd name="connsiteX401" fmla="*/ 155389 w 1051199"/>
              <a:gd name="connsiteY401" fmla="*/ 887633 h 1052294"/>
              <a:gd name="connsiteX402" fmla="*/ 136635 w 1051199"/>
              <a:gd name="connsiteY402" fmla="*/ 864078 h 1052294"/>
              <a:gd name="connsiteX403" fmla="*/ 114831 w 1051199"/>
              <a:gd name="connsiteY403" fmla="*/ 841618 h 1052294"/>
              <a:gd name="connsiteX404" fmla="*/ 91482 w 1051199"/>
              <a:gd name="connsiteY404" fmla="*/ 800363 h 1052294"/>
              <a:gd name="connsiteX405" fmla="*/ 115119 w 1051199"/>
              <a:gd name="connsiteY405" fmla="*/ 821921 h 1052294"/>
              <a:gd name="connsiteX406" fmla="*/ 97979 w 1051199"/>
              <a:gd name="connsiteY406" fmla="*/ 801129 h 1052294"/>
              <a:gd name="connsiteX407" fmla="*/ 89430 w 1051199"/>
              <a:gd name="connsiteY407" fmla="*/ 785317 h 1052294"/>
              <a:gd name="connsiteX408" fmla="*/ 80485 w 1051199"/>
              <a:gd name="connsiteY408" fmla="*/ 769901 h 1052294"/>
              <a:gd name="connsiteX409" fmla="*/ 73659 w 1051199"/>
              <a:gd name="connsiteY409" fmla="*/ 760366 h 1052294"/>
              <a:gd name="connsiteX410" fmla="*/ 65056 w 1051199"/>
              <a:gd name="connsiteY410" fmla="*/ 747919 h 1052294"/>
              <a:gd name="connsiteX411" fmla="*/ 71362 w 1051199"/>
              <a:gd name="connsiteY411" fmla="*/ 735978 h 1052294"/>
              <a:gd name="connsiteX412" fmla="*/ 48409 w 1051199"/>
              <a:gd name="connsiteY412" fmla="*/ 713107 h 1052294"/>
              <a:gd name="connsiteX413" fmla="*/ 24553 w 1051199"/>
              <a:gd name="connsiteY413" fmla="*/ 669869 h 1052294"/>
              <a:gd name="connsiteX414" fmla="*/ 32542 w 1051199"/>
              <a:gd name="connsiteY414" fmla="*/ 654275 h 1052294"/>
              <a:gd name="connsiteX415" fmla="*/ 22815 w 1051199"/>
              <a:gd name="connsiteY415" fmla="*/ 650172 h 1052294"/>
              <a:gd name="connsiteX416" fmla="*/ 21859 w 1051199"/>
              <a:gd name="connsiteY416" fmla="*/ 623402 h 1052294"/>
              <a:gd name="connsiteX417" fmla="*/ 24102 w 1051199"/>
              <a:gd name="connsiteY417" fmla="*/ 619587 h 1052294"/>
              <a:gd name="connsiteX418" fmla="*/ 4732 w 1051199"/>
              <a:gd name="connsiteY418" fmla="*/ 565063 h 1052294"/>
              <a:gd name="connsiteX419" fmla="*/ 4556 w 1051199"/>
              <a:gd name="connsiteY419" fmla="*/ 525560 h 1052294"/>
              <a:gd name="connsiteX420" fmla="*/ 0 w 1051199"/>
              <a:gd name="connsiteY420" fmla="*/ 489666 h 1052294"/>
              <a:gd name="connsiteX421" fmla="*/ 6457 w 1051199"/>
              <a:gd name="connsiteY421" fmla="*/ 509405 h 1052294"/>
              <a:gd name="connsiteX422" fmla="*/ 16524 w 1051199"/>
              <a:gd name="connsiteY422" fmla="*/ 523987 h 1052294"/>
              <a:gd name="connsiteX423" fmla="*/ 14786 w 1051199"/>
              <a:gd name="connsiteY423" fmla="*/ 496083 h 1052294"/>
              <a:gd name="connsiteX424" fmla="*/ 7988 w 1051199"/>
              <a:gd name="connsiteY424" fmla="*/ 480570 h 1052294"/>
              <a:gd name="connsiteX425" fmla="*/ 11408 w 1051199"/>
              <a:gd name="connsiteY425" fmla="*/ 417554 h 1052294"/>
              <a:gd name="connsiteX426" fmla="*/ 30735 w 1051199"/>
              <a:gd name="connsiteY426" fmla="*/ 373823 h 1052294"/>
              <a:gd name="connsiteX427" fmla="*/ 31146 w 1051199"/>
              <a:gd name="connsiteY427" fmla="*/ 342157 h 1052294"/>
              <a:gd name="connsiteX428" fmla="*/ 48327 w 1051199"/>
              <a:gd name="connsiteY428" fmla="*/ 294187 h 1052294"/>
              <a:gd name="connsiteX429" fmla="*/ 70226 w 1051199"/>
              <a:gd name="connsiteY429" fmla="*/ 260660 h 1052294"/>
              <a:gd name="connsiteX430" fmla="*/ 68859 w 1051199"/>
              <a:gd name="connsiteY430" fmla="*/ 268922 h 1052294"/>
              <a:gd name="connsiteX431" fmla="*/ 68010 w 1051199"/>
              <a:gd name="connsiteY431" fmla="*/ 277362 h 1052294"/>
              <a:gd name="connsiteX432" fmla="*/ 179149 w 1051199"/>
              <a:gd name="connsiteY432" fmla="*/ 132437 h 1052294"/>
              <a:gd name="connsiteX433" fmla="*/ 187834 w 1051199"/>
              <a:gd name="connsiteY433" fmla="*/ 136800 h 1052294"/>
              <a:gd name="connsiteX434" fmla="*/ 187547 w 1051199"/>
              <a:gd name="connsiteY434" fmla="*/ 119497 h 1052294"/>
              <a:gd name="connsiteX435" fmla="*/ 203469 w 1051199"/>
              <a:gd name="connsiteY435" fmla="*/ 116132 h 1052294"/>
              <a:gd name="connsiteX436" fmla="*/ 226149 w 1051199"/>
              <a:gd name="connsiteY436" fmla="*/ 87421 h 1052294"/>
              <a:gd name="connsiteX437" fmla="*/ 236119 w 1051199"/>
              <a:gd name="connsiteY437" fmla="*/ 82427 h 1052294"/>
              <a:gd name="connsiteX438" fmla="*/ 249592 w 1051199"/>
              <a:gd name="connsiteY438" fmla="*/ 79132 h 1052294"/>
              <a:gd name="connsiteX439" fmla="*/ 277840 w 1051199"/>
              <a:gd name="connsiteY439" fmla="*/ 67107 h 1052294"/>
              <a:gd name="connsiteX440" fmla="*/ 275706 w 1051199"/>
              <a:gd name="connsiteY440" fmla="*/ 69310 h 1052294"/>
              <a:gd name="connsiteX441" fmla="*/ 283721 w 1051199"/>
              <a:gd name="connsiteY441" fmla="*/ 69050 h 1052294"/>
              <a:gd name="connsiteX442" fmla="*/ 298521 w 1051199"/>
              <a:gd name="connsiteY442" fmla="*/ 63455 h 1052294"/>
              <a:gd name="connsiteX443" fmla="*/ 292079 w 1051199"/>
              <a:gd name="connsiteY443" fmla="*/ 61212 h 1052294"/>
              <a:gd name="connsiteX444" fmla="*/ 347011 w 1051199"/>
              <a:gd name="connsiteY444" fmla="*/ 32679 h 1052294"/>
              <a:gd name="connsiteX445" fmla="*/ 376161 w 1051199"/>
              <a:gd name="connsiteY445" fmla="*/ 22543 h 1052294"/>
              <a:gd name="connsiteX446" fmla="*/ 406226 w 1051199"/>
              <a:gd name="connsiteY446" fmla="*/ 15908 h 1052294"/>
              <a:gd name="connsiteX447" fmla="*/ 466754 w 1051199"/>
              <a:gd name="connsiteY447" fmla="*/ 7085 h 1052294"/>
              <a:gd name="connsiteX448" fmla="*/ 497161 w 1051199"/>
              <a:gd name="connsiteY448" fmla="*/ 4720 h 1052294"/>
              <a:gd name="connsiteX449" fmla="*/ 527679 w 1051199"/>
              <a:gd name="connsiteY449" fmla="*/ 1806 h 1052294"/>
              <a:gd name="connsiteX450" fmla="*/ 531751 w 1051199"/>
              <a:gd name="connsiteY450" fmla="*/ 39 h 1052294"/>
              <a:gd name="connsiteX451" fmla="*/ 546555 w 1051199"/>
              <a:gd name="connsiteY451" fmla="*/ 1217 h 1052294"/>
              <a:gd name="connsiteX452" fmla="*/ 527719 w 1051199"/>
              <a:gd name="connsiteY452" fmla="*/ 1805 h 1052294"/>
              <a:gd name="connsiteX453" fmla="*/ 531751 w 1051199"/>
              <a:gd name="connsiteY453" fmla="*/ 39 h 1052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</a:cxnLst>
            <a:rect l="l" t="t" r="r" b="b"/>
            <a:pathLst>
              <a:path w="1051199" h="1052294">
                <a:moveTo>
                  <a:pt x="461460" y="1035840"/>
                </a:moveTo>
                <a:cubicBezTo>
                  <a:pt x="464701" y="1035649"/>
                  <a:pt x="471076" y="1035238"/>
                  <a:pt x="472745" y="1036674"/>
                </a:cubicBezTo>
                <a:lnTo>
                  <a:pt x="472020" y="1037481"/>
                </a:lnTo>
                <a:cubicBezTo>
                  <a:pt x="468682" y="1037152"/>
                  <a:pt x="465290" y="1036716"/>
                  <a:pt x="461460" y="1035840"/>
                </a:cubicBezTo>
                <a:close/>
                <a:moveTo>
                  <a:pt x="404231" y="1035554"/>
                </a:moveTo>
                <a:cubicBezTo>
                  <a:pt x="406147" y="1035515"/>
                  <a:pt x="408955" y="1035819"/>
                  <a:pt x="411164" y="1035758"/>
                </a:cubicBezTo>
                <a:cubicBezTo>
                  <a:pt x="408387" y="1036565"/>
                  <a:pt x="405611" y="1037235"/>
                  <a:pt x="402643" y="1037412"/>
                </a:cubicBezTo>
                <a:cubicBezTo>
                  <a:pt x="401288" y="1035976"/>
                  <a:pt x="402314" y="1035593"/>
                  <a:pt x="404231" y="1035554"/>
                </a:cubicBezTo>
                <a:close/>
                <a:moveTo>
                  <a:pt x="676373" y="1027929"/>
                </a:moveTo>
                <a:cubicBezTo>
                  <a:pt x="682144" y="1026795"/>
                  <a:pt x="688032" y="1026853"/>
                  <a:pt x="690426" y="1029767"/>
                </a:cubicBezTo>
                <a:cubicBezTo>
                  <a:pt x="681139" y="1029656"/>
                  <a:pt x="668923" y="1030245"/>
                  <a:pt x="663028" y="1033241"/>
                </a:cubicBezTo>
                <a:cubicBezTo>
                  <a:pt x="664950" y="1031388"/>
                  <a:pt x="670602" y="1029062"/>
                  <a:pt x="676373" y="1027929"/>
                </a:cubicBezTo>
                <a:close/>
                <a:moveTo>
                  <a:pt x="520292" y="978840"/>
                </a:moveTo>
                <a:cubicBezTo>
                  <a:pt x="509322" y="984025"/>
                  <a:pt x="514671" y="993997"/>
                  <a:pt x="492360" y="993366"/>
                </a:cubicBezTo>
                <a:cubicBezTo>
                  <a:pt x="481828" y="990630"/>
                  <a:pt x="492211" y="990316"/>
                  <a:pt x="499557" y="990508"/>
                </a:cubicBezTo>
                <a:cubicBezTo>
                  <a:pt x="486096" y="985270"/>
                  <a:pt x="502784" y="972794"/>
                  <a:pt x="520292" y="978840"/>
                </a:cubicBezTo>
                <a:close/>
                <a:moveTo>
                  <a:pt x="293460" y="975245"/>
                </a:moveTo>
                <a:lnTo>
                  <a:pt x="294951" y="975914"/>
                </a:lnTo>
                <a:lnTo>
                  <a:pt x="293433" y="976475"/>
                </a:lnTo>
                <a:cubicBezTo>
                  <a:pt x="293446" y="976079"/>
                  <a:pt x="293611" y="975765"/>
                  <a:pt x="293460" y="975245"/>
                </a:cubicBezTo>
                <a:close/>
                <a:moveTo>
                  <a:pt x="384561" y="970784"/>
                </a:moveTo>
                <a:cubicBezTo>
                  <a:pt x="395558" y="966736"/>
                  <a:pt x="392919" y="984737"/>
                  <a:pt x="403149" y="975886"/>
                </a:cubicBezTo>
                <a:cubicBezTo>
                  <a:pt x="407021" y="980565"/>
                  <a:pt x="396352" y="981850"/>
                  <a:pt x="387747" y="978609"/>
                </a:cubicBezTo>
                <a:cubicBezTo>
                  <a:pt x="385122" y="975681"/>
                  <a:pt x="379910" y="971742"/>
                  <a:pt x="384561" y="970784"/>
                </a:cubicBezTo>
                <a:close/>
                <a:moveTo>
                  <a:pt x="675819" y="970496"/>
                </a:moveTo>
                <a:cubicBezTo>
                  <a:pt x="675819" y="970496"/>
                  <a:pt x="673383" y="974012"/>
                  <a:pt x="670798" y="977308"/>
                </a:cubicBezTo>
                <a:cubicBezTo>
                  <a:pt x="668117" y="980440"/>
                  <a:pt x="665450" y="983573"/>
                  <a:pt x="665450" y="983573"/>
                </a:cubicBezTo>
                <a:lnTo>
                  <a:pt x="669444" y="971002"/>
                </a:lnTo>
                <a:close/>
                <a:moveTo>
                  <a:pt x="304621" y="922976"/>
                </a:moveTo>
                <a:cubicBezTo>
                  <a:pt x="319326" y="932660"/>
                  <a:pt x="352387" y="948145"/>
                  <a:pt x="366584" y="943918"/>
                </a:cubicBezTo>
                <a:cubicBezTo>
                  <a:pt x="392957" y="956146"/>
                  <a:pt x="362412" y="949608"/>
                  <a:pt x="370730" y="958266"/>
                </a:cubicBezTo>
                <a:cubicBezTo>
                  <a:pt x="366078" y="949034"/>
                  <a:pt x="354890" y="946885"/>
                  <a:pt x="342182" y="944177"/>
                </a:cubicBezTo>
                <a:cubicBezTo>
                  <a:pt x="329707" y="941086"/>
                  <a:pt x="315085" y="938651"/>
                  <a:pt x="304115" y="932345"/>
                </a:cubicBezTo>
                <a:cubicBezTo>
                  <a:pt x="304115" y="932345"/>
                  <a:pt x="304210" y="930047"/>
                  <a:pt x="304306" y="927735"/>
                </a:cubicBezTo>
                <a:cubicBezTo>
                  <a:pt x="304457" y="925356"/>
                  <a:pt x="304621" y="922976"/>
                  <a:pt x="304621" y="922976"/>
                </a:cubicBezTo>
                <a:close/>
                <a:moveTo>
                  <a:pt x="800976" y="891749"/>
                </a:moveTo>
                <a:lnTo>
                  <a:pt x="791783" y="907520"/>
                </a:lnTo>
                <a:lnTo>
                  <a:pt x="781580" y="906740"/>
                </a:lnTo>
                <a:cubicBezTo>
                  <a:pt x="781580" y="906740"/>
                  <a:pt x="782853" y="905893"/>
                  <a:pt x="784754" y="904606"/>
                </a:cubicBezTo>
                <a:cubicBezTo>
                  <a:pt x="786683" y="903363"/>
                  <a:pt x="789226" y="901652"/>
                  <a:pt x="791524" y="899587"/>
                </a:cubicBezTo>
                <a:cubicBezTo>
                  <a:pt x="796244" y="895661"/>
                  <a:pt x="800976" y="891749"/>
                  <a:pt x="800976" y="891749"/>
                </a:cubicBezTo>
                <a:close/>
                <a:moveTo>
                  <a:pt x="830385" y="880232"/>
                </a:moveTo>
                <a:cubicBezTo>
                  <a:pt x="830385" y="880232"/>
                  <a:pt x="829427" y="881245"/>
                  <a:pt x="827759" y="882461"/>
                </a:cubicBezTo>
                <a:cubicBezTo>
                  <a:pt x="826131" y="883733"/>
                  <a:pt x="823970" y="885429"/>
                  <a:pt x="821795" y="887125"/>
                </a:cubicBezTo>
                <a:cubicBezTo>
                  <a:pt x="817445" y="890519"/>
                  <a:pt x="813109" y="893924"/>
                  <a:pt x="813109" y="893924"/>
                </a:cubicBezTo>
                <a:cubicBezTo>
                  <a:pt x="818922" y="889383"/>
                  <a:pt x="812644" y="887291"/>
                  <a:pt x="822478" y="882721"/>
                </a:cubicBezTo>
                <a:cubicBezTo>
                  <a:pt x="822478" y="882721"/>
                  <a:pt x="830521" y="880423"/>
                  <a:pt x="830385" y="880232"/>
                </a:cubicBezTo>
                <a:close/>
                <a:moveTo>
                  <a:pt x="230909" y="872243"/>
                </a:moveTo>
                <a:cubicBezTo>
                  <a:pt x="240292" y="888056"/>
                  <a:pt x="225123" y="876511"/>
                  <a:pt x="217832" y="873283"/>
                </a:cubicBezTo>
                <a:cubicBezTo>
                  <a:pt x="224849" y="872531"/>
                  <a:pt x="230279" y="877359"/>
                  <a:pt x="230909" y="872243"/>
                </a:cubicBezTo>
                <a:close/>
                <a:moveTo>
                  <a:pt x="862311" y="849864"/>
                </a:moveTo>
                <a:lnTo>
                  <a:pt x="845049" y="869629"/>
                </a:lnTo>
                <a:lnTo>
                  <a:pt x="856607" y="852751"/>
                </a:lnTo>
                <a:cubicBezTo>
                  <a:pt x="858619" y="852531"/>
                  <a:pt x="860711" y="852244"/>
                  <a:pt x="862311" y="849864"/>
                </a:cubicBezTo>
                <a:close/>
                <a:moveTo>
                  <a:pt x="159479" y="785193"/>
                </a:moveTo>
                <a:cubicBezTo>
                  <a:pt x="170450" y="784291"/>
                  <a:pt x="168234" y="804303"/>
                  <a:pt x="176892" y="801458"/>
                </a:cubicBezTo>
                <a:cubicBezTo>
                  <a:pt x="176536" y="801718"/>
                  <a:pt x="184334" y="814015"/>
                  <a:pt x="184334" y="814015"/>
                </a:cubicBezTo>
                <a:cubicBezTo>
                  <a:pt x="184334" y="814015"/>
                  <a:pt x="182665" y="812332"/>
                  <a:pt x="180147" y="809787"/>
                </a:cubicBezTo>
                <a:cubicBezTo>
                  <a:pt x="177508" y="807353"/>
                  <a:pt x="174347" y="803810"/>
                  <a:pt x="171475" y="800008"/>
                </a:cubicBezTo>
                <a:cubicBezTo>
                  <a:pt x="165484" y="792593"/>
                  <a:pt x="159479" y="785193"/>
                  <a:pt x="159479" y="785193"/>
                </a:cubicBezTo>
                <a:close/>
                <a:moveTo>
                  <a:pt x="139357" y="752364"/>
                </a:moveTo>
                <a:cubicBezTo>
                  <a:pt x="139357" y="752364"/>
                  <a:pt x="143338" y="756331"/>
                  <a:pt x="147319" y="760297"/>
                </a:cubicBezTo>
                <a:cubicBezTo>
                  <a:pt x="149302" y="762267"/>
                  <a:pt x="151272" y="764223"/>
                  <a:pt x="152749" y="765701"/>
                </a:cubicBezTo>
                <a:cubicBezTo>
                  <a:pt x="154172" y="767192"/>
                  <a:pt x="155308" y="768066"/>
                  <a:pt x="155308" y="768066"/>
                </a:cubicBezTo>
                <a:cubicBezTo>
                  <a:pt x="148440" y="776766"/>
                  <a:pt x="135842" y="766412"/>
                  <a:pt x="124489" y="753540"/>
                </a:cubicBezTo>
                <a:cubicBezTo>
                  <a:pt x="132888" y="758492"/>
                  <a:pt x="137306" y="760502"/>
                  <a:pt x="144939" y="762280"/>
                </a:cubicBezTo>
                <a:close/>
                <a:moveTo>
                  <a:pt x="116677" y="744157"/>
                </a:moveTo>
                <a:cubicBezTo>
                  <a:pt x="119085" y="747248"/>
                  <a:pt x="121752" y="750421"/>
                  <a:pt x="124488" y="753526"/>
                </a:cubicBezTo>
                <a:cubicBezTo>
                  <a:pt x="123503" y="752939"/>
                  <a:pt x="122697" y="752459"/>
                  <a:pt x="121547" y="751776"/>
                </a:cubicBezTo>
                <a:cubicBezTo>
                  <a:pt x="116882" y="748972"/>
                  <a:pt x="116513" y="746331"/>
                  <a:pt x="116677" y="744157"/>
                </a:cubicBezTo>
                <a:close/>
                <a:moveTo>
                  <a:pt x="111891" y="737249"/>
                </a:moveTo>
                <a:cubicBezTo>
                  <a:pt x="117704" y="739042"/>
                  <a:pt x="116910" y="741161"/>
                  <a:pt x="116692" y="744157"/>
                </a:cubicBezTo>
                <a:cubicBezTo>
                  <a:pt x="114790" y="741804"/>
                  <a:pt x="113080" y="739492"/>
                  <a:pt x="111891" y="737249"/>
                </a:cubicBezTo>
                <a:close/>
                <a:moveTo>
                  <a:pt x="73248" y="637518"/>
                </a:moveTo>
                <a:lnTo>
                  <a:pt x="90757" y="648830"/>
                </a:lnTo>
                <a:cubicBezTo>
                  <a:pt x="89635" y="640158"/>
                  <a:pt x="92289" y="645151"/>
                  <a:pt x="95667" y="648201"/>
                </a:cubicBezTo>
                <a:cubicBezTo>
                  <a:pt x="90005" y="650663"/>
                  <a:pt x="74684" y="662085"/>
                  <a:pt x="73248" y="637518"/>
                </a:cubicBezTo>
                <a:close/>
                <a:moveTo>
                  <a:pt x="1027235" y="540468"/>
                </a:moveTo>
                <a:cubicBezTo>
                  <a:pt x="1036536" y="550439"/>
                  <a:pt x="1041542" y="560260"/>
                  <a:pt x="1042500" y="573530"/>
                </a:cubicBezTo>
                <a:cubicBezTo>
                  <a:pt x="1042842" y="586743"/>
                  <a:pt x="1041870" y="603801"/>
                  <a:pt x="1037945" y="628490"/>
                </a:cubicBezTo>
                <a:cubicBezTo>
                  <a:pt x="1037945" y="628490"/>
                  <a:pt x="1036194" y="635753"/>
                  <a:pt x="1033116" y="648474"/>
                </a:cubicBezTo>
                <a:cubicBezTo>
                  <a:pt x="1031557" y="654834"/>
                  <a:pt x="1029669" y="662549"/>
                  <a:pt x="1027495" y="671414"/>
                </a:cubicBezTo>
                <a:cubicBezTo>
                  <a:pt x="1024499" y="680030"/>
                  <a:pt x="1021106" y="689743"/>
                  <a:pt x="1017399" y="700344"/>
                </a:cubicBezTo>
                <a:cubicBezTo>
                  <a:pt x="1002326" y="742487"/>
                  <a:pt x="975994" y="797339"/>
                  <a:pt x="938105" y="844284"/>
                </a:cubicBezTo>
                <a:cubicBezTo>
                  <a:pt x="901172" y="891926"/>
                  <a:pt x="854858" y="931389"/>
                  <a:pt x="817568" y="957009"/>
                </a:cubicBezTo>
                <a:cubicBezTo>
                  <a:pt x="807967" y="963027"/>
                  <a:pt x="799158" y="968541"/>
                  <a:pt x="791362" y="973438"/>
                </a:cubicBezTo>
                <a:cubicBezTo>
                  <a:pt x="787448" y="975872"/>
                  <a:pt x="783784" y="978157"/>
                  <a:pt x="780404" y="980263"/>
                </a:cubicBezTo>
                <a:cubicBezTo>
                  <a:pt x="776849" y="982068"/>
                  <a:pt x="773593" y="983723"/>
                  <a:pt x="770638" y="985215"/>
                </a:cubicBezTo>
                <a:cubicBezTo>
                  <a:pt x="758793" y="991137"/>
                  <a:pt x="752022" y="994516"/>
                  <a:pt x="752022" y="994516"/>
                </a:cubicBezTo>
                <a:cubicBezTo>
                  <a:pt x="752022" y="994516"/>
                  <a:pt x="747412" y="996130"/>
                  <a:pt x="738903" y="999084"/>
                </a:cubicBezTo>
                <a:cubicBezTo>
                  <a:pt x="730587" y="1002464"/>
                  <a:pt x="717634" y="1005308"/>
                  <a:pt x="702081" y="1010643"/>
                </a:cubicBezTo>
                <a:cubicBezTo>
                  <a:pt x="670825" y="1021216"/>
                  <a:pt x="626165" y="1032802"/>
                  <a:pt x="572012" y="1044634"/>
                </a:cubicBezTo>
                <a:cubicBezTo>
                  <a:pt x="552424" y="1047698"/>
                  <a:pt x="530018" y="1053703"/>
                  <a:pt x="505014" y="1051994"/>
                </a:cubicBezTo>
                <a:cubicBezTo>
                  <a:pt x="505014" y="1051994"/>
                  <a:pt x="512277" y="1047302"/>
                  <a:pt x="519526" y="1042596"/>
                </a:cubicBezTo>
                <a:cubicBezTo>
                  <a:pt x="526654" y="1038137"/>
                  <a:pt x="533492" y="1032624"/>
                  <a:pt x="533492" y="1032624"/>
                </a:cubicBezTo>
                <a:cubicBezTo>
                  <a:pt x="572463" y="1031762"/>
                  <a:pt x="513850" y="1042596"/>
                  <a:pt x="540441" y="1045030"/>
                </a:cubicBezTo>
                <a:cubicBezTo>
                  <a:pt x="567867" y="1044963"/>
                  <a:pt x="566553" y="1040873"/>
                  <a:pt x="564474" y="1036045"/>
                </a:cubicBezTo>
                <a:cubicBezTo>
                  <a:pt x="562369" y="1031064"/>
                  <a:pt x="559782" y="1025853"/>
                  <a:pt x="582955" y="1022037"/>
                </a:cubicBezTo>
                <a:cubicBezTo>
                  <a:pt x="584458" y="1027987"/>
                  <a:pt x="592351" y="1026647"/>
                  <a:pt x="603172" y="1024144"/>
                </a:cubicBezTo>
                <a:cubicBezTo>
                  <a:pt x="611310" y="1017769"/>
                  <a:pt x="630556" y="1011887"/>
                  <a:pt x="626561" y="1005130"/>
                </a:cubicBezTo>
                <a:cubicBezTo>
                  <a:pt x="618272" y="1009220"/>
                  <a:pt x="608314" y="1011245"/>
                  <a:pt x="597973" y="1012380"/>
                </a:cubicBezTo>
                <a:cubicBezTo>
                  <a:pt x="587619" y="1013597"/>
                  <a:pt x="576895" y="1013994"/>
                  <a:pt x="566581" y="1013241"/>
                </a:cubicBezTo>
                <a:cubicBezTo>
                  <a:pt x="545995" y="1012285"/>
                  <a:pt x="527843" y="1014473"/>
                  <a:pt x="516736" y="1026565"/>
                </a:cubicBezTo>
                <a:cubicBezTo>
                  <a:pt x="523671" y="1031668"/>
                  <a:pt x="517365" y="1037466"/>
                  <a:pt x="506122" y="1041051"/>
                </a:cubicBezTo>
                <a:cubicBezTo>
                  <a:pt x="494947" y="1044401"/>
                  <a:pt x="478792" y="1046495"/>
                  <a:pt x="468095" y="1041680"/>
                </a:cubicBezTo>
                <a:lnTo>
                  <a:pt x="472021" y="1037521"/>
                </a:lnTo>
                <a:cubicBezTo>
                  <a:pt x="501758" y="1038273"/>
                  <a:pt x="512468" y="1021408"/>
                  <a:pt x="517967" y="1010671"/>
                </a:cubicBezTo>
                <a:cubicBezTo>
                  <a:pt x="517967" y="1010671"/>
                  <a:pt x="505971" y="1009248"/>
                  <a:pt x="493989" y="1007839"/>
                </a:cubicBezTo>
                <a:cubicBezTo>
                  <a:pt x="488039" y="1007128"/>
                  <a:pt x="482075" y="1006430"/>
                  <a:pt x="477602" y="1005896"/>
                </a:cubicBezTo>
                <a:cubicBezTo>
                  <a:pt x="473197" y="1004925"/>
                  <a:pt x="470256" y="1004282"/>
                  <a:pt x="470256" y="1004282"/>
                </a:cubicBezTo>
                <a:cubicBezTo>
                  <a:pt x="496643" y="1019042"/>
                  <a:pt x="454062" y="1019725"/>
                  <a:pt x="434214" y="1026702"/>
                </a:cubicBezTo>
                <a:lnTo>
                  <a:pt x="443980" y="1027687"/>
                </a:lnTo>
                <a:cubicBezTo>
                  <a:pt x="431067" y="1027290"/>
                  <a:pt x="422368" y="1032419"/>
                  <a:pt x="414092" y="1034894"/>
                </a:cubicBezTo>
                <a:cubicBezTo>
                  <a:pt x="414598" y="1034280"/>
                  <a:pt x="414489" y="1033336"/>
                  <a:pt x="412902" y="1031680"/>
                </a:cubicBezTo>
                <a:cubicBezTo>
                  <a:pt x="402574" y="1028959"/>
                  <a:pt x="393547" y="1029341"/>
                  <a:pt x="384231" y="1029096"/>
                </a:cubicBezTo>
                <a:cubicBezTo>
                  <a:pt x="379581" y="1028972"/>
                  <a:pt x="374875" y="1028699"/>
                  <a:pt x="369951" y="1027796"/>
                </a:cubicBezTo>
                <a:cubicBezTo>
                  <a:pt x="365081" y="1026729"/>
                  <a:pt x="360157" y="1024553"/>
                  <a:pt x="354878" y="1021517"/>
                </a:cubicBezTo>
                <a:lnTo>
                  <a:pt x="354111" y="1016729"/>
                </a:lnTo>
                <a:cubicBezTo>
                  <a:pt x="341200" y="1014692"/>
                  <a:pt x="322802" y="1006457"/>
                  <a:pt x="313719" y="1008742"/>
                </a:cubicBezTo>
                <a:cubicBezTo>
                  <a:pt x="321653" y="1004296"/>
                  <a:pt x="282190" y="988320"/>
                  <a:pt x="299999" y="986336"/>
                </a:cubicBezTo>
                <a:cubicBezTo>
                  <a:pt x="304677" y="987471"/>
                  <a:pt x="313883" y="991670"/>
                  <a:pt x="322364" y="994680"/>
                </a:cubicBezTo>
                <a:cubicBezTo>
                  <a:pt x="330968" y="997401"/>
                  <a:pt x="339106" y="998181"/>
                  <a:pt x="340707" y="994653"/>
                </a:cubicBezTo>
                <a:cubicBezTo>
                  <a:pt x="340707" y="994653"/>
                  <a:pt x="337780" y="993682"/>
                  <a:pt x="333374" y="992231"/>
                </a:cubicBezTo>
                <a:cubicBezTo>
                  <a:pt x="328888" y="990959"/>
                  <a:pt x="323239" y="988483"/>
                  <a:pt x="317603" y="985939"/>
                </a:cubicBezTo>
                <a:cubicBezTo>
                  <a:pt x="306277" y="980932"/>
                  <a:pt x="294952" y="975926"/>
                  <a:pt x="294952" y="975926"/>
                </a:cubicBezTo>
                <a:cubicBezTo>
                  <a:pt x="303979" y="971823"/>
                  <a:pt x="309931" y="962589"/>
                  <a:pt x="328464" y="967665"/>
                </a:cubicBezTo>
                <a:lnTo>
                  <a:pt x="312515" y="957720"/>
                </a:lnTo>
                <a:cubicBezTo>
                  <a:pt x="347614" y="978006"/>
                  <a:pt x="327152" y="949650"/>
                  <a:pt x="363372" y="971344"/>
                </a:cubicBezTo>
                <a:cubicBezTo>
                  <a:pt x="355465" y="979620"/>
                  <a:pt x="356478" y="981274"/>
                  <a:pt x="357052" y="993777"/>
                </a:cubicBezTo>
                <a:cubicBezTo>
                  <a:pt x="377598" y="994393"/>
                  <a:pt x="403354" y="992244"/>
                  <a:pt x="426157" y="991028"/>
                </a:cubicBezTo>
                <a:cubicBezTo>
                  <a:pt x="449383" y="988060"/>
                  <a:pt x="470216" y="984270"/>
                  <a:pt x="482895" y="979660"/>
                </a:cubicBezTo>
                <a:cubicBezTo>
                  <a:pt x="464225" y="986473"/>
                  <a:pt x="483484" y="995364"/>
                  <a:pt x="458206" y="995883"/>
                </a:cubicBezTo>
                <a:cubicBezTo>
                  <a:pt x="468669" y="996678"/>
                  <a:pt x="479805" y="999181"/>
                  <a:pt x="492949" y="1000055"/>
                </a:cubicBezTo>
                <a:cubicBezTo>
                  <a:pt x="499515" y="1000712"/>
                  <a:pt x="506504" y="1001424"/>
                  <a:pt x="514015" y="1002176"/>
                </a:cubicBezTo>
                <a:cubicBezTo>
                  <a:pt x="521551" y="1002929"/>
                  <a:pt x="529635" y="1003625"/>
                  <a:pt x="538349" y="1002805"/>
                </a:cubicBezTo>
                <a:cubicBezTo>
                  <a:pt x="540550" y="997429"/>
                  <a:pt x="549374" y="993722"/>
                  <a:pt x="559960" y="990659"/>
                </a:cubicBezTo>
                <a:cubicBezTo>
                  <a:pt x="565254" y="989112"/>
                  <a:pt x="571027" y="987785"/>
                  <a:pt x="576649" y="986377"/>
                </a:cubicBezTo>
                <a:cubicBezTo>
                  <a:pt x="582215" y="984435"/>
                  <a:pt x="587659" y="982534"/>
                  <a:pt x="592393" y="980605"/>
                </a:cubicBezTo>
                <a:cubicBezTo>
                  <a:pt x="591339" y="987525"/>
                  <a:pt x="573995" y="991506"/>
                  <a:pt x="575295" y="997060"/>
                </a:cubicBezTo>
                <a:cubicBezTo>
                  <a:pt x="593405" y="992751"/>
                  <a:pt x="604252" y="995514"/>
                  <a:pt x="613061" y="997101"/>
                </a:cubicBezTo>
                <a:cubicBezTo>
                  <a:pt x="621802" y="998674"/>
                  <a:pt x="628422" y="998728"/>
                  <a:pt x="636028" y="986760"/>
                </a:cubicBezTo>
                <a:cubicBezTo>
                  <a:pt x="638954" y="990385"/>
                  <a:pt x="645069" y="997552"/>
                  <a:pt x="629324" y="1003885"/>
                </a:cubicBezTo>
                <a:cubicBezTo>
                  <a:pt x="647503" y="1003243"/>
                  <a:pt x="661620" y="982123"/>
                  <a:pt x="670538" y="994885"/>
                </a:cubicBezTo>
                <a:cubicBezTo>
                  <a:pt x="694639" y="984517"/>
                  <a:pt x="690960" y="975775"/>
                  <a:pt x="689113" y="968212"/>
                </a:cubicBezTo>
                <a:cubicBezTo>
                  <a:pt x="687076" y="960155"/>
                  <a:pt x="686692" y="952973"/>
                  <a:pt x="713051" y="941647"/>
                </a:cubicBezTo>
                <a:cubicBezTo>
                  <a:pt x="722818" y="943563"/>
                  <a:pt x="701151" y="964805"/>
                  <a:pt x="723283" y="952892"/>
                </a:cubicBezTo>
                <a:lnTo>
                  <a:pt x="722011" y="943152"/>
                </a:lnTo>
                <a:cubicBezTo>
                  <a:pt x="725786" y="948596"/>
                  <a:pt x="746700" y="933700"/>
                  <a:pt x="758942" y="927094"/>
                </a:cubicBezTo>
                <a:cubicBezTo>
                  <a:pt x="750928" y="933413"/>
                  <a:pt x="719139" y="953986"/>
                  <a:pt x="717469" y="963411"/>
                </a:cubicBezTo>
                <a:cubicBezTo>
                  <a:pt x="734950" y="950170"/>
                  <a:pt x="749163" y="945820"/>
                  <a:pt x="762567" y="940006"/>
                </a:cubicBezTo>
                <a:cubicBezTo>
                  <a:pt x="775453" y="933482"/>
                  <a:pt x="788735" y="927559"/>
                  <a:pt x="801852" y="912130"/>
                </a:cubicBezTo>
                <a:cubicBezTo>
                  <a:pt x="794097" y="923428"/>
                  <a:pt x="793085" y="936232"/>
                  <a:pt x="790540" y="945410"/>
                </a:cubicBezTo>
                <a:lnTo>
                  <a:pt x="799458" y="936819"/>
                </a:lnTo>
                <a:cubicBezTo>
                  <a:pt x="818526" y="944328"/>
                  <a:pt x="743404" y="977528"/>
                  <a:pt x="786792" y="965941"/>
                </a:cubicBezTo>
                <a:cubicBezTo>
                  <a:pt x="805013" y="950292"/>
                  <a:pt x="812495" y="947242"/>
                  <a:pt x="833232" y="929555"/>
                </a:cubicBezTo>
                <a:lnTo>
                  <a:pt x="835406" y="936395"/>
                </a:lnTo>
                <a:cubicBezTo>
                  <a:pt x="859262" y="911870"/>
                  <a:pt x="847676" y="886004"/>
                  <a:pt x="887384" y="861122"/>
                </a:cubicBezTo>
                <a:cubicBezTo>
                  <a:pt x="874800" y="870956"/>
                  <a:pt x="876086" y="856416"/>
                  <a:pt x="872092" y="857319"/>
                </a:cubicBezTo>
                <a:lnTo>
                  <a:pt x="879999" y="855678"/>
                </a:lnTo>
                <a:cubicBezTo>
                  <a:pt x="880970" y="841507"/>
                  <a:pt x="888890" y="839824"/>
                  <a:pt x="880148" y="830290"/>
                </a:cubicBezTo>
                <a:cubicBezTo>
                  <a:pt x="906289" y="802249"/>
                  <a:pt x="923756" y="775193"/>
                  <a:pt x="940348" y="747987"/>
                </a:cubicBezTo>
                <a:cubicBezTo>
                  <a:pt x="948843" y="734458"/>
                  <a:pt x="955094" y="719739"/>
                  <a:pt x="963328" y="705132"/>
                </a:cubicBezTo>
                <a:cubicBezTo>
                  <a:pt x="970592" y="690071"/>
                  <a:pt x="977020" y="673766"/>
                  <a:pt x="984899" y="656216"/>
                </a:cubicBezTo>
                <a:cubicBezTo>
                  <a:pt x="986923" y="668295"/>
                  <a:pt x="977418" y="704912"/>
                  <a:pt x="992163" y="686583"/>
                </a:cubicBezTo>
                <a:cubicBezTo>
                  <a:pt x="990589" y="680756"/>
                  <a:pt x="990356" y="673397"/>
                  <a:pt x="991178" y="665326"/>
                </a:cubicBezTo>
                <a:cubicBezTo>
                  <a:pt x="992272" y="657338"/>
                  <a:pt x="992559" y="648036"/>
                  <a:pt x="994624" y="639049"/>
                </a:cubicBezTo>
                <a:cubicBezTo>
                  <a:pt x="996444" y="629980"/>
                  <a:pt x="999193" y="620926"/>
                  <a:pt x="1002381" y="612526"/>
                </a:cubicBezTo>
                <a:cubicBezTo>
                  <a:pt x="1004802" y="603977"/>
                  <a:pt x="1007947" y="596126"/>
                  <a:pt x="1011709" y="589779"/>
                </a:cubicBezTo>
                <a:cubicBezTo>
                  <a:pt x="1010739" y="597275"/>
                  <a:pt x="1012611" y="601912"/>
                  <a:pt x="1015881" y="605113"/>
                </a:cubicBezTo>
                <a:lnTo>
                  <a:pt x="1017099" y="600545"/>
                </a:lnTo>
                <a:cubicBezTo>
                  <a:pt x="1019711" y="594526"/>
                  <a:pt x="1012366" y="618819"/>
                  <a:pt x="1019670" y="617738"/>
                </a:cubicBezTo>
                <a:cubicBezTo>
                  <a:pt x="1024361" y="593076"/>
                  <a:pt x="1022940" y="574418"/>
                  <a:pt x="1016319" y="568687"/>
                </a:cubicBezTo>
                <a:cubicBezTo>
                  <a:pt x="1018835" y="573884"/>
                  <a:pt x="1021434" y="569385"/>
                  <a:pt x="1022611" y="562189"/>
                </a:cubicBezTo>
                <a:cubicBezTo>
                  <a:pt x="1023897" y="555008"/>
                  <a:pt x="1024950" y="545311"/>
                  <a:pt x="1027235" y="540468"/>
                </a:cubicBezTo>
                <a:close/>
                <a:moveTo>
                  <a:pt x="1051199" y="515505"/>
                </a:moveTo>
                <a:cubicBezTo>
                  <a:pt x="1049216" y="522180"/>
                  <a:pt x="1052826" y="544435"/>
                  <a:pt x="1045658" y="538662"/>
                </a:cubicBezTo>
                <a:cubicBezTo>
                  <a:pt x="1039202" y="528266"/>
                  <a:pt x="1049392" y="514273"/>
                  <a:pt x="1051199" y="515505"/>
                </a:cubicBezTo>
                <a:close/>
                <a:moveTo>
                  <a:pt x="998112" y="493032"/>
                </a:moveTo>
                <a:lnTo>
                  <a:pt x="1002530" y="515506"/>
                </a:lnTo>
                <a:cubicBezTo>
                  <a:pt x="1000492" y="519268"/>
                  <a:pt x="996867" y="504003"/>
                  <a:pt x="993995" y="500623"/>
                </a:cubicBezTo>
                <a:close/>
                <a:moveTo>
                  <a:pt x="48135" y="483758"/>
                </a:moveTo>
                <a:cubicBezTo>
                  <a:pt x="47191" y="500582"/>
                  <a:pt x="53333" y="515753"/>
                  <a:pt x="49735" y="532632"/>
                </a:cubicBezTo>
                <a:cubicBezTo>
                  <a:pt x="44346" y="519199"/>
                  <a:pt x="43319" y="498599"/>
                  <a:pt x="48135" y="483758"/>
                </a:cubicBezTo>
                <a:close/>
                <a:moveTo>
                  <a:pt x="986143" y="420015"/>
                </a:moveTo>
                <a:cubicBezTo>
                  <a:pt x="986143" y="420015"/>
                  <a:pt x="989904" y="422956"/>
                  <a:pt x="993543" y="426019"/>
                </a:cubicBezTo>
                <a:cubicBezTo>
                  <a:pt x="997208" y="429138"/>
                  <a:pt x="1000874" y="432243"/>
                  <a:pt x="1000874" y="432243"/>
                </a:cubicBezTo>
                <a:lnTo>
                  <a:pt x="1000696" y="454867"/>
                </a:lnTo>
                <a:cubicBezTo>
                  <a:pt x="996826" y="431300"/>
                  <a:pt x="990055" y="443090"/>
                  <a:pt x="986143" y="420015"/>
                </a:cubicBezTo>
                <a:close/>
                <a:moveTo>
                  <a:pt x="986375" y="382863"/>
                </a:moveTo>
                <a:lnTo>
                  <a:pt x="995444" y="391781"/>
                </a:lnTo>
                <a:cubicBezTo>
                  <a:pt x="994213" y="393190"/>
                  <a:pt x="994802" y="400467"/>
                  <a:pt x="991710" y="401384"/>
                </a:cubicBezTo>
                <a:lnTo>
                  <a:pt x="992736" y="412560"/>
                </a:lnTo>
                <a:lnTo>
                  <a:pt x="979044" y="386324"/>
                </a:lnTo>
                <a:lnTo>
                  <a:pt x="990055" y="392260"/>
                </a:lnTo>
                <a:cubicBezTo>
                  <a:pt x="990656" y="390113"/>
                  <a:pt x="987784" y="385230"/>
                  <a:pt x="986375" y="382863"/>
                </a:cubicBezTo>
                <a:close/>
                <a:moveTo>
                  <a:pt x="963450" y="307194"/>
                </a:moveTo>
                <a:cubicBezTo>
                  <a:pt x="967553" y="307016"/>
                  <a:pt x="977375" y="315756"/>
                  <a:pt x="977894" y="309068"/>
                </a:cubicBezTo>
                <a:cubicBezTo>
                  <a:pt x="979331" y="317999"/>
                  <a:pt x="973354" y="313554"/>
                  <a:pt x="978798" y="324592"/>
                </a:cubicBezTo>
                <a:lnTo>
                  <a:pt x="984967" y="324730"/>
                </a:lnTo>
                <a:cubicBezTo>
                  <a:pt x="990684" y="347683"/>
                  <a:pt x="989070" y="360322"/>
                  <a:pt x="982915" y="368420"/>
                </a:cubicBezTo>
                <a:cubicBezTo>
                  <a:pt x="984515" y="357559"/>
                  <a:pt x="968442" y="318902"/>
                  <a:pt x="985760" y="345152"/>
                </a:cubicBezTo>
                <a:cubicBezTo>
                  <a:pt x="984364" y="334975"/>
                  <a:pt x="980357" y="330803"/>
                  <a:pt x="976213" y="326494"/>
                </a:cubicBezTo>
                <a:cubicBezTo>
                  <a:pt x="971603" y="322336"/>
                  <a:pt x="966706" y="318110"/>
                  <a:pt x="963450" y="307194"/>
                </a:cubicBezTo>
                <a:close/>
                <a:moveTo>
                  <a:pt x="120878" y="228022"/>
                </a:moveTo>
                <a:cubicBezTo>
                  <a:pt x="124229" y="233548"/>
                  <a:pt x="130972" y="236448"/>
                  <a:pt x="119386" y="247049"/>
                </a:cubicBezTo>
                <a:cubicBezTo>
                  <a:pt x="122327" y="239485"/>
                  <a:pt x="119099" y="239458"/>
                  <a:pt x="116747" y="238883"/>
                </a:cubicBezTo>
                <a:cubicBezTo>
                  <a:pt x="114407" y="238336"/>
                  <a:pt x="112917" y="237158"/>
                  <a:pt x="120878" y="228022"/>
                </a:cubicBezTo>
                <a:close/>
                <a:moveTo>
                  <a:pt x="900799" y="204587"/>
                </a:moveTo>
                <a:cubicBezTo>
                  <a:pt x="901449" y="203616"/>
                  <a:pt x="903333" y="204385"/>
                  <a:pt x="906015" y="205602"/>
                </a:cubicBezTo>
                <a:cubicBezTo>
                  <a:pt x="910966" y="208352"/>
                  <a:pt x="918352" y="213509"/>
                  <a:pt x="923276" y="211211"/>
                </a:cubicBezTo>
                <a:lnTo>
                  <a:pt x="934534" y="234108"/>
                </a:lnTo>
                <a:cubicBezTo>
                  <a:pt x="931962" y="230101"/>
                  <a:pt x="929349" y="226052"/>
                  <a:pt x="927312" y="226504"/>
                </a:cubicBezTo>
                <a:cubicBezTo>
                  <a:pt x="937967" y="242329"/>
                  <a:pt x="939499" y="248731"/>
                  <a:pt x="941879" y="255419"/>
                </a:cubicBezTo>
                <a:cubicBezTo>
                  <a:pt x="943917" y="262287"/>
                  <a:pt x="946818" y="269590"/>
                  <a:pt x="954518" y="289917"/>
                </a:cubicBezTo>
                <a:cubicBezTo>
                  <a:pt x="944806" y="283927"/>
                  <a:pt x="944246" y="277908"/>
                  <a:pt x="944259" y="268880"/>
                </a:cubicBezTo>
                <a:cubicBezTo>
                  <a:pt x="937940" y="262997"/>
                  <a:pt x="933850" y="263626"/>
                  <a:pt x="927599" y="255721"/>
                </a:cubicBezTo>
                <a:cubicBezTo>
                  <a:pt x="931442" y="254065"/>
                  <a:pt x="930376" y="246597"/>
                  <a:pt x="926983" y="239868"/>
                </a:cubicBezTo>
                <a:cubicBezTo>
                  <a:pt x="923865" y="232973"/>
                  <a:pt x="919897" y="225888"/>
                  <a:pt x="920609" y="223398"/>
                </a:cubicBezTo>
                <a:lnTo>
                  <a:pt x="902992" y="214014"/>
                </a:lnTo>
                <a:cubicBezTo>
                  <a:pt x="900735" y="208269"/>
                  <a:pt x="900149" y="205558"/>
                  <a:pt x="900799" y="204587"/>
                </a:cubicBezTo>
                <a:close/>
                <a:moveTo>
                  <a:pt x="874896" y="162242"/>
                </a:moveTo>
                <a:cubicBezTo>
                  <a:pt x="874896" y="162242"/>
                  <a:pt x="877317" y="163569"/>
                  <a:pt x="880435" y="166113"/>
                </a:cubicBezTo>
                <a:cubicBezTo>
                  <a:pt x="883596" y="168643"/>
                  <a:pt x="887808" y="172009"/>
                  <a:pt x="892021" y="175374"/>
                </a:cubicBezTo>
                <a:cubicBezTo>
                  <a:pt x="900530" y="182200"/>
                  <a:pt x="909037" y="189025"/>
                  <a:pt x="909037" y="189025"/>
                </a:cubicBezTo>
                <a:cubicBezTo>
                  <a:pt x="911445" y="200023"/>
                  <a:pt x="897794" y="196985"/>
                  <a:pt x="884211" y="182856"/>
                </a:cubicBezTo>
                <a:cubicBezTo>
                  <a:pt x="894415" y="181871"/>
                  <a:pt x="883938" y="170791"/>
                  <a:pt x="874896" y="162242"/>
                </a:cubicBezTo>
                <a:close/>
                <a:moveTo>
                  <a:pt x="842012" y="134953"/>
                </a:moveTo>
                <a:cubicBezTo>
                  <a:pt x="857920" y="137429"/>
                  <a:pt x="861285" y="153665"/>
                  <a:pt x="863871" y="162078"/>
                </a:cubicBezTo>
                <a:cubicBezTo>
                  <a:pt x="843201" y="151777"/>
                  <a:pt x="859794" y="149261"/>
                  <a:pt x="842012" y="134953"/>
                </a:cubicBezTo>
                <a:close/>
                <a:moveTo>
                  <a:pt x="801523" y="114121"/>
                </a:moveTo>
                <a:lnTo>
                  <a:pt x="818512" y="122341"/>
                </a:lnTo>
                <a:lnTo>
                  <a:pt x="812206" y="123408"/>
                </a:lnTo>
                <a:close/>
                <a:moveTo>
                  <a:pt x="717072" y="73482"/>
                </a:moveTo>
                <a:lnTo>
                  <a:pt x="725430" y="74903"/>
                </a:lnTo>
                <a:lnTo>
                  <a:pt x="720888" y="79021"/>
                </a:lnTo>
                <a:close/>
                <a:moveTo>
                  <a:pt x="751666" y="72976"/>
                </a:moveTo>
                <a:cubicBezTo>
                  <a:pt x="762896" y="72414"/>
                  <a:pt x="770720" y="74014"/>
                  <a:pt x="776479" y="77242"/>
                </a:cubicBezTo>
                <a:cubicBezTo>
                  <a:pt x="782374" y="80265"/>
                  <a:pt x="786602" y="84260"/>
                  <a:pt x="790910" y="88719"/>
                </a:cubicBezTo>
                <a:cubicBezTo>
                  <a:pt x="795218" y="93193"/>
                  <a:pt x="799610" y="98130"/>
                  <a:pt x="805928" y="103109"/>
                </a:cubicBezTo>
                <a:cubicBezTo>
                  <a:pt x="811838" y="108731"/>
                  <a:pt x="819580" y="114531"/>
                  <a:pt x="831248" y="120384"/>
                </a:cubicBezTo>
                <a:cubicBezTo>
                  <a:pt x="820059" y="116240"/>
                  <a:pt x="805286" y="111576"/>
                  <a:pt x="797530" y="106173"/>
                </a:cubicBezTo>
                <a:cubicBezTo>
                  <a:pt x="772225" y="99320"/>
                  <a:pt x="779871" y="107390"/>
                  <a:pt x="752610" y="89348"/>
                </a:cubicBezTo>
                <a:cubicBezTo>
                  <a:pt x="765632" y="90101"/>
                  <a:pt x="783235" y="110769"/>
                  <a:pt x="783099" y="97159"/>
                </a:cubicBezTo>
                <a:cubicBezTo>
                  <a:pt x="783099" y="97159"/>
                  <a:pt x="775453" y="90839"/>
                  <a:pt x="767806" y="84520"/>
                </a:cubicBezTo>
                <a:cubicBezTo>
                  <a:pt x="764045" y="81183"/>
                  <a:pt x="759901" y="78529"/>
                  <a:pt x="756809" y="76450"/>
                </a:cubicBezTo>
                <a:cubicBezTo>
                  <a:pt x="753731" y="74370"/>
                  <a:pt x="751666" y="72976"/>
                  <a:pt x="751666" y="72976"/>
                </a:cubicBezTo>
                <a:close/>
                <a:moveTo>
                  <a:pt x="290150" y="61226"/>
                </a:moveTo>
                <a:cubicBezTo>
                  <a:pt x="290753" y="61226"/>
                  <a:pt x="291395" y="61226"/>
                  <a:pt x="292107" y="61226"/>
                </a:cubicBezTo>
                <a:lnTo>
                  <a:pt x="289221" y="62989"/>
                </a:lnTo>
                <a:close/>
                <a:moveTo>
                  <a:pt x="293570" y="54920"/>
                </a:moveTo>
                <a:lnTo>
                  <a:pt x="290150" y="61226"/>
                </a:lnTo>
                <a:cubicBezTo>
                  <a:pt x="287251" y="61184"/>
                  <a:pt x="286184" y="60295"/>
                  <a:pt x="293570" y="54920"/>
                </a:cubicBezTo>
                <a:close/>
                <a:moveTo>
                  <a:pt x="546349" y="37658"/>
                </a:moveTo>
                <a:cubicBezTo>
                  <a:pt x="550959" y="38218"/>
                  <a:pt x="549139" y="41966"/>
                  <a:pt x="544598" y="41391"/>
                </a:cubicBezTo>
                <a:lnTo>
                  <a:pt x="539154" y="42704"/>
                </a:lnTo>
                <a:close/>
                <a:moveTo>
                  <a:pt x="512290" y="27193"/>
                </a:moveTo>
                <a:lnTo>
                  <a:pt x="524013" y="33333"/>
                </a:lnTo>
                <a:lnTo>
                  <a:pt x="505328" y="32951"/>
                </a:lnTo>
                <a:close/>
                <a:moveTo>
                  <a:pt x="578208" y="5977"/>
                </a:moveTo>
                <a:lnTo>
                  <a:pt x="579015" y="9040"/>
                </a:lnTo>
                <a:cubicBezTo>
                  <a:pt x="579015" y="9040"/>
                  <a:pt x="580478" y="9040"/>
                  <a:pt x="582667" y="9287"/>
                </a:cubicBezTo>
                <a:cubicBezTo>
                  <a:pt x="584870" y="9493"/>
                  <a:pt x="587783" y="9766"/>
                  <a:pt x="590710" y="10040"/>
                </a:cubicBezTo>
                <a:cubicBezTo>
                  <a:pt x="596578" y="10587"/>
                  <a:pt x="602433" y="11134"/>
                  <a:pt x="602433" y="11134"/>
                </a:cubicBezTo>
                <a:cubicBezTo>
                  <a:pt x="596441" y="11818"/>
                  <a:pt x="598356" y="13241"/>
                  <a:pt x="595347" y="13568"/>
                </a:cubicBezTo>
                <a:cubicBezTo>
                  <a:pt x="608560" y="18671"/>
                  <a:pt x="621474" y="16331"/>
                  <a:pt x="633962" y="16017"/>
                </a:cubicBezTo>
                <a:cubicBezTo>
                  <a:pt x="646272" y="16222"/>
                  <a:pt x="658378" y="17371"/>
                  <a:pt x="668350" y="26878"/>
                </a:cubicBezTo>
                <a:lnTo>
                  <a:pt x="665340" y="26905"/>
                </a:lnTo>
                <a:cubicBezTo>
                  <a:pt x="670004" y="28410"/>
                  <a:pt x="674381" y="29832"/>
                  <a:pt x="678609" y="31201"/>
                </a:cubicBezTo>
                <a:cubicBezTo>
                  <a:pt x="682739" y="32910"/>
                  <a:pt x="686760" y="34469"/>
                  <a:pt x="690865" y="35823"/>
                </a:cubicBezTo>
                <a:cubicBezTo>
                  <a:pt x="699085" y="38546"/>
                  <a:pt x="707635" y="40475"/>
                  <a:pt x="718207" y="41446"/>
                </a:cubicBezTo>
                <a:cubicBezTo>
                  <a:pt x="718207" y="41446"/>
                  <a:pt x="725404" y="56451"/>
                  <a:pt x="725198" y="56738"/>
                </a:cubicBezTo>
                <a:lnTo>
                  <a:pt x="761555" y="65069"/>
                </a:lnTo>
                <a:cubicBezTo>
                  <a:pt x="745292" y="60336"/>
                  <a:pt x="724869" y="59939"/>
                  <a:pt x="721574" y="69308"/>
                </a:cubicBezTo>
                <a:cubicBezTo>
                  <a:pt x="724486" y="68187"/>
                  <a:pt x="723733" y="64262"/>
                  <a:pt x="719809" y="59365"/>
                </a:cubicBezTo>
                <a:cubicBezTo>
                  <a:pt x="715732" y="54837"/>
                  <a:pt x="708415" y="49407"/>
                  <a:pt x="698770" y="44565"/>
                </a:cubicBezTo>
                <a:cubicBezTo>
                  <a:pt x="692095" y="46726"/>
                  <a:pt x="680278" y="39653"/>
                  <a:pt x="670415" y="36221"/>
                </a:cubicBezTo>
                <a:cubicBezTo>
                  <a:pt x="660621" y="32568"/>
                  <a:pt x="653741" y="30284"/>
                  <a:pt x="658925" y="38204"/>
                </a:cubicBezTo>
                <a:cubicBezTo>
                  <a:pt x="630624" y="33936"/>
                  <a:pt x="657380" y="36645"/>
                  <a:pt x="642743" y="25606"/>
                </a:cubicBezTo>
                <a:cubicBezTo>
                  <a:pt x="630364" y="20681"/>
                  <a:pt x="623251" y="22036"/>
                  <a:pt x="617287" y="24402"/>
                </a:cubicBezTo>
                <a:cubicBezTo>
                  <a:pt x="611323" y="26700"/>
                  <a:pt x="606414" y="30119"/>
                  <a:pt x="597796" y="31186"/>
                </a:cubicBezTo>
                <a:cubicBezTo>
                  <a:pt x="597098" y="28027"/>
                  <a:pt x="602282" y="24155"/>
                  <a:pt x="587044" y="22746"/>
                </a:cubicBezTo>
                <a:cubicBezTo>
                  <a:pt x="580355" y="26167"/>
                  <a:pt x="576375" y="30490"/>
                  <a:pt x="562409" y="34004"/>
                </a:cubicBezTo>
                <a:cubicBezTo>
                  <a:pt x="567223" y="31282"/>
                  <a:pt x="571218" y="25975"/>
                  <a:pt x="576525" y="22583"/>
                </a:cubicBezTo>
                <a:cubicBezTo>
                  <a:pt x="556636" y="12269"/>
                  <a:pt x="566950" y="31324"/>
                  <a:pt x="544148" y="21639"/>
                </a:cubicBezTo>
                <a:cubicBezTo>
                  <a:pt x="554421" y="15977"/>
                  <a:pt x="578755" y="13965"/>
                  <a:pt x="578208" y="5977"/>
                </a:cubicBezTo>
                <a:close/>
                <a:moveTo>
                  <a:pt x="527679" y="1806"/>
                </a:moveTo>
                <a:cubicBezTo>
                  <a:pt x="527774" y="5362"/>
                  <a:pt x="544025" y="13447"/>
                  <a:pt x="544012" y="16674"/>
                </a:cubicBezTo>
                <a:cubicBezTo>
                  <a:pt x="524382" y="9070"/>
                  <a:pt x="521783" y="27549"/>
                  <a:pt x="505821" y="19219"/>
                </a:cubicBezTo>
                <a:lnTo>
                  <a:pt x="524724" y="14650"/>
                </a:lnTo>
                <a:cubicBezTo>
                  <a:pt x="521606" y="10670"/>
                  <a:pt x="504917" y="9384"/>
                  <a:pt x="496450" y="5322"/>
                </a:cubicBezTo>
                <a:lnTo>
                  <a:pt x="494796" y="16045"/>
                </a:lnTo>
                <a:cubicBezTo>
                  <a:pt x="475646" y="10451"/>
                  <a:pt x="457001" y="17577"/>
                  <a:pt x="438686" y="23131"/>
                </a:cubicBezTo>
                <a:cubicBezTo>
                  <a:pt x="429426" y="25675"/>
                  <a:pt x="420479" y="29518"/>
                  <a:pt x="411247" y="32296"/>
                </a:cubicBezTo>
                <a:cubicBezTo>
                  <a:pt x="401986" y="34990"/>
                  <a:pt x="392424" y="36549"/>
                  <a:pt x="381988" y="36002"/>
                </a:cubicBezTo>
                <a:lnTo>
                  <a:pt x="380839" y="27262"/>
                </a:lnTo>
                <a:cubicBezTo>
                  <a:pt x="345111" y="35620"/>
                  <a:pt x="374287" y="45249"/>
                  <a:pt x="334810" y="57450"/>
                </a:cubicBezTo>
                <a:cubicBezTo>
                  <a:pt x="341841" y="52349"/>
                  <a:pt x="339093" y="50857"/>
                  <a:pt x="332978" y="50980"/>
                </a:cubicBezTo>
                <a:cubicBezTo>
                  <a:pt x="326987" y="51391"/>
                  <a:pt x="317958" y="54127"/>
                  <a:pt x="312214" y="55837"/>
                </a:cubicBezTo>
                <a:cubicBezTo>
                  <a:pt x="300286" y="73181"/>
                  <a:pt x="258634" y="102015"/>
                  <a:pt x="240142" y="111057"/>
                </a:cubicBezTo>
                <a:cubicBezTo>
                  <a:pt x="249169" y="100825"/>
                  <a:pt x="266692" y="90895"/>
                  <a:pt x="270153" y="82113"/>
                </a:cubicBezTo>
                <a:cubicBezTo>
                  <a:pt x="262847" y="87790"/>
                  <a:pt x="251003" y="92823"/>
                  <a:pt x="241031" y="99827"/>
                </a:cubicBezTo>
                <a:cubicBezTo>
                  <a:pt x="231140" y="106912"/>
                  <a:pt x="222181" y="114463"/>
                  <a:pt x="219350" y="122109"/>
                </a:cubicBezTo>
                <a:lnTo>
                  <a:pt x="221621" y="121836"/>
                </a:lnTo>
                <a:cubicBezTo>
                  <a:pt x="211485" y="134215"/>
                  <a:pt x="204714" y="141177"/>
                  <a:pt x="198326" y="147250"/>
                </a:cubicBezTo>
                <a:cubicBezTo>
                  <a:pt x="192115" y="153433"/>
                  <a:pt x="186822" y="159369"/>
                  <a:pt x="183115" y="171735"/>
                </a:cubicBezTo>
                <a:cubicBezTo>
                  <a:pt x="172665" y="163679"/>
                  <a:pt x="192949" y="152791"/>
                  <a:pt x="192949" y="137744"/>
                </a:cubicBezTo>
                <a:lnTo>
                  <a:pt x="172816" y="157413"/>
                </a:lnTo>
                <a:cubicBezTo>
                  <a:pt x="171324" y="153625"/>
                  <a:pt x="185604" y="137293"/>
                  <a:pt x="168630" y="145773"/>
                </a:cubicBezTo>
                <a:cubicBezTo>
                  <a:pt x="148549" y="171270"/>
                  <a:pt x="183088" y="165415"/>
                  <a:pt x="155758" y="197848"/>
                </a:cubicBezTo>
                <a:cubicBezTo>
                  <a:pt x="142558" y="197137"/>
                  <a:pt x="125583" y="212524"/>
                  <a:pt x="111398" y="225534"/>
                </a:cubicBezTo>
                <a:cubicBezTo>
                  <a:pt x="111398" y="225534"/>
                  <a:pt x="111111" y="227079"/>
                  <a:pt x="110701" y="229391"/>
                </a:cubicBezTo>
                <a:cubicBezTo>
                  <a:pt x="110249" y="231674"/>
                  <a:pt x="109743" y="234766"/>
                  <a:pt x="109524" y="238007"/>
                </a:cubicBezTo>
                <a:cubicBezTo>
                  <a:pt x="108949" y="244342"/>
                  <a:pt x="108389" y="250675"/>
                  <a:pt x="108389" y="250675"/>
                </a:cubicBezTo>
                <a:lnTo>
                  <a:pt x="104436" y="252849"/>
                </a:lnTo>
                <a:cubicBezTo>
                  <a:pt x="101276" y="264094"/>
                  <a:pt x="120577" y="248732"/>
                  <a:pt x="107609" y="265297"/>
                </a:cubicBezTo>
                <a:cubicBezTo>
                  <a:pt x="106379" y="257719"/>
                  <a:pt x="102069" y="258293"/>
                  <a:pt x="96557" y="262916"/>
                </a:cubicBezTo>
                <a:cubicBezTo>
                  <a:pt x="91099" y="267553"/>
                  <a:pt x="84110" y="275980"/>
                  <a:pt x="79636" y="284693"/>
                </a:cubicBezTo>
                <a:cubicBezTo>
                  <a:pt x="77435" y="296470"/>
                  <a:pt x="86654" y="300054"/>
                  <a:pt x="71115" y="313473"/>
                </a:cubicBezTo>
                <a:cubicBezTo>
                  <a:pt x="72127" y="307742"/>
                  <a:pt x="78816" y="297989"/>
                  <a:pt x="73727" y="299000"/>
                </a:cubicBezTo>
                <a:cubicBezTo>
                  <a:pt x="68215" y="319642"/>
                  <a:pt x="58983" y="340679"/>
                  <a:pt x="49912" y="360418"/>
                </a:cubicBezTo>
                <a:cubicBezTo>
                  <a:pt x="41898" y="380361"/>
                  <a:pt x="36877" y="399813"/>
                  <a:pt x="41022" y="414366"/>
                </a:cubicBezTo>
                <a:lnTo>
                  <a:pt x="43839" y="393534"/>
                </a:lnTo>
                <a:cubicBezTo>
                  <a:pt x="45782" y="403561"/>
                  <a:pt x="66123" y="393930"/>
                  <a:pt x="54509" y="421097"/>
                </a:cubicBezTo>
                <a:cubicBezTo>
                  <a:pt x="46138" y="431492"/>
                  <a:pt x="39573" y="402411"/>
                  <a:pt x="31064" y="440356"/>
                </a:cubicBezTo>
                <a:cubicBezTo>
                  <a:pt x="39422" y="416007"/>
                  <a:pt x="26098" y="412315"/>
                  <a:pt x="26112" y="397226"/>
                </a:cubicBezTo>
                <a:cubicBezTo>
                  <a:pt x="25196" y="402479"/>
                  <a:pt x="24335" y="407609"/>
                  <a:pt x="23897" y="412711"/>
                </a:cubicBezTo>
                <a:cubicBezTo>
                  <a:pt x="23773" y="417868"/>
                  <a:pt x="23800" y="422956"/>
                  <a:pt x="23897" y="427963"/>
                </a:cubicBezTo>
                <a:cubicBezTo>
                  <a:pt x="24238" y="437880"/>
                  <a:pt x="24580" y="447592"/>
                  <a:pt x="24909" y="457248"/>
                </a:cubicBezTo>
                <a:cubicBezTo>
                  <a:pt x="26098" y="476453"/>
                  <a:pt x="28725" y="495165"/>
                  <a:pt x="25511" y="515520"/>
                </a:cubicBezTo>
                <a:lnTo>
                  <a:pt x="32282" y="508447"/>
                </a:lnTo>
                <a:cubicBezTo>
                  <a:pt x="26263" y="513453"/>
                  <a:pt x="29313" y="526914"/>
                  <a:pt x="31693" y="539991"/>
                </a:cubicBezTo>
                <a:cubicBezTo>
                  <a:pt x="34347" y="553080"/>
                  <a:pt x="35865" y="565885"/>
                  <a:pt x="30818" y="571151"/>
                </a:cubicBezTo>
                <a:cubicBezTo>
                  <a:pt x="34087" y="562916"/>
                  <a:pt x="42910" y="586525"/>
                  <a:pt x="50528" y="583817"/>
                </a:cubicBezTo>
                <a:lnTo>
                  <a:pt x="42185" y="565419"/>
                </a:lnTo>
                <a:cubicBezTo>
                  <a:pt x="49134" y="565610"/>
                  <a:pt x="63674" y="600751"/>
                  <a:pt x="54044" y="602994"/>
                </a:cubicBezTo>
                <a:cubicBezTo>
                  <a:pt x="56151" y="601831"/>
                  <a:pt x="59105" y="604636"/>
                  <a:pt x="61006" y="602420"/>
                </a:cubicBezTo>
                <a:cubicBezTo>
                  <a:pt x="58667" y="613348"/>
                  <a:pt x="73016" y="623211"/>
                  <a:pt x="66916" y="630010"/>
                </a:cubicBezTo>
                <a:cubicBezTo>
                  <a:pt x="61568" y="611571"/>
                  <a:pt x="54318" y="621037"/>
                  <a:pt x="56274" y="637219"/>
                </a:cubicBezTo>
                <a:cubicBezTo>
                  <a:pt x="55316" y="629161"/>
                  <a:pt x="53470" y="620461"/>
                  <a:pt x="51090" y="613581"/>
                </a:cubicBezTo>
                <a:cubicBezTo>
                  <a:pt x="49434" y="606564"/>
                  <a:pt x="47055" y="601353"/>
                  <a:pt x="44045" y="600600"/>
                </a:cubicBezTo>
                <a:cubicBezTo>
                  <a:pt x="48409" y="618041"/>
                  <a:pt x="35250" y="600833"/>
                  <a:pt x="31200" y="599642"/>
                </a:cubicBezTo>
                <a:cubicBezTo>
                  <a:pt x="31433" y="608042"/>
                  <a:pt x="33991" y="612925"/>
                  <a:pt x="37219" y="616906"/>
                </a:cubicBezTo>
                <a:cubicBezTo>
                  <a:pt x="40816" y="620817"/>
                  <a:pt x="44866" y="623895"/>
                  <a:pt x="47780" y="628970"/>
                </a:cubicBezTo>
                <a:lnTo>
                  <a:pt x="45741" y="628628"/>
                </a:lnTo>
                <a:cubicBezTo>
                  <a:pt x="49667" y="637383"/>
                  <a:pt x="51842" y="652866"/>
                  <a:pt x="58818" y="666230"/>
                </a:cubicBezTo>
                <a:cubicBezTo>
                  <a:pt x="58818" y="666230"/>
                  <a:pt x="55384" y="661771"/>
                  <a:pt x="55535" y="661717"/>
                </a:cubicBezTo>
                <a:cubicBezTo>
                  <a:pt x="53742" y="667557"/>
                  <a:pt x="65643" y="694382"/>
                  <a:pt x="53975" y="684833"/>
                </a:cubicBezTo>
                <a:cubicBezTo>
                  <a:pt x="58188" y="705529"/>
                  <a:pt x="65096" y="705241"/>
                  <a:pt x="73468" y="708989"/>
                </a:cubicBezTo>
                <a:cubicBezTo>
                  <a:pt x="73372" y="709017"/>
                  <a:pt x="72387" y="705338"/>
                  <a:pt x="72387" y="705338"/>
                </a:cubicBezTo>
                <a:cubicBezTo>
                  <a:pt x="75041" y="710631"/>
                  <a:pt x="82441" y="720794"/>
                  <a:pt x="85956" y="717362"/>
                </a:cubicBezTo>
                <a:cubicBezTo>
                  <a:pt x="78569" y="703218"/>
                  <a:pt x="81934" y="701795"/>
                  <a:pt x="83508" y="696283"/>
                </a:cubicBezTo>
                <a:lnTo>
                  <a:pt x="83509" y="696284"/>
                </a:lnTo>
                <a:lnTo>
                  <a:pt x="93591" y="706955"/>
                </a:lnTo>
                <a:cubicBezTo>
                  <a:pt x="97604" y="709260"/>
                  <a:pt x="100778" y="712519"/>
                  <a:pt x="98637" y="723353"/>
                </a:cubicBezTo>
                <a:lnTo>
                  <a:pt x="85149" y="709044"/>
                </a:lnTo>
                <a:cubicBezTo>
                  <a:pt x="98432" y="737743"/>
                  <a:pt x="79760" y="726758"/>
                  <a:pt x="85765" y="746702"/>
                </a:cubicBezTo>
                <a:cubicBezTo>
                  <a:pt x="97665" y="758972"/>
                  <a:pt x="108020" y="752775"/>
                  <a:pt x="117116" y="780133"/>
                </a:cubicBezTo>
                <a:cubicBezTo>
                  <a:pt x="118661" y="792813"/>
                  <a:pt x="101482" y="779571"/>
                  <a:pt x="94260" y="785330"/>
                </a:cubicBezTo>
                <a:cubicBezTo>
                  <a:pt x="98704" y="791376"/>
                  <a:pt x="103041" y="797874"/>
                  <a:pt x="108662" y="803591"/>
                </a:cubicBezTo>
                <a:cubicBezTo>
                  <a:pt x="114202" y="809364"/>
                  <a:pt x="119810" y="815150"/>
                  <a:pt x="125064" y="821059"/>
                </a:cubicBezTo>
                <a:cubicBezTo>
                  <a:pt x="130384" y="826900"/>
                  <a:pt x="134994" y="833151"/>
                  <a:pt x="139480" y="839115"/>
                </a:cubicBezTo>
                <a:cubicBezTo>
                  <a:pt x="144132" y="844955"/>
                  <a:pt x="147975" y="851083"/>
                  <a:pt x="150656" y="857704"/>
                </a:cubicBezTo>
                <a:cubicBezTo>
                  <a:pt x="159561" y="861781"/>
                  <a:pt x="168233" y="872449"/>
                  <a:pt x="178355" y="879589"/>
                </a:cubicBezTo>
                <a:cubicBezTo>
                  <a:pt x="188067" y="887126"/>
                  <a:pt x="197094" y="893144"/>
                  <a:pt x="203360" y="890478"/>
                </a:cubicBezTo>
                <a:cubicBezTo>
                  <a:pt x="185564" y="883939"/>
                  <a:pt x="200173" y="876348"/>
                  <a:pt x="179696" y="868263"/>
                </a:cubicBezTo>
                <a:cubicBezTo>
                  <a:pt x="185098" y="871328"/>
                  <a:pt x="191719" y="869810"/>
                  <a:pt x="187876" y="862422"/>
                </a:cubicBezTo>
                <a:cubicBezTo>
                  <a:pt x="176112" y="860781"/>
                  <a:pt x="167139" y="853148"/>
                  <a:pt x="158097" y="844203"/>
                </a:cubicBezTo>
                <a:cubicBezTo>
                  <a:pt x="153706" y="839608"/>
                  <a:pt x="149247" y="834683"/>
                  <a:pt x="145102" y="829307"/>
                </a:cubicBezTo>
                <a:cubicBezTo>
                  <a:pt x="141245" y="823699"/>
                  <a:pt x="137279" y="817953"/>
                  <a:pt x="133284" y="812154"/>
                </a:cubicBezTo>
                <a:cubicBezTo>
                  <a:pt x="139576" y="818309"/>
                  <a:pt x="145882" y="822276"/>
                  <a:pt x="151272" y="824355"/>
                </a:cubicBezTo>
                <a:cubicBezTo>
                  <a:pt x="144350" y="812536"/>
                  <a:pt x="118936" y="800910"/>
                  <a:pt x="127908" y="790541"/>
                </a:cubicBezTo>
                <a:cubicBezTo>
                  <a:pt x="144035" y="802209"/>
                  <a:pt x="125638" y="792593"/>
                  <a:pt x="137374" y="808570"/>
                </a:cubicBezTo>
                <a:lnTo>
                  <a:pt x="146251" y="804014"/>
                </a:lnTo>
                <a:cubicBezTo>
                  <a:pt x="141587" y="794017"/>
                  <a:pt x="136964" y="788367"/>
                  <a:pt x="130233" y="782485"/>
                </a:cubicBezTo>
                <a:cubicBezTo>
                  <a:pt x="135828" y="784455"/>
                  <a:pt x="146169" y="797394"/>
                  <a:pt x="156333" y="810211"/>
                </a:cubicBezTo>
                <a:cubicBezTo>
                  <a:pt x="161161" y="816818"/>
                  <a:pt x="167097" y="822454"/>
                  <a:pt x="172049" y="826818"/>
                </a:cubicBezTo>
                <a:cubicBezTo>
                  <a:pt x="177015" y="831181"/>
                  <a:pt x="181241" y="834067"/>
                  <a:pt x="184031" y="834107"/>
                </a:cubicBezTo>
                <a:cubicBezTo>
                  <a:pt x="198217" y="848484"/>
                  <a:pt x="209022" y="863230"/>
                  <a:pt x="211416" y="875554"/>
                </a:cubicBezTo>
                <a:cubicBezTo>
                  <a:pt x="212278" y="874979"/>
                  <a:pt x="213139" y="874665"/>
                  <a:pt x="213988" y="874323"/>
                </a:cubicBezTo>
                <a:lnTo>
                  <a:pt x="213981" y="874334"/>
                </a:lnTo>
                <a:lnTo>
                  <a:pt x="213577" y="874994"/>
                </a:lnTo>
                <a:cubicBezTo>
                  <a:pt x="213577" y="874994"/>
                  <a:pt x="217051" y="880465"/>
                  <a:pt x="220539" y="885922"/>
                </a:cubicBezTo>
                <a:cubicBezTo>
                  <a:pt x="224247" y="891176"/>
                  <a:pt x="228310" y="896140"/>
                  <a:pt x="228310" y="896140"/>
                </a:cubicBezTo>
                <a:lnTo>
                  <a:pt x="222755" y="893692"/>
                </a:lnTo>
                <a:cubicBezTo>
                  <a:pt x="229979" y="897727"/>
                  <a:pt x="237679" y="909053"/>
                  <a:pt x="246460" y="919285"/>
                </a:cubicBezTo>
                <a:cubicBezTo>
                  <a:pt x="255078" y="929654"/>
                  <a:pt x="266117" y="936767"/>
                  <a:pt x="275993" y="934714"/>
                </a:cubicBezTo>
                <a:cubicBezTo>
                  <a:pt x="285513" y="939515"/>
                  <a:pt x="267744" y="938435"/>
                  <a:pt x="274954" y="948967"/>
                </a:cubicBezTo>
                <a:cubicBezTo>
                  <a:pt x="274954" y="948967"/>
                  <a:pt x="292353" y="955068"/>
                  <a:pt x="292530" y="954644"/>
                </a:cubicBezTo>
                <a:cubicBezTo>
                  <a:pt x="283161" y="961770"/>
                  <a:pt x="274105" y="946957"/>
                  <a:pt x="261904" y="947804"/>
                </a:cubicBezTo>
                <a:cubicBezTo>
                  <a:pt x="263285" y="956395"/>
                  <a:pt x="272396" y="959541"/>
                  <a:pt x="284200" y="963549"/>
                </a:cubicBezTo>
                <a:cubicBezTo>
                  <a:pt x="279809" y="975148"/>
                  <a:pt x="259661" y="948639"/>
                  <a:pt x="258826" y="963029"/>
                </a:cubicBezTo>
                <a:cubicBezTo>
                  <a:pt x="267744" y="970470"/>
                  <a:pt x="274447" y="974916"/>
                  <a:pt x="280014" y="976639"/>
                </a:cubicBezTo>
                <a:cubicBezTo>
                  <a:pt x="285691" y="978212"/>
                  <a:pt x="289863" y="977788"/>
                  <a:pt x="293433" y="976475"/>
                </a:cubicBezTo>
                <a:cubicBezTo>
                  <a:pt x="293556" y="983191"/>
                  <a:pt x="277415" y="981098"/>
                  <a:pt x="272572" y="980866"/>
                </a:cubicBezTo>
                <a:lnTo>
                  <a:pt x="236065" y="958309"/>
                </a:lnTo>
                <a:cubicBezTo>
                  <a:pt x="240045" y="961333"/>
                  <a:pt x="242220" y="960443"/>
                  <a:pt x="241358" y="958542"/>
                </a:cubicBezTo>
                <a:cubicBezTo>
                  <a:pt x="234930" y="954877"/>
                  <a:pt x="229144" y="951280"/>
                  <a:pt x="223604" y="947531"/>
                </a:cubicBezTo>
                <a:cubicBezTo>
                  <a:pt x="217969" y="943907"/>
                  <a:pt x="212443" y="940337"/>
                  <a:pt x="206683" y="936629"/>
                </a:cubicBezTo>
                <a:cubicBezTo>
                  <a:pt x="201020" y="932758"/>
                  <a:pt x="195056" y="928791"/>
                  <a:pt x="189161" y="923608"/>
                </a:cubicBezTo>
                <a:cubicBezTo>
                  <a:pt x="183526" y="918136"/>
                  <a:pt x="177657" y="911829"/>
                  <a:pt x="171529" y="904238"/>
                </a:cubicBezTo>
                <a:cubicBezTo>
                  <a:pt x="185577" y="912405"/>
                  <a:pt x="190488" y="904485"/>
                  <a:pt x="172979" y="890847"/>
                </a:cubicBezTo>
                <a:lnTo>
                  <a:pt x="155389" y="887633"/>
                </a:lnTo>
                <a:cubicBezTo>
                  <a:pt x="150505" y="879398"/>
                  <a:pt x="143899" y="871600"/>
                  <a:pt x="136635" y="864078"/>
                </a:cubicBezTo>
                <a:cubicBezTo>
                  <a:pt x="129399" y="856527"/>
                  <a:pt x="121206" y="849483"/>
                  <a:pt x="114831" y="841618"/>
                </a:cubicBezTo>
                <a:cubicBezTo>
                  <a:pt x="101742" y="826229"/>
                  <a:pt x="89499" y="812605"/>
                  <a:pt x="91482" y="800363"/>
                </a:cubicBezTo>
                <a:cubicBezTo>
                  <a:pt x="100578" y="822372"/>
                  <a:pt x="105585" y="809171"/>
                  <a:pt x="115119" y="821921"/>
                </a:cubicBezTo>
                <a:cubicBezTo>
                  <a:pt x="107335" y="813467"/>
                  <a:pt x="101564" y="807121"/>
                  <a:pt x="97979" y="801129"/>
                </a:cubicBezTo>
                <a:cubicBezTo>
                  <a:pt x="94396" y="795138"/>
                  <a:pt x="91948" y="790186"/>
                  <a:pt x="89430" y="785317"/>
                </a:cubicBezTo>
                <a:cubicBezTo>
                  <a:pt x="86914" y="780447"/>
                  <a:pt x="84342" y="775646"/>
                  <a:pt x="80485" y="769901"/>
                </a:cubicBezTo>
                <a:cubicBezTo>
                  <a:pt x="78460" y="767083"/>
                  <a:pt x="76231" y="763964"/>
                  <a:pt x="73659" y="760366"/>
                </a:cubicBezTo>
                <a:cubicBezTo>
                  <a:pt x="71280" y="756673"/>
                  <a:pt x="68461" y="752583"/>
                  <a:pt x="65056" y="747919"/>
                </a:cubicBezTo>
                <a:cubicBezTo>
                  <a:pt x="70951" y="755484"/>
                  <a:pt x="72360" y="744677"/>
                  <a:pt x="71362" y="735978"/>
                </a:cubicBezTo>
                <a:cubicBezTo>
                  <a:pt x="65767" y="736047"/>
                  <a:pt x="56821" y="726458"/>
                  <a:pt x="48409" y="713107"/>
                </a:cubicBezTo>
                <a:cubicBezTo>
                  <a:pt x="40722" y="699183"/>
                  <a:pt x="31680" y="682781"/>
                  <a:pt x="24553" y="669869"/>
                </a:cubicBezTo>
                <a:cubicBezTo>
                  <a:pt x="26194" y="662851"/>
                  <a:pt x="35290" y="668993"/>
                  <a:pt x="32542" y="654275"/>
                </a:cubicBezTo>
                <a:cubicBezTo>
                  <a:pt x="26222" y="636521"/>
                  <a:pt x="28397" y="653523"/>
                  <a:pt x="22815" y="650172"/>
                </a:cubicBezTo>
                <a:cubicBezTo>
                  <a:pt x="21954" y="642211"/>
                  <a:pt x="23746" y="631022"/>
                  <a:pt x="21859" y="623402"/>
                </a:cubicBezTo>
                <a:cubicBezTo>
                  <a:pt x="23295" y="624825"/>
                  <a:pt x="24307" y="624524"/>
                  <a:pt x="24102" y="619587"/>
                </a:cubicBezTo>
                <a:cubicBezTo>
                  <a:pt x="9985" y="613719"/>
                  <a:pt x="6170" y="590752"/>
                  <a:pt x="4732" y="565063"/>
                </a:cubicBezTo>
                <a:cubicBezTo>
                  <a:pt x="4843" y="552124"/>
                  <a:pt x="5266" y="538500"/>
                  <a:pt x="4556" y="525560"/>
                </a:cubicBezTo>
                <a:cubicBezTo>
                  <a:pt x="3269" y="512606"/>
                  <a:pt x="3816" y="500309"/>
                  <a:pt x="0" y="489666"/>
                </a:cubicBezTo>
                <a:cubicBezTo>
                  <a:pt x="3405" y="490159"/>
                  <a:pt x="4692" y="500240"/>
                  <a:pt x="6457" y="509405"/>
                </a:cubicBezTo>
                <a:cubicBezTo>
                  <a:pt x="7920" y="518597"/>
                  <a:pt x="11818" y="526818"/>
                  <a:pt x="16524" y="523987"/>
                </a:cubicBezTo>
                <a:cubicBezTo>
                  <a:pt x="12763" y="518761"/>
                  <a:pt x="14239" y="506313"/>
                  <a:pt x="14786" y="496083"/>
                </a:cubicBezTo>
                <a:cubicBezTo>
                  <a:pt x="15251" y="485851"/>
                  <a:pt x="14759" y="477656"/>
                  <a:pt x="7988" y="480570"/>
                </a:cubicBezTo>
                <a:cubicBezTo>
                  <a:pt x="6921" y="460464"/>
                  <a:pt x="9206" y="437702"/>
                  <a:pt x="11408" y="417554"/>
                </a:cubicBezTo>
                <a:cubicBezTo>
                  <a:pt x="14377" y="397542"/>
                  <a:pt x="21490" y="380963"/>
                  <a:pt x="30735" y="373823"/>
                </a:cubicBezTo>
                <a:cubicBezTo>
                  <a:pt x="23473" y="370732"/>
                  <a:pt x="25155" y="357545"/>
                  <a:pt x="31146" y="342157"/>
                </a:cubicBezTo>
                <a:cubicBezTo>
                  <a:pt x="36699" y="326604"/>
                  <a:pt x="44045" y="308274"/>
                  <a:pt x="48327" y="294187"/>
                </a:cubicBezTo>
                <a:cubicBezTo>
                  <a:pt x="56765" y="311585"/>
                  <a:pt x="60350" y="271794"/>
                  <a:pt x="70226" y="260660"/>
                </a:cubicBezTo>
                <a:cubicBezTo>
                  <a:pt x="70226" y="260660"/>
                  <a:pt x="69295" y="264681"/>
                  <a:pt x="68859" y="268922"/>
                </a:cubicBezTo>
                <a:cubicBezTo>
                  <a:pt x="68433" y="273135"/>
                  <a:pt x="68010" y="277362"/>
                  <a:pt x="68010" y="277362"/>
                </a:cubicBezTo>
                <a:cubicBezTo>
                  <a:pt x="91154" y="223303"/>
                  <a:pt x="133162" y="166989"/>
                  <a:pt x="179149" y="132437"/>
                </a:cubicBezTo>
                <a:cubicBezTo>
                  <a:pt x="172556" y="142682"/>
                  <a:pt x="176262" y="145965"/>
                  <a:pt x="187834" y="136800"/>
                </a:cubicBezTo>
                <a:cubicBezTo>
                  <a:pt x="192731" y="129182"/>
                  <a:pt x="187000" y="126199"/>
                  <a:pt x="187547" y="119497"/>
                </a:cubicBezTo>
                <a:cubicBezTo>
                  <a:pt x="187547" y="119497"/>
                  <a:pt x="203278" y="115803"/>
                  <a:pt x="203469" y="116132"/>
                </a:cubicBezTo>
                <a:cubicBezTo>
                  <a:pt x="187849" y="112288"/>
                  <a:pt x="223549" y="98391"/>
                  <a:pt x="226149" y="87421"/>
                </a:cubicBezTo>
                <a:cubicBezTo>
                  <a:pt x="228774" y="85423"/>
                  <a:pt x="232194" y="83836"/>
                  <a:pt x="236119" y="82427"/>
                </a:cubicBezTo>
                <a:cubicBezTo>
                  <a:pt x="240236" y="81415"/>
                  <a:pt x="244806" y="80308"/>
                  <a:pt x="249592" y="79132"/>
                </a:cubicBezTo>
                <a:cubicBezTo>
                  <a:pt x="259127" y="76778"/>
                  <a:pt x="269222" y="73769"/>
                  <a:pt x="277840" y="67107"/>
                </a:cubicBezTo>
                <a:lnTo>
                  <a:pt x="275706" y="69310"/>
                </a:lnTo>
                <a:cubicBezTo>
                  <a:pt x="276006" y="72470"/>
                  <a:pt x="279358" y="71294"/>
                  <a:pt x="283721" y="69050"/>
                </a:cubicBezTo>
                <a:cubicBezTo>
                  <a:pt x="288140" y="66902"/>
                  <a:pt x="293967" y="64317"/>
                  <a:pt x="298521" y="63455"/>
                </a:cubicBezTo>
                <a:cubicBezTo>
                  <a:pt x="299466" y="60720"/>
                  <a:pt x="295485" y="61034"/>
                  <a:pt x="292079" y="61212"/>
                </a:cubicBezTo>
                <a:cubicBezTo>
                  <a:pt x="309478" y="49982"/>
                  <a:pt x="327383" y="39148"/>
                  <a:pt x="347011" y="32679"/>
                </a:cubicBezTo>
                <a:cubicBezTo>
                  <a:pt x="356683" y="29122"/>
                  <a:pt x="366326" y="25484"/>
                  <a:pt x="376161" y="22543"/>
                </a:cubicBezTo>
                <a:lnTo>
                  <a:pt x="406226" y="15908"/>
                </a:lnTo>
                <a:cubicBezTo>
                  <a:pt x="426074" y="10752"/>
                  <a:pt x="446675" y="10108"/>
                  <a:pt x="466754" y="7085"/>
                </a:cubicBezTo>
                <a:cubicBezTo>
                  <a:pt x="476795" y="5294"/>
                  <a:pt x="487025" y="5649"/>
                  <a:pt x="497161" y="4720"/>
                </a:cubicBezTo>
                <a:cubicBezTo>
                  <a:pt x="507311" y="4008"/>
                  <a:pt x="517474" y="3064"/>
                  <a:pt x="527679" y="1806"/>
                </a:cubicBezTo>
                <a:close/>
                <a:moveTo>
                  <a:pt x="531751" y="39"/>
                </a:moveTo>
                <a:cubicBezTo>
                  <a:pt x="534661" y="-124"/>
                  <a:pt x="539367" y="205"/>
                  <a:pt x="546555" y="1217"/>
                </a:cubicBezTo>
                <a:cubicBezTo>
                  <a:pt x="540262" y="1654"/>
                  <a:pt x="533983" y="1627"/>
                  <a:pt x="527719" y="1805"/>
                </a:cubicBezTo>
                <a:cubicBezTo>
                  <a:pt x="527725" y="854"/>
                  <a:pt x="528840" y="201"/>
                  <a:pt x="531751" y="39"/>
                </a:cubicBezTo>
                <a:close/>
              </a:path>
            </a:pathLst>
          </a:custGeom>
          <a:solidFill>
            <a:schemeClr val="tx1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6425285" y="5382666"/>
            <a:ext cx="920172" cy="921130"/>
          </a:xfrm>
          <a:custGeom>
            <a:avLst/>
            <a:gdLst>
              <a:gd name="connsiteX0" fmla="*/ 461460 w 1051199"/>
              <a:gd name="connsiteY0" fmla="*/ 1035840 h 1052294"/>
              <a:gd name="connsiteX1" fmla="*/ 472745 w 1051199"/>
              <a:gd name="connsiteY1" fmla="*/ 1036674 h 1052294"/>
              <a:gd name="connsiteX2" fmla="*/ 472020 w 1051199"/>
              <a:gd name="connsiteY2" fmla="*/ 1037481 h 1052294"/>
              <a:gd name="connsiteX3" fmla="*/ 461460 w 1051199"/>
              <a:gd name="connsiteY3" fmla="*/ 1035840 h 1052294"/>
              <a:gd name="connsiteX4" fmla="*/ 404231 w 1051199"/>
              <a:gd name="connsiteY4" fmla="*/ 1035554 h 1052294"/>
              <a:gd name="connsiteX5" fmla="*/ 411164 w 1051199"/>
              <a:gd name="connsiteY5" fmla="*/ 1035758 h 1052294"/>
              <a:gd name="connsiteX6" fmla="*/ 402643 w 1051199"/>
              <a:gd name="connsiteY6" fmla="*/ 1037412 h 1052294"/>
              <a:gd name="connsiteX7" fmla="*/ 404231 w 1051199"/>
              <a:gd name="connsiteY7" fmla="*/ 1035554 h 1052294"/>
              <a:gd name="connsiteX8" fmla="*/ 676373 w 1051199"/>
              <a:gd name="connsiteY8" fmla="*/ 1027929 h 1052294"/>
              <a:gd name="connsiteX9" fmla="*/ 690426 w 1051199"/>
              <a:gd name="connsiteY9" fmla="*/ 1029767 h 1052294"/>
              <a:gd name="connsiteX10" fmla="*/ 663028 w 1051199"/>
              <a:gd name="connsiteY10" fmla="*/ 1033241 h 1052294"/>
              <a:gd name="connsiteX11" fmla="*/ 676373 w 1051199"/>
              <a:gd name="connsiteY11" fmla="*/ 1027929 h 1052294"/>
              <a:gd name="connsiteX12" fmla="*/ 520292 w 1051199"/>
              <a:gd name="connsiteY12" fmla="*/ 978840 h 1052294"/>
              <a:gd name="connsiteX13" fmla="*/ 492360 w 1051199"/>
              <a:gd name="connsiteY13" fmla="*/ 993366 h 1052294"/>
              <a:gd name="connsiteX14" fmla="*/ 499557 w 1051199"/>
              <a:gd name="connsiteY14" fmla="*/ 990508 h 1052294"/>
              <a:gd name="connsiteX15" fmla="*/ 520292 w 1051199"/>
              <a:gd name="connsiteY15" fmla="*/ 978840 h 1052294"/>
              <a:gd name="connsiteX16" fmla="*/ 293460 w 1051199"/>
              <a:gd name="connsiteY16" fmla="*/ 975245 h 1052294"/>
              <a:gd name="connsiteX17" fmla="*/ 294951 w 1051199"/>
              <a:gd name="connsiteY17" fmla="*/ 975914 h 1052294"/>
              <a:gd name="connsiteX18" fmla="*/ 293433 w 1051199"/>
              <a:gd name="connsiteY18" fmla="*/ 976475 h 1052294"/>
              <a:gd name="connsiteX19" fmla="*/ 293460 w 1051199"/>
              <a:gd name="connsiteY19" fmla="*/ 975245 h 1052294"/>
              <a:gd name="connsiteX20" fmla="*/ 384561 w 1051199"/>
              <a:gd name="connsiteY20" fmla="*/ 970784 h 1052294"/>
              <a:gd name="connsiteX21" fmla="*/ 403149 w 1051199"/>
              <a:gd name="connsiteY21" fmla="*/ 975886 h 1052294"/>
              <a:gd name="connsiteX22" fmla="*/ 387747 w 1051199"/>
              <a:gd name="connsiteY22" fmla="*/ 978609 h 1052294"/>
              <a:gd name="connsiteX23" fmla="*/ 384561 w 1051199"/>
              <a:gd name="connsiteY23" fmla="*/ 970784 h 1052294"/>
              <a:gd name="connsiteX24" fmla="*/ 675819 w 1051199"/>
              <a:gd name="connsiteY24" fmla="*/ 970496 h 1052294"/>
              <a:gd name="connsiteX25" fmla="*/ 670798 w 1051199"/>
              <a:gd name="connsiteY25" fmla="*/ 977308 h 1052294"/>
              <a:gd name="connsiteX26" fmla="*/ 665450 w 1051199"/>
              <a:gd name="connsiteY26" fmla="*/ 983573 h 1052294"/>
              <a:gd name="connsiteX27" fmla="*/ 669444 w 1051199"/>
              <a:gd name="connsiteY27" fmla="*/ 971002 h 1052294"/>
              <a:gd name="connsiteX28" fmla="*/ 304621 w 1051199"/>
              <a:gd name="connsiteY28" fmla="*/ 922976 h 1052294"/>
              <a:gd name="connsiteX29" fmla="*/ 366584 w 1051199"/>
              <a:gd name="connsiteY29" fmla="*/ 943918 h 1052294"/>
              <a:gd name="connsiteX30" fmla="*/ 370730 w 1051199"/>
              <a:gd name="connsiteY30" fmla="*/ 958266 h 1052294"/>
              <a:gd name="connsiteX31" fmla="*/ 342182 w 1051199"/>
              <a:gd name="connsiteY31" fmla="*/ 944177 h 1052294"/>
              <a:gd name="connsiteX32" fmla="*/ 304115 w 1051199"/>
              <a:gd name="connsiteY32" fmla="*/ 932345 h 1052294"/>
              <a:gd name="connsiteX33" fmla="*/ 304306 w 1051199"/>
              <a:gd name="connsiteY33" fmla="*/ 927735 h 1052294"/>
              <a:gd name="connsiteX34" fmla="*/ 304621 w 1051199"/>
              <a:gd name="connsiteY34" fmla="*/ 922976 h 1052294"/>
              <a:gd name="connsiteX35" fmla="*/ 800976 w 1051199"/>
              <a:gd name="connsiteY35" fmla="*/ 891749 h 1052294"/>
              <a:gd name="connsiteX36" fmla="*/ 791783 w 1051199"/>
              <a:gd name="connsiteY36" fmla="*/ 907520 h 1052294"/>
              <a:gd name="connsiteX37" fmla="*/ 781580 w 1051199"/>
              <a:gd name="connsiteY37" fmla="*/ 906740 h 1052294"/>
              <a:gd name="connsiteX38" fmla="*/ 784754 w 1051199"/>
              <a:gd name="connsiteY38" fmla="*/ 904606 h 1052294"/>
              <a:gd name="connsiteX39" fmla="*/ 791524 w 1051199"/>
              <a:gd name="connsiteY39" fmla="*/ 899587 h 1052294"/>
              <a:gd name="connsiteX40" fmla="*/ 800976 w 1051199"/>
              <a:gd name="connsiteY40" fmla="*/ 891749 h 1052294"/>
              <a:gd name="connsiteX41" fmla="*/ 830385 w 1051199"/>
              <a:gd name="connsiteY41" fmla="*/ 880232 h 1052294"/>
              <a:gd name="connsiteX42" fmla="*/ 827759 w 1051199"/>
              <a:gd name="connsiteY42" fmla="*/ 882461 h 1052294"/>
              <a:gd name="connsiteX43" fmla="*/ 821795 w 1051199"/>
              <a:gd name="connsiteY43" fmla="*/ 887125 h 1052294"/>
              <a:gd name="connsiteX44" fmla="*/ 813109 w 1051199"/>
              <a:gd name="connsiteY44" fmla="*/ 893924 h 1052294"/>
              <a:gd name="connsiteX45" fmla="*/ 822478 w 1051199"/>
              <a:gd name="connsiteY45" fmla="*/ 882721 h 1052294"/>
              <a:gd name="connsiteX46" fmla="*/ 830385 w 1051199"/>
              <a:gd name="connsiteY46" fmla="*/ 880232 h 1052294"/>
              <a:gd name="connsiteX47" fmla="*/ 230909 w 1051199"/>
              <a:gd name="connsiteY47" fmla="*/ 872243 h 1052294"/>
              <a:gd name="connsiteX48" fmla="*/ 217832 w 1051199"/>
              <a:gd name="connsiteY48" fmla="*/ 873283 h 1052294"/>
              <a:gd name="connsiteX49" fmla="*/ 230909 w 1051199"/>
              <a:gd name="connsiteY49" fmla="*/ 872243 h 1052294"/>
              <a:gd name="connsiteX50" fmla="*/ 862311 w 1051199"/>
              <a:gd name="connsiteY50" fmla="*/ 849864 h 1052294"/>
              <a:gd name="connsiteX51" fmla="*/ 845049 w 1051199"/>
              <a:gd name="connsiteY51" fmla="*/ 869629 h 1052294"/>
              <a:gd name="connsiteX52" fmla="*/ 856607 w 1051199"/>
              <a:gd name="connsiteY52" fmla="*/ 852751 h 1052294"/>
              <a:gd name="connsiteX53" fmla="*/ 862311 w 1051199"/>
              <a:gd name="connsiteY53" fmla="*/ 849864 h 1052294"/>
              <a:gd name="connsiteX54" fmla="*/ 159479 w 1051199"/>
              <a:gd name="connsiteY54" fmla="*/ 785193 h 1052294"/>
              <a:gd name="connsiteX55" fmla="*/ 176892 w 1051199"/>
              <a:gd name="connsiteY55" fmla="*/ 801458 h 1052294"/>
              <a:gd name="connsiteX56" fmla="*/ 184334 w 1051199"/>
              <a:gd name="connsiteY56" fmla="*/ 814015 h 1052294"/>
              <a:gd name="connsiteX57" fmla="*/ 180147 w 1051199"/>
              <a:gd name="connsiteY57" fmla="*/ 809787 h 1052294"/>
              <a:gd name="connsiteX58" fmla="*/ 171475 w 1051199"/>
              <a:gd name="connsiteY58" fmla="*/ 800008 h 1052294"/>
              <a:gd name="connsiteX59" fmla="*/ 159479 w 1051199"/>
              <a:gd name="connsiteY59" fmla="*/ 785193 h 1052294"/>
              <a:gd name="connsiteX60" fmla="*/ 139357 w 1051199"/>
              <a:gd name="connsiteY60" fmla="*/ 752364 h 1052294"/>
              <a:gd name="connsiteX61" fmla="*/ 147319 w 1051199"/>
              <a:gd name="connsiteY61" fmla="*/ 760297 h 1052294"/>
              <a:gd name="connsiteX62" fmla="*/ 152749 w 1051199"/>
              <a:gd name="connsiteY62" fmla="*/ 765701 h 1052294"/>
              <a:gd name="connsiteX63" fmla="*/ 155308 w 1051199"/>
              <a:gd name="connsiteY63" fmla="*/ 768066 h 1052294"/>
              <a:gd name="connsiteX64" fmla="*/ 124489 w 1051199"/>
              <a:gd name="connsiteY64" fmla="*/ 753540 h 1052294"/>
              <a:gd name="connsiteX65" fmla="*/ 144939 w 1051199"/>
              <a:gd name="connsiteY65" fmla="*/ 762280 h 1052294"/>
              <a:gd name="connsiteX66" fmla="*/ 116677 w 1051199"/>
              <a:gd name="connsiteY66" fmla="*/ 744157 h 1052294"/>
              <a:gd name="connsiteX67" fmla="*/ 124488 w 1051199"/>
              <a:gd name="connsiteY67" fmla="*/ 753526 h 1052294"/>
              <a:gd name="connsiteX68" fmla="*/ 121547 w 1051199"/>
              <a:gd name="connsiteY68" fmla="*/ 751776 h 1052294"/>
              <a:gd name="connsiteX69" fmla="*/ 116677 w 1051199"/>
              <a:gd name="connsiteY69" fmla="*/ 744157 h 1052294"/>
              <a:gd name="connsiteX70" fmla="*/ 111891 w 1051199"/>
              <a:gd name="connsiteY70" fmla="*/ 737249 h 1052294"/>
              <a:gd name="connsiteX71" fmla="*/ 116692 w 1051199"/>
              <a:gd name="connsiteY71" fmla="*/ 744157 h 1052294"/>
              <a:gd name="connsiteX72" fmla="*/ 111891 w 1051199"/>
              <a:gd name="connsiteY72" fmla="*/ 737249 h 1052294"/>
              <a:gd name="connsiteX73" fmla="*/ 73248 w 1051199"/>
              <a:gd name="connsiteY73" fmla="*/ 637518 h 1052294"/>
              <a:gd name="connsiteX74" fmla="*/ 90757 w 1051199"/>
              <a:gd name="connsiteY74" fmla="*/ 648830 h 1052294"/>
              <a:gd name="connsiteX75" fmla="*/ 95667 w 1051199"/>
              <a:gd name="connsiteY75" fmla="*/ 648201 h 1052294"/>
              <a:gd name="connsiteX76" fmla="*/ 73248 w 1051199"/>
              <a:gd name="connsiteY76" fmla="*/ 637518 h 1052294"/>
              <a:gd name="connsiteX77" fmla="*/ 1027235 w 1051199"/>
              <a:gd name="connsiteY77" fmla="*/ 540468 h 1052294"/>
              <a:gd name="connsiteX78" fmla="*/ 1042500 w 1051199"/>
              <a:gd name="connsiteY78" fmla="*/ 573530 h 1052294"/>
              <a:gd name="connsiteX79" fmla="*/ 1037945 w 1051199"/>
              <a:gd name="connsiteY79" fmla="*/ 628490 h 1052294"/>
              <a:gd name="connsiteX80" fmla="*/ 1033116 w 1051199"/>
              <a:gd name="connsiteY80" fmla="*/ 648474 h 1052294"/>
              <a:gd name="connsiteX81" fmla="*/ 1027495 w 1051199"/>
              <a:gd name="connsiteY81" fmla="*/ 671414 h 1052294"/>
              <a:gd name="connsiteX82" fmla="*/ 1017399 w 1051199"/>
              <a:gd name="connsiteY82" fmla="*/ 700344 h 1052294"/>
              <a:gd name="connsiteX83" fmla="*/ 938105 w 1051199"/>
              <a:gd name="connsiteY83" fmla="*/ 844284 h 1052294"/>
              <a:gd name="connsiteX84" fmla="*/ 817568 w 1051199"/>
              <a:gd name="connsiteY84" fmla="*/ 957009 h 1052294"/>
              <a:gd name="connsiteX85" fmla="*/ 791362 w 1051199"/>
              <a:gd name="connsiteY85" fmla="*/ 973438 h 1052294"/>
              <a:gd name="connsiteX86" fmla="*/ 780404 w 1051199"/>
              <a:gd name="connsiteY86" fmla="*/ 980263 h 1052294"/>
              <a:gd name="connsiteX87" fmla="*/ 770638 w 1051199"/>
              <a:gd name="connsiteY87" fmla="*/ 985215 h 1052294"/>
              <a:gd name="connsiteX88" fmla="*/ 752022 w 1051199"/>
              <a:gd name="connsiteY88" fmla="*/ 994516 h 1052294"/>
              <a:gd name="connsiteX89" fmla="*/ 738903 w 1051199"/>
              <a:gd name="connsiteY89" fmla="*/ 999084 h 1052294"/>
              <a:gd name="connsiteX90" fmla="*/ 702081 w 1051199"/>
              <a:gd name="connsiteY90" fmla="*/ 1010643 h 1052294"/>
              <a:gd name="connsiteX91" fmla="*/ 572012 w 1051199"/>
              <a:gd name="connsiteY91" fmla="*/ 1044634 h 1052294"/>
              <a:gd name="connsiteX92" fmla="*/ 505014 w 1051199"/>
              <a:gd name="connsiteY92" fmla="*/ 1051994 h 1052294"/>
              <a:gd name="connsiteX93" fmla="*/ 519526 w 1051199"/>
              <a:gd name="connsiteY93" fmla="*/ 1042596 h 1052294"/>
              <a:gd name="connsiteX94" fmla="*/ 533492 w 1051199"/>
              <a:gd name="connsiteY94" fmla="*/ 1032624 h 1052294"/>
              <a:gd name="connsiteX95" fmla="*/ 540441 w 1051199"/>
              <a:gd name="connsiteY95" fmla="*/ 1045030 h 1052294"/>
              <a:gd name="connsiteX96" fmla="*/ 564474 w 1051199"/>
              <a:gd name="connsiteY96" fmla="*/ 1036045 h 1052294"/>
              <a:gd name="connsiteX97" fmla="*/ 582955 w 1051199"/>
              <a:gd name="connsiteY97" fmla="*/ 1022037 h 1052294"/>
              <a:gd name="connsiteX98" fmla="*/ 603172 w 1051199"/>
              <a:gd name="connsiteY98" fmla="*/ 1024144 h 1052294"/>
              <a:gd name="connsiteX99" fmla="*/ 626561 w 1051199"/>
              <a:gd name="connsiteY99" fmla="*/ 1005130 h 1052294"/>
              <a:gd name="connsiteX100" fmla="*/ 597973 w 1051199"/>
              <a:gd name="connsiteY100" fmla="*/ 1012380 h 1052294"/>
              <a:gd name="connsiteX101" fmla="*/ 566581 w 1051199"/>
              <a:gd name="connsiteY101" fmla="*/ 1013241 h 1052294"/>
              <a:gd name="connsiteX102" fmla="*/ 516736 w 1051199"/>
              <a:gd name="connsiteY102" fmla="*/ 1026565 h 1052294"/>
              <a:gd name="connsiteX103" fmla="*/ 506122 w 1051199"/>
              <a:gd name="connsiteY103" fmla="*/ 1041051 h 1052294"/>
              <a:gd name="connsiteX104" fmla="*/ 468095 w 1051199"/>
              <a:gd name="connsiteY104" fmla="*/ 1041680 h 1052294"/>
              <a:gd name="connsiteX105" fmla="*/ 472021 w 1051199"/>
              <a:gd name="connsiteY105" fmla="*/ 1037521 h 1052294"/>
              <a:gd name="connsiteX106" fmla="*/ 517967 w 1051199"/>
              <a:gd name="connsiteY106" fmla="*/ 1010671 h 1052294"/>
              <a:gd name="connsiteX107" fmla="*/ 493989 w 1051199"/>
              <a:gd name="connsiteY107" fmla="*/ 1007839 h 1052294"/>
              <a:gd name="connsiteX108" fmla="*/ 477602 w 1051199"/>
              <a:gd name="connsiteY108" fmla="*/ 1005896 h 1052294"/>
              <a:gd name="connsiteX109" fmla="*/ 470256 w 1051199"/>
              <a:gd name="connsiteY109" fmla="*/ 1004282 h 1052294"/>
              <a:gd name="connsiteX110" fmla="*/ 434214 w 1051199"/>
              <a:gd name="connsiteY110" fmla="*/ 1026702 h 1052294"/>
              <a:gd name="connsiteX111" fmla="*/ 443980 w 1051199"/>
              <a:gd name="connsiteY111" fmla="*/ 1027687 h 1052294"/>
              <a:gd name="connsiteX112" fmla="*/ 414092 w 1051199"/>
              <a:gd name="connsiteY112" fmla="*/ 1034894 h 1052294"/>
              <a:gd name="connsiteX113" fmla="*/ 412902 w 1051199"/>
              <a:gd name="connsiteY113" fmla="*/ 1031680 h 1052294"/>
              <a:gd name="connsiteX114" fmla="*/ 384231 w 1051199"/>
              <a:gd name="connsiteY114" fmla="*/ 1029096 h 1052294"/>
              <a:gd name="connsiteX115" fmla="*/ 369951 w 1051199"/>
              <a:gd name="connsiteY115" fmla="*/ 1027796 h 1052294"/>
              <a:gd name="connsiteX116" fmla="*/ 354878 w 1051199"/>
              <a:gd name="connsiteY116" fmla="*/ 1021517 h 1052294"/>
              <a:gd name="connsiteX117" fmla="*/ 354111 w 1051199"/>
              <a:gd name="connsiteY117" fmla="*/ 1016729 h 1052294"/>
              <a:gd name="connsiteX118" fmla="*/ 313719 w 1051199"/>
              <a:gd name="connsiteY118" fmla="*/ 1008742 h 1052294"/>
              <a:gd name="connsiteX119" fmla="*/ 299999 w 1051199"/>
              <a:gd name="connsiteY119" fmla="*/ 986336 h 1052294"/>
              <a:gd name="connsiteX120" fmla="*/ 322364 w 1051199"/>
              <a:gd name="connsiteY120" fmla="*/ 994680 h 1052294"/>
              <a:gd name="connsiteX121" fmla="*/ 340707 w 1051199"/>
              <a:gd name="connsiteY121" fmla="*/ 994653 h 1052294"/>
              <a:gd name="connsiteX122" fmla="*/ 333374 w 1051199"/>
              <a:gd name="connsiteY122" fmla="*/ 992231 h 1052294"/>
              <a:gd name="connsiteX123" fmla="*/ 317603 w 1051199"/>
              <a:gd name="connsiteY123" fmla="*/ 985939 h 1052294"/>
              <a:gd name="connsiteX124" fmla="*/ 294952 w 1051199"/>
              <a:gd name="connsiteY124" fmla="*/ 975926 h 1052294"/>
              <a:gd name="connsiteX125" fmla="*/ 328464 w 1051199"/>
              <a:gd name="connsiteY125" fmla="*/ 967665 h 1052294"/>
              <a:gd name="connsiteX126" fmla="*/ 312515 w 1051199"/>
              <a:gd name="connsiteY126" fmla="*/ 957720 h 1052294"/>
              <a:gd name="connsiteX127" fmla="*/ 363372 w 1051199"/>
              <a:gd name="connsiteY127" fmla="*/ 971344 h 1052294"/>
              <a:gd name="connsiteX128" fmla="*/ 357052 w 1051199"/>
              <a:gd name="connsiteY128" fmla="*/ 993777 h 1052294"/>
              <a:gd name="connsiteX129" fmla="*/ 426157 w 1051199"/>
              <a:gd name="connsiteY129" fmla="*/ 991028 h 1052294"/>
              <a:gd name="connsiteX130" fmla="*/ 482895 w 1051199"/>
              <a:gd name="connsiteY130" fmla="*/ 979660 h 1052294"/>
              <a:gd name="connsiteX131" fmla="*/ 458206 w 1051199"/>
              <a:gd name="connsiteY131" fmla="*/ 995883 h 1052294"/>
              <a:gd name="connsiteX132" fmla="*/ 492949 w 1051199"/>
              <a:gd name="connsiteY132" fmla="*/ 1000055 h 1052294"/>
              <a:gd name="connsiteX133" fmla="*/ 514015 w 1051199"/>
              <a:gd name="connsiteY133" fmla="*/ 1002176 h 1052294"/>
              <a:gd name="connsiteX134" fmla="*/ 538349 w 1051199"/>
              <a:gd name="connsiteY134" fmla="*/ 1002805 h 1052294"/>
              <a:gd name="connsiteX135" fmla="*/ 559960 w 1051199"/>
              <a:gd name="connsiteY135" fmla="*/ 990659 h 1052294"/>
              <a:gd name="connsiteX136" fmla="*/ 576649 w 1051199"/>
              <a:gd name="connsiteY136" fmla="*/ 986377 h 1052294"/>
              <a:gd name="connsiteX137" fmla="*/ 592393 w 1051199"/>
              <a:gd name="connsiteY137" fmla="*/ 980605 h 1052294"/>
              <a:gd name="connsiteX138" fmla="*/ 575295 w 1051199"/>
              <a:gd name="connsiteY138" fmla="*/ 997060 h 1052294"/>
              <a:gd name="connsiteX139" fmla="*/ 613061 w 1051199"/>
              <a:gd name="connsiteY139" fmla="*/ 997101 h 1052294"/>
              <a:gd name="connsiteX140" fmla="*/ 636028 w 1051199"/>
              <a:gd name="connsiteY140" fmla="*/ 986760 h 1052294"/>
              <a:gd name="connsiteX141" fmla="*/ 629324 w 1051199"/>
              <a:gd name="connsiteY141" fmla="*/ 1003885 h 1052294"/>
              <a:gd name="connsiteX142" fmla="*/ 670538 w 1051199"/>
              <a:gd name="connsiteY142" fmla="*/ 994885 h 1052294"/>
              <a:gd name="connsiteX143" fmla="*/ 689113 w 1051199"/>
              <a:gd name="connsiteY143" fmla="*/ 968212 h 1052294"/>
              <a:gd name="connsiteX144" fmla="*/ 713051 w 1051199"/>
              <a:gd name="connsiteY144" fmla="*/ 941647 h 1052294"/>
              <a:gd name="connsiteX145" fmla="*/ 723283 w 1051199"/>
              <a:gd name="connsiteY145" fmla="*/ 952892 h 1052294"/>
              <a:gd name="connsiteX146" fmla="*/ 722011 w 1051199"/>
              <a:gd name="connsiteY146" fmla="*/ 943152 h 1052294"/>
              <a:gd name="connsiteX147" fmla="*/ 758942 w 1051199"/>
              <a:gd name="connsiteY147" fmla="*/ 927094 h 1052294"/>
              <a:gd name="connsiteX148" fmla="*/ 717469 w 1051199"/>
              <a:gd name="connsiteY148" fmla="*/ 963411 h 1052294"/>
              <a:gd name="connsiteX149" fmla="*/ 762567 w 1051199"/>
              <a:gd name="connsiteY149" fmla="*/ 940006 h 1052294"/>
              <a:gd name="connsiteX150" fmla="*/ 801852 w 1051199"/>
              <a:gd name="connsiteY150" fmla="*/ 912130 h 1052294"/>
              <a:gd name="connsiteX151" fmla="*/ 790540 w 1051199"/>
              <a:gd name="connsiteY151" fmla="*/ 945410 h 1052294"/>
              <a:gd name="connsiteX152" fmla="*/ 799458 w 1051199"/>
              <a:gd name="connsiteY152" fmla="*/ 936819 h 1052294"/>
              <a:gd name="connsiteX153" fmla="*/ 786792 w 1051199"/>
              <a:gd name="connsiteY153" fmla="*/ 965941 h 1052294"/>
              <a:gd name="connsiteX154" fmla="*/ 833232 w 1051199"/>
              <a:gd name="connsiteY154" fmla="*/ 929555 h 1052294"/>
              <a:gd name="connsiteX155" fmla="*/ 835406 w 1051199"/>
              <a:gd name="connsiteY155" fmla="*/ 936395 h 1052294"/>
              <a:gd name="connsiteX156" fmla="*/ 887384 w 1051199"/>
              <a:gd name="connsiteY156" fmla="*/ 861122 h 1052294"/>
              <a:gd name="connsiteX157" fmla="*/ 872092 w 1051199"/>
              <a:gd name="connsiteY157" fmla="*/ 857319 h 1052294"/>
              <a:gd name="connsiteX158" fmla="*/ 879999 w 1051199"/>
              <a:gd name="connsiteY158" fmla="*/ 855678 h 1052294"/>
              <a:gd name="connsiteX159" fmla="*/ 880148 w 1051199"/>
              <a:gd name="connsiteY159" fmla="*/ 830290 h 1052294"/>
              <a:gd name="connsiteX160" fmla="*/ 940348 w 1051199"/>
              <a:gd name="connsiteY160" fmla="*/ 747987 h 1052294"/>
              <a:gd name="connsiteX161" fmla="*/ 963328 w 1051199"/>
              <a:gd name="connsiteY161" fmla="*/ 705132 h 1052294"/>
              <a:gd name="connsiteX162" fmla="*/ 984899 w 1051199"/>
              <a:gd name="connsiteY162" fmla="*/ 656216 h 1052294"/>
              <a:gd name="connsiteX163" fmla="*/ 992163 w 1051199"/>
              <a:gd name="connsiteY163" fmla="*/ 686583 h 1052294"/>
              <a:gd name="connsiteX164" fmla="*/ 991178 w 1051199"/>
              <a:gd name="connsiteY164" fmla="*/ 665326 h 1052294"/>
              <a:gd name="connsiteX165" fmla="*/ 994624 w 1051199"/>
              <a:gd name="connsiteY165" fmla="*/ 639049 h 1052294"/>
              <a:gd name="connsiteX166" fmla="*/ 1002381 w 1051199"/>
              <a:gd name="connsiteY166" fmla="*/ 612526 h 1052294"/>
              <a:gd name="connsiteX167" fmla="*/ 1011709 w 1051199"/>
              <a:gd name="connsiteY167" fmla="*/ 589779 h 1052294"/>
              <a:gd name="connsiteX168" fmla="*/ 1015881 w 1051199"/>
              <a:gd name="connsiteY168" fmla="*/ 605113 h 1052294"/>
              <a:gd name="connsiteX169" fmla="*/ 1017099 w 1051199"/>
              <a:gd name="connsiteY169" fmla="*/ 600545 h 1052294"/>
              <a:gd name="connsiteX170" fmla="*/ 1019670 w 1051199"/>
              <a:gd name="connsiteY170" fmla="*/ 617738 h 1052294"/>
              <a:gd name="connsiteX171" fmla="*/ 1016319 w 1051199"/>
              <a:gd name="connsiteY171" fmla="*/ 568687 h 1052294"/>
              <a:gd name="connsiteX172" fmla="*/ 1022611 w 1051199"/>
              <a:gd name="connsiteY172" fmla="*/ 562189 h 1052294"/>
              <a:gd name="connsiteX173" fmla="*/ 1027235 w 1051199"/>
              <a:gd name="connsiteY173" fmla="*/ 540468 h 1052294"/>
              <a:gd name="connsiteX174" fmla="*/ 1051199 w 1051199"/>
              <a:gd name="connsiteY174" fmla="*/ 515505 h 1052294"/>
              <a:gd name="connsiteX175" fmla="*/ 1045658 w 1051199"/>
              <a:gd name="connsiteY175" fmla="*/ 538662 h 1052294"/>
              <a:gd name="connsiteX176" fmla="*/ 1051199 w 1051199"/>
              <a:gd name="connsiteY176" fmla="*/ 515505 h 1052294"/>
              <a:gd name="connsiteX177" fmla="*/ 998112 w 1051199"/>
              <a:gd name="connsiteY177" fmla="*/ 493032 h 1052294"/>
              <a:gd name="connsiteX178" fmla="*/ 1002530 w 1051199"/>
              <a:gd name="connsiteY178" fmla="*/ 515506 h 1052294"/>
              <a:gd name="connsiteX179" fmla="*/ 993995 w 1051199"/>
              <a:gd name="connsiteY179" fmla="*/ 500623 h 1052294"/>
              <a:gd name="connsiteX180" fmla="*/ 48135 w 1051199"/>
              <a:gd name="connsiteY180" fmla="*/ 483758 h 1052294"/>
              <a:gd name="connsiteX181" fmla="*/ 49735 w 1051199"/>
              <a:gd name="connsiteY181" fmla="*/ 532632 h 1052294"/>
              <a:gd name="connsiteX182" fmla="*/ 48135 w 1051199"/>
              <a:gd name="connsiteY182" fmla="*/ 483758 h 1052294"/>
              <a:gd name="connsiteX183" fmla="*/ 986143 w 1051199"/>
              <a:gd name="connsiteY183" fmla="*/ 420015 h 1052294"/>
              <a:gd name="connsiteX184" fmla="*/ 993543 w 1051199"/>
              <a:gd name="connsiteY184" fmla="*/ 426019 h 1052294"/>
              <a:gd name="connsiteX185" fmla="*/ 1000874 w 1051199"/>
              <a:gd name="connsiteY185" fmla="*/ 432243 h 1052294"/>
              <a:gd name="connsiteX186" fmla="*/ 1000696 w 1051199"/>
              <a:gd name="connsiteY186" fmla="*/ 454867 h 1052294"/>
              <a:gd name="connsiteX187" fmla="*/ 986143 w 1051199"/>
              <a:gd name="connsiteY187" fmla="*/ 420015 h 1052294"/>
              <a:gd name="connsiteX188" fmla="*/ 986375 w 1051199"/>
              <a:gd name="connsiteY188" fmla="*/ 382863 h 1052294"/>
              <a:gd name="connsiteX189" fmla="*/ 995444 w 1051199"/>
              <a:gd name="connsiteY189" fmla="*/ 391781 h 1052294"/>
              <a:gd name="connsiteX190" fmla="*/ 991710 w 1051199"/>
              <a:gd name="connsiteY190" fmla="*/ 401384 h 1052294"/>
              <a:gd name="connsiteX191" fmla="*/ 992736 w 1051199"/>
              <a:gd name="connsiteY191" fmla="*/ 412560 h 1052294"/>
              <a:gd name="connsiteX192" fmla="*/ 979044 w 1051199"/>
              <a:gd name="connsiteY192" fmla="*/ 386324 h 1052294"/>
              <a:gd name="connsiteX193" fmla="*/ 990055 w 1051199"/>
              <a:gd name="connsiteY193" fmla="*/ 392260 h 1052294"/>
              <a:gd name="connsiteX194" fmla="*/ 986375 w 1051199"/>
              <a:gd name="connsiteY194" fmla="*/ 382863 h 1052294"/>
              <a:gd name="connsiteX195" fmla="*/ 963450 w 1051199"/>
              <a:gd name="connsiteY195" fmla="*/ 307194 h 1052294"/>
              <a:gd name="connsiteX196" fmla="*/ 977894 w 1051199"/>
              <a:gd name="connsiteY196" fmla="*/ 309068 h 1052294"/>
              <a:gd name="connsiteX197" fmla="*/ 978798 w 1051199"/>
              <a:gd name="connsiteY197" fmla="*/ 324592 h 1052294"/>
              <a:gd name="connsiteX198" fmla="*/ 984967 w 1051199"/>
              <a:gd name="connsiteY198" fmla="*/ 324730 h 1052294"/>
              <a:gd name="connsiteX199" fmla="*/ 982915 w 1051199"/>
              <a:gd name="connsiteY199" fmla="*/ 368420 h 1052294"/>
              <a:gd name="connsiteX200" fmla="*/ 985760 w 1051199"/>
              <a:gd name="connsiteY200" fmla="*/ 345152 h 1052294"/>
              <a:gd name="connsiteX201" fmla="*/ 976213 w 1051199"/>
              <a:gd name="connsiteY201" fmla="*/ 326494 h 1052294"/>
              <a:gd name="connsiteX202" fmla="*/ 963450 w 1051199"/>
              <a:gd name="connsiteY202" fmla="*/ 307194 h 1052294"/>
              <a:gd name="connsiteX203" fmla="*/ 120878 w 1051199"/>
              <a:gd name="connsiteY203" fmla="*/ 228022 h 1052294"/>
              <a:gd name="connsiteX204" fmla="*/ 119386 w 1051199"/>
              <a:gd name="connsiteY204" fmla="*/ 247049 h 1052294"/>
              <a:gd name="connsiteX205" fmla="*/ 116747 w 1051199"/>
              <a:gd name="connsiteY205" fmla="*/ 238883 h 1052294"/>
              <a:gd name="connsiteX206" fmla="*/ 120878 w 1051199"/>
              <a:gd name="connsiteY206" fmla="*/ 228022 h 1052294"/>
              <a:gd name="connsiteX207" fmla="*/ 900799 w 1051199"/>
              <a:gd name="connsiteY207" fmla="*/ 204587 h 1052294"/>
              <a:gd name="connsiteX208" fmla="*/ 906015 w 1051199"/>
              <a:gd name="connsiteY208" fmla="*/ 205602 h 1052294"/>
              <a:gd name="connsiteX209" fmla="*/ 923276 w 1051199"/>
              <a:gd name="connsiteY209" fmla="*/ 211211 h 1052294"/>
              <a:gd name="connsiteX210" fmla="*/ 934534 w 1051199"/>
              <a:gd name="connsiteY210" fmla="*/ 234108 h 1052294"/>
              <a:gd name="connsiteX211" fmla="*/ 927312 w 1051199"/>
              <a:gd name="connsiteY211" fmla="*/ 226504 h 1052294"/>
              <a:gd name="connsiteX212" fmla="*/ 941879 w 1051199"/>
              <a:gd name="connsiteY212" fmla="*/ 255419 h 1052294"/>
              <a:gd name="connsiteX213" fmla="*/ 954518 w 1051199"/>
              <a:gd name="connsiteY213" fmla="*/ 289917 h 1052294"/>
              <a:gd name="connsiteX214" fmla="*/ 944259 w 1051199"/>
              <a:gd name="connsiteY214" fmla="*/ 268880 h 1052294"/>
              <a:gd name="connsiteX215" fmla="*/ 927599 w 1051199"/>
              <a:gd name="connsiteY215" fmla="*/ 255721 h 1052294"/>
              <a:gd name="connsiteX216" fmla="*/ 926983 w 1051199"/>
              <a:gd name="connsiteY216" fmla="*/ 239868 h 1052294"/>
              <a:gd name="connsiteX217" fmla="*/ 920609 w 1051199"/>
              <a:gd name="connsiteY217" fmla="*/ 223398 h 1052294"/>
              <a:gd name="connsiteX218" fmla="*/ 902992 w 1051199"/>
              <a:gd name="connsiteY218" fmla="*/ 214014 h 1052294"/>
              <a:gd name="connsiteX219" fmla="*/ 900799 w 1051199"/>
              <a:gd name="connsiteY219" fmla="*/ 204587 h 1052294"/>
              <a:gd name="connsiteX220" fmla="*/ 874896 w 1051199"/>
              <a:gd name="connsiteY220" fmla="*/ 162242 h 1052294"/>
              <a:gd name="connsiteX221" fmla="*/ 880435 w 1051199"/>
              <a:gd name="connsiteY221" fmla="*/ 166113 h 1052294"/>
              <a:gd name="connsiteX222" fmla="*/ 892021 w 1051199"/>
              <a:gd name="connsiteY222" fmla="*/ 175374 h 1052294"/>
              <a:gd name="connsiteX223" fmla="*/ 909037 w 1051199"/>
              <a:gd name="connsiteY223" fmla="*/ 189025 h 1052294"/>
              <a:gd name="connsiteX224" fmla="*/ 884211 w 1051199"/>
              <a:gd name="connsiteY224" fmla="*/ 182856 h 1052294"/>
              <a:gd name="connsiteX225" fmla="*/ 874896 w 1051199"/>
              <a:gd name="connsiteY225" fmla="*/ 162242 h 1052294"/>
              <a:gd name="connsiteX226" fmla="*/ 842012 w 1051199"/>
              <a:gd name="connsiteY226" fmla="*/ 134953 h 1052294"/>
              <a:gd name="connsiteX227" fmla="*/ 863871 w 1051199"/>
              <a:gd name="connsiteY227" fmla="*/ 162078 h 1052294"/>
              <a:gd name="connsiteX228" fmla="*/ 842012 w 1051199"/>
              <a:gd name="connsiteY228" fmla="*/ 134953 h 1052294"/>
              <a:gd name="connsiteX229" fmla="*/ 801523 w 1051199"/>
              <a:gd name="connsiteY229" fmla="*/ 114121 h 1052294"/>
              <a:gd name="connsiteX230" fmla="*/ 818512 w 1051199"/>
              <a:gd name="connsiteY230" fmla="*/ 122341 h 1052294"/>
              <a:gd name="connsiteX231" fmla="*/ 812206 w 1051199"/>
              <a:gd name="connsiteY231" fmla="*/ 123408 h 1052294"/>
              <a:gd name="connsiteX232" fmla="*/ 717072 w 1051199"/>
              <a:gd name="connsiteY232" fmla="*/ 73482 h 1052294"/>
              <a:gd name="connsiteX233" fmla="*/ 725430 w 1051199"/>
              <a:gd name="connsiteY233" fmla="*/ 74903 h 1052294"/>
              <a:gd name="connsiteX234" fmla="*/ 720888 w 1051199"/>
              <a:gd name="connsiteY234" fmla="*/ 79021 h 1052294"/>
              <a:gd name="connsiteX235" fmla="*/ 751666 w 1051199"/>
              <a:gd name="connsiteY235" fmla="*/ 72976 h 1052294"/>
              <a:gd name="connsiteX236" fmla="*/ 776479 w 1051199"/>
              <a:gd name="connsiteY236" fmla="*/ 77242 h 1052294"/>
              <a:gd name="connsiteX237" fmla="*/ 790910 w 1051199"/>
              <a:gd name="connsiteY237" fmla="*/ 88719 h 1052294"/>
              <a:gd name="connsiteX238" fmla="*/ 805928 w 1051199"/>
              <a:gd name="connsiteY238" fmla="*/ 103109 h 1052294"/>
              <a:gd name="connsiteX239" fmla="*/ 831248 w 1051199"/>
              <a:gd name="connsiteY239" fmla="*/ 120384 h 1052294"/>
              <a:gd name="connsiteX240" fmla="*/ 797530 w 1051199"/>
              <a:gd name="connsiteY240" fmla="*/ 106173 h 1052294"/>
              <a:gd name="connsiteX241" fmla="*/ 752610 w 1051199"/>
              <a:gd name="connsiteY241" fmla="*/ 89348 h 1052294"/>
              <a:gd name="connsiteX242" fmla="*/ 783099 w 1051199"/>
              <a:gd name="connsiteY242" fmla="*/ 97159 h 1052294"/>
              <a:gd name="connsiteX243" fmla="*/ 767806 w 1051199"/>
              <a:gd name="connsiteY243" fmla="*/ 84520 h 1052294"/>
              <a:gd name="connsiteX244" fmla="*/ 756809 w 1051199"/>
              <a:gd name="connsiteY244" fmla="*/ 76450 h 1052294"/>
              <a:gd name="connsiteX245" fmla="*/ 751666 w 1051199"/>
              <a:gd name="connsiteY245" fmla="*/ 72976 h 1052294"/>
              <a:gd name="connsiteX246" fmla="*/ 290150 w 1051199"/>
              <a:gd name="connsiteY246" fmla="*/ 61226 h 1052294"/>
              <a:gd name="connsiteX247" fmla="*/ 292107 w 1051199"/>
              <a:gd name="connsiteY247" fmla="*/ 61226 h 1052294"/>
              <a:gd name="connsiteX248" fmla="*/ 289221 w 1051199"/>
              <a:gd name="connsiteY248" fmla="*/ 62989 h 1052294"/>
              <a:gd name="connsiteX249" fmla="*/ 293570 w 1051199"/>
              <a:gd name="connsiteY249" fmla="*/ 54920 h 1052294"/>
              <a:gd name="connsiteX250" fmla="*/ 290150 w 1051199"/>
              <a:gd name="connsiteY250" fmla="*/ 61226 h 1052294"/>
              <a:gd name="connsiteX251" fmla="*/ 293570 w 1051199"/>
              <a:gd name="connsiteY251" fmla="*/ 54920 h 1052294"/>
              <a:gd name="connsiteX252" fmla="*/ 546349 w 1051199"/>
              <a:gd name="connsiteY252" fmla="*/ 37658 h 1052294"/>
              <a:gd name="connsiteX253" fmla="*/ 544598 w 1051199"/>
              <a:gd name="connsiteY253" fmla="*/ 41391 h 1052294"/>
              <a:gd name="connsiteX254" fmla="*/ 539154 w 1051199"/>
              <a:gd name="connsiteY254" fmla="*/ 42704 h 1052294"/>
              <a:gd name="connsiteX255" fmla="*/ 512290 w 1051199"/>
              <a:gd name="connsiteY255" fmla="*/ 27193 h 1052294"/>
              <a:gd name="connsiteX256" fmla="*/ 524013 w 1051199"/>
              <a:gd name="connsiteY256" fmla="*/ 33333 h 1052294"/>
              <a:gd name="connsiteX257" fmla="*/ 505328 w 1051199"/>
              <a:gd name="connsiteY257" fmla="*/ 32951 h 1052294"/>
              <a:gd name="connsiteX258" fmla="*/ 578208 w 1051199"/>
              <a:gd name="connsiteY258" fmla="*/ 5977 h 1052294"/>
              <a:gd name="connsiteX259" fmla="*/ 579015 w 1051199"/>
              <a:gd name="connsiteY259" fmla="*/ 9040 h 1052294"/>
              <a:gd name="connsiteX260" fmla="*/ 582667 w 1051199"/>
              <a:gd name="connsiteY260" fmla="*/ 9287 h 1052294"/>
              <a:gd name="connsiteX261" fmla="*/ 590710 w 1051199"/>
              <a:gd name="connsiteY261" fmla="*/ 10040 h 1052294"/>
              <a:gd name="connsiteX262" fmla="*/ 602433 w 1051199"/>
              <a:gd name="connsiteY262" fmla="*/ 11134 h 1052294"/>
              <a:gd name="connsiteX263" fmla="*/ 595347 w 1051199"/>
              <a:gd name="connsiteY263" fmla="*/ 13568 h 1052294"/>
              <a:gd name="connsiteX264" fmla="*/ 633962 w 1051199"/>
              <a:gd name="connsiteY264" fmla="*/ 16017 h 1052294"/>
              <a:gd name="connsiteX265" fmla="*/ 668350 w 1051199"/>
              <a:gd name="connsiteY265" fmla="*/ 26878 h 1052294"/>
              <a:gd name="connsiteX266" fmla="*/ 665340 w 1051199"/>
              <a:gd name="connsiteY266" fmla="*/ 26905 h 1052294"/>
              <a:gd name="connsiteX267" fmla="*/ 678609 w 1051199"/>
              <a:gd name="connsiteY267" fmla="*/ 31201 h 1052294"/>
              <a:gd name="connsiteX268" fmla="*/ 690865 w 1051199"/>
              <a:gd name="connsiteY268" fmla="*/ 35823 h 1052294"/>
              <a:gd name="connsiteX269" fmla="*/ 718207 w 1051199"/>
              <a:gd name="connsiteY269" fmla="*/ 41446 h 1052294"/>
              <a:gd name="connsiteX270" fmla="*/ 725198 w 1051199"/>
              <a:gd name="connsiteY270" fmla="*/ 56738 h 1052294"/>
              <a:gd name="connsiteX271" fmla="*/ 761555 w 1051199"/>
              <a:gd name="connsiteY271" fmla="*/ 65069 h 1052294"/>
              <a:gd name="connsiteX272" fmla="*/ 721574 w 1051199"/>
              <a:gd name="connsiteY272" fmla="*/ 69308 h 1052294"/>
              <a:gd name="connsiteX273" fmla="*/ 719809 w 1051199"/>
              <a:gd name="connsiteY273" fmla="*/ 59365 h 1052294"/>
              <a:gd name="connsiteX274" fmla="*/ 698770 w 1051199"/>
              <a:gd name="connsiteY274" fmla="*/ 44565 h 1052294"/>
              <a:gd name="connsiteX275" fmla="*/ 670415 w 1051199"/>
              <a:gd name="connsiteY275" fmla="*/ 36221 h 1052294"/>
              <a:gd name="connsiteX276" fmla="*/ 658925 w 1051199"/>
              <a:gd name="connsiteY276" fmla="*/ 38204 h 1052294"/>
              <a:gd name="connsiteX277" fmla="*/ 642743 w 1051199"/>
              <a:gd name="connsiteY277" fmla="*/ 25606 h 1052294"/>
              <a:gd name="connsiteX278" fmla="*/ 617287 w 1051199"/>
              <a:gd name="connsiteY278" fmla="*/ 24402 h 1052294"/>
              <a:gd name="connsiteX279" fmla="*/ 597796 w 1051199"/>
              <a:gd name="connsiteY279" fmla="*/ 31186 h 1052294"/>
              <a:gd name="connsiteX280" fmla="*/ 587044 w 1051199"/>
              <a:gd name="connsiteY280" fmla="*/ 22746 h 1052294"/>
              <a:gd name="connsiteX281" fmla="*/ 562409 w 1051199"/>
              <a:gd name="connsiteY281" fmla="*/ 34004 h 1052294"/>
              <a:gd name="connsiteX282" fmla="*/ 576525 w 1051199"/>
              <a:gd name="connsiteY282" fmla="*/ 22583 h 1052294"/>
              <a:gd name="connsiteX283" fmla="*/ 544148 w 1051199"/>
              <a:gd name="connsiteY283" fmla="*/ 21639 h 1052294"/>
              <a:gd name="connsiteX284" fmla="*/ 578208 w 1051199"/>
              <a:gd name="connsiteY284" fmla="*/ 5977 h 1052294"/>
              <a:gd name="connsiteX285" fmla="*/ 527679 w 1051199"/>
              <a:gd name="connsiteY285" fmla="*/ 1806 h 1052294"/>
              <a:gd name="connsiteX286" fmla="*/ 544012 w 1051199"/>
              <a:gd name="connsiteY286" fmla="*/ 16674 h 1052294"/>
              <a:gd name="connsiteX287" fmla="*/ 505821 w 1051199"/>
              <a:gd name="connsiteY287" fmla="*/ 19219 h 1052294"/>
              <a:gd name="connsiteX288" fmla="*/ 524724 w 1051199"/>
              <a:gd name="connsiteY288" fmla="*/ 14650 h 1052294"/>
              <a:gd name="connsiteX289" fmla="*/ 496450 w 1051199"/>
              <a:gd name="connsiteY289" fmla="*/ 5322 h 1052294"/>
              <a:gd name="connsiteX290" fmla="*/ 494796 w 1051199"/>
              <a:gd name="connsiteY290" fmla="*/ 16045 h 1052294"/>
              <a:gd name="connsiteX291" fmla="*/ 438686 w 1051199"/>
              <a:gd name="connsiteY291" fmla="*/ 23131 h 1052294"/>
              <a:gd name="connsiteX292" fmla="*/ 411247 w 1051199"/>
              <a:gd name="connsiteY292" fmla="*/ 32296 h 1052294"/>
              <a:gd name="connsiteX293" fmla="*/ 381988 w 1051199"/>
              <a:gd name="connsiteY293" fmla="*/ 36002 h 1052294"/>
              <a:gd name="connsiteX294" fmla="*/ 380839 w 1051199"/>
              <a:gd name="connsiteY294" fmla="*/ 27262 h 1052294"/>
              <a:gd name="connsiteX295" fmla="*/ 334810 w 1051199"/>
              <a:gd name="connsiteY295" fmla="*/ 57450 h 1052294"/>
              <a:gd name="connsiteX296" fmla="*/ 332978 w 1051199"/>
              <a:gd name="connsiteY296" fmla="*/ 50980 h 1052294"/>
              <a:gd name="connsiteX297" fmla="*/ 312214 w 1051199"/>
              <a:gd name="connsiteY297" fmla="*/ 55837 h 1052294"/>
              <a:gd name="connsiteX298" fmla="*/ 240142 w 1051199"/>
              <a:gd name="connsiteY298" fmla="*/ 111057 h 1052294"/>
              <a:gd name="connsiteX299" fmla="*/ 270153 w 1051199"/>
              <a:gd name="connsiteY299" fmla="*/ 82113 h 1052294"/>
              <a:gd name="connsiteX300" fmla="*/ 241031 w 1051199"/>
              <a:gd name="connsiteY300" fmla="*/ 99827 h 1052294"/>
              <a:gd name="connsiteX301" fmla="*/ 219350 w 1051199"/>
              <a:gd name="connsiteY301" fmla="*/ 122109 h 1052294"/>
              <a:gd name="connsiteX302" fmla="*/ 221621 w 1051199"/>
              <a:gd name="connsiteY302" fmla="*/ 121836 h 1052294"/>
              <a:gd name="connsiteX303" fmla="*/ 198326 w 1051199"/>
              <a:gd name="connsiteY303" fmla="*/ 147250 h 1052294"/>
              <a:gd name="connsiteX304" fmla="*/ 183115 w 1051199"/>
              <a:gd name="connsiteY304" fmla="*/ 171735 h 1052294"/>
              <a:gd name="connsiteX305" fmla="*/ 192949 w 1051199"/>
              <a:gd name="connsiteY305" fmla="*/ 137744 h 1052294"/>
              <a:gd name="connsiteX306" fmla="*/ 172816 w 1051199"/>
              <a:gd name="connsiteY306" fmla="*/ 157413 h 1052294"/>
              <a:gd name="connsiteX307" fmla="*/ 168630 w 1051199"/>
              <a:gd name="connsiteY307" fmla="*/ 145773 h 1052294"/>
              <a:gd name="connsiteX308" fmla="*/ 155758 w 1051199"/>
              <a:gd name="connsiteY308" fmla="*/ 197848 h 1052294"/>
              <a:gd name="connsiteX309" fmla="*/ 111398 w 1051199"/>
              <a:gd name="connsiteY309" fmla="*/ 225534 h 1052294"/>
              <a:gd name="connsiteX310" fmla="*/ 110701 w 1051199"/>
              <a:gd name="connsiteY310" fmla="*/ 229391 h 1052294"/>
              <a:gd name="connsiteX311" fmla="*/ 109524 w 1051199"/>
              <a:gd name="connsiteY311" fmla="*/ 238007 h 1052294"/>
              <a:gd name="connsiteX312" fmla="*/ 108389 w 1051199"/>
              <a:gd name="connsiteY312" fmla="*/ 250675 h 1052294"/>
              <a:gd name="connsiteX313" fmla="*/ 104436 w 1051199"/>
              <a:gd name="connsiteY313" fmla="*/ 252849 h 1052294"/>
              <a:gd name="connsiteX314" fmla="*/ 107609 w 1051199"/>
              <a:gd name="connsiteY314" fmla="*/ 265297 h 1052294"/>
              <a:gd name="connsiteX315" fmla="*/ 96557 w 1051199"/>
              <a:gd name="connsiteY315" fmla="*/ 262916 h 1052294"/>
              <a:gd name="connsiteX316" fmla="*/ 79636 w 1051199"/>
              <a:gd name="connsiteY316" fmla="*/ 284693 h 1052294"/>
              <a:gd name="connsiteX317" fmla="*/ 71115 w 1051199"/>
              <a:gd name="connsiteY317" fmla="*/ 313473 h 1052294"/>
              <a:gd name="connsiteX318" fmla="*/ 73727 w 1051199"/>
              <a:gd name="connsiteY318" fmla="*/ 299000 h 1052294"/>
              <a:gd name="connsiteX319" fmla="*/ 49912 w 1051199"/>
              <a:gd name="connsiteY319" fmla="*/ 360418 h 1052294"/>
              <a:gd name="connsiteX320" fmla="*/ 41022 w 1051199"/>
              <a:gd name="connsiteY320" fmla="*/ 414366 h 1052294"/>
              <a:gd name="connsiteX321" fmla="*/ 43839 w 1051199"/>
              <a:gd name="connsiteY321" fmla="*/ 393534 h 1052294"/>
              <a:gd name="connsiteX322" fmla="*/ 54509 w 1051199"/>
              <a:gd name="connsiteY322" fmla="*/ 421097 h 1052294"/>
              <a:gd name="connsiteX323" fmla="*/ 31064 w 1051199"/>
              <a:gd name="connsiteY323" fmla="*/ 440356 h 1052294"/>
              <a:gd name="connsiteX324" fmla="*/ 26112 w 1051199"/>
              <a:gd name="connsiteY324" fmla="*/ 397226 h 1052294"/>
              <a:gd name="connsiteX325" fmla="*/ 23897 w 1051199"/>
              <a:gd name="connsiteY325" fmla="*/ 412711 h 1052294"/>
              <a:gd name="connsiteX326" fmla="*/ 23897 w 1051199"/>
              <a:gd name="connsiteY326" fmla="*/ 427963 h 1052294"/>
              <a:gd name="connsiteX327" fmla="*/ 24909 w 1051199"/>
              <a:gd name="connsiteY327" fmla="*/ 457248 h 1052294"/>
              <a:gd name="connsiteX328" fmla="*/ 25511 w 1051199"/>
              <a:gd name="connsiteY328" fmla="*/ 515520 h 1052294"/>
              <a:gd name="connsiteX329" fmla="*/ 32282 w 1051199"/>
              <a:gd name="connsiteY329" fmla="*/ 508447 h 1052294"/>
              <a:gd name="connsiteX330" fmla="*/ 31693 w 1051199"/>
              <a:gd name="connsiteY330" fmla="*/ 539991 h 1052294"/>
              <a:gd name="connsiteX331" fmla="*/ 30818 w 1051199"/>
              <a:gd name="connsiteY331" fmla="*/ 571151 h 1052294"/>
              <a:gd name="connsiteX332" fmla="*/ 50528 w 1051199"/>
              <a:gd name="connsiteY332" fmla="*/ 583817 h 1052294"/>
              <a:gd name="connsiteX333" fmla="*/ 42185 w 1051199"/>
              <a:gd name="connsiteY333" fmla="*/ 565419 h 1052294"/>
              <a:gd name="connsiteX334" fmla="*/ 54044 w 1051199"/>
              <a:gd name="connsiteY334" fmla="*/ 602994 h 1052294"/>
              <a:gd name="connsiteX335" fmla="*/ 61006 w 1051199"/>
              <a:gd name="connsiteY335" fmla="*/ 602420 h 1052294"/>
              <a:gd name="connsiteX336" fmla="*/ 66916 w 1051199"/>
              <a:gd name="connsiteY336" fmla="*/ 630010 h 1052294"/>
              <a:gd name="connsiteX337" fmla="*/ 56274 w 1051199"/>
              <a:gd name="connsiteY337" fmla="*/ 637219 h 1052294"/>
              <a:gd name="connsiteX338" fmla="*/ 51090 w 1051199"/>
              <a:gd name="connsiteY338" fmla="*/ 613581 h 1052294"/>
              <a:gd name="connsiteX339" fmla="*/ 44045 w 1051199"/>
              <a:gd name="connsiteY339" fmla="*/ 600600 h 1052294"/>
              <a:gd name="connsiteX340" fmla="*/ 31200 w 1051199"/>
              <a:gd name="connsiteY340" fmla="*/ 599642 h 1052294"/>
              <a:gd name="connsiteX341" fmla="*/ 37219 w 1051199"/>
              <a:gd name="connsiteY341" fmla="*/ 616906 h 1052294"/>
              <a:gd name="connsiteX342" fmla="*/ 47780 w 1051199"/>
              <a:gd name="connsiteY342" fmla="*/ 628970 h 1052294"/>
              <a:gd name="connsiteX343" fmla="*/ 45741 w 1051199"/>
              <a:gd name="connsiteY343" fmla="*/ 628628 h 1052294"/>
              <a:gd name="connsiteX344" fmla="*/ 58818 w 1051199"/>
              <a:gd name="connsiteY344" fmla="*/ 666230 h 1052294"/>
              <a:gd name="connsiteX345" fmla="*/ 55535 w 1051199"/>
              <a:gd name="connsiteY345" fmla="*/ 661717 h 1052294"/>
              <a:gd name="connsiteX346" fmla="*/ 53975 w 1051199"/>
              <a:gd name="connsiteY346" fmla="*/ 684833 h 1052294"/>
              <a:gd name="connsiteX347" fmla="*/ 73468 w 1051199"/>
              <a:gd name="connsiteY347" fmla="*/ 708989 h 1052294"/>
              <a:gd name="connsiteX348" fmla="*/ 72387 w 1051199"/>
              <a:gd name="connsiteY348" fmla="*/ 705338 h 1052294"/>
              <a:gd name="connsiteX349" fmla="*/ 85956 w 1051199"/>
              <a:gd name="connsiteY349" fmla="*/ 717362 h 1052294"/>
              <a:gd name="connsiteX350" fmla="*/ 83508 w 1051199"/>
              <a:gd name="connsiteY350" fmla="*/ 696283 h 1052294"/>
              <a:gd name="connsiteX351" fmla="*/ 83509 w 1051199"/>
              <a:gd name="connsiteY351" fmla="*/ 696284 h 1052294"/>
              <a:gd name="connsiteX352" fmla="*/ 93591 w 1051199"/>
              <a:gd name="connsiteY352" fmla="*/ 706955 h 1052294"/>
              <a:gd name="connsiteX353" fmla="*/ 98637 w 1051199"/>
              <a:gd name="connsiteY353" fmla="*/ 723353 h 1052294"/>
              <a:gd name="connsiteX354" fmla="*/ 85149 w 1051199"/>
              <a:gd name="connsiteY354" fmla="*/ 709044 h 1052294"/>
              <a:gd name="connsiteX355" fmla="*/ 85765 w 1051199"/>
              <a:gd name="connsiteY355" fmla="*/ 746702 h 1052294"/>
              <a:gd name="connsiteX356" fmla="*/ 117116 w 1051199"/>
              <a:gd name="connsiteY356" fmla="*/ 780133 h 1052294"/>
              <a:gd name="connsiteX357" fmla="*/ 94260 w 1051199"/>
              <a:gd name="connsiteY357" fmla="*/ 785330 h 1052294"/>
              <a:gd name="connsiteX358" fmla="*/ 108662 w 1051199"/>
              <a:gd name="connsiteY358" fmla="*/ 803591 h 1052294"/>
              <a:gd name="connsiteX359" fmla="*/ 125064 w 1051199"/>
              <a:gd name="connsiteY359" fmla="*/ 821059 h 1052294"/>
              <a:gd name="connsiteX360" fmla="*/ 139480 w 1051199"/>
              <a:gd name="connsiteY360" fmla="*/ 839115 h 1052294"/>
              <a:gd name="connsiteX361" fmla="*/ 150656 w 1051199"/>
              <a:gd name="connsiteY361" fmla="*/ 857704 h 1052294"/>
              <a:gd name="connsiteX362" fmla="*/ 178355 w 1051199"/>
              <a:gd name="connsiteY362" fmla="*/ 879589 h 1052294"/>
              <a:gd name="connsiteX363" fmla="*/ 203360 w 1051199"/>
              <a:gd name="connsiteY363" fmla="*/ 890478 h 1052294"/>
              <a:gd name="connsiteX364" fmla="*/ 179696 w 1051199"/>
              <a:gd name="connsiteY364" fmla="*/ 868263 h 1052294"/>
              <a:gd name="connsiteX365" fmla="*/ 187876 w 1051199"/>
              <a:gd name="connsiteY365" fmla="*/ 862422 h 1052294"/>
              <a:gd name="connsiteX366" fmla="*/ 158097 w 1051199"/>
              <a:gd name="connsiteY366" fmla="*/ 844203 h 1052294"/>
              <a:gd name="connsiteX367" fmla="*/ 145102 w 1051199"/>
              <a:gd name="connsiteY367" fmla="*/ 829307 h 1052294"/>
              <a:gd name="connsiteX368" fmla="*/ 133284 w 1051199"/>
              <a:gd name="connsiteY368" fmla="*/ 812154 h 1052294"/>
              <a:gd name="connsiteX369" fmla="*/ 151272 w 1051199"/>
              <a:gd name="connsiteY369" fmla="*/ 824355 h 1052294"/>
              <a:gd name="connsiteX370" fmla="*/ 127908 w 1051199"/>
              <a:gd name="connsiteY370" fmla="*/ 790541 h 1052294"/>
              <a:gd name="connsiteX371" fmla="*/ 137374 w 1051199"/>
              <a:gd name="connsiteY371" fmla="*/ 808570 h 1052294"/>
              <a:gd name="connsiteX372" fmla="*/ 146251 w 1051199"/>
              <a:gd name="connsiteY372" fmla="*/ 804014 h 1052294"/>
              <a:gd name="connsiteX373" fmla="*/ 130233 w 1051199"/>
              <a:gd name="connsiteY373" fmla="*/ 782485 h 1052294"/>
              <a:gd name="connsiteX374" fmla="*/ 156333 w 1051199"/>
              <a:gd name="connsiteY374" fmla="*/ 810211 h 1052294"/>
              <a:gd name="connsiteX375" fmla="*/ 172049 w 1051199"/>
              <a:gd name="connsiteY375" fmla="*/ 826818 h 1052294"/>
              <a:gd name="connsiteX376" fmla="*/ 184031 w 1051199"/>
              <a:gd name="connsiteY376" fmla="*/ 834107 h 1052294"/>
              <a:gd name="connsiteX377" fmla="*/ 211416 w 1051199"/>
              <a:gd name="connsiteY377" fmla="*/ 875554 h 1052294"/>
              <a:gd name="connsiteX378" fmla="*/ 213988 w 1051199"/>
              <a:gd name="connsiteY378" fmla="*/ 874323 h 1052294"/>
              <a:gd name="connsiteX379" fmla="*/ 213981 w 1051199"/>
              <a:gd name="connsiteY379" fmla="*/ 874334 h 1052294"/>
              <a:gd name="connsiteX380" fmla="*/ 213577 w 1051199"/>
              <a:gd name="connsiteY380" fmla="*/ 874994 h 1052294"/>
              <a:gd name="connsiteX381" fmla="*/ 220539 w 1051199"/>
              <a:gd name="connsiteY381" fmla="*/ 885922 h 1052294"/>
              <a:gd name="connsiteX382" fmla="*/ 228310 w 1051199"/>
              <a:gd name="connsiteY382" fmla="*/ 896140 h 1052294"/>
              <a:gd name="connsiteX383" fmla="*/ 222755 w 1051199"/>
              <a:gd name="connsiteY383" fmla="*/ 893692 h 1052294"/>
              <a:gd name="connsiteX384" fmla="*/ 246460 w 1051199"/>
              <a:gd name="connsiteY384" fmla="*/ 919285 h 1052294"/>
              <a:gd name="connsiteX385" fmla="*/ 275993 w 1051199"/>
              <a:gd name="connsiteY385" fmla="*/ 934714 h 1052294"/>
              <a:gd name="connsiteX386" fmla="*/ 274954 w 1051199"/>
              <a:gd name="connsiteY386" fmla="*/ 948967 h 1052294"/>
              <a:gd name="connsiteX387" fmla="*/ 292530 w 1051199"/>
              <a:gd name="connsiteY387" fmla="*/ 954644 h 1052294"/>
              <a:gd name="connsiteX388" fmla="*/ 261904 w 1051199"/>
              <a:gd name="connsiteY388" fmla="*/ 947804 h 1052294"/>
              <a:gd name="connsiteX389" fmla="*/ 284200 w 1051199"/>
              <a:gd name="connsiteY389" fmla="*/ 963549 h 1052294"/>
              <a:gd name="connsiteX390" fmla="*/ 258826 w 1051199"/>
              <a:gd name="connsiteY390" fmla="*/ 963029 h 1052294"/>
              <a:gd name="connsiteX391" fmla="*/ 280014 w 1051199"/>
              <a:gd name="connsiteY391" fmla="*/ 976639 h 1052294"/>
              <a:gd name="connsiteX392" fmla="*/ 293433 w 1051199"/>
              <a:gd name="connsiteY392" fmla="*/ 976475 h 1052294"/>
              <a:gd name="connsiteX393" fmla="*/ 272572 w 1051199"/>
              <a:gd name="connsiteY393" fmla="*/ 980866 h 1052294"/>
              <a:gd name="connsiteX394" fmla="*/ 236065 w 1051199"/>
              <a:gd name="connsiteY394" fmla="*/ 958309 h 1052294"/>
              <a:gd name="connsiteX395" fmla="*/ 241358 w 1051199"/>
              <a:gd name="connsiteY395" fmla="*/ 958542 h 1052294"/>
              <a:gd name="connsiteX396" fmla="*/ 223604 w 1051199"/>
              <a:gd name="connsiteY396" fmla="*/ 947531 h 1052294"/>
              <a:gd name="connsiteX397" fmla="*/ 206683 w 1051199"/>
              <a:gd name="connsiteY397" fmla="*/ 936629 h 1052294"/>
              <a:gd name="connsiteX398" fmla="*/ 189161 w 1051199"/>
              <a:gd name="connsiteY398" fmla="*/ 923608 h 1052294"/>
              <a:gd name="connsiteX399" fmla="*/ 171529 w 1051199"/>
              <a:gd name="connsiteY399" fmla="*/ 904238 h 1052294"/>
              <a:gd name="connsiteX400" fmla="*/ 172979 w 1051199"/>
              <a:gd name="connsiteY400" fmla="*/ 890847 h 1052294"/>
              <a:gd name="connsiteX401" fmla="*/ 155389 w 1051199"/>
              <a:gd name="connsiteY401" fmla="*/ 887633 h 1052294"/>
              <a:gd name="connsiteX402" fmla="*/ 136635 w 1051199"/>
              <a:gd name="connsiteY402" fmla="*/ 864078 h 1052294"/>
              <a:gd name="connsiteX403" fmla="*/ 114831 w 1051199"/>
              <a:gd name="connsiteY403" fmla="*/ 841618 h 1052294"/>
              <a:gd name="connsiteX404" fmla="*/ 91482 w 1051199"/>
              <a:gd name="connsiteY404" fmla="*/ 800363 h 1052294"/>
              <a:gd name="connsiteX405" fmla="*/ 115119 w 1051199"/>
              <a:gd name="connsiteY405" fmla="*/ 821921 h 1052294"/>
              <a:gd name="connsiteX406" fmla="*/ 97979 w 1051199"/>
              <a:gd name="connsiteY406" fmla="*/ 801129 h 1052294"/>
              <a:gd name="connsiteX407" fmla="*/ 89430 w 1051199"/>
              <a:gd name="connsiteY407" fmla="*/ 785317 h 1052294"/>
              <a:gd name="connsiteX408" fmla="*/ 80485 w 1051199"/>
              <a:gd name="connsiteY408" fmla="*/ 769901 h 1052294"/>
              <a:gd name="connsiteX409" fmla="*/ 73659 w 1051199"/>
              <a:gd name="connsiteY409" fmla="*/ 760366 h 1052294"/>
              <a:gd name="connsiteX410" fmla="*/ 65056 w 1051199"/>
              <a:gd name="connsiteY410" fmla="*/ 747919 h 1052294"/>
              <a:gd name="connsiteX411" fmla="*/ 71362 w 1051199"/>
              <a:gd name="connsiteY411" fmla="*/ 735978 h 1052294"/>
              <a:gd name="connsiteX412" fmla="*/ 48409 w 1051199"/>
              <a:gd name="connsiteY412" fmla="*/ 713107 h 1052294"/>
              <a:gd name="connsiteX413" fmla="*/ 24553 w 1051199"/>
              <a:gd name="connsiteY413" fmla="*/ 669869 h 1052294"/>
              <a:gd name="connsiteX414" fmla="*/ 32542 w 1051199"/>
              <a:gd name="connsiteY414" fmla="*/ 654275 h 1052294"/>
              <a:gd name="connsiteX415" fmla="*/ 22815 w 1051199"/>
              <a:gd name="connsiteY415" fmla="*/ 650172 h 1052294"/>
              <a:gd name="connsiteX416" fmla="*/ 21859 w 1051199"/>
              <a:gd name="connsiteY416" fmla="*/ 623402 h 1052294"/>
              <a:gd name="connsiteX417" fmla="*/ 24102 w 1051199"/>
              <a:gd name="connsiteY417" fmla="*/ 619587 h 1052294"/>
              <a:gd name="connsiteX418" fmla="*/ 4732 w 1051199"/>
              <a:gd name="connsiteY418" fmla="*/ 565063 h 1052294"/>
              <a:gd name="connsiteX419" fmla="*/ 4556 w 1051199"/>
              <a:gd name="connsiteY419" fmla="*/ 525560 h 1052294"/>
              <a:gd name="connsiteX420" fmla="*/ 0 w 1051199"/>
              <a:gd name="connsiteY420" fmla="*/ 489666 h 1052294"/>
              <a:gd name="connsiteX421" fmla="*/ 6457 w 1051199"/>
              <a:gd name="connsiteY421" fmla="*/ 509405 h 1052294"/>
              <a:gd name="connsiteX422" fmla="*/ 16524 w 1051199"/>
              <a:gd name="connsiteY422" fmla="*/ 523987 h 1052294"/>
              <a:gd name="connsiteX423" fmla="*/ 14786 w 1051199"/>
              <a:gd name="connsiteY423" fmla="*/ 496083 h 1052294"/>
              <a:gd name="connsiteX424" fmla="*/ 7988 w 1051199"/>
              <a:gd name="connsiteY424" fmla="*/ 480570 h 1052294"/>
              <a:gd name="connsiteX425" fmla="*/ 11408 w 1051199"/>
              <a:gd name="connsiteY425" fmla="*/ 417554 h 1052294"/>
              <a:gd name="connsiteX426" fmla="*/ 30735 w 1051199"/>
              <a:gd name="connsiteY426" fmla="*/ 373823 h 1052294"/>
              <a:gd name="connsiteX427" fmla="*/ 31146 w 1051199"/>
              <a:gd name="connsiteY427" fmla="*/ 342157 h 1052294"/>
              <a:gd name="connsiteX428" fmla="*/ 48327 w 1051199"/>
              <a:gd name="connsiteY428" fmla="*/ 294187 h 1052294"/>
              <a:gd name="connsiteX429" fmla="*/ 70226 w 1051199"/>
              <a:gd name="connsiteY429" fmla="*/ 260660 h 1052294"/>
              <a:gd name="connsiteX430" fmla="*/ 68859 w 1051199"/>
              <a:gd name="connsiteY430" fmla="*/ 268922 h 1052294"/>
              <a:gd name="connsiteX431" fmla="*/ 68010 w 1051199"/>
              <a:gd name="connsiteY431" fmla="*/ 277362 h 1052294"/>
              <a:gd name="connsiteX432" fmla="*/ 179149 w 1051199"/>
              <a:gd name="connsiteY432" fmla="*/ 132437 h 1052294"/>
              <a:gd name="connsiteX433" fmla="*/ 187834 w 1051199"/>
              <a:gd name="connsiteY433" fmla="*/ 136800 h 1052294"/>
              <a:gd name="connsiteX434" fmla="*/ 187547 w 1051199"/>
              <a:gd name="connsiteY434" fmla="*/ 119497 h 1052294"/>
              <a:gd name="connsiteX435" fmla="*/ 203469 w 1051199"/>
              <a:gd name="connsiteY435" fmla="*/ 116132 h 1052294"/>
              <a:gd name="connsiteX436" fmla="*/ 226149 w 1051199"/>
              <a:gd name="connsiteY436" fmla="*/ 87421 h 1052294"/>
              <a:gd name="connsiteX437" fmla="*/ 236119 w 1051199"/>
              <a:gd name="connsiteY437" fmla="*/ 82427 h 1052294"/>
              <a:gd name="connsiteX438" fmla="*/ 249592 w 1051199"/>
              <a:gd name="connsiteY438" fmla="*/ 79132 h 1052294"/>
              <a:gd name="connsiteX439" fmla="*/ 277840 w 1051199"/>
              <a:gd name="connsiteY439" fmla="*/ 67107 h 1052294"/>
              <a:gd name="connsiteX440" fmla="*/ 275706 w 1051199"/>
              <a:gd name="connsiteY440" fmla="*/ 69310 h 1052294"/>
              <a:gd name="connsiteX441" fmla="*/ 283721 w 1051199"/>
              <a:gd name="connsiteY441" fmla="*/ 69050 h 1052294"/>
              <a:gd name="connsiteX442" fmla="*/ 298521 w 1051199"/>
              <a:gd name="connsiteY442" fmla="*/ 63455 h 1052294"/>
              <a:gd name="connsiteX443" fmla="*/ 292079 w 1051199"/>
              <a:gd name="connsiteY443" fmla="*/ 61212 h 1052294"/>
              <a:gd name="connsiteX444" fmla="*/ 347011 w 1051199"/>
              <a:gd name="connsiteY444" fmla="*/ 32679 h 1052294"/>
              <a:gd name="connsiteX445" fmla="*/ 376161 w 1051199"/>
              <a:gd name="connsiteY445" fmla="*/ 22543 h 1052294"/>
              <a:gd name="connsiteX446" fmla="*/ 406226 w 1051199"/>
              <a:gd name="connsiteY446" fmla="*/ 15908 h 1052294"/>
              <a:gd name="connsiteX447" fmla="*/ 466754 w 1051199"/>
              <a:gd name="connsiteY447" fmla="*/ 7085 h 1052294"/>
              <a:gd name="connsiteX448" fmla="*/ 497161 w 1051199"/>
              <a:gd name="connsiteY448" fmla="*/ 4720 h 1052294"/>
              <a:gd name="connsiteX449" fmla="*/ 527679 w 1051199"/>
              <a:gd name="connsiteY449" fmla="*/ 1806 h 1052294"/>
              <a:gd name="connsiteX450" fmla="*/ 531751 w 1051199"/>
              <a:gd name="connsiteY450" fmla="*/ 39 h 1052294"/>
              <a:gd name="connsiteX451" fmla="*/ 546555 w 1051199"/>
              <a:gd name="connsiteY451" fmla="*/ 1217 h 1052294"/>
              <a:gd name="connsiteX452" fmla="*/ 527719 w 1051199"/>
              <a:gd name="connsiteY452" fmla="*/ 1805 h 1052294"/>
              <a:gd name="connsiteX453" fmla="*/ 531751 w 1051199"/>
              <a:gd name="connsiteY453" fmla="*/ 39 h 1052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</a:cxnLst>
            <a:rect l="l" t="t" r="r" b="b"/>
            <a:pathLst>
              <a:path w="1051199" h="1052294">
                <a:moveTo>
                  <a:pt x="461460" y="1035840"/>
                </a:moveTo>
                <a:cubicBezTo>
                  <a:pt x="464701" y="1035649"/>
                  <a:pt x="471076" y="1035238"/>
                  <a:pt x="472745" y="1036674"/>
                </a:cubicBezTo>
                <a:lnTo>
                  <a:pt x="472020" y="1037481"/>
                </a:lnTo>
                <a:cubicBezTo>
                  <a:pt x="468682" y="1037152"/>
                  <a:pt x="465290" y="1036716"/>
                  <a:pt x="461460" y="1035840"/>
                </a:cubicBezTo>
                <a:close/>
                <a:moveTo>
                  <a:pt x="404231" y="1035554"/>
                </a:moveTo>
                <a:cubicBezTo>
                  <a:pt x="406147" y="1035515"/>
                  <a:pt x="408955" y="1035819"/>
                  <a:pt x="411164" y="1035758"/>
                </a:cubicBezTo>
                <a:cubicBezTo>
                  <a:pt x="408387" y="1036565"/>
                  <a:pt x="405611" y="1037235"/>
                  <a:pt x="402643" y="1037412"/>
                </a:cubicBezTo>
                <a:cubicBezTo>
                  <a:pt x="401288" y="1035976"/>
                  <a:pt x="402314" y="1035593"/>
                  <a:pt x="404231" y="1035554"/>
                </a:cubicBezTo>
                <a:close/>
                <a:moveTo>
                  <a:pt x="676373" y="1027929"/>
                </a:moveTo>
                <a:cubicBezTo>
                  <a:pt x="682144" y="1026795"/>
                  <a:pt x="688032" y="1026853"/>
                  <a:pt x="690426" y="1029767"/>
                </a:cubicBezTo>
                <a:cubicBezTo>
                  <a:pt x="681139" y="1029656"/>
                  <a:pt x="668923" y="1030245"/>
                  <a:pt x="663028" y="1033241"/>
                </a:cubicBezTo>
                <a:cubicBezTo>
                  <a:pt x="664950" y="1031388"/>
                  <a:pt x="670602" y="1029062"/>
                  <a:pt x="676373" y="1027929"/>
                </a:cubicBezTo>
                <a:close/>
                <a:moveTo>
                  <a:pt x="520292" y="978840"/>
                </a:moveTo>
                <a:cubicBezTo>
                  <a:pt x="509322" y="984025"/>
                  <a:pt x="514671" y="993997"/>
                  <a:pt x="492360" y="993366"/>
                </a:cubicBezTo>
                <a:cubicBezTo>
                  <a:pt x="481828" y="990630"/>
                  <a:pt x="492211" y="990316"/>
                  <a:pt x="499557" y="990508"/>
                </a:cubicBezTo>
                <a:cubicBezTo>
                  <a:pt x="486096" y="985270"/>
                  <a:pt x="502784" y="972794"/>
                  <a:pt x="520292" y="978840"/>
                </a:cubicBezTo>
                <a:close/>
                <a:moveTo>
                  <a:pt x="293460" y="975245"/>
                </a:moveTo>
                <a:lnTo>
                  <a:pt x="294951" y="975914"/>
                </a:lnTo>
                <a:lnTo>
                  <a:pt x="293433" y="976475"/>
                </a:lnTo>
                <a:cubicBezTo>
                  <a:pt x="293446" y="976079"/>
                  <a:pt x="293611" y="975765"/>
                  <a:pt x="293460" y="975245"/>
                </a:cubicBezTo>
                <a:close/>
                <a:moveTo>
                  <a:pt x="384561" y="970784"/>
                </a:moveTo>
                <a:cubicBezTo>
                  <a:pt x="395558" y="966736"/>
                  <a:pt x="392919" y="984737"/>
                  <a:pt x="403149" y="975886"/>
                </a:cubicBezTo>
                <a:cubicBezTo>
                  <a:pt x="407021" y="980565"/>
                  <a:pt x="396352" y="981850"/>
                  <a:pt x="387747" y="978609"/>
                </a:cubicBezTo>
                <a:cubicBezTo>
                  <a:pt x="385122" y="975681"/>
                  <a:pt x="379910" y="971742"/>
                  <a:pt x="384561" y="970784"/>
                </a:cubicBezTo>
                <a:close/>
                <a:moveTo>
                  <a:pt x="675819" y="970496"/>
                </a:moveTo>
                <a:cubicBezTo>
                  <a:pt x="675819" y="970496"/>
                  <a:pt x="673383" y="974012"/>
                  <a:pt x="670798" y="977308"/>
                </a:cubicBezTo>
                <a:cubicBezTo>
                  <a:pt x="668117" y="980440"/>
                  <a:pt x="665450" y="983573"/>
                  <a:pt x="665450" y="983573"/>
                </a:cubicBezTo>
                <a:lnTo>
                  <a:pt x="669444" y="971002"/>
                </a:lnTo>
                <a:close/>
                <a:moveTo>
                  <a:pt x="304621" y="922976"/>
                </a:moveTo>
                <a:cubicBezTo>
                  <a:pt x="319326" y="932660"/>
                  <a:pt x="352387" y="948145"/>
                  <a:pt x="366584" y="943918"/>
                </a:cubicBezTo>
                <a:cubicBezTo>
                  <a:pt x="392957" y="956146"/>
                  <a:pt x="362412" y="949608"/>
                  <a:pt x="370730" y="958266"/>
                </a:cubicBezTo>
                <a:cubicBezTo>
                  <a:pt x="366078" y="949034"/>
                  <a:pt x="354890" y="946885"/>
                  <a:pt x="342182" y="944177"/>
                </a:cubicBezTo>
                <a:cubicBezTo>
                  <a:pt x="329707" y="941086"/>
                  <a:pt x="315085" y="938651"/>
                  <a:pt x="304115" y="932345"/>
                </a:cubicBezTo>
                <a:cubicBezTo>
                  <a:pt x="304115" y="932345"/>
                  <a:pt x="304210" y="930047"/>
                  <a:pt x="304306" y="927735"/>
                </a:cubicBezTo>
                <a:cubicBezTo>
                  <a:pt x="304457" y="925356"/>
                  <a:pt x="304621" y="922976"/>
                  <a:pt x="304621" y="922976"/>
                </a:cubicBezTo>
                <a:close/>
                <a:moveTo>
                  <a:pt x="800976" y="891749"/>
                </a:moveTo>
                <a:lnTo>
                  <a:pt x="791783" y="907520"/>
                </a:lnTo>
                <a:lnTo>
                  <a:pt x="781580" y="906740"/>
                </a:lnTo>
                <a:cubicBezTo>
                  <a:pt x="781580" y="906740"/>
                  <a:pt x="782853" y="905893"/>
                  <a:pt x="784754" y="904606"/>
                </a:cubicBezTo>
                <a:cubicBezTo>
                  <a:pt x="786683" y="903363"/>
                  <a:pt x="789226" y="901652"/>
                  <a:pt x="791524" y="899587"/>
                </a:cubicBezTo>
                <a:cubicBezTo>
                  <a:pt x="796244" y="895661"/>
                  <a:pt x="800976" y="891749"/>
                  <a:pt x="800976" y="891749"/>
                </a:cubicBezTo>
                <a:close/>
                <a:moveTo>
                  <a:pt x="830385" y="880232"/>
                </a:moveTo>
                <a:cubicBezTo>
                  <a:pt x="830385" y="880232"/>
                  <a:pt x="829427" y="881245"/>
                  <a:pt x="827759" y="882461"/>
                </a:cubicBezTo>
                <a:cubicBezTo>
                  <a:pt x="826131" y="883733"/>
                  <a:pt x="823970" y="885429"/>
                  <a:pt x="821795" y="887125"/>
                </a:cubicBezTo>
                <a:cubicBezTo>
                  <a:pt x="817445" y="890519"/>
                  <a:pt x="813109" y="893924"/>
                  <a:pt x="813109" y="893924"/>
                </a:cubicBezTo>
                <a:cubicBezTo>
                  <a:pt x="818922" y="889383"/>
                  <a:pt x="812644" y="887291"/>
                  <a:pt x="822478" y="882721"/>
                </a:cubicBezTo>
                <a:cubicBezTo>
                  <a:pt x="822478" y="882721"/>
                  <a:pt x="830521" y="880423"/>
                  <a:pt x="830385" y="880232"/>
                </a:cubicBezTo>
                <a:close/>
                <a:moveTo>
                  <a:pt x="230909" y="872243"/>
                </a:moveTo>
                <a:cubicBezTo>
                  <a:pt x="240292" y="888056"/>
                  <a:pt x="225123" y="876511"/>
                  <a:pt x="217832" y="873283"/>
                </a:cubicBezTo>
                <a:cubicBezTo>
                  <a:pt x="224849" y="872531"/>
                  <a:pt x="230279" y="877359"/>
                  <a:pt x="230909" y="872243"/>
                </a:cubicBezTo>
                <a:close/>
                <a:moveTo>
                  <a:pt x="862311" y="849864"/>
                </a:moveTo>
                <a:lnTo>
                  <a:pt x="845049" y="869629"/>
                </a:lnTo>
                <a:lnTo>
                  <a:pt x="856607" y="852751"/>
                </a:lnTo>
                <a:cubicBezTo>
                  <a:pt x="858619" y="852531"/>
                  <a:pt x="860711" y="852244"/>
                  <a:pt x="862311" y="849864"/>
                </a:cubicBezTo>
                <a:close/>
                <a:moveTo>
                  <a:pt x="159479" y="785193"/>
                </a:moveTo>
                <a:cubicBezTo>
                  <a:pt x="170450" y="784291"/>
                  <a:pt x="168234" y="804303"/>
                  <a:pt x="176892" y="801458"/>
                </a:cubicBezTo>
                <a:cubicBezTo>
                  <a:pt x="176536" y="801718"/>
                  <a:pt x="184334" y="814015"/>
                  <a:pt x="184334" y="814015"/>
                </a:cubicBezTo>
                <a:cubicBezTo>
                  <a:pt x="184334" y="814015"/>
                  <a:pt x="182665" y="812332"/>
                  <a:pt x="180147" y="809787"/>
                </a:cubicBezTo>
                <a:cubicBezTo>
                  <a:pt x="177508" y="807353"/>
                  <a:pt x="174347" y="803810"/>
                  <a:pt x="171475" y="800008"/>
                </a:cubicBezTo>
                <a:cubicBezTo>
                  <a:pt x="165484" y="792593"/>
                  <a:pt x="159479" y="785193"/>
                  <a:pt x="159479" y="785193"/>
                </a:cubicBezTo>
                <a:close/>
                <a:moveTo>
                  <a:pt x="139357" y="752364"/>
                </a:moveTo>
                <a:cubicBezTo>
                  <a:pt x="139357" y="752364"/>
                  <a:pt x="143338" y="756331"/>
                  <a:pt x="147319" y="760297"/>
                </a:cubicBezTo>
                <a:cubicBezTo>
                  <a:pt x="149302" y="762267"/>
                  <a:pt x="151272" y="764223"/>
                  <a:pt x="152749" y="765701"/>
                </a:cubicBezTo>
                <a:cubicBezTo>
                  <a:pt x="154172" y="767192"/>
                  <a:pt x="155308" y="768066"/>
                  <a:pt x="155308" y="768066"/>
                </a:cubicBezTo>
                <a:cubicBezTo>
                  <a:pt x="148440" y="776766"/>
                  <a:pt x="135842" y="766412"/>
                  <a:pt x="124489" y="753540"/>
                </a:cubicBezTo>
                <a:cubicBezTo>
                  <a:pt x="132888" y="758492"/>
                  <a:pt x="137306" y="760502"/>
                  <a:pt x="144939" y="762280"/>
                </a:cubicBezTo>
                <a:close/>
                <a:moveTo>
                  <a:pt x="116677" y="744157"/>
                </a:moveTo>
                <a:cubicBezTo>
                  <a:pt x="119085" y="747248"/>
                  <a:pt x="121752" y="750421"/>
                  <a:pt x="124488" y="753526"/>
                </a:cubicBezTo>
                <a:cubicBezTo>
                  <a:pt x="123503" y="752939"/>
                  <a:pt x="122697" y="752459"/>
                  <a:pt x="121547" y="751776"/>
                </a:cubicBezTo>
                <a:cubicBezTo>
                  <a:pt x="116882" y="748972"/>
                  <a:pt x="116513" y="746331"/>
                  <a:pt x="116677" y="744157"/>
                </a:cubicBezTo>
                <a:close/>
                <a:moveTo>
                  <a:pt x="111891" y="737249"/>
                </a:moveTo>
                <a:cubicBezTo>
                  <a:pt x="117704" y="739042"/>
                  <a:pt x="116910" y="741161"/>
                  <a:pt x="116692" y="744157"/>
                </a:cubicBezTo>
                <a:cubicBezTo>
                  <a:pt x="114790" y="741804"/>
                  <a:pt x="113080" y="739492"/>
                  <a:pt x="111891" y="737249"/>
                </a:cubicBezTo>
                <a:close/>
                <a:moveTo>
                  <a:pt x="73248" y="637518"/>
                </a:moveTo>
                <a:lnTo>
                  <a:pt x="90757" y="648830"/>
                </a:lnTo>
                <a:cubicBezTo>
                  <a:pt x="89635" y="640158"/>
                  <a:pt x="92289" y="645151"/>
                  <a:pt x="95667" y="648201"/>
                </a:cubicBezTo>
                <a:cubicBezTo>
                  <a:pt x="90005" y="650663"/>
                  <a:pt x="74684" y="662085"/>
                  <a:pt x="73248" y="637518"/>
                </a:cubicBezTo>
                <a:close/>
                <a:moveTo>
                  <a:pt x="1027235" y="540468"/>
                </a:moveTo>
                <a:cubicBezTo>
                  <a:pt x="1036536" y="550439"/>
                  <a:pt x="1041542" y="560260"/>
                  <a:pt x="1042500" y="573530"/>
                </a:cubicBezTo>
                <a:cubicBezTo>
                  <a:pt x="1042842" y="586743"/>
                  <a:pt x="1041870" y="603801"/>
                  <a:pt x="1037945" y="628490"/>
                </a:cubicBezTo>
                <a:cubicBezTo>
                  <a:pt x="1037945" y="628490"/>
                  <a:pt x="1036194" y="635753"/>
                  <a:pt x="1033116" y="648474"/>
                </a:cubicBezTo>
                <a:cubicBezTo>
                  <a:pt x="1031557" y="654834"/>
                  <a:pt x="1029669" y="662549"/>
                  <a:pt x="1027495" y="671414"/>
                </a:cubicBezTo>
                <a:cubicBezTo>
                  <a:pt x="1024499" y="680030"/>
                  <a:pt x="1021106" y="689743"/>
                  <a:pt x="1017399" y="700344"/>
                </a:cubicBezTo>
                <a:cubicBezTo>
                  <a:pt x="1002326" y="742487"/>
                  <a:pt x="975994" y="797339"/>
                  <a:pt x="938105" y="844284"/>
                </a:cubicBezTo>
                <a:cubicBezTo>
                  <a:pt x="901172" y="891926"/>
                  <a:pt x="854858" y="931389"/>
                  <a:pt x="817568" y="957009"/>
                </a:cubicBezTo>
                <a:cubicBezTo>
                  <a:pt x="807967" y="963027"/>
                  <a:pt x="799158" y="968541"/>
                  <a:pt x="791362" y="973438"/>
                </a:cubicBezTo>
                <a:cubicBezTo>
                  <a:pt x="787448" y="975872"/>
                  <a:pt x="783784" y="978157"/>
                  <a:pt x="780404" y="980263"/>
                </a:cubicBezTo>
                <a:cubicBezTo>
                  <a:pt x="776849" y="982068"/>
                  <a:pt x="773593" y="983723"/>
                  <a:pt x="770638" y="985215"/>
                </a:cubicBezTo>
                <a:cubicBezTo>
                  <a:pt x="758793" y="991137"/>
                  <a:pt x="752022" y="994516"/>
                  <a:pt x="752022" y="994516"/>
                </a:cubicBezTo>
                <a:cubicBezTo>
                  <a:pt x="752022" y="994516"/>
                  <a:pt x="747412" y="996130"/>
                  <a:pt x="738903" y="999084"/>
                </a:cubicBezTo>
                <a:cubicBezTo>
                  <a:pt x="730587" y="1002464"/>
                  <a:pt x="717634" y="1005308"/>
                  <a:pt x="702081" y="1010643"/>
                </a:cubicBezTo>
                <a:cubicBezTo>
                  <a:pt x="670825" y="1021216"/>
                  <a:pt x="626165" y="1032802"/>
                  <a:pt x="572012" y="1044634"/>
                </a:cubicBezTo>
                <a:cubicBezTo>
                  <a:pt x="552424" y="1047698"/>
                  <a:pt x="530018" y="1053703"/>
                  <a:pt x="505014" y="1051994"/>
                </a:cubicBezTo>
                <a:cubicBezTo>
                  <a:pt x="505014" y="1051994"/>
                  <a:pt x="512277" y="1047302"/>
                  <a:pt x="519526" y="1042596"/>
                </a:cubicBezTo>
                <a:cubicBezTo>
                  <a:pt x="526654" y="1038137"/>
                  <a:pt x="533492" y="1032624"/>
                  <a:pt x="533492" y="1032624"/>
                </a:cubicBezTo>
                <a:cubicBezTo>
                  <a:pt x="572463" y="1031762"/>
                  <a:pt x="513850" y="1042596"/>
                  <a:pt x="540441" y="1045030"/>
                </a:cubicBezTo>
                <a:cubicBezTo>
                  <a:pt x="567867" y="1044963"/>
                  <a:pt x="566553" y="1040873"/>
                  <a:pt x="564474" y="1036045"/>
                </a:cubicBezTo>
                <a:cubicBezTo>
                  <a:pt x="562369" y="1031064"/>
                  <a:pt x="559782" y="1025853"/>
                  <a:pt x="582955" y="1022037"/>
                </a:cubicBezTo>
                <a:cubicBezTo>
                  <a:pt x="584458" y="1027987"/>
                  <a:pt x="592351" y="1026647"/>
                  <a:pt x="603172" y="1024144"/>
                </a:cubicBezTo>
                <a:cubicBezTo>
                  <a:pt x="611310" y="1017769"/>
                  <a:pt x="630556" y="1011887"/>
                  <a:pt x="626561" y="1005130"/>
                </a:cubicBezTo>
                <a:cubicBezTo>
                  <a:pt x="618272" y="1009220"/>
                  <a:pt x="608314" y="1011245"/>
                  <a:pt x="597973" y="1012380"/>
                </a:cubicBezTo>
                <a:cubicBezTo>
                  <a:pt x="587619" y="1013597"/>
                  <a:pt x="576895" y="1013994"/>
                  <a:pt x="566581" y="1013241"/>
                </a:cubicBezTo>
                <a:cubicBezTo>
                  <a:pt x="545995" y="1012285"/>
                  <a:pt x="527843" y="1014473"/>
                  <a:pt x="516736" y="1026565"/>
                </a:cubicBezTo>
                <a:cubicBezTo>
                  <a:pt x="523671" y="1031668"/>
                  <a:pt x="517365" y="1037466"/>
                  <a:pt x="506122" y="1041051"/>
                </a:cubicBezTo>
                <a:cubicBezTo>
                  <a:pt x="494947" y="1044401"/>
                  <a:pt x="478792" y="1046495"/>
                  <a:pt x="468095" y="1041680"/>
                </a:cubicBezTo>
                <a:lnTo>
                  <a:pt x="472021" y="1037521"/>
                </a:lnTo>
                <a:cubicBezTo>
                  <a:pt x="501758" y="1038273"/>
                  <a:pt x="512468" y="1021408"/>
                  <a:pt x="517967" y="1010671"/>
                </a:cubicBezTo>
                <a:cubicBezTo>
                  <a:pt x="517967" y="1010671"/>
                  <a:pt x="505971" y="1009248"/>
                  <a:pt x="493989" y="1007839"/>
                </a:cubicBezTo>
                <a:cubicBezTo>
                  <a:pt x="488039" y="1007128"/>
                  <a:pt x="482075" y="1006430"/>
                  <a:pt x="477602" y="1005896"/>
                </a:cubicBezTo>
                <a:cubicBezTo>
                  <a:pt x="473197" y="1004925"/>
                  <a:pt x="470256" y="1004282"/>
                  <a:pt x="470256" y="1004282"/>
                </a:cubicBezTo>
                <a:cubicBezTo>
                  <a:pt x="496643" y="1019042"/>
                  <a:pt x="454062" y="1019725"/>
                  <a:pt x="434214" y="1026702"/>
                </a:cubicBezTo>
                <a:lnTo>
                  <a:pt x="443980" y="1027687"/>
                </a:lnTo>
                <a:cubicBezTo>
                  <a:pt x="431067" y="1027290"/>
                  <a:pt x="422368" y="1032419"/>
                  <a:pt x="414092" y="1034894"/>
                </a:cubicBezTo>
                <a:cubicBezTo>
                  <a:pt x="414598" y="1034280"/>
                  <a:pt x="414489" y="1033336"/>
                  <a:pt x="412902" y="1031680"/>
                </a:cubicBezTo>
                <a:cubicBezTo>
                  <a:pt x="402574" y="1028959"/>
                  <a:pt x="393547" y="1029341"/>
                  <a:pt x="384231" y="1029096"/>
                </a:cubicBezTo>
                <a:cubicBezTo>
                  <a:pt x="379581" y="1028972"/>
                  <a:pt x="374875" y="1028699"/>
                  <a:pt x="369951" y="1027796"/>
                </a:cubicBezTo>
                <a:cubicBezTo>
                  <a:pt x="365081" y="1026729"/>
                  <a:pt x="360157" y="1024553"/>
                  <a:pt x="354878" y="1021517"/>
                </a:cubicBezTo>
                <a:lnTo>
                  <a:pt x="354111" y="1016729"/>
                </a:lnTo>
                <a:cubicBezTo>
                  <a:pt x="341200" y="1014692"/>
                  <a:pt x="322802" y="1006457"/>
                  <a:pt x="313719" y="1008742"/>
                </a:cubicBezTo>
                <a:cubicBezTo>
                  <a:pt x="321653" y="1004296"/>
                  <a:pt x="282190" y="988320"/>
                  <a:pt x="299999" y="986336"/>
                </a:cubicBezTo>
                <a:cubicBezTo>
                  <a:pt x="304677" y="987471"/>
                  <a:pt x="313883" y="991670"/>
                  <a:pt x="322364" y="994680"/>
                </a:cubicBezTo>
                <a:cubicBezTo>
                  <a:pt x="330968" y="997401"/>
                  <a:pt x="339106" y="998181"/>
                  <a:pt x="340707" y="994653"/>
                </a:cubicBezTo>
                <a:cubicBezTo>
                  <a:pt x="340707" y="994653"/>
                  <a:pt x="337780" y="993682"/>
                  <a:pt x="333374" y="992231"/>
                </a:cubicBezTo>
                <a:cubicBezTo>
                  <a:pt x="328888" y="990959"/>
                  <a:pt x="323239" y="988483"/>
                  <a:pt x="317603" y="985939"/>
                </a:cubicBezTo>
                <a:cubicBezTo>
                  <a:pt x="306277" y="980932"/>
                  <a:pt x="294952" y="975926"/>
                  <a:pt x="294952" y="975926"/>
                </a:cubicBezTo>
                <a:cubicBezTo>
                  <a:pt x="303979" y="971823"/>
                  <a:pt x="309931" y="962589"/>
                  <a:pt x="328464" y="967665"/>
                </a:cubicBezTo>
                <a:lnTo>
                  <a:pt x="312515" y="957720"/>
                </a:lnTo>
                <a:cubicBezTo>
                  <a:pt x="347614" y="978006"/>
                  <a:pt x="327152" y="949650"/>
                  <a:pt x="363372" y="971344"/>
                </a:cubicBezTo>
                <a:cubicBezTo>
                  <a:pt x="355465" y="979620"/>
                  <a:pt x="356478" y="981274"/>
                  <a:pt x="357052" y="993777"/>
                </a:cubicBezTo>
                <a:cubicBezTo>
                  <a:pt x="377598" y="994393"/>
                  <a:pt x="403354" y="992244"/>
                  <a:pt x="426157" y="991028"/>
                </a:cubicBezTo>
                <a:cubicBezTo>
                  <a:pt x="449383" y="988060"/>
                  <a:pt x="470216" y="984270"/>
                  <a:pt x="482895" y="979660"/>
                </a:cubicBezTo>
                <a:cubicBezTo>
                  <a:pt x="464225" y="986473"/>
                  <a:pt x="483484" y="995364"/>
                  <a:pt x="458206" y="995883"/>
                </a:cubicBezTo>
                <a:cubicBezTo>
                  <a:pt x="468669" y="996678"/>
                  <a:pt x="479805" y="999181"/>
                  <a:pt x="492949" y="1000055"/>
                </a:cubicBezTo>
                <a:cubicBezTo>
                  <a:pt x="499515" y="1000712"/>
                  <a:pt x="506504" y="1001424"/>
                  <a:pt x="514015" y="1002176"/>
                </a:cubicBezTo>
                <a:cubicBezTo>
                  <a:pt x="521551" y="1002929"/>
                  <a:pt x="529635" y="1003625"/>
                  <a:pt x="538349" y="1002805"/>
                </a:cubicBezTo>
                <a:cubicBezTo>
                  <a:pt x="540550" y="997429"/>
                  <a:pt x="549374" y="993722"/>
                  <a:pt x="559960" y="990659"/>
                </a:cubicBezTo>
                <a:cubicBezTo>
                  <a:pt x="565254" y="989112"/>
                  <a:pt x="571027" y="987785"/>
                  <a:pt x="576649" y="986377"/>
                </a:cubicBezTo>
                <a:cubicBezTo>
                  <a:pt x="582215" y="984435"/>
                  <a:pt x="587659" y="982534"/>
                  <a:pt x="592393" y="980605"/>
                </a:cubicBezTo>
                <a:cubicBezTo>
                  <a:pt x="591339" y="987525"/>
                  <a:pt x="573995" y="991506"/>
                  <a:pt x="575295" y="997060"/>
                </a:cubicBezTo>
                <a:cubicBezTo>
                  <a:pt x="593405" y="992751"/>
                  <a:pt x="604252" y="995514"/>
                  <a:pt x="613061" y="997101"/>
                </a:cubicBezTo>
                <a:cubicBezTo>
                  <a:pt x="621802" y="998674"/>
                  <a:pt x="628422" y="998728"/>
                  <a:pt x="636028" y="986760"/>
                </a:cubicBezTo>
                <a:cubicBezTo>
                  <a:pt x="638954" y="990385"/>
                  <a:pt x="645069" y="997552"/>
                  <a:pt x="629324" y="1003885"/>
                </a:cubicBezTo>
                <a:cubicBezTo>
                  <a:pt x="647503" y="1003243"/>
                  <a:pt x="661620" y="982123"/>
                  <a:pt x="670538" y="994885"/>
                </a:cubicBezTo>
                <a:cubicBezTo>
                  <a:pt x="694639" y="984517"/>
                  <a:pt x="690960" y="975775"/>
                  <a:pt x="689113" y="968212"/>
                </a:cubicBezTo>
                <a:cubicBezTo>
                  <a:pt x="687076" y="960155"/>
                  <a:pt x="686692" y="952973"/>
                  <a:pt x="713051" y="941647"/>
                </a:cubicBezTo>
                <a:cubicBezTo>
                  <a:pt x="722818" y="943563"/>
                  <a:pt x="701151" y="964805"/>
                  <a:pt x="723283" y="952892"/>
                </a:cubicBezTo>
                <a:lnTo>
                  <a:pt x="722011" y="943152"/>
                </a:lnTo>
                <a:cubicBezTo>
                  <a:pt x="725786" y="948596"/>
                  <a:pt x="746700" y="933700"/>
                  <a:pt x="758942" y="927094"/>
                </a:cubicBezTo>
                <a:cubicBezTo>
                  <a:pt x="750928" y="933413"/>
                  <a:pt x="719139" y="953986"/>
                  <a:pt x="717469" y="963411"/>
                </a:cubicBezTo>
                <a:cubicBezTo>
                  <a:pt x="734950" y="950170"/>
                  <a:pt x="749163" y="945820"/>
                  <a:pt x="762567" y="940006"/>
                </a:cubicBezTo>
                <a:cubicBezTo>
                  <a:pt x="775453" y="933482"/>
                  <a:pt x="788735" y="927559"/>
                  <a:pt x="801852" y="912130"/>
                </a:cubicBezTo>
                <a:cubicBezTo>
                  <a:pt x="794097" y="923428"/>
                  <a:pt x="793085" y="936232"/>
                  <a:pt x="790540" y="945410"/>
                </a:cubicBezTo>
                <a:lnTo>
                  <a:pt x="799458" y="936819"/>
                </a:lnTo>
                <a:cubicBezTo>
                  <a:pt x="818526" y="944328"/>
                  <a:pt x="743404" y="977528"/>
                  <a:pt x="786792" y="965941"/>
                </a:cubicBezTo>
                <a:cubicBezTo>
                  <a:pt x="805013" y="950292"/>
                  <a:pt x="812495" y="947242"/>
                  <a:pt x="833232" y="929555"/>
                </a:cubicBezTo>
                <a:lnTo>
                  <a:pt x="835406" y="936395"/>
                </a:lnTo>
                <a:cubicBezTo>
                  <a:pt x="859262" y="911870"/>
                  <a:pt x="847676" y="886004"/>
                  <a:pt x="887384" y="861122"/>
                </a:cubicBezTo>
                <a:cubicBezTo>
                  <a:pt x="874800" y="870956"/>
                  <a:pt x="876086" y="856416"/>
                  <a:pt x="872092" y="857319"/>
                </a:cubicBezTo>
                <a:lnTo>
                  <a:pt x="879999" y="855678"/>
                </a:lnTo>
                <a:cubicBezTo>
                  <a:pt x="880970" y="841507"/>
                  <a:pt x="888890" y="839824"/>
                  <a:pt x="880148" y="830290"/>
                </a:cubicBezTo>
                <a:cubicBezTo>
                  <a:pt x="906289" y="802249"/>
                  <a:pt x="923756" y="775193"/>
                  <a:pt x="940348" y="747987"/>
                </a:cubicBezTo>
                <a:cubicBezTo>
                  <a:pt x="948843" y="734458"/>
                  <a:pt x="955094" y="719739"/>
                  <a:pt x="963328" y="705132"/>
                </a:cubicBezTo>
                <a:cubicBezTo>
                  <a:pt x="970592" y="690071"/>
                  <a:pt x="977020" y="673766"/>
                  <a:pt x="984899" y="656216"/>
                </a:cubicBezTo>
                <a:cubicBezTo>
                  <a:pt x="986923" y="668295"/>
                  <a:pt x="977418" y="704912"/>
                  <a:pt x="992163" y="686583"/>
                </a:cubicBezTo>
                <a:cubicBezTo>
                  <a:pt x="990589" y="680756"/>
                  <a:pt x="990356" y="673397"/>
                  <a:pt x="991178" y="665326"/>
                </a:cubicBezTo>
                <a:cubicBezTo>
                  <a:pt x="992272" y="657338"/>
                  <a:pt x="992559" y="648036"/>
                  <a:pt x="994624" y="639049"/>
                </a:cubicBezTo>
                <a:cubicBezTo>
                  <a:pt x="996444" y="629980"/>
                  <a:pt x="999193" y="620926"/>
                  <a:pt x="1002381" y="612526"/>
                </a:cubicBezTo>
                <a:cubicBezTo>
                  <a:pt x="1004802" y="603977"/>
                  <a:pt x="1007947" y="596126"/>
                  <a:pt x="1011709" y="589779"/>
                </a:cubicBezTo>
                <a:cubicBezTo>
                  <a:pt x="1010739" y="597275"/>
                  <a:pt x="1012611" y="601912"/>
                  <a:pt x="1015881" y="605113"/>
                </a:cubicBezTo>
                <a:lnTo>
                  <a:pt x="1017099" y="600545"/>
                </a:lnTo>
                <a:cubicBezTo>
                  <a:pt x="1019711" y="594526"/>
                  <a:pt x="1012366" y="618819"/>
                  <a:pt x="1019670" y="617738"/>
                </a:cubicBezTo>
                <a:cubicBezTo>
                  <a:pt x="1024361" y="593076"/>
                  <a:pt x="1022940" y="574418"/>
                  <a:pt x="1016319" y="568687"/>
                </a:cubicBezTo>
                <a:cubicBezTo>
                  <a:pt x="1018835" y="573884"/>
                  <a:pt x="1021434" y="569385"/>
                  <a:pt x="1022611" y="562189"/>
                </a:cubicBezTo>
                <a:cubicBezTo>
                  <a:pt x="1023897" y="555008"/>
                  <a:pt x="1024950" y="545311"/>
                  <a:pt x="1027235" y="540468"/>
                </a:cubicBezTo>
                <a:close/>
                <a:moveTo>
                  <a:pt x="1051199" y="515505"/>
                </a:moveTo>
                <a:cubicBezTo>
                  <a:pt x="1049216" y="522180"/>
                  <a:pt x="1052826" y="544435"/>
                  <a:pt x="1045658" y="538662"/>
                </a:cubicBezTo>
                <a:cubicBezTo>
                  <a:pt x="1039202" y="528266"/>
                  <a:pt x="1049392" y="514273"/>
                  <a:pt x="1051199" y="515505"/>
                </a:cubicBezTo>
                <a:close/>
                <a:moveTo>
                  <a:pt x="998112" y="493032"/>
                </a:moveTo>
                <a:lnTo>
                  <a:pt x="1002530" y="515506"/>
                </a:lnTo>
                <a:cubicBezTo>
                  <a:pt x="1000492" y="519268"/>
                  <a:pt x="996867" y="504003"/>
                  <a:pt x="993995" y="500623"/>
                </a:cubicBezTo>
                <a:close/>
                <a:moveTo>
                  <a:pt x="48135" y="483758"/>
                </a:moveTo>
                <a:cubicBezTo>
                  <a:pt x="47191" y="500582"/>
                  <a:pt x="53333" y="515753"/>
                  <a:pt x="49735" y="532632"/>
                </a:cubicBezTo>
                <a:cubicBezTo>
                  <a:pt x="44346" y="519199"/>
                  <a:pt x="43319" y="498599"/>
                  <a:pt x="48135" y="483758"/>
                </a:cubicBezTo>
                <a:close/>
                <a:moveTo>
                  <a:pt x="986143" y="420015"/>
                </a:moveTo>
                <a:cubicBezTo>
                  <a:pt x="986143" y="420015"/>
                  <a:pt x="989904" y="422956"/>
                  <a:pt x="993543" y="426019"/>
                </a:cubicBezTo>
                <a:cubicBezTo>
                  <a:pt x="997208" y="429138"/>
                  <a:pt x="1000874" y="432243"/>
                  <a:pt x="1000874" y="432243"/>
                </a:cubicBezTo>
                <a:lnTo>
                  <a:pt x="1000696" y="454867"/>
                </a:lnTo>
                <a:cubicBezTo>
                  <a:pt x="996826" y="431300"/>
                  <a:pt x="990055" y="443090"/>
                  <a:pt x="986143" y="420015"/>
                </a:cubicBezTo>
                <a:close/>
                <a:moveTo>
                  <a:pt x="986375" y="382863"/>
                </a:moveTo>
                <a:lnTo>
                  <a:pt x="995444" y="391781"/>
                </a:lnTo>
                <a:cubicBezTo>
                  <a:pt x="994213" y="393190"/>
                  <a:pt x="994802" y="400467"/>
                  <a:pt x="991710" y="401384"/>
                </a:cubicBezTo>
                <a:lnTo>
                  <a:pt x="992736" y="412560"/>
                </a:lnTo>
                <a:lnTo>
                  <a:pt x="979044" y="386324"/>
                </a:lnTo>
                <a:lnTo>
                  <a:pt x="990055" y="392260"/>
                </a:lnTo>
                <a:cubicBezTo>
                  <a:pt x="990656" y="390113"/>
                  <a:pt x="987784" y="385230"/>
                  <a:pt x="986375" y="382863"/>
                </a:cubicBezTo>
                <a:close/>
                <a:moveTo>
                  <a:pt x="963450" y="307194"/>
                </a:moveTo>
                <a:cubicBezTo>
                  <a:pt x="967553" y="307016"/>
                  <a:pt x="977375" y="315756"/>
                  <a:pt x="977894" y="309068"/>
                </a:cubicBezTo>
                <a:cubicBezTo>
                  <a:pt x="979331" y="317999"/>
                  <a:pt x="973354" y="313554"/>
                  <a:pt x="978798" y="324592"/>
                </a:cubicBezTo>
                <a:lnTo>
                  <a:pt x="984967" y="324730"/>
                </a:lnTo>
                <a:cubicBezTo>
                  <a:pt x="990684" y="347683"/>
                  <a:pt x="989070" y="360322"/>
                  <a:pt x="982915" y="368420"/>
                </a:cubicBezTo>
                <a:cubicBezTo>
                  <a:pt x="984515" y="357559"/>
                  <a:pt x="968442" y="318902"/>
                  <a:pt x="985760" y="345152"/>
                </a:cubicBezTo>
                <a:cubicBezTo>
                  <a:pt x="984364" y="334975"/>
                  <a:pt x="980357" y="330803"/>
                  <a:pt x="976213" y="326494"/>
                </a:cubicBezTo>
                <a:cubicBezTo>
                  <a:pt x="971603" y="322336"/>
                  <a:pt x="966706" y="318110"/>
                  <a:pt x="963450" y="307194"/>
                </a:cubicBezTo>
                <a:close/>
                <a:moveTo>
                  <a:pt x="120878" y="228022"/>
                </a:moveTo>
                <a:cubicBezTo>
                  <a:pt x="124229" y="233548"/>
                  <a:pt x="130972" y="236448"/>
                  <a:pt x="119386" y="247049"/>
                </a:cubicBezTo>
                <a:cubicBezTo>
                  <a:pt x="122327" y="239485"/>
                  <a:pt x="119099" y="239458"/>
                  <a:pt x="116747" y="238883"/>
                </a:cubicBezTo>
                <a:cubicBezTo>
                  <a:pt x="114407" y="238336"/>
                  <a:pt x="112917" y="237158"/>
                  <a:pt x="120878" y="228022"/>
                </a:cubicBezTo>
                <a:close/>
                <a:moveTo>
                  <a:pt x="900799" y="204587"/>
                </a:moveTo>
                <a:cubicBezTo>
                  <a:pt x="901449" y="203616"/>
                  <a:pt x="903333" y="204385"/>
                  <a:pt x="906015" y="205602"/>
                </a:cubicBezTo>
                <a:cubicBezTo>
                  <a:pt x="910966" y="208352"/>
                  <a:pt x="918352" y="213509"/>
                  <a:pt x="923276" y="211211"/>
                </a:cubicBezTo>
                <a:lnTo>
                  <a:pt x="934534" y="234108"/>
                </a:lnTo>
                <a:cubicBezTo>
                  <a:pt x="931962" y="230101"/>
                  <a:pt x="929349" y="226052"/>
                  <a:pt x="927312" y="226504"/>
                </a:cubicBezTo>
                <a:cubicBezTo>
                  <a:pt x="937967" y="242329"/>
                  <a:pt x="939499" y="248731"/>
                  <a:pt x="941879" y="255419"/>
                </a:cubicBezTo>
                <a:cubicBezTo>
                  <a:pt x="943917" y="262287"/>
                  <a:pt x="946818" y="269590"/>
                  <a:pt x="954518" y="289917"/>
                </a:cubicBezTo>
                <a:cubicBezTo>
                  <a:pt x="944806" y="283927"/>
                  <a:pt x="944246" y="277908"/>
                  <a:pt x="944259" y="268880"/>
                </a:cubicBezTo>
                <a:cubicBezTo>
                  <a:pt x="937940" y="262997"/>
                  <a:pt x="933850" y="263626"/>
                  <a:pt x="927599" y="255721"/>
                </a:cubicBezTo>
                <a:cubicBezTo>
                  <a:pt x="931442" y="254065"/>
                  <a:pt x="930376" y="246597"/>
                  <a:pt x="926983" y="239868"/>
                </a:cubicBezTo>
                <a:cubicBezTo>
                  <a:pt x="923865" y="232973"/>
                  <a:pt x="919897" y="225888"/>
                  <a:pt x="920609" y="223398"/>
                </a:cubicBezTo>
                <a:lnTo>
                  <a:pt x="902992" y="214014"/>
                </a:lnTo>
                <a:cubicBezTo>
                  <a:pt x="900735" y="208269"/>
                  <a:pt x="900149" y="205558"/>
                  <a:pt x="900799" y="204587"/>
                </a:cubicBezTo>
                <a:close/>
                <a:moveTo>
                  <a:pt x="874896" y="162242"/>
                </a:moveTo>
                <a:cubicBezTo>
                  <a:pt x="874896" y="162242"/>
                  <a:pt x="877317" y="163569"/>
                  <a:pt x="880435" y="166113"/>
                </a:cubicBezTo>
                <a:cubicBezTo>
                  <a:pt x="883596" y="168643"/>
                  <a:pt x="887808" y="172009"/>
                  <a:pt x="892021" y="175374"/>
                </a:cubicBezTo>
                <a:cubicBezTo>
                  <a:pt x="900530" y="182200"/>
                  <a:pt x="909037" y="189025"/>
                  <a:pt x="909037" y="189025"/>
                </a:cubicBezTo>
                <a:cubicBezTo>
                  <a:pt x="911445" y="200023"/>
                  <a:pt x="897794" y="196985"/>
                  <a:pt x="884211" y="182856"/>
                </a:cubicBezTo>
                <a:cubicBezTo>
                  <a:pt x="894415" y="181871"/>
                  <a:pt x="883938" y="170791"/>
                  <a:pt x="874896" y="162242"/>
                </a:cubicBezTo>
                <a:close/>
                <a:moveTo>
                  <a:pt x="842012" y="134953"/>
                </a:moveTo>
                <a:cubicBezTo>
                  <a:pt x="857920" y="137429"/>
                  <a:pt x="861285" y="153665"/>
                  <a:pt x="863871" y="162078"/>
                </a:cubicBezTo>
                <a:cubicBezTo>
                  <a:pt x="843201" y="151777"/>
                  <a:pt x="859794" y="149261"/>
                  <a:pt x="842012" y="134953"/>
                </a:cubicBezTo>
                <a:close/>
                <a:moveTo>
                  <a:pt x="801523" y="114121"/>
                </a:moveTo>
                <a:lnTo>
                  <a:pt x="818512" y="122341"/>
                </a:lnTo>
                <a:lnTo>
                  <a:pt x="812206" y="123408"/>
                </a:lnTo>
                <a:close/>
                <a:moveTo>
                  <a:pt x="717072" y="73482"/>
                </a:moveTo>
                <a:lnTo>
                  <a:pt x="725430" y="74903"/>
                </a:lnTo>
                <a:lnTo>
                  <a:pt x="720888" y="79021"/>
                </a:lnTo>
                <a:close/>
                <a:moveTo>
                  <a:pt x="751666" y="72976"/>
                </a:moveTo>
                <a:cubicBezTo>
                  <a:pt x="762896" y="72414"/>
                  <a:pt x="770720" y="74014"/>
                  <a:pt x="776479" y="77242"/>
                </a:cubicBezTo>
                <a:cubicBezTo>
                  <a:pt x="782374" y="80265"/>
                  <a:pt x="786602" y="84260"/>
                  <a:pt x="790910" y="88719"/>
                </a:cubicBezTo>
                <a:cubicBezTo>
                  <a:pt x="795218" y="93193"/>
                  <a:pt x="799610" y="98130"/>
                  <a:pt x="805928" y="103109"/>
                </a:cubicBezTo>
                <a:cubicBezTo>
                  <a:pt x="811838" y="108731"/>
                  <a:pt x="819580" y="114531"/>
                  <a:pt x="831248" y="120384"/>
                </a:cubicBezTo>
                <a:cubicBezTo>
                  <a:pt x="820059" y="116240"/>
                  <a:pt x="805286" y="111576"/>
                  <a:pt x="797530" y="106173"/>
                </a:cubicBezTo>
                <a:cubicBezTo>
                  <a:pt x="772225" y="99320"/>
                  <a:pt x="779871" y="107390"/>
                  <a:pt x="752610" y="89348"/>
                </a:cubicBezTo>
                <a:cubicBezTo>
                  <a:pt x="765632" y="90101"/>
                  <a:pt x="783235" y="110769"/>
                  <a:pt x="783099" y="97159"/>
                </a:cubicBezTo>
                <a:cubicBezTo>
                  <a:pt x="783099" y="97159"/>
                  <a:pt x="775453" y="90839"/>
                  <a:pt x="767806" y="84520"/>
                </a:cubicBezTo>
                <a:cubicBezTo>
                  <a:pt x="764045" y="81183"/>
                  <a:pt x="759901" y="78529"/>
                  <a:pt x="756809" y="76450"/>
                </a:cubicBezTo>
                <a:cubicBezTo>
                  <a:pt x="753731" y="74370"/>
                  <a:pt x="751666" y="72976"/>
                  <a:pt x="751666" y="72976"/>
                </a:cubicBezTo>
                <a:close/>
                <a:moveTo>
                  <a:pt x="290150" y="61226"/>
                </a:moveTo>
                <a:cubicBezTo>
                  <a:pt x="290753" y="61226"/>
                  <a:pt x="291395" y="61226"/>
                  <a:pt x="292107" y="61226"/>
                </a:cubicBezTo>
                <a:lnTo>
                  <a:pt x="289221" y="62989"/>
                </a:lnTo>
                <a:close/>
                <a:moveTo>
                  <a:pt x="293570" y="54920"/>
                </a:moveTo>
                <a:lnTo>
                  <a:pt x="290150" y="61226"/>
                </a:lnTo>
                <a:cubicBezTo>
                  <a:pt x="287251" y="61184"/>
                  <a:pt x="286184" y="60295"/>
                  <a:pt x="293570" y="54920"/>
                </a:cubicBezTo>
                <a:close/>
                <a:moveTo>
                  <a:pt x="546349" y="37658"/>
                </a:moveTo>
                <a:cubicBezTo>
                  <a:pt x="550959" y="38218"/>
                  <a:pt x="549139" y="41966"/>
                  <a:pt x="544598" y="41391"/>
                </a:cubicBezTo>
                <a:lnTo>
                  <a:pt x="539154" y="42704"/>
                </a:lnTo>
                <a:close/>
                <a:moveTo>
                  <a:pt x="512290" y="27193"/>
                </a:moveTo>
                <a:lnTo>
                  <a:pt x="524013" y="33333"/>
                </a:lnTo>
                <a:lnTo>
                  <a:pt x="505328" y="32951"/>
                </a:lnTo>
                <a:close/>
                <a:moveTo>
                  <a:pt x="578208" y="5977"/>
                </a:moveTo>
                <a:lnTo>
                  <a:pt x="579015" y="9040"/>
                </a:lnTo>
                <a:cubicBezTo>
                  <a:pt x="579015" y="9040"/>
                  <a:pt x="580478" y="9040"/>
                  <a:pt x="582667" y="9287"/>
                </a:cubicBezTo>
                <a:cubicBezTo>
                  <a:pt x="584870" y="9493"/>
                  <a:pt x="587783" y="9766"/>
                  <a:pt x="590710" y="10040"/>
                </a:cubicBezTo>
                <a:cubicBezTo>
                  <a:pt x="596578" y="10587"/>
                  <a:pt x="602433" y="11134"/>
                  <a:pt x="602433" y="11134"/>
                </a:cubicBezTo>
                <a:cubicBezTo>
                  <a:pt x="596441" y="11818"/>
                  <a:pt x="598356" y="13241"/>
                  <a:pt x="595347" y="13568"/>
                </a:cubicBezTo>
                <a:cubicBezTo>
                  <a:pt x="608560" y="18671"/>
                  <a:pt x="621474" y="16331"/>
                  <a:pt x="633962" y="16017"/>
                </a:cubicBezTo>
                <a:cubicBezTo>
                  <a:pt x="646272" y="16222"/>
                  <a:pt x="658378" y="17371"/>
                  <a:pt x="668350" y="26878"/>
                </a:cubicBezTo>
                <a:lnTo>
                  <a:pt x="665340" y="26905"/>
                </a:lnTo>
                <a:cubicBezTo>
                  <a:pt x="670004" y="28410"/>
                  <a:pt x="674381" y="29832"/>
                  <a:pt x="678609" y="31201"/>
                </a:cubicBezTo>
                <a:cubicBezTo>
                  <a:pt x="682739" y="32910"/>
                  <a:pt x="686760" y="34469"/>
                  <a:pt x="690865" y="35823"/>
                </a:cubicBezTo>
                <a:cubicBezTo>
                  <a:pt x="699085" y="38546"/>
                  <a:pt x="707635" y="40475"/>
                  <a:pt x="718207" y="41446"/>
                </a:cubicBezTo>
                <a:cubicBezTo>
                  <a:pt x="718207" y="41446"/>
                  <a:pt x="725404" y="56451"/>
                  <a:pt x="725198" y="56738"/>
                </a:cubicBezTo>
                <a:lnTo>
                  <a:pt x="761555" y="65069"/>
                </a:lnTo>
                <a:cubicBezTo>
                  <a:pt x="745292" y="60336"/>
                  <a:pt x="724869" y="59939"/>
                  <a:pt x="721574" y="69308"/>
                </a:cubicBezTo>
                <a:cubicBezTo>
                  <a:pt x="724486" y="68187"/>
                  <a:pt x="723733" y="64262"/>
                  <a:pt x="719809" y="59365"/>
                </a:cubicBezTo>
                <a:cubicBezTo>
                  <a:pt x="715732" y="54837"/>
                  <a:pt x="708415" y="49407"/>
                  <a:pt x="698770" y="44565"/>
                </a:cubicBezTo>
                <a:cubicBezTo>
                  <a:pt x="692095" y="46726"/>
                  <a:pt x="680278" y="39653"/>
                  <a:pt x="670415" y="36221"/>
                </a:cubicBezTo>
                <a:cubicBezTo>
                  <a:pt x="660621" y="32568"/>
                  <a:pt x="653741" y="30284"/>
                  <a:pt x="658925" y="38204"/>
                </a:cubicBezTo>
                <a:cubicBezTo>
                  <a:pt x="630624" y="33936"/>
                  <a:pt x="657380" y="36645"/>
                  <a:pt x="642743" y="25606"/>
                </a:cubicBezTo>
                <a:cubicBezTo>
                  <a:pt x="630364" y="20681"/>
                  <a:pt x="623251" y="22036"/>
                  <a:pt x="617287" y="24402"/>
                </a:cubicBezTo>
                <a:cubicBezTo>
                  <a:pt x="611323" y="26700"/>
                  <a:pt x="606414" y="30119"/>
                  <a:pt x="597796" y="31186"/>
                </a:cubicBezTo>
                <a:cubicBezTo>
                  <a:pt x="597098" y="28027"/>
                  <a:pt x="602282" y="24155"/>
                  <a:pt x="587044" y="22746"/>
                </a:cubicBezTo>
                <a:cubicBezTo>
                  <a:pt x="580355" y="26167"/>
                  <a:pt x="576375" y="30490"/>
                  <a:pt x="562409" y="34004"/>
                </a:cubicBezTo>
                <a:cubicBezTo>
                  <a:pt x="567223" y="31282"/>
                  <a:pt x="571218" y="25975"/>
                  <a:pt x="576525" y="22583"/>
                </a:cubicBezTo>
                <a:cubicBezTo>
                  <a:pt x="556636" y="12269"/>
                  <a:pt x="566950" y="31324"/>
                  <a:pt x="544148" y="21639"/>
                </a:cubicBezTo>
                <a:cubicBezTo>
                  <a:pt x="554421" y="15977"/>
                  <a:pt x="578755" y="13965"/>
                  <a:pt x="578208" y="5977"/>
                </a:cubicBezTo>
                <a:close/>
                <a:moveTo>
                  <a:pt x="527679" y="1806"/>
                </a:moveTo>
                <a:cubicBezTo>
                  <a:pt x="527774" y="5362"/>
                  <a:pt x="544025" y="13447"/>
                  <a:pt x="544012" y="16674"/>
                </a:cubicBezTo>
                <a:cubicBezTo>
                  <a:pt x="524382" y="9070"/>
                  <a:pt x="521783" y="27549"/>
                  <a:pt x="505821" y="19219"/>
                </a:cubicBezTo>
                <a:lnTo>
                  <a:pt x="524724" y="14650"/>
                </a:lnTo>
                <a:cubicBezTo>
                  <a:pt x="521606" y="10670"/>
                  <a:pt x="504917" y="9384"/>
                  <a:pt x="496450" y="5322"/>
                </a:cubicBezTo>
                <a:lnTo>
                  <a:pt x="494796" y="16045"/>
                </a:lnTo>
                <a:cubicBezTo>
                  <a:pt x="475646" y="10451"/>
                  <a:pt x="457001" y="17577"/>
                  <a:pt x="438686" y="23131"/>
                </a:cubicBezTo>
                <a:cubicBezTo>
                  <a:pt x="429426" y="25675"/>
                  <a:pt x="420479" y="29518"/>
                  <a:pt x="411247" y="32296"/>
                </a:cubicBezTo>
                <a:cubicBezTo>
                  <a:pt x="401986" y="34990"/>
                  <a:pt x="392424" y="36549"/>
                  <a:pt x="381988" y="36002"/>
                </a:cubicBezTo>
                <a:lnTo>
                  <a:pt x="380839" y="27262"/>
                </a:lnTo>
                <a:cubicBezTo>
                  <a:pt x="345111" y="35620"/>
                  <a:pt x="374287" y="45249"/>
                  <a:pt x="334810" y="57450"/>
                </a:cubicBezTo>
                <a:cubicBezTo>
                  <a:pt x="341841" y="52349"/>
                  <a:pt x="339093" y="50857"/>
                  <a:pt x="332978" y="50980"/>
                </a:cubicBezTo>
                <a:cubicBezTo>
                  <a:pt x="326987" y="51391"/>
                  <a:pt x="317958" y="54127"/>
                  <a:pt x="312214" y="55837"/>
                </a:cubicBezTo>
                <a:cubicBezTo>
                  <a:pt x="300286" y="73181"/>
                  <a:pt x="258634" y="102015"/>
                  <a:pt x="240142" y="111057"/>
                </a:cubicBezTo>
                <a:cubicBezTo>
                  <a:pt x="249169" y="100825"/>
                  <a:pt x="266692" y="90895"/>
                  <a:pt x="270153" y="82113"/>
                </a:cubicBezTo>
                <a:cubicBezTo>
                  <a:pt x="262847" y="87790"/>
                  <a:pt x="251003" y="92823"/>
                  <a:pt x="241031" y="99827"/>
                </a:cubicBezTo>
                <a:cubicBezTo>
                  <a:pt x="231140" y="106912"/>
                  <a:pt x="222181" y="114463"/>
                  <a:pt x="219350" y="122109"/>
                </a:cubicBezTo>
                <a:lnTo>
                  <a:pt x="221621" y="121836"/>
                </a:lnTo>
                <a:cubicBezTo>
                  <a:pt x="211485" y="134215"/>
                  <a:pt x="204714" y="141177"/>
                  <a:pt x="198326" y="147250"/>
                </a:cubicBezTo>
                <a:cubicBezTo>
                  <a:pt x="192115" y="153433"/>
                  <a:pt x="186822" y="159369"/>
                  <a:pt x="183115" y="171735"/>
                </a:cubicBezTo>
                <a:cubicBezTo>
                  <a:pt x="172665" y="163679"/>
                  <a:pt x="192949" y="152791"/>
                  <a:pt x="192949" y="137744"/>
                </a:cubicBezTo>
                <a:lnTo>
                  <a:pt x="172816" y="157413"/>
                </a:lnTo>
                <a:cubicBezTo>
                  <a:pt x="171324" y="153625"/>
                  <a:pt x="185604" y="137293"/>
                  <a:pt x="168630" y="145773"/>
                </a:cubicBezTo>
                <a:cubicBezTo>
                  <a:pt x="148549" y="171270"/>
                  <a:pt x="183088" y="165415"/>
                  <a:pt x="155758" y="197848"/>
                </a:cubicBezTo>
                <a:cubicBezTo>
                  <a:pt x="142558" y="197137"/>
                  <a:pt x="125583" y="212524"/>
                  <a:pt x="111398" y="225534"/>
                </a:cubicBezTo>
                <a:cubicBezTo>
                  <a:pt x="111398" y="225534"/>
                  <a:pt x="111111" y="227079"/>
                  <a:pt x="110701" y="229391"/>
                </a:cubicBezTo>
                <a:cubicBezTo>
                  <a:pt x="110249" y="231674"/>
                  <a:pt x="109743" y="234766"/>
                  <a:pt x="109524" y="238007"/>
                </a:cubicBezTo>
                <a:cubicBezTo>
                  <a:pt x="108949" y="244342"/>
                  <a:pt x="108389" y="250675"/>
                  <a:pt x="108389" y="250675"/>
                </a:cubicBezTo>
                <a:lnTo>
                  <a:pt x="104436" y="252849"/>
                </a:lnTo>
                <a:cubicBezTo>
                  <a:pt x="101276" y="264094"/>
                  <a:pt x="120577" y="248732"/>
                  <a:pt x="107609" y="265297"/>
                </a:cubicBezTo>
                <a:cubicBezTo>
                  <a:pt x="106379" y="257719"/>
                  <a:pt x="102069" y="258293"/>
                  <a:pt x="96557" y="262916"/>
                </a:cubicBezTo>
                <a:cubicBezTo>
                  <a:pt x="91099" y="267553"/>
                  <a:pt x="84110" y="275980"/>
                  <a:pt x="79636" y="284693"/>
                </a:cubicBezTo>
                <a:cubicBezTo>
                  <a:pt x="77435" y="296470"/>
                  <a:pt x="86654" y="300054"/>
                  <a:pt x="71115" y="313473"/>
                </a:cubicBezTo>
                <a:cubicBezTo>
                  <a:pt x="72127" y="307742"/>
                  <a:pt x="78816" y="297989"/>
                  <a:pt x="73727" y="299000"/>
                </a:cubicBezTo>
                <a:cubicBezTo>
                  <a:pt x="68215" y="319642"/>
                  <a:pt x="58983" y="340679"/>
                  <a:pt x="49912" y="360418"/>
                </a:cubicBezTo>
                <a:cubicBezTo>
                  <a:pt x="41898" y="380361"/>
                  <a:pt x="36877" y="399813"/>
                  <a:pt x="41022" y="414366"/>
                </a:cubicBezTo>
                <a:lnTo>
                  <a:pt x="43839" y="393534"/>
                </a:lnTo>
                <a:cubicBezTo>
                  <a:pt x="45782" y="403561"/>
                  <a:pt x="66123" y="393930"/>
                  <a:pt x="54509" y="421097"/>
                </a:cubicBezTo>
                <a:cubicBezTo>
                  <a:pt x="46138" y="431492"/>
                  <a:pt x="39573" y="402411"/>
                  <a:pt x="31064" y="440356"/>
                </a:cubicBezTo>
                <a:cubicBezTo>
                  <a:pt x="39422" y="416007"/>
                  <a:pt x="26098" y="412315"/>
                  <a:pt x="26112" y="397226"/>
                </a:cubicBezTo>
                <a:cubicBezTo>
                  <a:pt x="25196" y="402479"/>
                  <a:pt x="24335" y="407609"/>
                  <a:pt x="23897" y="412711"/>
                </a:cubicBezTo>
                <a:cubicBezTo>
                  <a:pt x="23773" y="417868"/>
                  <a:pt x="23800" y="422956"/>
                  <a:pt x="23897" y="427963"/>
                </a:cubicBezTo>
                <a:cubicBezTo>
                  <a:pt x="24238" y="437880"/>
                  <a:pt x="24580" y="447592"/>
                  <a:pt x="24909" y="457248"/>
                </a:cubicBezTo>
                <a:cubicBezTo>
                  <a:pt x="26098" y="476453"/>
                  <a:pt x="28725" y="495165"/>
                  <a:pt x="25511" y="515520"/>
                </a:cubicBezTo>
                <a:lnTo>
                  <a:pt x="32282" y="508447"/>
                </a:lnTo>
                <a:cubicBezTo>
                  <a:pt x="26263" y="513453"/>
                  <a:pt x="29313" y="526914"/>
                  <a:pt x="31693" y="539991"/>
                </a:cubicBezTo>
                <a:cubicBezTo>
                  <a:pt x="34347" y="553080"/>
                  <a:pt x="35865" y="565885"/>
                  <a:pt x="30818" y="571151"/>
                </a:cubicBezTo>
                <a:cubicBezTo>
                  <a:pt x="34087" y="562916"/>
                  <a:pt x="42910" y="586525"/>
                  <a:pt x="50528" y="583817"/>
                </a:cubicBezTo>
                <a:lnTo>
                  <a:pt x="42185" y="565419"/>
                </a:lnTo>
                <a:cubicBezTo>
                  <a:pt x="49134" y="565610"/>
                  <a:pt x="63674" y="600751"/>
                  <a:pt x="54044" y="602994"/>
                </a:cubicBezTo>
                <a:cubicBezTo>
                  <a:pt x="56151" y="601831"/>
                  <a:pt x="59105" y="604636"/>
                  <a:pt x="61006" y="602420"/>
                </a:cubicBezTo>
                <a:cubicBezTo>
                  <a:pt x="58667" y="613348"/>
                  <a:pt x="73016" y="623211"/>
                  <a:pt x="66916" y="630010"/>
                </a:cubicBezTo>
                <a:cubicBezTo>
                  <a:pt x="61568" y="611571"/>
                  <a:pt x="54318" y="621037"/>
                  <a:pt x="56274" y="637219"/>
                </a:cubicBezTo>
                <a:cubicBezTo>
                  <a:pt x="55316" y="629161"/>
                  <a:pt x="53470" y="620461"/>
                  <a:pt x="51090" y="613581"/>
                </a:cubicBezTo>
                <a:cubicBezTo>
                  <a:pt x="49434" y="606564"/>
                  <a:pt x="47055" y="601353"/>
                  <a:pt x="44045" y="600600"/>
                </a:cubicBezTo>
                <a:cubicBezTo>
                  <a:pt x="48409" y="618041"/>
                  <a:pt x="35250" y="600833"/>
                  <a:pt x="31200" y="599642"/>
                </a:cubicBezTo>
                <a:cubicBezTo>
                  <a:pt x="31433" y="608042"/>
                  <a:pt x="33991" y="612925"/>
                  <a:pt x="37219" y="616906"/>
                </a:cubicBezTo>
                <a:cubicBezTo>
                  <a:pt x="40816" y="620817"/>
                  <a:pt x="44866" y="623895"/>
                  <a:pt x="47780" y="628970"/>
                </a:cubicBezTo>
                <a:lnTo>
                  <a:pt x="45741" y="628628"/>
                </a:lnTo>
                <a:cubicBezTo>
                  <a:pt x="49667" y="637383"/>
                  <a:pt x="51842" y="652866"/>
                  <a:pt x="58818" y="666230"/>
                </a:cubicBezTo>
                <a:cubicBezTo>
                  <a:pt x="58818" y="666230"/>
                  <a:pt x="55384" y="661771"/>
                  <a:pt x="55535" y="661717"/>
                </a:cubicBezTo>
                <a:cubicBezTo>
                  <a:pt x="53742" y="667557"/>
                  <a:pt x="65643" y="694382"/>
                  <a:pt x="53975" y="684833"/>
                </a:cubicBezTo>
                <a:cubicBezTo>
                  <a:pt x="58188" y="705529"/>
                  <a:pt x="65096" y="705241"/>
                  <a:pt x="73468" y="708989"/>
                </a:cubicBezTo>
                <a:cubicBezTo>
                  <a:pt x="73372" y="709017"/>
                  <a:pt x="72387" y="705338"/>
                  <a:pt x="72387" y="705338"/>
                </a:cubicBezTo>
                <a:cubicBezTo>
                  <a:pt x="75041" y="710631"/>
                  <a:pt x="82441" y="720794"/>
                  <a:pt x="85956" y="717362"/>
                </a:cubicBezTo>
                <a:cubicBezTo>
                  <a:pt x="78569" y="703218"/>
                  <a:pt x="81934" y="701795"/>
                  <a:pt x="83508" y="696283"/>
                </a:cubicBezTo>
                <a:lnTo>
                  <a:pt x="83509" y="696284"/>
                </a:lnTo>
                <a:lnTo>
                  <a:pt x="93591" y="706955"/>
                </a:lnTo>
                <a:cubicBezTo>
                  <a:pt x="97604" y="709260"/>
                  <a:pt x="100778" y="712519"/>
                  <a:pt x="98637" y="723353"/>
                </a:cubicBezTo>
                <a:lnTo>
                  <a:pt x="85149" y="709044"/>
                </a:lnTo>
                <a:cubicBezTo>
                  <a:pt x="98432" y="737743"/>
                  <a:pt x="79760" y="726758"/>
                  <a:pt x="85765" y="746702"/>
                </a:cubicBezTo>
                <a:cubicBezTo>
                  <a:pt x="97665" y="758972"/>
                  <a:pt x="108020" y="752775"/>
                  <a:pt x="117116" y="780133"/>
                </a:cubicBezTo>
                <a:cubicBezTo>
                  <a:pt x="118661" y="792813"/>
                  <a:pt x="101482" y="779571"/>
                  <a:pt x="94260" y="785330"/>
                </a:cubicBezTo>
                <a:cubicBezTo>
                  <a:pt x="98704" y="791376"/>
                  <a:pt x="103041" y="797874"/>
                  <a:pt x="108662" y="803591"/>
                </a:cubicBezTo>
                <a:cubicBezTo>
                  <a:pt x="114202" y="809364"/>
                  <a:pt x="119810" y="815150"/>
                  <a:pt x="125064" y="821059"/>
                </a:cubicBezTo>
                <a:cubicBezTo>
                  <a:pt x="130384" y="826900"/>
                  <a:pt x="134994" y="833151"/>
                  <a:pt x="139480" y="839115"/>
                </a:cubicBezTo>
                <a:cubicBezTo>
                  <a:pt x="144132" y="844955"/>
                  <a:pt x="147975" y="851083"/>
                  <a:pt x="150656" y="857704"/>
                </a:cubicBezTo>
                <a:cubicBezTo>
                  <a:pt x="159561" y="861781"/>
                  <a:pt x="168233" y="872449"/>
                  <a:pt x="178355" y="879589"/>
                </a:cubicBezTo>
                <a:cubicBezTo>
                  <a:pt x="188067" y="887126"/>
                  <a:pt x="197094" y="893144"/>
                  <a:pt x="203360" y="890478"/>
                </a:cubicBezTo>
                <a:cubicBezTo>
                  <a:pt x="185564" y="883939"/>
                  <a:pt x="200173" y="876348"/>
                  <a:pt x="179696" y="868263"/>
                </a:cubicBezTo>
                <a:cubicBezTo>
                  <a:pt x="185098" y="871328"/>
                  <a:pt x="191719" y="869810"/>
                  <a:pt x="187876" y="862422"/>
                </a:cubicBezTo>
                <a:cubicBezTo>
                  <a:pt x="176112" y="860781"/>
                  <a:pt x="167139" y="853148"/>
                  <a:pt x="158097" y="844203"/>
                </a:cubicBezTo>
                <a:cubicBezTo>
                  <a:pt x="153706" y="839608"/>
                  <a:pt x="149247" y="834683"/>
                  <a:pt x="145102" y="829307"/>
                </a:cubicBezTo>
                <a:cubicBezTo>
                  <a:pt x="141245" y="823699"/>
                  <a:pt x="137279" y="817953"/>
                  <a:pt x="133284" y="812154"/>
                </a:cubicBezTo>
                <a:cubicBezTo>
                  <a:pt x="139576" y="818309"/>
                  <a:pt x="145882" y="822276"/>
                  <a:pt x="151272" y="824355"/>
                </a:cubicBezTo>
                <a:cubicBezTo>
                  <a:pt x="144350" y="812536"/>
                  <a:pt x="118936" y="800910"/>
                  <a:pt x="127908" y="790541"/>
                </a:cubicBezTo>
                <a:cubicBezTo>
                  <a:pt x="144035" y="802209"/>
                  <a:pt x="125638" y="792593"/>
                  <a:pt x="137374" y="808570"/>
                </a:cubicBezTo>
                <a:lnTo>
                  <a:pt x="146251" y="804014"/>
                </a:lnTo>
                <a:cubicBezTo>
                  <a:pt x="141587" y="794017"/>
                  <a:pt x="136964" y="788367"/>
                  <a:pt x="130233" y="782485"/>
                </a:cubicBezTo>
                <a:cubicBezTo>
                  <a:pt x="135828" y="784455"/>
                  <a:pt x="146169" y="797394"/>
                  <a:pt x="156333" y="810211"/>
                </a:cubicBezTo>
                <a:cubicBezTo>
                  <a:pt x="161161" y="816818"/>
                  <a:pt x="167097" y="822454"/>
                  <a:pt x="172049" y="826818"/>
                </a:cubicBezTo>
                <a:cubicBezTo>
                  <a:pt x="177015" y="831181"/>
                  <a:pt x="181241" y="834067"/>
                  <a:pt x="184031" y="834107"/>
                </a:cubicBezTo>
                <a:cubicBezTo>
                  <a:pt x="198217" y="848484"/>
                  <a:pt x="209022" y="863230"/>
                  <a:pt x="211416" y="875554"/>
                </a:cubicBezTo>
                <a:cubicBezTo>
                  <a:pt x="212278" y="874979"/>
                  <a:pt x="213139" y="874665"/>
                  <a:pt x="213988" y="874323"/>
                </a:cubicBezTo>
                <a:lnTo>
                  <a:pt x="213981" y="874334"/>
                </a:lnTo>
                <a:lnTo>
                  <a:pt x="213577" y="874994"/>
                </a:lnTo>
                <a:cubicBezTo>
                  <a:pt x="213577" y="874994"/>
                  <a:pt x="217051" y="880465"/>
                  <a:pt x="220539" y="885922"/>
                </a:cubicBezTo>
                <a:cubicBezTo>
                  <a:pt x="224247" y="891176"/>
                  <a:pt x="228310" y="896140"/>
                  <a:pt x="228310" y="896140"/>
                </a:cubicBezTo>
                <a:lnTo>
                  <a:pt x="222755" y="893692"/>
                </a:lnTo>
                <a:cubicBezTo>
                  <a:pt x="229979" y="897727"/>
                  <a:pt x="237679" y="909053"/>
                  <a:pt x="246460" y="919285"/>
                </a:cubicBezTo>
                <a:cubicBezTo>
                  <a:pt x="255078" y="929654"/>
                  <a:pt x="266117" y="936767"/>
                  <a:pt x="275993" y="934714"/>
                </a:cubicBezTo>
                <a:cubicBezTo>
                  <a:pt x="285513" y="939515"/>
                  <a:pt x="267744" y="938435"/>
                  <a:pt x="274954" y="948967"/>
                </a:cubicBezTo>
                <a:cubicBezTo>
                  <a:pt x="274954" y="948967"/>
                  <a:pt x="292353" y="955068"/>
                  <a:pt x="292530" y="954644"/>
                </a:cubicBezTo>
                <a:cubicBezTo>
                  <a:pt x="283161" y="961770"/>
                  <a:pt x="274105" y="946957"/>
                  <a:pt x="261904" y="947804"/>
                </a:cubicBezTo>
                <a:cubicBezTo>
                  <a:pt x="263285" y="956395"/>
                  <a:pt x="272396" y="959541"/>
                  <a:pt x="284200" y="963549"/>
                </a:cubicBezTo>
                <a:cubicBezTo>
                  <a:pt x="279809" y="975148"/>
                  <a:pt x="259661" y="948639"/>
                  <a:pt x="258826" y="963029"/>
                </a:cubicBezTo>
                <a:cubicBezTo>
                  <a:pt x="267744" y="970470"/>
                  <a:pt x="274447" y="974916"/>
                  <a:pt x="280014" y="976639"/>
                </a:cubicBezTo>
                <a:cubicBezTo>
                  <a:pt x="285691" y="978212"/>
                  <a:pt x="289863" y="977788"/>
                  <a:pt x="293433" y="976475"/>
                </a:cubicBezTo>
                <a:cubicBezTo>
                  <a:pt x="293556" y="983191"/>
                  <a:pt x="277415" y="981098"/>
                  <a:pt x="272572" y="980866"/>
                </a:cubicBezTo>
                <a:lnTo>
                  <a:pt x="236065" y="958309"/>
                </a:lnTo>
                <a:cubicBezTo>
                  <a:pt x="240045" y="961333"/>
                  <a:pt x="242220" y="960443"/>
                  <a:pt x="241358" y="958542"/>
                </a:cubicBezTo>
                <a:cubicBezTo>
                  <a:pt x="234930" y="954877"/>
                  <a:pt x="229144" y="951280"/>
                  <a:pt x="223604" y="947531"/>
                </a:cubicBezTo>
                <a:cubicBezTo>
                  <a:pt x="217969" y="943907"/>
                  <a:pt x="212443" y="940337"/>
                  <a:pt x="206683" y="936629"/>
                </a:cubicBezTo>
                <a:cubicBezTo>
                  <a:pt x="201020" y="932758"/>
                  <a:pt x="195056" y="928791"/>
                  <a:pt x="189161" y="923608"/>
                </a:cubicBezTo>
                <a:cubicBezTo>
                  <a:pt x="183526" y="918136"/>
                  <a:pt x="177657" y="911829"/>
                  <a:pt x="171529" y="904238"/>
                </a:cubicBezTo>
                <a:cubicBezTo>
                  <a:pt x="185577" y="912405"/>
                  <a:pt x="190488" y="904485"/>
                  <a:pt x="172979" y="890847"/>
                </a:cubicBezTo>
                <a:lnTo>
                  <a:pt x="155389" y="887633"/>
                </a:lnTo>
                <a:cubicBezTo>
                  <a:pt x="150505" y="879398"/>
                  <a:pt x="143899" y="871600"/>
                  <a:pt x="136635" y="864078"/>
                </a:cubicBezTo>
                <a:cubicBezTo>
                  <a:pt x="129399" y="856527"/>
                  <a:pt x="121206" y="849483"/>
                  <a:pt x="114831" y="841618"/>
                </a:cubicBezTo>
                <a:cubicBezTo>
                  <a:pt x="101742" y="826229"/>
                  <a:pt x="89499" y="812605"/>
                  <a:pt x="91482" y="800363"/>
                </a:cubicBezTo>
                <a:cubicBezTo>
                  <a:pt x="100578" y="822372"/>
                  <a:pt x="105585" y="809171"/>
                  <a:pt x="115119" y="821921"/>
                </a:cubicBezTo>
                <a:cubicBezTo>
                  <a:pt x="107335" y="813467"/>
                  <a:pt x="101564" y="807121"/>
                  <a:pt x="97979" y="801129"/>
                </a:cubicBezTo>
                <a:cubicBezTo>
                  <a:pt x="94396" y="795138"/>
                  <a:pt x="91948" y="790186"/>
                  <a:pt x="89430" y="785317"/>
                </a:cubicBezTo>
                <a:cubicBezTo>
                  <a:pt x="86914" y="780447"/>
                  <a:pt x="84342" y="775646"/>
                  <a:pt x="80485" y="769901"/>
                </a:cubicBezTo>
                <a:cubicBezTo>
                  <a:pt x="78460" y="767083"/>
                  <a:pt x="76231" y="763964"/>
                  <a:pt x="73659" y="760366"/>
                </a:cubicBezTo>
                <a:cubicBezTo>
                  <a:pt x="71280" y="756673"/>
                  <a:pt x="68461" y="752583"/>
                  <a:pt x="65056" y="747919"/>
                </a:cubicBezTo>
                <a:cubicBezTo>
                  <a:pt x="70951" y="755484"/>
                  <a:pt x="72360" y="744677"/>
                  <a:pt x="71362" y="735978"/>
                </a:cubicBezTo>
                <a:cubicBezTo>
                  <a:pt x="65767" y="736047"/>
                  <a:pt x="56821" y="726458"/>
                  <a:pt x="48409" y="713107"/>
                </a:cubicBezTo>
                <a:cubicBezTo>
                  <a:pt x="40722" y="699183"/>
                  <a:pt x="31680" y="682781"/>
                  <a:pt x="24553" y="669869"/>
                </a:cubicBezTo>
                <a:cubicBezTo>
                  <a:pt x="26194" y="662851"/>
                  <a:pt x="35290" y="668993"/>
                  <a:pt x="32542" y="654275"/>
                </a:cubicBezTo>
                <a:cubicBezTo>
                  <a:pt x="26222" y="636521"/>
                  <a:pt x="28397" y="653523"/>
                  <a:pt x="22815" y="650172"/>
                </a:cubicBezTo>
                <a:cubicBezTo>
                  <a:pt x="21954" y="642211"/>
                  <a:pt x="23746" y="631022"/>
                  <a:pt x="21859" y="623402"/>
                </a:cubicBezTo>
                <a:cubicBezTo>
                  <a:pt x="23295" y="624825"/>
                  <a:pt x="24307" y="624524"/>
                  <a:pt x="24102" y="619587"/>
                </a:cubicBezTo>
                <a:cubicBezTo>
                  <a:pt x="9985" y="613719"/>
                  <a:pt x="6170" y="590752"/>
                  <a:pt x="4732" y="565063"/>
                </a:cubicBezTo>
                <a:cubicBezTo>
                  <a:pt x="4843" y="552124"/>
                  <a:pt x="5266" y="538500"/>
                  <a:pt x="4556" y="525560"/>
                </a:cubicBezTo>
                <a:cubicBezTo>
                  <a:pt x="3269" y="512606"/>
                  <a:pt x="3816" y="500309"/>
                  <a:pt x="0" y="489666"/>
                </a:cubicBezTo>
                <a:cubicBezTo>
                  <a:pt x="3405" y="490159"/>
                  <a:pt x="4692" y="500240"/>
                  <a:pt x="6457" y="509405"/>
                </a:cubicBezTo>
                <a:cubicBezTo>
                  <a:pt x="7920" y="518597"/>
                  <a:pt x="11818" y="526818"/>
                  <a:pt x="16524" y="523987"/>
                </a:cubicBezTo>
                <a:cubicBezTo>
                  <a:pt x="12763" y="518761"/>
                  <a:pt x="14239" y="506313"/>
                  <a:pt x="14786" y="496083"/>
                </a:cubicBezTo>
                <a:cubicBezTo>
                  <a:pt x="15251" y="485851"/>
                  <a:pt x="14759" y="477656"/>
                  <a:pt x="7988" y="480570"/>
                </a:cubicBezTo>
                <a:cubicBezTo>
                  <a:pt x="6921" y="460464"/>
                  <a:pt x="9206" y="437702"/>
                  <a:pt x="11408" y="417554"/>
                </a:cubicBezTo>
                <a:cubicBezTo>
                  <a:pt x="14377" y="397542"/>
                  <a:pt x="21490" y="380963"/>
                  <a:pt x="30735" y="373823"/>
                </a:cubicBezTo>
                <a:cubicBezTo>
                  <a:pt x="23473" y="370732"/>
                  <a:pt x="25155" y="357545"/>
                  <a:pt x="31146" y="342157"/>
                </a:cubicBezTo>
                <a:cubicBezTo>
                  <a:pt x="36699" y="326604"/>
                  <a:pt x="44045" y="308274"/>
                  <a:pt x="48327" y="294187"/>
                </a:cubicBezTo>
                <a:cubicBezTo>
                  <a:pt x="56765" y="311585"/>
                  <a:pt x="60350" y="271794"/>
                  <a:pt x="70226" y="260660"/>
                </a:cubicBezTo>
                <a:cubicBezTo>
                  <a:pt x="70226" y="260660"/>
                  <a:pt x="69295" y="264681"/>
                  <a:pt x="68859" y="268922"/>
                </a:cubicBezTo>
                <a:cubicBezTo>
                  <a:pt x="68433" y="273135"/>
                  <a:pt x="68010" y="277362"/>
                  <a:pt x="68010" y="277362"/>
                </a:cubicBezTo>
                <a:cubicBezTo>
                  <a:pt x="91154" y="223303"/>
                  <a:pt x="133162" y="166989"/>
                  <a:pt x="179149" y="132437"/>
                </a:cubicBezTo>
                <a:cubicBezTo>
                  <a:pt x="172556" y="142682"/>
                  <a:pt x="176262" y="145965"/>
                  <a:pt x="187834" y="136800"/>
                </a:cubicBezTo>
                <a:cubicBezTo>
                  <a:pt x="192731" y="129182"/>
                  <a:pt x="187000" y="126199"/>
                  <a:pt x="187547" y="119497"/>
                </a:cubicBezTo>
                <a:cubicBezTo>
                  <a:pt x="187547" y="119497"/>
                  <a:pt x="203278" y="115803"/>
                  <a:pt x="203469" y="116132"/>
                </a:cubicBezTo>
                <a:cubicBezTo>
                  <a:pt x="187849" y="112288"/>
                  <a:pt x="223549" y="98391"/>
                  <a:pt x="226149" y="87421"/>
                </a:cubicBezTo>
                <a:cubicBezTo>
                  <a:pt x="228774" y="85423"/>
                  <a:pt x="232194" y="83836"/>
                  <a:pt x="236119" y="82427"/>
                </a:cubicBezTo>
                <a:cubicBezTo>
                  <a:pt x="240236" y="81415"/>
                  <a:pt x="244806" y="80308"/>
                  <a:pt x="249592" y="79132"/>
                </a:cubicBezTo>
                <a:cubicBezTo>
                  <a:pt x="259127" y="76778"/>
                  <a:pt x="269222" y="73769"/>
                  <a:pt x="277840" y="67107"/>
                </a:cubicBezTo>
                <a:lnTo>
                  <a:pt x="275706" y="69310"/>
                </a:lnTo>
                <a:cubicBezTo>
                  <a:pt x="276006" y="72470"/>
                  <a:pt x="279358" y="71294"/>
                  <a:pt x="283721" y="69050"/>
                </a:cubicBezTo>
                <a:cubicBezTo>
                  <a:pt x="288140" y="66902"/>
                  <a:pt x="293967" y="64317"/>
                  <a:pt x="298521" y="63455"/>
                </a:cubicBezTo>
                <a:cubicBezTo>
                  <a:pt x="299466" y="60720"/>
                  <a:pt x="295485" y="61034"/>
                  <a:pt x="292079" y="61212"/>
                </a:cubicBezTo>
                <a:cubicBezTo>
                  <a:pt x="309478" y="49982"/>
                  <a:pt x="327383" y="39148"/>
                  <a:pt x="347011" y="32679"/>
                </a:cubicBezTo>
                <a:cubicBezTo>
                  <a:pt x="356683" y="29122"/>
                  <a:pt x="366326" y="25484"/>
                  <a:pt x="376161" y="22543"/>
                </a:cubicBezTo>
                <a:lnTo>
                  <a:pt x="406226" y="15908"/>
                </a:lnTo>
                <a:cubicBezTo>
                  <a:pt x="426074" y="10752"/>
                  <a:pt x="446675" y="10108"/>
                  <a:pt x="466754" y="7085"/>
                </a:cubicBezTo>
                <a:cubicBezTo>
                  <a:pt x="476795" y="5294"/>
                  <a:pt x="487025" y="5649"/>
                  <a:pt x="497161" y="4720"/>
                </a:cubicBezTo>
                <a:cubicBezTo>
                  <a:pt x="507311" y="4008"/>
                  <a:pt x="517474" y="3064"/>
                  <a:pt x="527679" y="1806"/>
                </a:cubicBezTo>
                <a:close/>
                <a:moveTo>
                  <a:pt x="531751" y="39"/>
                </a:moveTo>
                <a:cubicBezTo>
                  <a:pt x="534661" y="-124"/>
                  <a:pt x="539367" y="205"/>
                  <a:pt x="546555" y="1217"/>
                </a:cubicBezTo>
                <a:cubicBezTo>
                  <a:pt x="540262" y="1654"/>
                  <a:pt x="533983" y="1627"/>
                  <a:pt x="527719" y="1805"/>
                </a:cubicBezTo>
                <a:cubicBezTo>
                  <a:pt x="527725" y="854"/>
                  <a:pt x="528840" y="201"/>
                  <a:pt x="531751" y="39"/>
                </a:cubicBezTo>
                <a:close/>
              </a:path>
            </a:pathLst>
          </a:custGeom>
          <a:solidFill>
            <a:schemeClr val="tx1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89332" y="2074307"/>
            <a:ext cx="25989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dirty="0">
                <a:solidFill>
                  <a:schemeClr val="tx2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  <a:sym typeface="演示夏行楷" panose="00000500000000000000" pitchFamily="2" charset="-122"/>
              </a:rPr>
              <a:t>壹</a:t>
            </a:r>
            <a:endParaRPr lang="zh-CN" altLang="en-US" sz="3200" dirty="0">
              <a:solidFill>
                <a:schemeClr val="tx2"/>
              </a:solidFill>
              <a:latin typeface="庞门正道粗书体" panose="02010600030101010101" pitchFamily="2" charset="-122"/>
              <a:ea typeface="庞门正道粗书体" panose="02010600030101010101" pitchFamily="2" charset="-122"/>
              <a:sym typeface="演示夏行楷" panose="00000500000000000000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425285" y="3188699"/>
            <a:ext cx="25989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dirty="0">
                <a:solidFill>
                  <a:schemeClr val="tx2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  <a:sym typeface="演示夏行楷" panose="00000500000000000000" pitchFamily="2" charset="-122"/>
              </a:rPr>
              <a:t>贰</a:t>
            </a:r>
            <a:endParaRPr lang="zh-CN" altLang="en-US" sz="3200" dirty="0">
              <a:solidFill>
                <a:schemeClr val="tx2"/>
              </a:solidFill>
              <a:latin typeface="庞门正道粗书体" panose="02010600030101010101" pitchFamily="2" charset="-122"/>
              <a:ea typeface="庞门正道粗书体" panose="02010600030101010101" pitchFamily="2" charset="-122"/>
              <a:sym typeface="演示夏行楷" panose="00000500000000000000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376632" y="4228067"/>
            <a:ext cx="25989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dirty="0">
                <a:solidFill>
                  <a:schemeClr val="tx2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  <a:sym typeface="演示夏行楷" panose="00000500000000000000" pitchFamily="2" charset="-122"/>
              </a:rPr>
              <a:t>叁</a:t>
            </a:r>
            <a:endParaRPr lang="zh-CN" altLang="en-US" sz="3200" dirty="0">
              <a:solidFill>
                <a:schemeClr val="tx2"/>
              </a:solidFill>
              <a:latin typeface="庞门正道粗书体" panose="02010600030101010101" pitchFamily="2" charset="-122"/>
              <a:ea typeface="庞门正道粗书体" panose="02010600030101010101" pitchFamily="2" charset="-122"/>
              <a:sym typeface="演示夏行楷" panose="00000500000000000000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376632" y="5393847"/>
            <a:ext cx="25989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dirty="0">
                <a:solidFill>
                  <a:schemeClr val="tx2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  <a:sym typeface="演示夏行楷" panose="00000500000000000000" pitchFamily="2" charset="-122"/>
              </a:rPr>
              <a:t>肆</a:t>
            </a:r>
            <a:endParaRPr lang="zh-CN" altLang="en-US" sz="3200" dirty="0">
              <a:solidFill>
                <a:schemeClr val="tx2"/>
              </a:solidFill>
              <a:latin typeface="庞门正道粗书体" panose="02010600030101010101" pitchFamily="2" charset="-122"/>
              <a:ea typeface="庞门正道粗书体" panose="02010600030101010101" pitchFamily="2" charset="-122"/>
              <a:sym typeface="演示夏行楷" panose="00000500000000000000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925896" y="2459843"/>
            <a:ext cx="34853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/PART ONE</a:t>
            </a:r>
            <a:endParaRPr lang="zh-CN" altLang="en-US" sz="1600" i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 Light" panose="00000400000000000000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925896" y="3562123"/>
            <a:ext cx="34853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/PART TWO</a:t>
            </a:r>
            <a:endParaRPr lang="zh-CN" altLang="en-US" sz="1600" i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 Light" panose="00000400000000000000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925896" y="4664403"/>
            <a:ext cx="34853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/PART THREE</a:t>
            </a:r>
            <a:endParaRPr lang="zh-CN" altLang="en-US" sz="1600" i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 Light" panose="00000400000000000000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925896" y="5766683"/>
            <a:ext cx="34853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/PART FOUR</a:t>
            </a:r>
            <a:endParaRPr lang="zh-CN" altLang="en-US" sz="1600" i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 Light" panose="00000400000000000000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 rot="16200000">
            <a:off x="-3697183" y="1270374"/>
            <a:ext cx="9612086" cy="1682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sz="8800" spc="160" dirty="0">
                <a:gradFill>
                  <a:gsLst>
                    <a:gs pos="0">
                      <a:schemeClr val="bg1"/>
                    </a:gs>
                    <a:gs pos="78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CONTENTS</a:t>
            </a:r>
            <a:endParaRPr lang="zh-CN" altLang="en-US" sz="8800" spc="160" dirty="0">
              <a:gradFill>
                <a:gsLst>
                  <a:gs pos="0">
                    <a:schemeClr val="bg1"/>
                  </a:gs>
                  <a:gs pos="78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思源宋体 CN Heavy" pitchFamily="18" charset="-122"/>
              <a:ea typeface="思源宋体 CN Heavy" pitchFamily="18" charset="-122"/>
              <a:sym typeface="思源宋体 CN Heavy" panose="02020900000000000000" pitchFamily="18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585915" y="603548"/>
            <a:ext cx="25989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dirty="0">
                <a:solidFill>
                  <a:schemeClr val="tx2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  <a:sym typeface="演示夏行楷" panose="00000500000000000000" pitchFamily="2" charset="-122"/>
              </a:rPr>
              <a:t>目录</a:t>
            </a:r>
            <a:endParaRPr lang="zh-CN" altLang="en-US" sz="3200" dirty="0">
              <a:solidFill>
                <a:schemeClr val="tx2"/>
              </a:solidFill>
              <a:latin typeface="庞门正道粗书体" panose="02010600030101010101" pitchFamily="2" charset="-122"/>
              <a:ea typeface="庞门正道粗书体" panose="02010600030101010101" pitchFamily="2" charset="-122"/>
              <a:sym typeface="演示夏行楷" panose="000005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54794" y="2167743"/>
            <a:ext cx="70031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chemeClr val="tx2"/>
                </a:solidFill>
                <a:latin typeface="思源宋体 CN Heavy" pitchFamily="18" charset="-122"/>
                <a:ea typeface="思源宋体 CN Heavy" pitchFamily="18" charset="-122"/>
                <a:sym typeface="庞门正道标题体3.0" panose="02010600030101010101" pitchFamily="2" charset="-122"/>
              </a:rPr>
              <a:t>养老难题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654794" y="3270023"/>
            <a:ext cx="70031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chemeClr val="tx2"/>
                </a:solidFill>
                <a:latin typeface="思源宋体 CN Heavy" pitchFamily="18" charset="-122"/>
                <a:ea typeface="思源宋体 CN Heavy" pitchFamily="18" charset="-122"/>
                <a:sym typeface="庞门正道标题体3.0" panose="02010600030101010101" pitchFamily="2" charset="-122"/>
              </a:rPr>
              <a:t>既往问题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654794" y="4372303"/>
            <a:ext cx="70031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chemeClr val="tx2"/>
                </a:solidFill>
                <a:latin typeface="思源宋体 CN Heavy" pitchFamily="18" charset="-122"/>
                <a:ea typeface="思源宋体 CN Heavy" pitchFamily="18" charset="-122"/>
                <a:sym typeface="庞门正道标题体3.0" panose="02010600030101010101" pitchFamily="2" charset="-122"/>
              </a:rPr>
              <a:t>全新方案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654794" y="5474583"/>
            <a:ext cx="70031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chemeClr val="tx2"/>
                </a:solidFill>
                <a:latin typeface="思源宋体 CN Heavy" pitchFamily="18" charset="-122"/>
                <a:ea typeface="思源宋体 CN Heavy" pitchFamily="18" charset="-122"/>
                <a:sym typeface="庞门正道标题体3.0" panose="02010600030101010101" pitchFamily="2" charset="-122"/>
              </a:rPr>
              <a:t>资费优惠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gallery dir="l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/>
          <p:cNvPicPr>
            <a:picLocks noGrp="1" noChangeAspect="1"/>
          </p:cNvPicPr>
          <p:nvPr>
            <p:ph type="pic" sz="quarter" idx="10"/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719263"/>
            <a:ext cx="6096000" cy="3419475"/>
          </a:xfrm>
          <a:custGeom>
            <a:avLst/>
            <a:gdLst>
              <a:gd name="connsiteX0" fmla="*/ 0 w 6096000"/>
              <a:gd name="connsiteY0" fmla="*/ 0 h 3420191"/>
              <a:gd name="connsiteX1" fmla="*/ 6096000 w 6096000"/>
              <a:gd name="connsiteY1" fmla="*/ 0 h 3420191"/>
              <a:gd name="connsiteX2" fmla="*/ 6096000 w 6096000"/>
              <a:gd name="connsiteY2" fmla="*/ 3420191 h 3420191"/>
              <a:gd name="connsiteX3" fmla="*/ 2202393 w 6096000"/>
              <a:gd name="connsiteY3" fmla="*/ 3420191 h 3420191"/>
              <a:gd name="connsiteX4" fmla="*/ 0 w 6096000"/>
              <a:gd name="connsiteY4" fmla="*/ 1217798 h 3420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3420191">
                <a:moveTo>
                  <a:pt x="0" y="0"/>
                </a:moveTo>
                <a:lnTo>
                  <a:pt x="6096000" y="0"/>
                </a:lnTo>
                <a:lnTo>
                  <a:pt x="6096000" y="3420191"/>
                </a:lnTo>
                <a:lnTo>
                  <a:pt x="2202393" y="3420191"/>
                </a:lnTo>
                <a:lnTo>
                  <a:pt x="0" y="1217798"/>
                </a:lnTo>
                <a:close/>
              </a:path>
            </a:pathLst>
          </a:custGeom>
          <a:solidFill>
            <a:schemeClr val="tx2"/>
          </a:solidFill>
        </p:spPr>
      </p:pic>
      <p:sp>
        <p:nvSpPr>
          <p:cNvPr id="48" name="PA-任意多边形 47"/>
          <p:cNvSpPr/>
          <p:nvPr>
            <p:custDataLst>
              <p:tags r:id="rId1"/>
            </p:custDataLst>
          </p:nvPr>
        </p:nvSpPr>
        <p:spPr>
          <a:xfrm flipH="1">
            <a:off x="3058720" y="6781872"/>
            <a:ext cx="9133280" cy="76128"/>
          </a:xfrm>
          <a:custGeom>
            <a:avLst/>
            <a:gdLst>
              <a:gd name="connsiteX0" fmla="*/ 6792864 w 6849960"/>
              <a:gd name="connsiteY0" fmla="*/ 0 h 57096"/>
              <a:gd name="connsiteX1" fmla="*/ 0 w 6849960"/>
              <a:gd name="connsiteY1" fmla="*/ 0 h 57096"/>
              <a:gd name="connsiteX2" fmla="*/ 0 w 6849960"/>
              <a:gd name="connsiteY2" fmla="*/ 57096 h 57096"/>
              <a:gd name="connsiteX3" fmla="*/ 6849960 w 6849960"/>
              <a:gd name="connsiteY3" fmla="*/ 57096 h 5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9960" h="57096">
                <a:moveTo>
                  <a:pt x="6792864" y="0"/>
                </a:moveTo>
                <a:lnTo>
                  <a:pt x="0" y="0"/>
                </a:lnTo>
                <a:lnTo>
                  <a:pt x="0" y="57096"/>
                </a:lnTo>
                <a:lnTo>
                  <a:pt x="6849960" y="570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51" name="PA-文本框 50"/>
          <p:cNvSpPr txBox="1"/>
          <p:nvPr>
            <p:custDataLst>
              <p:tags r:id="rId2"/>
            </p:custDataLst>
          </p:nvPr>
        </p:nvSpPr>
        <p:spPr>
          <a:xfrm>
            <a:off x="1383625" y="4131820"/>
            <a:ext cx="4712375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dirty="0"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养老难题</a:t>
            </a:r>
          </a:p>
        </p:txBody>
      </p:sp>
      <p:sp>
        <p:nvSpPr>
          <p:cNvPr id="52" name="PA-文本框 51"/>
          <p:cNvSpPr txBox="1"/>
          <p:nvPr>
            <p:custDataLst>
              <p:tags r:id="rId3"/>
            </p:custDataLst>
          </p:nvPr>
        </p:nvSpPr>
        <p:spPr>
          <a:xfrm>
            <a:off x="1406485" y="4883635"/>
            <a:ext cx="473858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Please supplement the title with a further description here. the description should be short and to the point</a:t>
            </a:r>
          </a:p>
        </p:txBody>
      </p:sp>
      <p:sp>
        <p:nvSpPr>
          <p:cNvPr id="3" name="PA-矩形 2"/>
          <p:cNvSpPr/>
          <p:nvPr>
            <p:custDataLst>
              <p:tags r:id="rId4"/>
            </p:custDataLst>
          </p:nvPr>
        </p:nvSpPr>
        <p:spPr>
          <a:xfrm>
            <a:off x="0" y="3508456"/>
            <a:ext cx="139700" cy="1711243"/>
          </a:xfrm>
          <a:prstGeom prst="rect">
            <a:avLst/>
          </a:prstGeom>
          <a:solidFill>
            <a:schemeClr val="accent1"/>
          </a:solidFill>
          <a:ln w="31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4399" y="959173"/>
            <a:ext cx="321883" cy="32188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17285" y="1281056"/>
            <a:ext cx="217042" cy="21704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平行四边形 4"/>
          <p:cNvSpPr/>
          <p:nvPr/>
        </p:nvSpPr>
        <p:spPr>
          <a:xfrm flipH="1">
            <a:off x="4328694" y="2485499"/>
            <a:ext cx="4856328" cy="2975428"/>
          </a:xfrm>
          <a:prstGeom prst="parallelogram">
            <a:avLst>
              <a:gd name="adj" fmla="val 99333"/>
            </a:avLst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Freeform 5"/>
          <p:cNvSpPr>
            <a:spLocks noEditPoints="1"/>
          </p:cNvSpPr>
          <p:nvPr/>
        </p:nvSpPr>
        <p:spPr bwMode="auto">
          <a:xfrm>
            <a:off x="1505843" y="2726180"/>
            <a:ext cx="1399558" cy="1437462"/>
          </a:xfrm>
          <a:custGeom>
            <a:avLst/>
            <a:gdLst>
              <a:gd name="T0" fmla="*/ 984 w 1216"/>
              <a:gd name="T1" fmla="*/ 113 h 1249"/>
              <a:gd name="T2" fmla="*/ 1112 w 1216"/>
              <a:gd name="T3" fmla="*/ 259 h 1249"/>
              <a:gd name="T4" fmla="*/ 923 w 1216"/>
              <a:gd name="T5" fmla="*/ 612 h 1249"/>
              <a:gd name="T6" fmla="*/ 98 w 1216"/>
              <a:gd name="T7" fmla="*/ 754 h 1249"/>
              <a:gd name="T8" fmla="*/ 71 w 1216"/>
              <a:gd name="T9" fmla="*/ 785 h 1249"/>
              <a:gd name="T10" fmla="*/ 99 w 1216"/>
              <a:gd name="T11" fmla="*/ 865 h 1249"/>
              <a:gd name="T12" fmla="*/ 132 w 1216"/>
              <a:gd name="T13" fmla="*/ 906 h 1249"/>
              <a:gd name="T14" fmla="*/ 1048 w 1216"/>
              <a:gd name="T15" fmla="*/ 1009 h 1249"/>
              <a:gd name="T16" fmla="*/ 597 w 1216"/>
              <a:gd name="T17" fmla="*/ 1066 h 1249"/>
              <a:gd name="T18" fmla="*/ 630 w 1216"/>
              <a:gd name="T19" fmla="*/ 1124 h 1249"/>
              <a:gd name="T20" fmla="*/ 496 w 1216"/>
              <a:gd name="T21" fmla="*/ 1245 h 1249"/>
              <a:gd name="T22" fmla="*/ 1007 w 1216"/>
              <a:gd name="T23" fmla="*/ 227 h 1249"/>
              <a:gd name="T24" fmla="*/ 742 w 1216"/>
              <a:gd name="T25" fmla="*/ 47 h 1249"/>
              <a:gd name="T26" fmla="*/ 346 w 1216"/>
              <a:gd name="T27" fmla="*/ 133 h 1249"/>
              <a:gd name="T28" fmla="*/ 188 w 1216"/>
              <a:gd name="T29" fmla="*/ 252 h 1249"/>
              <a:gd name="T30" fmla="*/ 265 w 1216"/>
              <a:gd name="T31" fmla="*/ 123 h 1249"/>
              <a:gd name="T32" fmla="*/ 118 w 1216"/>
              <a:gd name="T33" fmla="*/ 258 h 1249"/>
              <a:gd name="T34" fmla="*/ 134 w 1216"/>
              <a:gd name="T35" fmla="*/ 484 h 1249"/>
              <a:gd name="T36" fmla="*/ 278 w 1216"/>
              <a:gd name="T37" fmla="*/ 987 h 1249"/>
              <a:gd name="T38" fmla="*/ 355 w 1216"/>
              <a:gd name="T39" fmla="*/ 1049 h 1249"/>
              <a:gd name="T40" fmla="*/ 662 w 1216"/>
              <a:gd name="T41" fmla="*/ 1017 h 1249"/>
              <a:gd name="T42" fmla="*/ 593 w 1216"/>
              <a:gd name="T43" fmla="*/ 922 h 1249"/>
              <a:gd name="T44" fmla="*/ 518 w 1216"/>
              <a:gd name="T45" fmla="*/ 708 h 1249"/>
              <a:gd name="T46" fmla="*/ 601 w 1216"/>
              <a:gd name="T47" fmla="*/ 844 h 1249"/>
              <a:gd name="T48" fmla="*/ 819 w 1216"/>
              <a:gd name="T49" fmla="*/ 744 h 1249"/>
              <a:gd name="T50" fmla="*/ 977 w 1216"/>
              <a:gd name="T51" fmla="*/ 533 h 1249"/>
              <a:gd name="T52" fmla="*/ 878 w 1216"/>
              <a:gd name="T53" fmla="*/ 830 h 1249"/>
              <a:gd name="T54" fmla="*/ 860 w 1216"/>
              <a:gd name="T55" fmla="*/ 905 h 1249"/>
              <a:gd name="T56" fmla="*/ 856 w 1216"/>
              <a:gd name="T57" fmla="*/ 992 h 1249"/>
              <a:gd name="T58" fmla="*/ 886 w 1216"/>
              <a:gd name="T59" fmla="*/ 1090 h 1249"/>
              <a:gd name="T60" fmla="*/ 1199 w 1216"/>
              <a:gd name="T61" fmla="*/ 650 h 1249"/>
              <a:gd name="T62" fmla="*/ 114 w 1216"/>
              <a:gd name="T63" fmla="*/ 287 h 1249"/>
              <a:gd name="T64" fmla="*/ 151 w 1216"/>
              <a:gd name="T65" fmla="*/ 219 h 1249"/>
              <a:gd name="T66" fmla="*/ 174 w 1216"/>
              <a:gd name="T67" fmla="*/ 256 h 1249"/>
              <a:gd name="T68" fmla="*/ 250 w 1216"/>
              <a:gd name="T69" fmla="*/ 954 h 1249"/>
              <a:gd name="T70" fmla="*/ 457 w 1216"/>
              <a:gd name="T71" fmla="*/ 1075 h 1249"/>
              <a:gd name="T72" fmla="*/ 720 w 1216"/>
              <a:gd name="T73" fmla="*/ 572 h 1249"/>
              <a:gd name="T74" fmla="*/ 658 w 1216"/>
              <a:gd name="T75" fmla="*/ 494 h 1249"/>
              <a:gd name="T76" fmla="*/ 611 w 1216"/>
              <a:gd name="T77" fmla="*/ 550 h 1249"/>
              <a:gd name="T78" fmla="*/ 584 w 1216"/>
              <a:gd name="T79" fmla="*/ 162 h 1249"/>
              <a:gd name="T80" fmla="*/ 490 w 1216"/>
              <a:gd name="T81" fmla="*/ 644 h 1249"/>
              <a:gd name="T82" fmla="*/ 529 w 1216"/>
              <a:gd name="T83" fmla="*/ 437 h 1249"/>
              <a:gd name="T84" fmla="*/ 567 w 1216"/>
              <a:gd name="T85" fmla="*/ 734 h 1249"/>
              <a:gd name="T86" fmla="*/ 731 w 1216"/>
              <a:gd name="T87" fmla="*/ 681 h 1249"/>
              <a:gd name="T88" fmla="*/ 784 w 1216"/>
              <a:gd name="T89" fmla="*/ 762 h 1249"/>
              <a:gd name="T90" fmla="*/ 823 w 1216"/>
              <a:gd name="T91" fmla="*/ 609 h 1249"/>
              <a:gd name="T92" fmla="*/ 880 w 1216"/>
              <a:gd name="T93" fmla="*/ 121 h 1249"/>
              <a:gd name="T94" fmla="*/ 919 w 1216"/>
              <a:gd name="T95" fmla="*/ 205 h 1249"/>
              <a:gd name="T96" fmla="*/ 809 w 1216"/>
              <a:gd name="T97" fmla="*/ 1015 h 1249"/>
              <a:gd name="T98" fmla="*/ 1041 w 1216"/>
              <a:gd name="T99" fmla="*/ 247 h 1249"/>
              <a:gd name="T100" fmla="*/ 1024 w 1216"/>
              <a:gd name="T101" fmla="*/ 152 h 1249"/>
              <a:gd name="T102" fmla="*/ 1051 w 1216"/>
              <a:gd name="T103" fmla="*/ 248 h 1249"/>
              <a:gd name="T104" fmla="*/ 16 w 1216"/>
              <a:gd name="T105" fmla="*/ 554 h 1249"/>
              <a:gd name="T106" fmla="*/ 878 w 1216"/>
              <a:gd name="T107" fmla="*/ 660 h 1249"/>
              <a:gd name="T108" fmla="*/ 60 w 1216"/>
              <a:gd name="T109" fmla="*/ 689 h 1249"/>
              <a:gd name="T110" fmla="*/ 798 w 1216"/>
              <a:gd name="T111" fmla="*/ 805 h 1249"/>
              <a:gd name="T112" fmla="*/ 97 w 1216"/>
              <a:gd name="T113" fmla="*/ 854 h 1249"/>
              <a:gd name="T114" fmla="*/ 747 w 1216"/>
              <a:gd name="T115" fmla="*/ 809 h 1249"/>
              <a:gd name="T116" fmla="*/ 789 w 1216"/>
              <a:gd name="T117" fmla="*/ 863 h 1249"/>
              <a:gd name="T118" fmla="*/ 885 w 1216"/>
              <a:gd name="T119" fmla="*/ 906 h 1249"/>
              <a:gd name="T120" fmla="*/ 670 w 1216"/>
              <a:gd name="T121" fmla="*/ 1041 h 1249"/>
              <a:gd name="T122" fmla="*/ 932 w 1216"/>
              <a:gd name="T123" fmla="*/ 685 h 1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216" h="1249">
                <a:moveTo>
                  <a:pt x="575" y="11"/>
                </a:moveTo>
                <a:cubicBezTo>
                  <a:pt x="573" y="12"/>
                  <a:pt x="569" y="12"/>
                  <a:pt x="568" y="14"/>
                </a:cubicBezTo>
                <a:cubicBezTo>
                  <a:pt x="571" y="14"/>
                  <a:pt x="574" y="13"/>
                  <a:pt x="575" y="11"/>
                </a:cubicBezTo>
                <a:close/>
                <a:moveTo>
                  <a:pt x="487" y="32"/>
                </a:moveTo>
                <a:cubicBezTo>
                  <a:pt x="488" y="37"/>
                  <a:pt x="482" y="33"/>
                  <a:pt x="482" y="36"/>
                </a:cubicBezTo>
                <a:cubicBezTo>
                  <a:pt x="488" y="36"/>
                  <a:pt x="498" y="36"/>
                  <a:pt x="505" y="33"/>
                </a:cubicBezTo>
                <a:cubicBezTo>
                  <a:pt x="499" y="30"/>
                  <a:pt x="496" y="33"/>
                  <a:pt x="487" y="32"/>
                </a:cubicBezTo>
                <a:close/>
                <a:moveTo>
                  <a:pt x="440" y="34"/>
                </a:moveTo>
                <a:cubicBezTo>
                  <a:pt x="442" y="34"/>
                  <a:pt x="444" y="33"/>
                  <a:pt x="445" y="32"/>
                </a:cubicBezTo>
                <a:cubicBezTo>
                  <a:pt x="443" y="31"/>
                  <a:pt x="441" y="32"/>
                  <a:pt x="440" y="34"/>
                </a:cubicBezTo>
                <a:close/>
                <a:moveTo>
                  <a:pt x="452" y="43"/>
                </a:moveTo>
                <a:cubicBezTo>
                  <a:pt x="464" y="43"/>
                  <a:pt x="469" y="39"/>
                  <a:pt x="478" y="36"/>
                </a:cubicBezTo>
                <a:cubicBezTo>
                  <a:pt x="469" y="39"/>
                  <a:pt x="457" y="37"/>
                  <a:pt x="452" y="43"/>
                </a:cubicBezTo>
                <a:close/>
                <a:moveTo>
                  <a:pt x="361" y="42"/>
                </a:moveTo>
                <a:cubicBezTo>
                  <a:pt x="362" y="43"/>
                  <a:pt x="365" y="42"/>
                  <a:pt x="366" y="39"/>
                </a:cubicBezTo>
                <a:cubicBezTo>
                  <a:pt x="364" y="40"/>
                  <a:pt x="361" y="40"/>
                  <a:pt x="361" y="42"/>
                </a:cubicBezTo>
                <a:close/>
                <a:moveTo>
                  <a:pt x="440" y="47"/>
                </a:moveTo>
                <a:cubicBezTo>
                  <a:pt x="443" y="48"/>
                  <a:pt x="446" y="47"/>
                  <a:pt x="447" y="44"/>
                </a:cubicBezTo>
                <a:cubicBezTo>
                  <a:pt x="443" y="44"/>
                  <a:pt x="442" y="44"/>
                  <a:pt x="440" y="47"/>
                </a:cubicBezTo>
                <a:close/>
                <a:moveTo>
                  <a:pt x="430" y="52"/>
                </a:moveTo>
                <a:cubicBezTo>
                  <a:pt x="427" y="52"/>
                  <a:pt x="421" y="50"/>
                  <a:pt x="426" y="47"/>
                </a:cubicBezTo>
                <a:cubicBezTo>
                  <a:pt x="425" y="47"/>
                  <a:pt x="424" y="47"/>
                  <a:pt x="423" y="46"/>
                </a:cubicBezTo>
                <a:cubicBezTo>
                  <a:pt x="424" y="51"/>
                  <a:pt x="420" y="49"/>
                  <a:pt x="422" y="54"/>
                </a:cubicBezTo>
                <a:cubicBezTo>
                  <a:pt x="421" y="55"/>
                  <a:pt x="416" y="52"/>
                  <a:pt x="417" y="56"/>
                </a:cubicBezTo>
                <a:cubicBezTo>
                  <a:pt x="422" y="56"/>
                  <a:pt x="427" y="54"/>
                  <a:pt x="430" y="52"/>
                </a:cubicBezTo>
                <a:close/>
                <a:moveTo>
                  <a:pt x="344" y="51"/>
                </a:moveTo>
                <a:cubicBezTo>
                  <a:pt x="347" y="51"/>
                  <a:pt x="350" y="50"/>
                  <a:pt x="351" y="47"/>
                </a:cubicBezTo>
                <a:cubicBezTo>
                  <a:pt x="347" y="47"/>
                  <a:pt x="345" y="49"/>
                  <a:pt x="344" y="51"/>
                </a:cubicBezTo>
                <a:close/>
                <a:moveTo>
                  <a:pt x="349" y="57"/>
                </a:moveTo>
                <a:cubicBezTo>
                  <a:pt x="353" y="58"/>
                  <a:pt x="353" y="56"/>
                  <a:pt x="356" y="56"/>
                </a:cubicBezTo>
                <a:cubicBezTo>
                  <a:pt x="356" y="54"/>
                  <a:pt x="357" y="51"/>
                  <a:pt x="354" y="52"/>
                </a:cubicBezTo>
                <a:cubicBezTo>
                  <a:pt x="353" y="55"/>
                  <a:pt x="349" y="54"/>
                  <a:pt x="349" y="57"/>
                </a:cubicBezTo>
                <a:close/>
                <a:moveTo>
                  <a:pt x="327" y="62"/>
                </a:moveTo>
                <a:cubicBezTo>
                  <a:pt x="332" y="61"/>
                  <a:pt x="338" y="57"/>
                  <a:pt x="337" y="53"/>
                </a:cubicBezTo>
                <a:cubicBezTo>
                  <a:pt x="335" y="57"/>
                  <a:pt x="328" y="56"/>
                  <a:pt x="327" y="62"/>
                </a:cubicBezTo>
                <a:close/>
                <a:moveTo>
                  <a:pt x="340" y="65"/>
                </a:moveTo>
                <a:cubicBezTo>
                  <a:pt x="342" y="63"/>
                  <a:pt x="344" y="61"/>
                  <a:pt x="347" y="60"/>
                </a:cubicBezTo>
                <a:cubicBezTo>
                  <a:pt x="343" y="59"/>
                  <a:pt x="338" y="62"/>
                  <a:pt x="340" y="65"/>
                </a:cubicBezTo>
                <a:close/>
                <a:moveTo>
                  <a:pt x="322" y="65"/>
                </a:moveTo>
                <a:cubicBezTo>
                  <a:pt x="323" y="64"/>
                  <a:pt x="325" y="64"/>
                  <a:pt x="326" y="62"/>
                </a:cubicBezTo>
                <a:cubicBezTo>
                  <a:pt x="323" y="61"/>
                  <a:pt x="320" y="64"/>
                  <a:pt x="322" y="65"/>
                </a:cubicBezTo>
                <a:close/>
                <a:moveTo>
                  <a:pt x="869" y="87"/>
                </a:moveTo>
                <a:cubicBezTo>
                  <a:pt x="869" y="89"/>
                  <a:pt x="868" y="89"/>
                  <a:pt x="867" y="91"/>
                </a:cubicBezTo>
                <a:cubicBezTo>
                  <a:pt x="871" y="92"/>
                  <a:pt x="873" y="94"/>
                  <a:pt x="876" y="96"/>
                </a:cubicBezTo>
                <a:cubicBezTo>
                  <a:pt x="874" y="92"/>
                  <a:pt x="874" y="88"/>
                  <a:pt x="869" y="87"/>
                </a:cubicBezTo>
                <a:close/>
                <a:moveTo>
                  <a:pt x="375" y="103"/>
                </a:moveTo>
                <a:cubicBezTo>
                  <a:pt x="374" y="103"/>
                  <a:pt x="373" y="101"/>
                  <a:pt x="372" y="100"/>
                </a:cubicBezTo>
                <a:cubicBezTo>
                  <a:pt x="371" y="99"/>
                  <a:pt x="370" y="101"/>
                  <a:pt x="369" y="100"/>
                </a:cubicBezTo>
                <a:cubicBezTo>
                  <a:pt x="368" y="104"/>
                  <a:pt x="375" y="106"/>
                  <a:pt x="375" y="103"/>
                </a:cubicBezTo>
                <a:close/>
                <a:moveTo>
                  <a:pt x="373" y="106"/>
                </a:moveTo>
                <a:cubicBezTo>
                  <a:pt x="373" y="107"/>
                  <a:pt x="370" y="109"/>
                  <a:pt x="372" y="110"/>
                </a:cubicBezTo>
                <a:cubicBezTo>
                  <a:pt x="372" y="108"/>
                  <a:pt x="375" y="109"/>
                  <a:pt x="374" y="107"/>
                </a:cubicBezTo>
                <a:cubicBezTo>
                  <a:pt x="373" y="107"/>
                  <a:pt x="374" y="106"/>
                  <a:pt x="373" y="106"/>
                </a:cubicBezTo>
                <a:close/>
                <a:moveTo>
                  <a:pt x="984" y="113"/>
                </a:moveTo>
                <a:cubicBezTo>
                  <a:pt x="983" y="110"/>
                  <a:pt x="979" y="110"/>
                  <a:pt x="977" y="107"/>
                </a:cubicBezTo>
                <a:cubicBezTo>
                  <a:pt x="975" y="111"/>
                  <a:pt x="981" y="111"/>
                  <a:pt x="984" y="113"/>
                </a:cubicBezTo>
                <a:close/>
                <a:moveTo>
                  <a:pt x="902" y="124"/>
                </a:moveTo>
                <a:cubicBezTo>
                  <a:pt x="908" y="121"/>
                  <a:pt x="911" y="128"/>
                  <a:pt x="913" y="133"/>
                </a:cubicBezTo>
                <a:cubicBezTo>
                  <a:pt x="925" y="129"/>
                  <a:pt x="926" y="148"/>
                  <a:pt x="933" y="139"/>
                </a:cubicBezTo>
                <a:cubicBezTo>
                  <a:pt x="930" y="131"/>
                  <a:pt x="918" y="131"/>
                  <a:pt x="914" y="124"/>
                </a:cubicBezTo>
                <a:cubicBezTo>
                  <a:pt x="907" y="126"/>
                  <a:pt x="901" y="115"/>
                  <a:pt x="897" y="119"/>
                </a:cubicBezTo>
                <a:cubicBezTo>
                  <a:pt x="898" y="121"/>
                  <a:pt x="902" y="121"/>
                  <a:pt x="902" y="124"/>
                </a:cubicBezTo>
                <a:close/>
                <a:moveTo>
                  <a:pt x="334" y="125"/>
                </a:moveTo>
                <a:cubicBezTo>
                  <a:pt x="334" y="123"/>
                  <a:pt x="338" y="124"/>
                  <a:pt x="337" y="121"/>
                </a:cubicBezTo>
                <a:cubicBezTo>
                  <a:pt x="335" y="121"/>
                  <a:pt x="333" y="121"/>
                  <a:pt x="334" y="118"/>
                </a:cubicBezTo>
                <a:cubicBezTo>
                  <a:pt x="329" y="117"/>
                  <a:pt x="328" y="122"/>
                  <a:pt x="326" y="124"/>
                </a:cubicBezTo>
                <a:cubicBezTo>
                  <a:pt x="329" y="126"/>
                  <a:pt x="331" y="119"/>
                  <a:pt x="334" y="125"/>
                </a:cubicBezTo>
                <a:close/>
                <a:moveTo>
                  <a:pt x="893" y="134"/>
                </a:moveTo>
                <a:cubicBezTo>
                  <a:pt x="892" y="130"/>
                  <a:pt x="888" y="127"/>
                  <a:pt x="885" y="128"/>
                </a:cubicBezTo>
                <a:cubicBezTo>
                  <a:pt x="886" y="132"/>
                  <a:pt x="890" y="132"/>
                  <a:pt x="893" y="134"/>
                </a:cubicBezTo>
                <a:close/>
                <a:moveTo>
                  <a:pt x="323" y="128"/>
                </a:moveTo>
                <a:cubicBezTo>
                  <a:pt x="320" y="128"/>
                  <a:pt x="319" y="129"/>
                  <a:pt x="318" y="131"/>
                </a:cubicBezTo>
                <a:cubicBezTo>
                  <a:pt x="321" y="131"/>
                  <a:pt x="323" y="131"/>
                  <a:pt x="323" y="128"/>
                </a:cubicBezTo>
                <a:close/>
                <a:moveTo>
                  <a:pt x="364" y="128"/>
                </a:moveTo>
                <a:cubicBezTo>
                  <a:pt x="362" y="129"/>
                  <a:pt x="359" y="130"/>
                  <a:pt x="357" y="131"/>
                </a:cubicBezTo>
                <a:cubicBezTo>
                  <a:pt x="361" y="131"/>
                  <a:pt x="363" y="131"/>
                  <a:pt x="364" y="128"/>
                </a:cubicBezTo>
                <a:close/>
                <a:moveTo>
                  <a:pt x="328" y="138"/>
                </a:moveTo>
                <a:cubicBezTo>
                  <a:pt x="325" y="138"/>
                  <a:pt x="324" y="139"/>
                  <a:pt x="322" y="141"/>
                </a:cubicBezTo>
                <a:cubicBezTo>
                  <a:pt x="326" y="141"/>
                  <a:pt x="327" y="139"/>
                  <a:pt x="328" y="138"/>
                </a:cubicBezTo>
                <a:close/>
                <a:moveTo>
                  <a:pt x="988" y="190"/>
                </a:moveTo>
                <a:cubicBezTo>
                  <a:pt x="981" y="186"/>
                  <a:pt x="984" y="183"/>
                  <a:pt x="976" y="180"/>
                </a:cubicBezTo>
                <a:cubicBezTo>
                  <a:pt x="976" y="183"/>
                  <a:pt x="978" y="182"/>
                  <a:pt x="976" y="184"/>
                </a:cubicBezTo>
                <a:cubicBezTo>
                  <a:pt x="983" y="183"/>
                  <a:pt x="982" y="193"/>
                  <a:pt x="988" y="190"/>
                </a:cubicBezTo>
                <a:close/>
                <a:moveTo>
                  <a:pt x="1004" y="185"/>
                </a:moveTo>
                <a:cubicBezTo>
                  <a:pt x="1003" y="184"/>
                  <a:pt x="1002" y="182"/>
                  <a:pt x="1002" y="180"/>
                </a:cubicBezTo>
                <a:cubicBezTo>
                  <a:pt x="1000" y="181"/>
                  <a:pt x="996" y="179"/>
                  <a:pt x="995" y="181"/>
                </a:cubicBezTo>
                <a:cubicBezTo>
                  <a:pt x="998" y="182"/>
                  <a:pt x="1000" y="188"/>
                  <a:pt x="1004" y="185"/>
                </a:cubicBezTo>
                <a:close/>
                <a:moveTo>
                  <a:pt x="998" y="192"/>
                </a:moveTo>
                <a:cubicBezTo>
                  <a:pt x="998" y="191"/>
                  <a:pt x="999" y="191"/>
                  <a:pt x="999" y="191"/>
                </a:cubicBezTo>
                <a:cubicBezTo>
                  <a:pt x="999" y="185"/>
                  <a:pt x="995" y="185"/>
                  <a:pt x="992" y="187"/>
                </a:cubicBezTo>
                <a:cubicBezTo>
                  <a:pt x="993" y="187"/>
                  <a:pt x="993" y="189"/>
                  <a:pt x="992" y="190"/>
                </a:cubicBezTo>
                <a:cubicBezTo>
                  <a:pt x="995" y="190"/>
                  <a:pt x="995" y="193"/>
                  <a:pt x="998" y="192"/>
                </a:cubicBezTo>
                <a:close/>
                <a:moveTo>
                  <a:pt x="1003" y="194"/>
                </a:moveTo>
                <a:cubicBezTo>
                  <a:pt x="1002" y="194"/>
                  <a:pt x="1001" y="194"/>
                  <a:pt x="1000" y="193"/>
                </a:cubicBezTo>
                <a:cubicBezTo>
                  <a:pt x="1001" y="196"/>
                  <a:pt x="1004" y="197"/>
                  <a:pt x="1006" y="199"/>
                </a:cubicBezTo>
                <a:cubicBezTo>
                  <a:pt x="1007" y="197"/>
                  <a:pt x="1006" y="193"/>
                  <a:pt x="1003" y="192"/>
                </a:cubicBezTo>
                <a:lnTo>
                  <a:pt x="1003" y="194"/>
                </a:lnTo>
                <a:close/>
                <a:moveTo>
                  <a:pt x="1091" y="232"/>
                </a:moveTo>
                <a:cubicBezTo>
                  <a:pt x="1092" y="230"/>
                  <a:pt x="1098" y="234"/>
                  <a:pt x="1099" y="232"/>
                </a:cubicBezTo>
                <a:cubicBezTo>
                  <a:pt x="1095" y="230"/>
                  <a:pt x="1095" y="224"/>
                  <a:pt x="1092" y="222"/>
                </a:cubicBezTo>
                <a:cubicBezTo>
                  <a:pt x="1092" y="225"/>
                  <a:pt x="1090" y="227"/>
                  <a:pt x="1089" y="228"/>
                </a:cubicBezTo>
                <a:cubicBezTo>
                  <a:pt x="1090" y="229"/>
                  <a:pt x="1090" y="232"/>
                  <a:pt x="1091" y="232"/>
                </a:cubicBezTo>
                <a:close/>
                <a:moveTo>
                  <a:pt x="1050" y="236"/>
                </a:moveTo>
                <a:cubicBezTo>
                  <a:pt x="1049" y="237"/>
                  <a:pt x="1049" y="238"/>
                  <a:pt x="1049" y="240"/>
                </a:cubicBezTo>
                <a:cubicBezTo>
                  <a:pt x="1053" y="239"/>
                  <a:pt x="1053" y="242"/>
                  <a:pt x="1056" y="242"/>
                </a:cubicBezTo>
                <a:cubicBezTo>
                  <a:pt x="1056" y="239"/>
                  <a:pt x="1052" y="238"/>
                  <a:pt x="1050" y="236"/>
                </a:cubicBezTo>
                <a:close/>
                <a:moveTo>
                  <a:pt x="1116" y="265"/>
                </a:moveTo>
                <a:cubicBezTo>
                  <a:pt x="1116" y="262"/>
                  <a:pt x="1114" y="261"/>
                  <a:pt x="1112" y="259"/>
                </a:cubicBezTo>
                <a:cubicBezTo>
                  <a:pt x="1110" y="263"/>
                  <a:pt x="1113" y="264"/>
                  <a:pt x="1116" y="265"/>
                </a:cubicBezTo>
                <a:close/>
                <a:moveTo>
                  <a:pt x="1135" y="273"/>
                </a:moveTo>
                <a:cubicBezTo>
                  <a:pt x="1135" y="269"/>
                  <a:pt x="1133" y="268"/>
                  <a:pt x="1130" y="267"/>
                </a:cubicBezTo>
                <a:cubicBezTo>
                  <a:pt x="1130" y="271"/>
                  <a:pt x="1132" y="273"/>
                  <a:pt x="1135" y="273"/>
                </a:cubicBezTo>
                <a:close/>
                <a:moveTo>
                  <a:pt x="1140" y="286"/>
                </a:moveTo>
                <a:cubicBezTo>
                  <a:pt x="1140" y="285"/>
                  <a:pt x="1139" y="284"/>
                  <a:pt x="1139" y="283"/>
                </a:cubicBezTo>
                <a:cubicBezTo>
                  <a:pt x="1137" y="283"/>
                  <a:pt x="1138" y="284"/>
                  <a:pt x="1136" y="283"/>
                </a:cubicBezTo>
                <a:cubicBezTo>
                  <a:pt x="1136" y="285"/>
                  <a:pt x="1138" y="286"/>
                  <a:pt x="1140" y="286"/>
                </a:cubicBezTo>
                <a:close/>
                <a:moveTo>
                  <a:pt x="1153" y="305"/>
                </a:moveTo>
                <a:cubicBezTo>
                  <a:pt x="1153" y="301"/>
                  <a:pt x="1151" y="301"/>
                  <a:pt x="1150" y="299"/>
                </a:cubicBezTo>
                <a:cubicBezTo>
                  <a:pt x="1148" y="302"/>
                  <a:pt x="1151" y="303"/>
                  <a:pt x="1153" y="305"/>
                </a:cubicBezTo>
                <a:close/>
                <a:moveTo>
                  <a:pt x="95" y="499"/>
                </a:moveTo>
                <a:cubicBezTo>
                  <a:pt x="96" y="499"/>
                  <a:pt x="97" y="499"/>
                  <a:pt x="98" y="498"/>
                </a:cubicBezTo>
                <a:cubicBezTo>
                  <a:pt x="98" y="497"/>
                  <a:pt x="98" y="495"/>
                  <a:pt x="95" y="495"/>
                </a:cubicBezTo>
                <a:cubicBezTo>
                  <a:pt x="96" y="497"/>
                  <a:pt x="94" y="497"/>
                  <a:pt x="95" y="499"/>
                </a:cubicBezTo>
                <a:close/>
                <a:moveTo>
                  <a:pt x="92" y="504"/>
                </a:moveTo>
                <a:cubicBezTo>
                  <a:pt x="91" y="507"/>
                  <a:pt x="91" y="511"/>
                  <a:pt x="94" y="512"/>
                </a:cubicBezTo>
                <a:cubicBezTo>
                  <a:pt x="95" y="510"/>
                  <a:pt x="94" y="506"/>
                  <a:pt x="92" y="504"/>
                </a:cubicBezTo>
                <a:close/>
                <a:moveTo>
                  <a:pt x="130" y="521"/>
                </a:moveTo>
                <a:cubicBezTo>
                  <a:pt x="130" y="520"/>
                  <a:pt x="131" y="520"/>
                  <a:pt x="132" y="521"/>
                </a:cubicBezTo>
                <a:cubicBezTo>
                  <a:pt x="132" y="519"/>
                  <a:pt x="132" y="517"/>
                  <a:pt x="130" y="517"/>
                </a:cubicBezTo>
                <a:cubicBezTo>
                  <a:pt x="130" y="518"/>
                  <a:pt x="127" y="520"/>
                  <a:pt x="130" y="521"/>
                </a:cubicBezTo>
                <a:close/>
                <a:moveTo>
                  <a:pt x="61" y="536"/>
                </a:moveTo>
                <a:cubicBezTo>
                  <a:pt x="63" y="534"/>
                  <a:pt x="62" y="530"/>
                  <a:pt x="60" y="528"/>
                </a:cubicBezTo>
                <a:cubicBezTo>
                  <a:pt x="61" y="530"/>
                  <a:pt x="59" y="535"/>
                  <a:pt x="61" y="536"/>
                </a:cubicBezTo>
                <a:close/>
                <a:moveTo>
                  <a:pt x="84" y="583"/>
                </a:moveTo>
                <a:cubicBezTo>
                  <a:pt x="86" y="583"/>
                  <a:pt x="87" y="582"/>
                  <a:pt x="88" y="583"/>
                </a:cubicBezTo>
                <a:cubicBezTo>
                  <a:pt x="93" y="568"/>
                  <a:pt x="93" y="553"/>
                  <a:pt x="98" y="536"/>
                </a:cubicBezTo>
                <a:cubicBezTo>
                  <a:pt x="97" y="535"/>
                  <a:pt x="98" y="533"/>
                  <a:pt x="96" y="532"/>
                </a:cubicBezTo>
                <a:cubicBezTo>
                  <a:pt x="94" y="546"/>
                  <a:pt x="83" y="557"/>
                  <a:pt x="87" y="569"/>
                </a:cubicBezTo>
                <a:cubicBezTo>
                  <a:pt x="84" y="572"/>
                  <a:pt x="83" y="579"/>
                  <a:pt x="84" y="583"/>
                </a:cubicBezTo>
                <a:close/>
                <a:moveTo>
                  <a:pt x="117" y="552"/>
                </a:moveTo>
                <a:cubicBezTo>
                  <a:pt x="117" y="555"/>
                  <a:pt x="116" y="556"/>
                  <a:pt x="117" y="560"/>
                </a:cubicBezTo>
                <a:cubicBezTo>
                  <a:pt x="119" y="560"/>
                  <a:pt x="118" y="552"/>
                  <a:pt x="117" y="552"/>
                </a:cubicBezTo>
                <a:close/>
                <a:moveTo>
                  <a:pt x="963" y="552"/>
                </a:moveTo>
                <a:cubicBezTo>
                  <a:pt x="963" y="558"/>
                  <a:pt x="964" y="562"/>
                  <a:pt x="963" y="566"/>
                </a:cubicBezTo>
                <a:cubicBezTo>
                  <a:pt x="968" y="565"/>
                  <a:pt x="967" y="553"/>
                  <a:pt x="963" y="552"/>
                </a:cubicBezTo>
                <a:close/>
                <a:moveTo>
                  <a:pt x="117" y="573"/>
                </a:moveTo>
                <a:cubicBezTo>
                  <a:pt x="116" y="576"/>
                  <a:pt x="117" y="577"/>
                  <a:pt x="119" y="578"/>
                </a:cubicBezTo>
                <a:cubicBezTo>
                  <a:pt x="119" y="576"/>
                  <a:pt x="120" y="574"/>
                  <a:pt x="121" y="573"/>
                </a:cubicBezTo>
                <a:cubicBezTo>
                  <a:pt x="118" y="572"/>
                  <a:pt x="118" y="574"/>
                  <a:pt x="117" y="573"/>
                </a:cubicBezTo>
                <a:close/>
                <a:moveTo>
                  <a:pt x="926" y="599"/>
                </a:moveTo>
                <a:cubicBezTo>
                  <a:pt x="925" y="599"/>
                  <a:pt x="925" y="597"/>
                  <a:pt x="925" y="596"/>
                </a:cubicBezTo>
                <a:cubicBezTo>
                  <a:pt x="924" y="596"/>
                  <a:pt x="923" y="595"/>
                  <a:pt x="923" y="596"/>
                </a:cubicBezTo>
                <a:cubicBezTo>
                  <a:pt x="924" y="597"/>
                  <a:pt x="923" y="598"/>
                  <a:pt x="923" y="599"/>
                </a:cubicBezTo>
                <a:cubicBezTo>
                  <a:pt x="924" y="598"/>
                  <a:pt x="926" y="602"/>
                  <a:pt x="926" y="599"/>
                </a:cubicBezTo>
                <a:close/>
                <a:moveTo>
                  <a:pt x="107" y="596"/>
                </a:moveTo>
                <a:cubicBezTo>
                  <a:pt x="103" y="603"/>
                  <a:pt x="106" y="621"/>
                  <a:pt x="112" y="617"/>
                </a:cubicBezTo>
                <a:cubicBezTo>
                  <a:pt x="110" y="610"/>
                  <a:pt x="111" y="598"/>
                  <a:pt x="107" y="596"/>
                </a:cubicBezTo>
                <a:close/>
                <a:moveTo>
                  <a:pt x="42" y="612"/>
                </a:moveTo>
                <a:cubicBezTo>
                  <a:pt x="40" y="619"/>
                  <a:pt x="37" y="634"/>
                  <a:pt x="42" y="640"/>
                </a:cubicBezTo>
                <a:cubicBezTo>
                  <a:pt x="43" y="630"/>
                  <a:pt x="43" y="618"/>
                  <a:pt x="42" y="612"/>
                </a:cubicBezTo>
                <a:close/>
                <a:moveTo>
                  <a:pt x="923" y="619"/>
                </a:moveTo>
                <a:cubicBezTo>
                  <a:pt x="922" y="617"/>
                  <a:pt x="925" y="614"/>
                  <a:pt x="923" y="612"/>
                </a:cubicBezTo>
                <a:cubicBezTo>
                  <a:pt x="923" y="615"/>
                  <a:pt x="920" y="618"/>
                  <a:pt x="923" y="619"/>
                </a:cubicBezTo>
                <a:close/>
                <a:moveTo>
                  <a:pt x="927" y="613"/>
                </a:moveTo>
                <a:cubicBezTo>
                  <a:pt x="927" y="616"/>
                  <a:pt x="925" y="618"/>
                  <a:pt x="924" y="621"/>
                </a:cubicBezTo>
                <a:cubicBezTo>
                  <a:pt x="927" y="621"/>
                  <a:pt x="930" y="614"/>
                  <a:pt x="927" y="613"/>
                </a:cubicBezTo>
                <a:close/>
                <a:moveTo>
                  <a:pt x="25" y="624"/>
                </a:moveTo>
                <a:cubicBezTo>
                  <a:pt x="25" y="619"/>
                  <a:pt x="26" y="618"/>
                  <a:pt x="22" y="617"/>
                </a:cubicBezTo>
                <a:cubicBezTo>
                  <a:pt x="21" y="618"/>
                  <a:pt x="20" y="619"/>
                  <a:pt x="17" y="618"/>
                </a:cubicBezTo>
                <a:cubicBezTo>
                  <a:pt x="17" y="623"/>
                  <a:pt x="19" y="624"/>
                  <a:pt x="21" y="626"/>
                </a:cubicBezTo>
                <a:cubicBezTo>
                  <a:pt x="21" y="624"/>
                  <a:pt x="24" y="625"/>
                  <a:pt x="25" y="624"/>
                </a:cubicBezTo>
                <a:close/>
                <a:moveTo>
                  <a:pt x="923" y="625"/>
                </a:moveTo>
                <a:cubicBezTo>
                  <a:pt x="922" y="632"/>
                  <a:pt x="921" y="635"/>
                  <a:pt x="920" y="643"/>
                </a:cubicBezTo>
                <a:cubicBezTo>
                  <a:pt x="923" y="638"/>
                  <a:pt x="927" y="629"/>
                  <a:pt x="923" y="625"/>
                </a:cubicBezTo>
                <a:close/>
                <a:moveTo>
                  <a:pt x="875" y="626"/>
                </a:moveTo>
                <a:cubicBezTo>
                  <a:pt x="875" y="632"/>
                  <a:pt x="872" y="634"/>
                  <a:pt x="872" y="639"/>
                </a:cubicBezTo>
                <a:cubicBezTo>
                  <a:pt x="877" y="639"/>
                  <a:pt x="878" y="628"/>
                  <a:pt x="875" y="626"/>
                </a:cubicBezTo>
                <a:close/>
                <a:moveTo>
                  <a:pt x="52" y="629"/>
                </a:moveTo>
                <a:cubicBezTo>
                  <a:pt x="50" y="630"/>
                  <a:pt x="51" y="636"/>
                  <a:pt x="53" y="636"/>
                </a:cubicBezTo>
                <a:cubicBezTo>
                  <a:pt x="53" y="633"/>
                  <a:pt x="53" y="631"/>
                  <a:pt x="52" y="629"/>
                </a:cubicBezTo>
                <a:close/>
                <a:moveTo>
                  <a:pt x="121" y="632"/>
                </a:moveTo>
                <a:cubicBezTo>
                  <a:pt x="119" y="634"/>
                  <a:pt x="119" y="640"/>
                  <a:pt x="122" y="639"/>
                </a:cubicBezTo>
                <a:cubicBezTo>
                  <a:pt x="122" y="637"/>
                  <a:pt x="123" y="633"/>
                  <a:pt x="121" y="632"/>
                </a:cubicBezTo>
                <a:close/>
                <a:moveTo>
                  <a:pt x="21" y="643"/>
                </a:moveTo>
                <a:cubicBezTo>
                  <a:pt x="20" y="641"/>
                  <a:pt x="21" y="638"/>
                  <a:pt x="18" y="638"/>
                </a:cubicBezTo>
                <a:cubicBezTo>
                  <a:pt x="18" y="640"/>
                  <a:pt x="18" y="643"/>
                  <a:pt x="21" y="643"/>
                </a:cubicBezTo>
                <a:close/>
                <a:moveTo>
                  <a:pt x="65" y="653"/>
                </a:moveTo>
                <a:cubicBezTo>
                  <a:pt x="65" y="652"/>
                  <a:pt x="66" y="646"/>
                  <a:pt x="65" y="646"/>
                </a:cubicBezTo>
                <a:cubicBezTo>
                  <a:pt x="64" y="646"/>
                  <a:pt x="63" y="652"/>
                  <a:pt x="65" y="653"/>
                </a:cubicBezTo>
                <a:close/>
                <a:moveTo>
                  <a:pt x="954" y="647"/>
                </a:moveTo>
                <a:cubicBezTo>
                  <a:pt x="954" y="650"/>
                  <a:pt x="951" y="653"/>
                  <a:pt x="953" y="654"/>
                </a:cubicBezTo>
                <a:cubicBezTo>
                  <a:pt x="953" y="653"/>
                  <a:pt x="956" y="649"/>
                  <a:pt x="954" y="647"/>
                </a:cubicBezTo>
                <a:close/>
                <a:moveTo>
                  <a:pt x="19" y="651"/>
                </a:moveTo>
                <a:cubicBezTo>
                  <a:pt x="19" y="657"/>
                  <a:pt x="18" y="660"/>
                  <a:pt x="21" y="664"/>
                </a:cubicBezTo>
                <a:cubicBezTo>
                  <a:pt x="19" y="659"/>
                  <a:pt x="22" y="654"/>
                  <a:pt x="19" y="651"/>
                </a:cubicBezTo>
                <a:close/>
                <a:moveTo>
                  <a:pt x="121" y="669"/>
                </a:moveTo>
                <a:cubicBezTo>
                  <a:pt x="122" y="672"/>
                  <a:pt x="118" y="677"/>
                  <a:pt x="122" y="677"/>
                </a:cubicBezTo>
                <a:cubicBezTo>
                  <a:pt x="120" y="675"/>
                  <a:pt x="126" y="670"/>
                  <a:pt x="121" y="669"/>
                </a:cubicBezTo>
                <a:close/>
                <a:moveTo>
                  <a:pt x="920" y="687"/>
                </a:moveTo>
                <a:cubicBezTo>
                  <a:pt x="924" y="686"/>
                  <a:pt x="927" y="676"/>
                  <a:pt x="924" y="674"/>
                </a:cubicBezTo>
                <a:cubicBezTo>
                  <a:pt x="922" y="677"/>
                  <a:pt x="919" y="683"/>
                  <a:pt x="920" y="687"/>
                </a:cubicBezTo>
                <a:close/>
                <a:moveTo>
                  <a:pt x="14" y="684"/>
                </a:moveTo>
                <a:cubicBezTo>
                  <a:pt x="10" y="684"/>
                  <a:pt x="13" y="676"/>
                  <a:pt x="9" y="676"/>
                </a:cubicBezTo>
                <a:cubicBezTo>
                  <a:pt x="9" y="679"/>
                  <a:pt x="11" y="680"/>
                  <a:pt x="10" y="683"/>
                </a:cubicBezTo>
                <a:cubicBezTo>
                  <a:pt x="11" y="683"/>
                  <a:pt x="13" y="686"/>
                  <a:pt x="14" y="684"/>
                </a:cubicBezTo>
                <a:close/>
                <a:moveTo>
                  <a:pt x="74" y="699"/>
                </a:moveTo>
                <a:cubicBezTo>
                  <a:pt x="80" y="695"/>
                  <a:pt x="74" y="682"/>
                  <a:pt x="74" y="679"/>
                </a:cubicBezTo>
                <a:cubicBezTo>
                  <a:pt x="73" y="683"/>
                  <a:pt x="72" y="687"/>
                  <a:pt x="72" y="692"/>
                </a:cubicBezTo>
                <a:cubicBezTo>
                  <a:pt x="76" y="691"/>
                  <a:pt x="74" y="696"/>
                  <a:pt x="74" y="699"/>
                </a:cubicBezTo>
                <a:close/>
                <a:moveTo>
                  <a:pt x="889" y="688"/>
                </a:moveTo>
                <a:cubicBezTo>
                  <a:pt x="890" y="686"/>
                  <a:pt x="892" y="682"/>
                  <a:pt x="890" y="681"/>
                </a:cubicBezTo>
                <a:cubicBezTo>
                  <a:pt x="890" y="682"/>
                  <a:pt x="888" y="687"/>
                  <a:pt x="889" y="688"/>
                </a:cubicBezTo>
                <a:close/>
                <a:moveTo>
                  <a:pt x="96" y="720"/>
                </a:moveTo>
                <a:cubicBezTo>
                  <a:pt x="94" y="732"/>
                  <a:pt x="96" y="741"/>
                  <a:pt x="98" y="752"/>
                </a:cubicBezTo>
                <a:cubicBezTo>
                  <a:pt x="98" y="751"/>
                  <a:pt x="100" y="749"/>
                  <a:pt x="100" y="751"/>
                </a:cubicBezTo>
                <a:cubicBezTo>
                  <a:pt x="101" y="755"/>
                  <a:pt x="97" y="751"/>
                  <a:pt x="98" y="754"/>
                </a:cubicBezTo>
                <a:cubicBezTo>
                  <a:pt x="99" y="756"/>
                  <a:pt x="99" y="758"/>
                  <a:pt x="101" y="759"/>
                </a:cubicBezTo>
                <a:cubicBezTo>
                  <a:pt x="104" y="748"/>
                  <a:pt x="99" y="738"/>
                  <a:pt x="102" y="731"/>
                </a:cubicBezTo>
                <a:cubicBezTo>
                  <a:pt x="98" y="730"/>
                  <a:pt x="99" y="723"/>
                  <a:pt x="96" y="720"/>
                </a:cubicBezTo>
                <a:close/>
                <a:moveTo>
                  <a:pt x="856" y="730"/>
                </a:moveTo>
                <a:cubicBezTo>
                  <a:pt x="855" y="733"/>
                  <a:pt x="851" y="734"/>
                  <a:pt x="850" y="738"/>
                </a:cubicBezTo>
                <a:cubicBezTo>
                  <a:pt x="854" y="736"/>
                  <a:pt x="858" y="735"/>
                  <a:pt x="859" y="734"/>
                </a:cubicBezTo>
                <a:cubicBezTo>
                  <a:pt x="858" y="734"/>
                  <a:pt x="859" y="730"/>
                  <a:pt x="856" y="730"/>
                </a:cubicBezTo>
                <a:close/>
                <a:moveTo>
                  <a:pt x="78" y="747"/>
                </a:moveTo>
                <a:cubicBezTo>
                  <a:pt x="78" y="744"/>
                  <a:pt x="76" y="737"/>
                  <a:pt x="73" y="739"/>
                </a:cubicBezTo>
                <a:cubicBezTo>
                  <a:pt x="75" y="741"/>
                  <a:pt x="76" y="743"/>
                  <a:pt x="77" y="745"/>
                </a:cubicBezTo>
                <a:cubicBezTo>
                  <a:pt x="75" y="745"/>
                  <a:pt x="73" y="749"/>
                  <a:pt x="75" y="750"/>
                </a:cubicBezTo>
                <a:cubicBezTo>
                  <a:pt x="74" y="747"/>
                  <a:pt x="78" y="749"/>
                  <a:pt x="78" y="747"/>
                </a:cubicBezTo>
                <a:close/>
                <a:moveTo>
                  <a:pt x="108" y="738"/>
                </a:moveTo>
                <a:cubicBezTo>
                  <a:pt x="108" y="746"/>
                  <a:pt x="110" y="752"/>
                  <a:pt x="113" y="757"/>
                </a:cubicBezTo>
                <a:cubicBezTo>
                  <a:pt x="113" y="751"/>
                  <a:pt x="113" y="749"/>
                  <a:pt x="113" y="743"/>
                </a:cubicBezTo>
                <a:cubicBezTo>
                  <a:pt x="109" y="745"/>
                  <a:pt x="111" y="740"/>
                  <a:pt x="108" y="738"/>
                </a:cubicBezTo>
                <a:close/>
                <a:moveTo>
                  <a:pt x="5" y="752"/>
                </a:moveTo>
                <a:cubicBezTo>
                  <a:pt x="4" y="749"/>
                  <a:pt x="2" y="746"/>
                  <a:pt x="0" y="744"/>
                </a:cubicBezTo>
                <a:cubicBezTo>
                  <a:pt x="0" y="752"/>
                  <a:pt x="0" y="752"/>
                  <a:pt x="0" y="752"/>
                </a:cubicBezTo>
                <a:cubicBezTo>
                  <a:pt x="3" y="751"/>
                  <a:pt x="3" y="753"/>
                  <a:pt x="5" y="752"/>
                </a:cubicBezTo>
                <a:close/>
                <a:moveTo>
                  <a:pt x="87" y="753"/>
                </a:moveTo>
                <a:cubicBezTo>
                  <a:pt x="85" y="750"/>
                  <a:pt x="87" y="748"/>
                  <a:pt x="85" y="746"/>
                </a:cubicBezTo>
                <a:cubicBezTo>
                  <a:pt x="85" y="747"/>
                  <a:pt x="84" y="747"/>
                  <a:pt x="82" y="747"/>
                </a:cubicBezTo>
                <a:cubicBezTo>
                  <a:pt x="83" y="751"/>
                  <a:pt x="81" y="753"/>
                  <a:pt x="82" y="757"/>
                </a:cubicBezTo>
                <a:cubicBezTo>
                  <a:pt x="83" y="757"/>
                  <a:pt x="84" y="758"/>
                  <a:pt x="85" y="759"/>
                </a:cubicBezTo>
                <a:cubicBezTo>
                  <a:pt x="86" y="756"/>
                  <a:pt x="85" y="755"/>
                  <a:pt x="84" y="752"/>
                </a:cubicBezTo>
                <a:cubicBezTo>
                  <a:pt x="86" y="751"/>
                  <a:pt x="86" y="753"/>
                  <a:pt x="87" y="753"/>
                </a:cubicBezTo>
                <a:close/>
                <a:moveTo>
                  <a:pt x="6" y="759"/>
                </a:moveTo>
                <a:cubicBezTo>
                  <a:pt x="10" y="761"/>
                  <a:pt x="7" y="750"/>
                  <a:pt x="6" y="755"/>
                </a:cubicBezTo>
                <a:cubicBezTo>
                  <a:pt x="6" y="754"/>
                  <a:pt x="6" y="753"/>
                  <a:pt x="5" y="753"/>
                </a:cubicBezTo>
                <a:cubicBezTo>
                  <a:pt x="4" y="756"/>
                  <a:pt x="6" y="757"/>
                  <a:pt x="6" y="759"/>
                </a:cubicBezTo>
                <a:close/>
                <a:moveTo>
                  <a:pt x="66" y="754"/>
                </a:moveTo>
                <a:cubicBezTo>
                  <a:pt x="67" y="771"/>
                  <a:pt x="69" y="755"/>
                  <a:pt x="66" y="754"/>
                </a:cubicBezTo>
                <a:close/>
                <a:moveTo>
                  <a:pt x="4" y="765"/>
                </a:moveTo>
                <a:cubicBezTo>
                  <a:pt x="2" y="768"/>
                  <a:pt x="3" y="771"/>
                  <a:pt x="4" y="773"/>
                </a:cubicBezTo>
                <a:cubicBezTo>
                  <a:pt x="5" y="772"/>
                  <a:pt x="5" y="766"/>
                  <a:pt x="4" y="765"/>
                </a:cubicBezTo>
                <a:close/>
                <a:moveTo>
                  <a:pt x="902" y="777"/>
                </a:moveTo>
                <a:cubicBezTo>
                  <a:pt x="904" y="777"/>
                  <a:pt x="903" y="779"/>
                  <a:pt x="904" y="780"/>
                </a:cubicBezTo>
                <a:cubicBezTo>
                  <a:pt x="905" y="775"/>
                  <a:pt x="908" y="774"/>
                  <a:pt x="909" y="769"/>
                </a:cubicBezTo>
                <a:cubicBezTo>
                  <a:pt x="905" y="770"/>
                  <a:pt x="906" y="776"/>
                  <a:pt x="902" y="777"/>
                </a:cubicBezTo>
                <a:close/>
                <a:moveTo>
                  <a:pt x="67" y="779"/>
                </a:moveTo>
                <a:cubicBezTo>
                  <a:pt x="67" y="778"/>
                  <a:pt x="67" y="777"/>
                  <a:pt x="68" y="777"/>
                </a:cubicBezTo>
                <a:cubicBezTo>
                  <a:pt x="68" y="778"/>
                  <a:pt x="68" y="778"/>
                  <a:pt x="69" y="778"/>
                </a:cubicBezTo>
                <a:cubicBezTo>
                  <a:pt x="70" y="775"/>
                  <a:pt x="69" y="770"/>
                  <a:pt x="68" y="772"/>
                </a:cubicBezTo>
                <a:cubicBezTo>
                  <a:pt x="68" y="773"/>
                  <a:pt x="68" y="773"/>
                  <a:pt x="68" y="773"/>
                </a:cubicBezTo>
                <a:cubicBezTo>
                  <a:pt x="67" y="772"/>
                  <a:pt x="66" y="773"/>
                  <a:pt x="65" y="774"/>
                </a:cubicBezTo>
                <a:cubicBezTo>
                  <a:pt x="70" y="774"/>
                  <a:pt x="64" y="778"/>
                  <a:pt x="67" y="779"/>
                </a:cubicBezTo>
                <a:close/>
                <a:moveTo>
                  <a:pt x="81" y="772"/>
                </a:moveTo>
                <a:cubicBezTo>
                  <a:pt x="81" y="775"/>
                  <a:pt x="81" y="779"/>
                  <a:pt x="83" y="780"/>
                </a:cubicBezTo>
                <a:cubicBezTo>
                  <a:pt x="83" y="776"/>
                  <a:pt x="83" y="773"/>
                  <a:pt x="81" y="772"/>
                </a:cubicBezTo>
                <a:close/>
                <a:moveTo>
                  <a:pt x="71" y="785"/>
                </a:moveTo>
                <a:cubicBezTo>
                  <a:pt x="71" y="783"/>
                  <a:pt x="71" y="782"/>
                  <a:pt x="69" y="781"/>
                </a:cubicBezTo>
                <a:cubicBezTo>
                  <a:pt x="70" y="783"/>
                  <a:pt x="67" y="782"/>
                  <a:pt x="67" y="784"/>
                </a:cubicBezTo>
                <a:cubicBezTo>
                  <a:pt x="69" y="784"/>
                  <a:pt x="69" y="786"/>
                  <a:pt x="71" y="785"/>
                </a:cubicBezTo>
                <a:close/>
                <a:moveTo>
                  <a:pt x="137" y="815"/>
                </a:moveTo>
                <a:cubicBezTo>
                  <a:pt x="136" y="802"/>
                  <a:pt x="133" y="793"/>
                  <a:pt x="127" y="787"/>
                </a:cubicBezTo>
                <a:cubicBezTo>
                  <a:pt x="129" y="798"/>
                  <a:pt x="133" y="806"/>
                  <a:pt x="137" y="815"/>
                </a:cubicBezTo>
                <a:close/>
                <a:moveTo>
                  <a:pt x="724" y="810"/>
                </a:moveTo>
                <a:cubicBezTo>
                  <a:pt x="726" y="810"/>
                  <a:pt x="725" y="813"/>
                  <a:pt x="726" y="813"/>
                </a:cubicBezTo>
                <a:cubicBezTo>
                  <a:pt x="730" y="810"/>
                  <a:pt x="736" y="804"/>
                  <a:pt x="735" y="800"/>
                </a:cubicBezTo>
                <a:cubicBezTo>
                  <a:pt x="731" y="803"/>
                  <a:pt x="726" y="805"/>
                  <a:pt x="724" y="810"/>
                </a:cubicBezTo>
                <a:close/>
                <a:moveTo>
                  <a:pt x="157" y="816"/>
                </a:moveTo>
                <a:cubicBezTo>
                  <a:pt x="152" y="816"/>
                  <a:pt x="154" y="809"/>
                  <a:pt x="150" y="808"/>
                </a:cubicBezTo>
                <a:cubicBezTo>
                  <a:pt x="151" y="811"/>
                  <a:pt x="151" y="815"/>
                  <a:pt x="152" y="817"/>
                </a:cubicBezTo>
                <a:cubicBezTo>
                  <a:pt x="152" y="814"/>
                  <a:pt x="156" y="820"/>
                  <a:pt x="157" y="816"/>
                </a:cubicBezTo>
                <a:close/>
                <a:moveTo>
                  <a:pt x="847" y="824"/>
                </a:moveTo>
                <a:cubicBezTo>
                  <a:pt x="851" y="822"/>
                  <a:pt x="857" y="818"/>
                  <a:pt x="856" y="813"/>
                </a:cubicBezTo>
                <a:cubicBezTo>
                  <a:pt x="854" y="816"/>
                  <a:pt x="851" y="818"/>
                  <a:pt x="847" y="819"/>
                </a:cubicBezTo>
                <a:lnTo>
                  <a:pt x="847" y="824"/>
                </a:lnTo>
                <a:close/>
                <a:moveTo>
                  <a:pt x="828" y="823"/>
                </a:moveTo>
                <a:cubicBezTo>
                  <a:pt x="826" y="823"/>
                  <a:pt x="824" y="823"/>
                  <a:pt x="824" y="827"/>
                </a:cubicBezTo>
                <a:cubicBezTo>
                  <a:pt x="826" y="826"/>
                  <a:pt x="827" y="824"/>
                  <a:pt x="828" y="823"/>
                </a:cubicBezTo>
                <a:close/>
                <a:moveTo>
                  <a:pt x="627" y="834"/>
                </a:moveTo>
                <a:cubicBezTo>
                  <a:pt x="628" y="836"/>
                  <a:pt x="627" y="836"/>
                  <a:pt x="627" y="837"/>
                </a:cubicBezTo>
                <a:cubicBezTo>
                  <a:pt x="630" y="840"/>
                  <a:pt x="641" y="838"/>
                  <a:pt x="641" y="831"/>
                </a:cubicBezTo>
                <a:cubicBezTo>
                  <a:pt x="636" y="834"/>
                  <a:pt x="634" y="835"/>
                  <a:pt x="627" y="834"/>
                </a:cubicBezTo>
                <a:close/>
                <a:moveTo>
                  <a:pt x="881" y="850"/>
                </a:moveTo>
                <a:cubicBezTo>
                  <a:pt x="882" y="849"/>
                  <a:pt x="886" y="849"/>
                  <a:pt x="885" y="844"/>
                </a:cubicBezTo>
                <a:cubicBezTo>
                  <a:pt x="883" y="844"/>
                  <a:pt x="883" y="843"/>
                  <a:pt x="880" y="844"/>
                </a:cubicBezTo>
                <a:cubicBezTo>
                  <a:pt x="881" y="845"/>
                  <a:pt x="879" y="849"/>
                  <a:pt x="881" y="850"/>
                </a:cubicBezTo>
                <a:close/>
                <a:moveTo>
                  <a:pt x="868" y="850"/>
                </a:moveTo>
                <a:cubicBezTo>
                  <a:pt x="867" y="847"/>
                  <a:pt x="860" y="848"/>
                  <a:pt x="862" y="855"/>
                </a:cubicBezTo>
                <a:cubicBezTo>
                  <a:pt x="865" y="855"/>
                  <a:pt x="867" y="852"/>
                  <a:pt x="868" y="850"/>
                </a:cubicBezTo>
                <a:close/>
                <a:moveTo>
                  <a:pt x="130" y="849"/>
                </a:moveTo>
                <a:cubicBezTo>
                  <a:pt x="130" y="852"/>
                  <a:pt x="131" y="853"/>
                  <a:pt x="130" y="857"/>
                </a:cubicBezTo>
                <a:cubicBezTo>
                  <a:pt x="134" y="856"/>
                  <a:pt x="132" y="849"/>
                  <a:pt x="130" y="849"/>
                </a:cubicBezTo>
                <a:close/>
                <a:moveTo>
                  <a:pt x="684" y="851"/>
                </a:moveTo>
                <a:cubicBezTo>
                  <a:pt x="683" y="850"/>
                  <a:pt x="683" y="849"/>
                  <a:pt x="682" y="849"/>
                </a:cubicBezTo>
                <a:cubicBezTo>
                  <a:pt x="677" y="851"/>
                  <a:pt x="668" y="852"/>
                  <a:pt x="660" y="853"/>
                </a:cubicBezTo>
                <a:cubicBezTo>
                  <a:pt x="660" y="859"/>
                  <a:pt x="660" y="859"/>
                  <a:pt x="660" y="859"/>
                </a:cubicBezTo>
                <a:cubicBezTo>
                  <a:pt x="667" y="860"/>
                  <a:pt x="679" y="858"/>
                  <a:pt x="684" y="851"/>
                </a:cubicBezTo>
                <a:close/>
                <a:moveTo>
                  <a:pt x="732" y="865"/>
                </a:moveTo>
                <a:cubicBezTo>
                  <a:pt x="735" y="863"/>
                  <a:pt x="748" y="856"/>
                  <a:pt x="747" y="852"/>
                </a:cubicBezTo>
                <a:cubicBezTo>
                  <a:pt x="743" y="857"/>
                  <a:pt x="733" y="860"/>
                  <a:pt x="732" y="865"/>
                </a:cubicBezTo>
                <a:close/>
                <a:moveTo>
                  <a:pt x="169" y="853"/>
                </a:moveTo>
                <a:cubicBezTo>
                  <a:pt x="171" y="856"/>
                  <a:pt x="170" y="860"/>
                  <a:pt x="174" y="861"/>
                </a:cubicBezTo>
                <a:cubicBezTo>
                  <a:pt x="173" y="858"/>
                  <a:pt x="172" y="854"/>
                  <a:pt x="169" y="853"/>
                </a:cubicBezTo>
                <a:close/>
                <a:moveTo>
                  <a:pt x="848" y="853"/>
                </a:moveTo>
                <a:cubicBezTo>
                  <a:pt x="845" y="854"/>
                  <a:pt x="843" y="855"/>
                  <a:pt x="842" y="858"/>
                </a:cubicBezTo>
                <a:cubicBezTo>
                  <a:pt x="845" y="858"/>
                  <a:pt x="848" y="857"/>
                  <a:pt x="848" y="853"/>
                </a:cubicBezTo>
                <a:close/>
                <a:moveTo>
                  <a:pt x="658" y="854"/>
                </a:moveTo>
                <a:cubicBezTo>
                  <a:pt x="655" y="854"/>
                  <a:pt x="652" y="856"/>
                  <a:pt x="653" y="860"/>
                </a:cubicBezTo>
                <a:cubicBezTo>
                  <a:pt x="655" y="860"/>
                  <a:pt x="656" y="859"/>
                  <a:pt x="658" y="858"/>
                </a:cubicBezTo>
                <a:cubicBezTo>
                  <a:pt x="657" y="856"/>
                  <a:pt x="659" y="856"/>
                  <a:pt x="658" y="854"/>
                </a:cubicBezTo>
                <a:close/>
                <a:moveTo>
                  <a:pt x="99" y="865"/>
                </a:moveTo>
                <a:cubicBezTo>
                  <a:pt x="99" y="862"/>
                  <a:pt x="99" y="860"/>
                  <a:pt x="98" y="859"/>
                </a:cubicBezTo>
                <a:cubicBezTo>
                  <a:pt x="95" y="859"/>
                  <a:pt x="95" y="859"/>
                  <a:pt x="95" y="859"/>
                </a:cubicBezTo>
                <a:cubicBezTo>
                  <a:pt x="95" y="863"/>
                  <a:pt x="97" y="863"/>
                  <a:pt x="99" y="865"/>
                </a:cubicBezTo>
                <a:close/>
                <a:moveTo>
                  <a:pt x="841" y="859"/>
                </a:moveTo>
                <a:cubicBezTo>
                  <a:pt x="832" y="869"/>
                  <a:pt x="818" y="878"/>
                  <a:pt x="815" y="892"/>
                </a:cubicBezTo>
                <a:cubicBezTo>
                  <a:pt x="820" y="887"/>
                  <a:pt x="824" y="883"/>
                  <a:pt x="828" y="878"/>
                </a:cubicBezTo>
                <a:cubicBezTo>
                  <a:pt x="837" y="876"/>
                  <a:pt x="840" y="868"/>
                  <a:pt x="843" y="860"/>
                </a:cubicBezTo>
                <a:cubicBezTo>
                  <a:pt x="843" y="860"/>
                  <a:pt x="842" y="859"/>
                  <a:pt x="841" y="859"/>
                </a:cubicBezTo>
                <a:close/>
                <a:moveTo>
                  <a:pt x="65" y="868"/>
                </a:moveTo>
                <a:cubicBezTo>
                  <a:pt x="65" y="873"/>
                  <a:pt x="68" y="875"/>
                  <a:pt x="71" y="878"/>
                </a:cubicBezTo>
                <a:cubicBezTo>
                  <a:pt x="69" y="874"/>
                  <a:pt x="68" y="870"/>
                  <a:pt x="65" y="868"/>
                </a:cubicBezTo>
                <a:close/>
                <a:moveTo>
                  <a:pt x="678" y="875"/>
                </a:moveTo>
                <a:cubicBezTo>
                  <a:pt x="678" y="873"/>
                  <a:pt x="677" y="873"/>
                  <a:pt x="678" y="872"/>
                </a:cubicBezTo>
                <a:cubicBezTo>
                  <a:pt x="673" y="871"/>
                  <a:pt x="674" y="871"/>
                  <a:pt x="670" y="872"/>
                </a:cubicBezTo>
                <a:cubicBezTo>
                  <a:pt x="670" y="876"/>
                  <a:pt x="670" y="876"/>
                  <a:pt x="670" y="876"/>
                </a:cubicBezTo>
                <a:cubicBezTo>
                  <a:pt x="673" y="874"/>
                  <a:pt x="673" y="873"/>
                  <a:pt x="678" y="875"/>
                </a:cubicBezTo>
                <a:close/>
                <a:moveTo>
                  <a:pt x="634" y="881"/>
                </a:moveTo>
                <a:cubicBezTo>
                  <a:pt x="632" y="873"/>
                  <a:pt x="621" y="879"/>
                  <a:pt x="619" y="881"/>
                </a:cubicBezTo>
                <a:cubicBezTo>
                  <a:pt x="622" y="881"/>
                  <a:pt x="626" y="881"/>
                  <a:pt x="628" y="880"/>
                </a:cubicBezTo>
                <a:cubicBezTo>
                  <a:pt x="628" y="882"/>
                  <a:pt x="632" y="883"/>
                  <a:pt x="634" y="881"/>
                </a:cubicBezTo>
                <a:close/>
                <a:moveTo>
                  <a:pt x="109" y="881"/>
                </a:moveTo>
                <a:cubicBezTo>
                  <a:pt x="107" y="881"/>
                  <a:pt x="107" y="878"/>
                  <a:pt x="105" y="878"/>
                </a:cubicBezTo>
                <a:cubicBezTo>
                  <a:pt x="107" y="882"/>
                  <a:pt x="105" y="889"/>
                  <a:pt x="109" y="889"/>
                </a:cubicBezTo>
                <a:cubicBezTo>
                  <a:pt x="109" y="886"/>
                  <a:pt x="105" y="882"/>
                  <a:pt x="109" y="881"/>
                </a:cubicBezTo>
                <a:close/>
                <a:moveTo>
                  <a:pt x="48" y="885"/>
                </a:moveTo>
                <a:cubicBezTo>
                  <a:pt x="48" y="883"/>
                  <a:pt x="49" y="883"/>
                  <a:pt x="49" y="881"/>
                </a:cubicBezTo>
                <a:cubicBezTo>
                  <a:pt x="47" y="882"/>
                  <a:pt x="47" y="880"/>
                  <a:pt x="45" y="880"/>
                </a:cubicBezTo>
                <a:cubicBezTo>
                  <a:pt x="44" y="884"/>
                  <a:pt x="48" y="883"/>
                  <a:pt x="48" y="885"/>
                </a:cubicBezTo>
                <a:close/>
                <a:moveTo>
                  <a:pt x="8" y="892"/>
                </a:moveTo>
                <a:cubicBezTo>
                  <a:pt x="7" y="889"/>
                  <a:pt x="5" y="887"/>
                  <a:pt x="7" y="884"/>
                </a:cubicBezTo>
                <a:cubicBezTo>
                  <a:pt x="5" y="884"/>
                  <a:pt x="5" y="883"/>
                  <a:pt x="4" y="882"/>
                </a:cubicBezTo>
                <a:cubicBezTo>
                  <a:pt x="5" y="885"/>
                  <a:pt x="3" y="884"/>
                  <a:pt x="4" y="887"/>
                </a:cubicBezTo>
                <a:cubicBezTo>
                  <a:pt x="7" y="886"/>
                  <a:pt x="5" y="892"/>
                  <a:pt x="8" y="892"/>
                </a:cubicBezTo>
                <a:close/>
                <a:moveTo>
                  <a:pt x="715" y="897"/>
                </a:moveTo>
                <a:cubicBezTo>
                  <a:pt x="717" y="897"/>
                  <a:pt x="717" y="900"/>
                  <a:pt x="719" y="900"/>
                </a:cubicBezTo>
                <a:cubicBezTo>
                  <a:pt x="722" y="897"/>
                  <a:pt x="728" y="899"/>
                  <a:pt x="728" y="894"/>
                </a:cubicBezTo>
                <a:cubicBezTo>
                  <a:pt x="728" y="892"/>
                  <a:pt x="725" y="892"/>
                  <a:pt x="727" y="890"/>
                </a:cubicBezTo>
                <a:cubicBezTo>
                  <a:pt x="723" y="890"/>
                  <a:pt x="720" y="890"/>
                  <a:pt x="717" y="891"/>
                </a:cubicBezTo>
                <a:cubicBezTo>
                  <a:pt x="717" y="893"/>
                  <a:pt x="716" y="894"/>
                  <a:pt x="715" y="897"/>
                </a:cubicBezTo>
                <a:close/>
                <a:moveTo>
                  <a:pt x="822" y="896"/>
                </a:moveTo>
                <a:cubicBezTo>
                  <a:pt x="823" y="895"/>
                  <a:pt x="824" y="894"/>
                  <a:pt x="824" y="892"/>
                </a:cubicBezTo>
                <a:cubicBezTo>
                  <a:pt x="822" y="891"/>
                  <a:pt x="820" y="895"/>
                  <a:pt x="822" y="896"/>
                </a:cubicBezTo>
                <a:close/>
                <a:moveTo>
                  <a:pt x="898" y="894"/>
                </a:moveTo>
                <a:cubicBezTo>
                  <a:pt x="896" y="895"/>
                  <a:pt x="893" y="895"/>
                  <a:pt x="893" y="897"/>
                </a:cubicBezTo>
                <a:cubicBezTo>
                  <a:pt x="895" y="897"/>
                  <a:pt x="898" y="897"/>
                  <a:pt x="898" y="894"/>
                </a:cubicBezTo>
                <a:close/>
                <a:moveTo>
                  <a:pt x="676" y="910"/>
                </a:moveTo>
                <a:cubicBezTo>
                  <a:pt x="681" y="909"/>
                  <a:pt x="686" y="907"/>
                  <a:pt x="688" y="903"/>
                </a:cubicBezTo>
                <a:cubicBezTo>
                  <a:pt x="683" y="901"/>
                  <a:pt x="677" y="904"/>
                  <a:pt x="673" y="905"/>
                </a:cubicBezTo>
                <a:cubicBezTo>
                  <a:pt x="676" y="905"/>
                  <a:pt x="675" y="908"/>
                  <a:pt x="676" y="910"/>
                </a:cubicBezTo>
                <a:close/>
                <a:moveTo>
                  <a:pt x="196" y="910"/>
                </a:moveTo>
                <a:cubicBezTo>
                  <a:pt x="196" y="907"/>
                  <a:pt x="198" y="906"/>
                  <a:pt x="196" y="903"/>
                </a:cubicBezTo>
                <a:cubicBezTo>
                  <a:pt x="194" y="903"/>
                  <a:pt x="194" y="903"/>
                  <a:pt x="194" y="903"/>
                </a:cubicBezTo>
                <a:cubicBezTo>
                  <a:pt x="194" y="907"/>
                  <a:pt x="191" y="911"/>
                  <a:pt x="196" y="910"/>
                </a:cubicBezTo>
                <a:close/>
                <a:moveTo>
                  <a:pt x="132" y="906"/>
                </a:moveTo>
                <a:cubicBezTo>
                  <a:pt x="131" y="906"/>
                  <a:pt x="131" y="905"/>
                  <a:pt x="131" y="904"/>
                </a:cubicBezTo>
                <a:cubicBezTo>
                  <a:pt x="128" y="904"/>
                  <a:pt x="128" y="904"/>
                  <a:pt x="128" y="904"/>
                </a:cubicBezTo>
                <a:cubicBezTo>
                  <a:pt x="127" y="908"/>
                  <a:pt x="132" y="909"/>
                  <a:pt x="132" y="906"/>
                </a:cubicBezTo>
                <a:close/>
                <a:moveTo>
                  <a:pt x="867" y="905"/>
                </a:moveTo>
                <a:cubicBezTo>
                  <a:pt x="865" y="906"/>
                  <a:pt x="862" y="907"/>
                  <a:pt x="861" y="909"/>
                </a:cubicBezTo>
                <a:cubicBezTo>
                  <a:pt x="864" y="909"/>
                  <a:pt x="866" y="908"/>
                  <a:pt x="867" y="905"/>
                </a:cubicBezTo>
                <a:close/>
                <a:moveTo>
                  <a:pt x="745" y="910"/>
                </a:moveTo>
                <a:cubicBezTo>
                  <a:pt x="749" y="909"/>
                  <a:pt x="747" y="909"/>
                  <a:pt x="747" y="913"/>
                </a:cubicBezTo>
                <a:cubicBezTo>
                  <a:pt x="751" y="912"/>
                  <a:pt x="748" y="909"/>
                  <a:pt x="751" y="908"/>
                </a:cubicBezTo>
                <a:cubicBezTo>
                  <a:pt x="748" y="908"/>
                  <a:pt x="747" y="907"/>
                  <a:pt x="745" y="910"/>
                </a:cubicBezTo>
                <a:close/>
                <a:moveTo>
                  <a:pt x="134" y="912"/>
                </a:moveTo>
                <a:cubicBezTo>
                  <a:pt x="135" y="909"/>
                  <a:pt x="134" y="908"/>
                  <a:pt x="131" y="908"/>
                </a:cubicBezTo>
                <a:cubicBezTo>
                  <a:pt x="131" y="911"/>
                  <a:pt x="133" y="911"/>
                  <a:pt x="134" y="912"/>
                </a:cubicBezTo>
                <a:close/>
                <a:moveTo>
                  <a:pt x="598" y="914"/>
                </a:moveTo>
                <a:cubicBezTo>
                  <a:pt x="597" y="912"/>
                  <a:pt x="595" y="911"/>
                  <a:pt x="593" y="911"/>
                </a:cubicBezTo>
                <a:cubicBezTo>
                  <a:pt x="593" y="913"/>
                  <a:pt x="597" y="916"/>
                  <a:pt x="598" y="914"/>
                </a:cubicBezTo>
                <a:close/>
                <a:moveTo>
                  <a:pt x="105" y="927"/>
                </a:moveTo>
                <a:cubicBezTo>
                  <a:pt x="108" y="927"/>
                  <a:pt x="108" y="927"/>
                  <a:pt x="108" y="927"/>
                </a:cubicBezTo>
                <a:cubicBezTo>
                  <a:pt x="109" y="924"/>
                  <a:pt x="106" y="924"/>
                  <a:pt x="104" y="922"/>
                </a:cubicBezTo>
                <a:cubicBezTo>
                  <a:pt x="103" y="927"/>
                  <a:pt x="109" y="924"/>
                  <a:pt x="105" y="927"/>
                </a:cubicBezTo>
                <a:close/>
                <a:moveTo>
                  <a:pt x="761" y="929"/>
                </a:moveTo>
                <a:cubicBezTo>
                  <a:pt x="761" y="928"/>
                  <a:pt x="765" y="929"/>
                  <a:pt x="764" y="927"/>
                </a:cubicBezTo>
                <a:cubicBezTo>
                  <a:pt x="763" y="927"/>
                  <a:pt x="763" y="925"/>
                  <a:pt x="762" y="925"/>
                </a:cubicBezTo>
                <a:cubicBezTo>
                  <a:pt x="761" y="926"/>
                  <a:pt x="758" y="928"/>
                  <a:pt x="761" y="929"/>
                </a:cubicBezTo>
                <a:close/>
                <a:moveTo>
                  <a:pt x="741" y="931"/>
                </a:moveTo>
                <a:cubicBezTo>
                  <a:pt x="744" y="933"/>
                  <a:pt x="748" y="931"/>
                  <a:pt x="750" y="928"/>
                </a:cubicBezTo>
                <a:cubicBezTo>
                  <a:pt x="747" y="929"/>
                  <a:pt x="741" y="927"/>
                  <a:pt x="741" y="931"/>
                </a:cubicBezTo>
                <a:close/>
                <a:moveTo>
                  <a:pt x="727" y="936"/>
                </a:moveTo>
                <a:cubicBezTo>
                  <a:pt x="729" y="935"/>
                  <a:pt x="728" y="939"/>
                  <a:pt x="731" y="937"/>
                </a:cubicBezTo>
                <a:cubicBezTo>
                  <a:pt x="730" y="935"/>
                  <a:pt x="732" y="934"/>
                  <a:pt x="732" y="932"/>
                </a:cubicBezTo>
                <a:cubicBezTo>
                  <a:pt x="729" y="932"/>
                  <a:pt x="728" y="934"/>
                  <a:pt x="727" y="936"/>
                </a:cubicBezTo>
                <a:close/>
                <a:moveTo>
                  <a:pt x="686" y="946"/>
                </a:moveTo>
                <a:cubicBezTo>
                  <a:pt x="690" y="948"/>
                  <a:pt x="696" y="945"/>
                  <a:pt x="698" y="943"/>
                </a:cubicBezTo>
                <a:cubicBezTo>
                  <a:pt x="695" y="942"/>
                  <a:pt x="687" y="943"/>
                  <a:pt x="686" y="946"/>
                </a:cubicBezTo>
                <a:close/>
                <a:moveTo>
                  <a:pt x="650" y="954"/>
                </a:moveTo>
                <a:cubicBezTo>
                  <a:pt x="646" y="955"/>
                  <a:pt x="642" y="956"/>
                  <a:pt x="640" y="959"/>
                </a:cubicBezTo>
                <a:cubicBezTo>
                  <a:pt x="644" y="959"/>
                  <a:pt x="649" y="958"/>
                  <a:pt x="650" y="954"/>
                </a:cubicBezTo>
                <a:close/>
                <a:moveTo>
                  <a:pt x="1081" y="965"/>
                </a:moveTo>
                <a:cubicBezTo>
                  <a:pt x="1082" y="963"/>
                  <a:pt x="1083" y="962"/>
                  <a:pt x="1083" y="959"/>
                </a:cubicBezTo>
                <a:cubicBezTo>
                  <a:pt x="1080" y="958"/>
                  <a:pt x="1080" y="964"/>
                  <a:pt x="1081" y="965"/>
                </a:cubicBezTo>
                <a:close/>
                <a:moveTo>
                  <a:pt x="632" y="966"/>
                </a:moveTo>
                <a:cubicBezTo>
                  <a:pt x="637" y="965"/>
                  <a:pt x="646" y="967"/>
                  <a:pt x="649" y="963"/>
                </a:cubicBezTo>
                <a:cubicBezTo>
                  <a:pt x="644" y="966"/>
                  <a:pt x="637" y="961"/>
                  <a:pt x="632" y="966"/>
                </a:cubicBezTo>
                <a:close/>
                <a:moveTo>
                  <a:pt x="230" y="979"/>
                </a:moveTo>
                <a:cubicBezTo>
                  <a:pt x="233" y="985"/>
                  <a:pt x="238" y="990"/>
                  <a:pt x="245" y="992"/>
                </a:cubicBezTo>
                <a:cubicBezTo>
                  <a:pt x="245" y="983"/>
                  <a:pt x="233" y="985"/>
                  <a:pt x="230" y="979"/>
                </a:cubicBezTo>
                <a:close/>
                <a:moveTo>
                  <a:pt x="1059" y="991"/>
                </a:moveTo>
                <a:cubicBezTo>
                  <a:pt x="1059" y="989"/>
                  <a:pt x="1059" y="989"/>
                  <a:pt x="1059" y="989"/>
                </a:cubicBezTo>
                <a:cubicBezTo>
                  <a:pt x="1059" y="989"/>
                  <a:pt x="1059" y="988"/>
                  <a:pt x="1058" y="988"/>
                </a:cubicBezTo>
                <a:cubicBezTo>
                  <a:pt x="1058" y="989"/>
                  <a:pt x="1053" y="988"/>
                  <a:pt x="1055" y="991"/>
                </a:cubicBezTo>
                <a:cubicBezTo>
                  <a:pt x="1056" y="989"/>
                  <a:pt x="1057" y="992"/>
                  <a:pt x="1059" y="991"/>
                </a:cubicBezTo>
                <a:close/>
                <a:moveTo>
                  <a:pt x="1054" y="994"/>
                </a:moveTo>
                <a:cubicBezTo>
                  <a:pt x="1054" y="994"/>
                  <a:pt x="1054" y="993"/>
                  <a:pt x="1053" y="993"/>
                </a:cubicBezTo>
                <a:cubicBezTo>
                  <a:pt x="1053" y="997"/>
                  <a:pt x="1053" y="997"/>
                  <a:pt x="1053" y="997"/>
                </a:cubicBezTo>
                <a:cubicBezTo>
                  <a:pt x="1054" y="997"/>
                  <a:pt x="1055" y="996"/>
                  <a:pt x="1055" y="997"/>
                </a:cubicBezTo>
                <a:cubicBezTo>
                  <a:pt x="1053" y="1000"/>
                  <a:pt x="1053" y="1005"/>
                  <a:pt x="1047" y="1004"/>
                </a:cubicBezTo>
                <a:cubicBezTo>
                  <a:pt x="1046" y="1007"/>
                  <a:pt x="1048" y="1006"/>
                  <a:pt x="1048" y="1009"/>
                </a:cubicBezTo>
                <a:cubicBezTo>
                  <a:pt x="1055" y="1007"/>
                  <a:pt x="1058" y="1002"/>
                  <a:pt x="1059" y="994"/>
                </a:cubicBezTo>
                <a:cubicBezTo>
                  <a:pt x="1058" y="992"/>
                  <a:pt x="1055" y="997"/>
                  <a:pt x="1054" y="994"/>
                </a:cubicBezTo>
                <a:close/>
                <a:moveTo>
                  <a:pt x="662" y="996"/>
                </a:moveTo>
                <a:cubicBezTo>
                  <a:pt x="658" y="995"/>
                  <a:pt x="651" y="995"/>
                  <a:pt x="648" y="999"/>
                </a:cubicBezTo>
                <a:cubicBezTo>
                  <a:pt x="653" y="999"/>
                  <a:pt x="658" y="999"/>
                  <a:pt x="662" y="996"/>
                </a:cubicBezTo>
                <a:close/>
                <a:moveTo>
                  <a:pt x="808" y="998"/>
                </a:moveTo>
                <a:cubicBezTo>
                  <a:pt x="808" y="1000"/>
                  <a:pt x="805" y="1001"/>
                  <a:pt x="806" y="1004"/>
                </a:cubicBezTo>
                <a:cubicBezTo>
                  <a:pt x="809" y="1003"/>
                  <a:pt x="812" y="1002"/>
                  <a:pt x="815" y="1000"/>
                </a:cubicBezTo>
                <a:cubicBezTo>
                  <a:pt x="813" y="998"/>
                  <a:pt x="810" y="999"/>
                  <a:pt x="808" y="998"/>
                </a:cubicBezTo>
                <a:close/>
                <a:moveTo>
                  <a:pt x="728" y="1008"/>
                </a:moveTo>
                <a:cubicBezTo>
                  <a:pt x="730" y="1008"/>
                  <a:pt x="733" y="1009"/>
                  <a:pt x="733" y="1007"/>
                </a:cubicBezTo>
                <a:cubicBezTo>
                  <a:pt x="732" y="1007"/>
                  <a:pt x="733" y="1005"/>
                  <a:pt x="732" y="1005"/>
                </a:cubicBezTo>
                <a:cubicBezTo>
                  <a:pt x="731" y="1007"/>
                  <a:pt x="727" y="1005"/>
                  <a:pt x="728" y="1008"/>
                </a:cubicBezTo>
                <a:close/>
                <a:moveTo>
                  <a:pt x="1023" y="1012"/>
                </a:moveTo>
                <a:cubicBezTo>
                  <a:pt x="1026" y="1011"/>
                  <a:pt x="1029" y="1009"/>
                  <a:pt x="1029" y="1005"/>
                </a:cubicBezTo>
                <a:cubicBezTo>
                  <a:pt x="1025" y="1005"/>
                  <a:pt x="1025" y="1005"/>
                  <a:pt x="1025" y="1005"/>
                </a:cubicBezTo>
                <a:cubicBezTo>
                  <a:pt x="1024" y="1007"/>
                  <a:pt x="1025" y="1011"/>
                  <a:pt x="1023" y="1012"/>
                </a:cubicBezTo>
                <a:close/>
                <a:moveTo>
                  <a:pt x="328" y="1014"/>
                </a:moveTo>
                <a:cubicBezTo>
                  <a:pt x="330" y="1016"/>
                  <a:pt x="331" y="1018"/>
                  <a:pt x="334" y="1019"/>
                </a:cubicBezTo>
                <a:cubicBezTo>
                  <a:pt x="334" y="1016"/>
                  <a:pt x="330" y="1013"/>
                  <a:pt x="328" y="1014"/>
                </a:cubicBezTo>
                <a:close/>
                <a:moveTo>
                  <a:pt x="787" y="1015"/>
                </a:moveTo>
                <a:cubicBezTo>
                  <a:pt x="784" y="1015"/>
                  <a:pt x="784" y="1015"/>
                  <a:pt x="784" y="1015"/>
                </a:cubicBezTo>
                <a:cubicBezTo>
                  <a:pt x="784" y="1017"/>
                  <a:pt x="785" y="1019"/>
                  <a:pt x="786" y="1019"/>
                </a:cubicBezTo>
                <a:cubicBezTo>
                  <a:pt x="786" y="1018"/>
                  <a:pt x="787" y="1017"/>
                  <a:pt x="787" y="1015"/>
                </a:cubicBezTo>
                <a:close/>
                <a:moveTo>
                  <a:pt x="676" y="1030"/>
                </a:moveTo>
                <a:cubicBezTo>
                  <a:pt x="683" y="1034"/>
                  <a:pt x="688" y="1034"/>
                  <a:pt x="697" y="1033"/>
                </a:cubicBezTo>
                <a:cubicBezTo>
                  <a:pt x="698" y="1029"/>
                  <a:pt x="695" y="1030"/>
                  <a:pt x="696" y="1027"/>
                </a:cubicBezTo>
                <a:cubicBezTo>
                  <a:pt x="690" y="1027"/>
                  <a:pt x="682" y="1027"/>
                  <a:pt x="676" y="1030"/>
                </a:cubicBezTo>
                <a:close/>
                <a:moveTo>
                  <a:pt x="309" y="1029"/>
                </a:moveTo>
                <a:cubicBezTo>
                  <a:pt x="309" y="1032"/>
                  <a:pt x="312" y="1032"/>
                  <a:pt x="314" y="1033"/>
                </a:cubicBezTo>
                <a:cubicBezTo>
                  <a:pt x="314" y="1030"/>
                  <a:pt x="312" y="1029"/>
                  <a:pt x="309" y="1029"/>
                </a:cubicBezTo>
                <a:close/>
                <a:moveTo>
                  <a:pt x="763" y="1050"/>
                </a:moveTo>
                <a:cubicBezTo>
                  <a:pt x="763" y="1050"/>
                  <a:pt x="763" y="1051"/>
                  <a:pt x="762" y="1050"/>
                </a:cubicBezTo>
                <a:cubicBezTo>
                  <a:pt x="761" y="1048"/>
                  <a:pt x="764" y="1049"/>
                  <a:pt x="764" y="1048"/>
                </a:cubicBezTo>
                <a:cubicBezTo>
                  <a:pt x="760" y="1046"/>
                  <a:pt x="753" y="1050"/>
                  <a:pt x="751" y="1043"/>
                </a:cubicBezTo>
                <a:cubicBezTo>
                  <a:pt x="754" y="1042"/>
                  <a:pt x="757" y="1041"/>
                  <a:pt x="758" y="1036"/>
                </a:cubicBezTo>
                <a:cubicBezTo>
                  <a:pt x="749" y="1033"/>
                  <a:pt x="734" y="1034"/>
                  <a:pt x="733" y="1043"/>
                </a:cubicBezTo>
                <a:cubicBezTo>
                  <a:pt x="732" y="1053"/>
                  <a:pt x="751" y="1052"/>
                  <a:pt x="762" y="1054"/>
                </a:cubicBezTo>
                <a:cubicBezTo>
                  <a:pt x="761" y="1051"/>
                  <a:pt x="766" y="1051"/>
                  <a:pt x="763" y="1050"/>
                </a:cubicBezTo>
                <a:close/>
                <a:moveTo>
                  <a:pt x="653" y="1047"/>
                </a:moveTo>
                <a:cubicBezTo>
                  <a:pt x="655" y="1039"/>
                  <a:pt x="665" y="1047"/>
                  <a:pt x="667" y="1040"/>
                </a:cubicBezTo>
                <a:cubicBezTo>
                  <a:pt x="655" y="1042"/>
                  <a:pt x="645" y="1041"/>
                  <a:pt x="636" y="1038"/>
                </a:cubicBezTo>
                <a:cubicBezTo>
                  <a:pt x="638" y="1041"/>
                  <a:pt x="636" y="1043"/>
                  <a:pt x="635" y="1046"/>
                </a:cubicBezTo>
                <a:cubicBezTo>
                  <a:pt x="642" y="1045"/>
                  <a:pt x="646" y="1047"/>
                  <a:pt x="653" y="1047"/>
                </a:cubicBezTo>
                <a:close/>
                <a:moveTo>
                  <a:pt x="978" y="1044"/>
                </a:moveTo>
                <a:cubicBezTo>
                  <a:pt x="978" y="1046"/>
                  <a:pt x="974" y="1045"/>
                  <a:pt x="975" y="1048"/>
                </a:cubicBezTo>
                <a:cubicBezTo>
                  <a:pt x="977" y="1049"/>
                  <a:pt x="980" y="1045"/>
                  <a:pt x="978" y="1044"/>
                </a:cubicBezTo>
                <a:close/>
                <a:moveTo>
                  <a:pt x="966" y="1050"/>
                </a:moveTo>
                <a:cubicBezTo>
                  <a:pt x="966" y="1055"/>
                  <a:pt x="972" y="1054"/>
                  <a:pt x="972" y="1050"/>
                </a:cubicBezTo>
                <a:cubicBezTo>
                  <a:pt x="968" y="1049"/>
                  <a:pt x="968" y="1051"/>
                  <a:pt x="966" y="1050"/>
                </a:cubicBezTo>
                <a:close/>
                <a:moveTo>
                  <a:pt x="603" y="1063"/>
                </a:moveTo>
                <a:cubicBezTo>
                  <a:pt x="606" y="1061"/>
                  <a:pt x="607" y="1062"/>
                  <a:pt x="610" y="1061"/>
                </a:cubicBezTo>
                <a:cubicBezTo>
                  <a:pt x="608" y="1060"/>
                  <a:pt x="603" y="1059"/>
                  <a:pt x="603" y="1063"/>
                </a:cubicBezTo>
                <a:close/>
                <a:moveTo>
                  <a:pt x="597" y="1066"/>
                </a:moveTo>
                <a:cubicBezTo>
                  <a:pt x="602" y="1064"/>
                  <a:pt x="612" y="1071"/>
                  <a:pt x="615" y="1064"/>
                </a:cubicBezTo>
                <a:cubicBezTo>
                  <a:pt x="608" y="1066"/>
                  <a:pt x="601" y="1061"/>
                  <a:pt x="597" y="1066"/>
                </a:cubicBezTo>
                <a:close/>
                <a:moveTo>
                  <a:pt x="405" y="1070"/>
                </a:moveTo>
                <a:cubicBezTo>
                  <a:pt x="401" y="1068"/>
                  <a:pt x="396" y="1067"/>
                  <a:pt x="392" y="1070"/>
                </a:cubicBezTo>
                <a:cubicBezTo>
                  <a:pt x="392" y="1075"/>
                  <a:pt x="399" y="1074"/>
                  <a:pt x="399" y="1079"/>
                </a:cubicBezTo>
                <a:cubicBezTo>
                  <a:pt x="401" y="1080"/>
                  <a:pt x="401" y="1078"/>
                  <a:pt x="402" y="1078"/>
                </a:cubicBezTo>
                <a:cubicBezTo>
                  <a:pt x="404" y="1080"/>
                  <a:pt x="404" y="1085"/>
                  <a:pt x="409" y="1084"/>
                </a:cubicBezTo>
                <a:cubicBezTo>
                  <a:pt x="409" y="1078"/>
                  <a:pt x="412" y="1084"/>
                  <a:pt x="414" y="1081"/>
                </a:cubicBezTo>
                <a:cubicBezTo>
                  <a:pt x="411" y="1078"/>
                  <a:pt x="405" y="1077"/>
                  <a:pt x="405" y="1070"/>
                </a:cubicBezTo>
                <a:close/>
                <a:moveTo>
                  <a:pt x="785" y="1073"/>
                </a:moveTo>
                <a:cubicBezTo>
                  <a:pt x="788" y="1073"/>
                  <a:pt x="790" y="1075"/>
                  <a:pt x="792" y="1072"/>
                </a:cubicBezTo>
                <a:cubicBezTo>
                  <a:pt x="791" y="1072"/>
                  <a:pt x="791" y="1072"/>
                  <a:pt x="791" y="1071"/>
                </a:cubicBezTo>
                <a:cubicBezTo>
                  <a:pt x="788" y="1070"/>
                  <a:pt x="786" y="1071"/>
                  <a:pt x="785" y="1073"/>
                </a:cubicBezTo>
                <a:close/>
                <a:moveTo>
                  <a:pt x="633" y="1080"/>
                </a:moveTo>
                <a:cubicBezTo>
                  <a:pt x="635" y="1080"/>
                  <a:pt x="641" y="1080"/>
                  <a:pt x="642" y="1076"/>
                </a:cubicBezTo>
                <a:cubicBezTo>
                  <a:pt x="639" y="1074"/>
                  <a:pt x="635" y="1073"/>
                  <a:pt x="630" y="1073"/>
                </a:cubicBezTo>
                <a:cubicBezTo>
                  <a:pt x="630" y="1077"/>
                  <a:pt x="633" y="1078"/>
                  <a:pt x="633" y="1080"/>
                </a:cubicBezTo>
                <a:close/>
                <a:moveTo>
                  <a:pt x="611" y="1083"/>
                </a:moveTo>
                <a:cubicBezTo>
                  <a:pt x="614" y="1084"/>
                  <a:pt x="618" y="1086"/>
                  <a:pt x="619" y="1082"/>
                </a:cubicBezTo>
                <a:cubicBezTo>
                  <a:pt x="617" y="1083"/>
                  <a:pt x="612" y="1081"/>
                  <a:pt x="611" y="1083"/>
                </a:cubicBezTo>
                <a:close/>
                <a:moveTo>
                  <a:pt x="431" y="1085"/>
                </a:moveTo>
                <a:cubicBezTo>
                  <a:pt x="428" y="1086"/>
                  <a:pt x="426" y="1082"/>
                  <a:pt x="424" y="1085"/>
                </a:cubicBezTo>
                <a:cubicBezTo>
                  <a:pt x="427" y="1086"/>
                  <a:pt x="427" y="1090"/>
                  <a:pt x="431" y="1088"/>
                </a:cubicBezTo>
                <a:cubicBezTo>
                  <a:pt x="429" y="1088"/>
                  <a:pt x="432" y="1087"/>
                  <a:pt x="431" y="1085"/>
                </a:cubicBezTo>
                <a:close/>
                <a:moveTo>
                  <a:pt x="299" y="1093"/>
                </a:moveTo>
                <a:cubicBezTo>
                  <a:pt x="306" y="1095"/>
                  <a:pt x="308" y="1106"/>
                  <a:pt x="316" y="1104"/>
                </a:cubicBezTo>
                <a:cubicBezTo>
                  <a:pt x="313" y="1103"/>
                  <a:pt x="317" y="1100"/>
                  <a:pt x="315" y="1099"/>
                </a:cubicBezTo>
                <a:cubicBezTo>
                  <a:pt x="308" y="1100"/>
                  <a:pt x="307" y="1090"/>
                  <a:pt x="299" y="1089"/>
                </a:cubicBezTo>
                <a:lnTo>
                  <a:pt x="299" y="1093"/>
                </a:lnTo>
                <a:close/>
                <a:moveTo>
                  <a:pt x="421" y="1094"/>
                </a:moveTo>
                <a:cubicBezTo>
                  <a:pt x="421" y="1095"/>
                  <a:pt x="420" y="1095"/>
                  <a:pt x="418" y="1095"/>
                </a:cubicBezTo>
                <a:cubicBezTo>
                  <a:pt x="420" y="1100"/>
                  <a:pt x="422" y="1104"/>
                  <a:pt x="429" y="1104"/>
                </a:cubicBezTo>
                <a:cubicBezTo>
                  <a:pt x="429" y="1098"/>
                  <a:pt x="422" y="1099"/>
                  <a:pt x="421" y="1094"/>
                </a:cubicBezTo>
                <a:close/>
                <a:moveTo>
                  <a:pt x="878" y="1103"/>
                </a:moveTo>
                <a:cubicBezTo>
                  <a:pt x="881" y="1101"/>
                  <a:pt x="882" y="1103"/>
                  <a:pt x="883" y="1099"/>
                </a:cubicBezTo>
                <a:cubicBezTo>
                  <a:pt x="881" y="1100"/>
                  <a:pt x="879" y="1101"/>
                  <a:pt x="878" y="1103"/>
                </a:cubicBezTo>
                <a:close/>
                <a:moveTo>
                  <a:pt x="448" y="1111"/>
                </a:moveTo>
                <a:cubicBezTo>
                  <a:pt x="450" y="1111"/>
                  <a:pt x="455" y="1117"/>
                  <a:pt x="456" y="1113"/>
                </a:cubicBezTo>
                <a:cubicBezTo>
                  <a:pt x="454" y="1112"/>
                  <a:pt x="450" y="1109"/>
                  <a:pt x="448" y="1111"/>
                </a:cubicBezTo>
                <a:close/>
                <a:moveTo>
                  <a:pt x="854" y="1114"/>
                </a:moveTo>
                <a:cubicBezTo>
                  <a:pt x="852" y="1113"/>
                  <a:pt x="857" y="1115"/>
                  <a:pt x="857" y="1110"/>
                </a:cubicBezTo>
                <a:cubicBezTo>
                  <a:pt x="855" y="1110"/>
                  <a:pt x="854" y="1112"/>
                  <a:pt x="852" y="1112"/>
                </a:cubicBezTo>
                <a:cubicBezTo>
                  <a:pt x="851" y="1114"/>
                  <a:pt x="853" y="1117"/>
                  <a:pt x="854" y="1114"/>
                </a:cubicBezTo>
                <a:close/>
                <a:moveTo>
                  <a:pt x="463" y="1121"/>
                </a:moveTo>
                <a:cubicBezTo>
                  <a:pt x="462" y="1121"/>
                  <a:pt x="461" y="1121"/>
                  <a:pt x="460" y="1121"/>
                </a:cubicBezTo>
                <a:cubicBezTo>
                  <a:pt x="459" y="1124"/>
                  <a:pt x="459" y="1130"/>
                  <a:pt x="463" y="1128"/>
                </a:cubicBezTo>
                <a:cubicBezTo>
                  <a:pt x="459" y="1126"/>
                  <a:pt x="464" y="1123"/>
                  <a:pt x="463" y="1121"/>
                </a:cubicBezTo>
                <a:close/>
                <a:moveTo>
                  <a:pt x="832" y="1122"/>
                </a:moveTo>
                <a:cubicBezTo>
                  <a:pt x="831" y="1121"/>
                  <a:pt x="827" y="1123"/>
                  <a:pt x="825" y="1124"/>
                </a:cubicBezTo>
                <a:cubicBezTo>
                  <a:pt x="827" y="1123"/>
                  <a:pt x="832" y="1126"/>
                  <a:pt x="832" y="1122"/>
                </a:cubicBezTo>
                <a:close/>
                <a:moveTo>
                  <a:pt x="630" y="1124"/>
                </a:moveTo>
                <a:cubicBezTo>
                  <a:pt x="629" y="1125"/>
                  <a:pt x="629" y="1127"/>
                  <a:pt x="630" y="1128"/>
                </a:cubicBezTo>
                <a:cubicBezTo>
                  <a:pt x="633" y="1128"/>
                  <a:pt x="636" y="1127"/>
                  <a:pt x="638" y="1126"/>
                </a:cubicBezTo>
                <a:cubicBezTo>
                  <a:pt x="634" y="1127"/>
                  <a:pt x="633" y="1124"/>
                  <a:pt x="630" y="1124"/>
                </a:cubicBezTo>
                <a:close/>
                <a:moveTo>
                  <a:pt x="829" y="1129"/>
                </a:moveTo>
                <a:cubicBezTo>
                  <a:pt x="833" y="1128"/>
                  <a:pt x="839" y="1129"/>
                  <a:pt x="840" y="1125"/>
                </a:cubicBezTo>
                <a:cubicBezTo>
                  <a:pt x="836" y="1126"/>
                  <a:pt x="831" y="1126"/>
                  <a:pt x="829" y="1129"/>
                </a:cubicBezTo>
                <a:close/>
                <a:moveTo>
                  <a:pt x="779" y="1129"/>
                </a:moveTo>
                <a:cubicBezTo>
                  <a:pt x="782" y="1129"/>
                  <a:pt x="784" y="1128"/>
                  <a:pt x="785" y="1127"/>
                </a:cubicBezTo>
                <a:cubicBezTo>
                  <a:pt x="782" y="1127"/>
                  <a:pt x="780" y="1127"/>
                  <a:pt x="779" y="1129"/>
                </a:cubicBezTo>
                <a:close/>
                <a:moveTo>
                  <a:pt x="706" y="1138"/>
                </a:moveTo>
                <a:cubicBezTo>
                  <a:pt x="710" y="1139"/>
                  <a:pt x="714" y="1136"/>
                  <a:pt x="712" y="1134"/>
                </a:cubicBezTo>
                <a:cubicBezTo>
                  <a:pt x="711" y="1136"/>
                  <a:pt x="706" y="1134"/>
                  <a:pt x="706" y="1138"/>
                </a:cubicBezTo>
                <a:close/>
                <a:moveTo>
                  <a:pt x="310" y="1139"/>
                </a:moveTo>
                <a:cubicBezTo>
                  <a:pt x="312" y="1140"/>
                  <a:pt x="316" y="1144"/>
                  <a:pt x="318" y="1142"/>
                </a:cubicBezTo>
                <a:cubicBezTo>
                  <a:pt x="316" y="1141"/>
                  <a:pt x="313" y="1137"/>
                  <a:pt x="310" y="1139"/>
                </a:cubicBezTo>
                <a:close/>
                <a:moveTo>
                  <a:pt x="511" y="1144"/>
                </a:moveTo>
                <a:cubicBezTo>
                  <a:pt x="517" y="1140"/>
                  <a:pt x="524" y="1144"/>
                  <a:pt x="528" y="1144"/>
                </a:cubicBezTo>
                <a:cubicBezTo>
                  <a:pt x="526" y="1140"/>
                  <a:pt x="512" y="1136"/>
                  <a:pt x="511" y="1144"/>
                </a:cubicBezTo>
                <a:close/>
                <a:moveTo>
                  <a:pt x="540" y="1142"/>
                </a:moveTo>
                <a:cubicBezTo>
                  <a:pt x="540" y="1144"/>
                  <a:pt x="544" y="1146"/>
                  <a:pt x="546" y="1143"/>
                </a:cubicBezTo>
                <a:cubicBezTo>
                  <a:pt x="544" y="1142"/>
                  <a:pt x="542" y="1138"/>
                  <a:pt x="540" y="1142"/>
                </a:cubicBezTo>
                <a:close/>
                <a:moveTo>
                  <a:pt x="343" y="1149"/>
                </a:moveTo>
                <a:cubicBezTo>
                  <a:pt x="342" y="1150"/>
                  <a:pt x="339" y="1148"/>
                  <a:pt x="339" y="1150"/>
                </a:cubicBezTo>
                <a:cubicBezTo>
                  <a:pt x="342" y="1153"/>
                  <a:pt x="343" y="1155"/>
                  <a:pt x="348" y="1155"/>
                </a:cubicBezTo>
                <a:cubicBezTo>
                  <a:pt x="348" y="1151"/>
                  <a:pt x="343" y="1153"/>
                  <a:pt x="343" y="1149"/>
                </a:cubicBezTo>
                <a:close/>
                <a:moveTo>
                  <a:pt x="589" y="1153"/>
                </a:moveTo>
                <a:cubicBezTo>
                  <a:pt x="592" y="1154"/>
                  <a:pt x="594" y="1158"/>
                  <a:pt x="597" y="1156"/>
                </a:cubicBezTo>
                <a:cubicBezTo>
                  <a:pt x="597" y="1152"/>
                  <a:pt x="591" y="1150"/>
                  <a:pt x="589" y="1153"/>
                </a:cubicBezTo>
                <a:close/>
                <a:moveTo>
                  <a:pt x="535" y="1217"/>
                </a:moveTo>
                <a:cubicBezTo>
                  <a:pt x="539" y="1215"/>
                  <a:pt x="543" y="1221"/>
                  <a:pt x="546" y="1216"/>
                </a:cubicBezTo>
                <a:cubicBezTo>
                  <a:pt x="543" y="1213"/>
                  <a:pt x="535" y="1215"/>
                  <a:pt x="532" y="1212"/>
                </a:cubicBezTo>
                <a:cubicBezTo>
                  <a:pt x="532" y="1215"/>
                  <a:pt x="536" y="1213"/>
                  <a:pt x="535" y="1217"/>
                </a:cubicBezTo>
                <a:close/>
                <a:moveTo>
                  <a:pt x="614" y="1221"/>
                </a:moveTo>
                <a:cubicBezTo>
                  <a:pt x="618" y="1221"/>
                  <a:pt x="619" y="1223"/>
                  <a:pt x="621" y="1220"/>
                </a:cubicBezTo>
                <a:cubicBezTo>
                  <a:pt x="620" y="1219"/>
                  <a:pt x="615" y="1219"/>
                  <a:pt x="614" y="1221"/>
                </a:cubicBezTo>
                <a:close/>
                <a:moveTo>
                  <a:pt x="689" y="1228"/>
                </a:moveTo>
                <a:cubicBezTo>
                  <a:pt x="693" y="1232"/>
                  <a:pt x="699" y="1230"/>
                  <a:pt x="704" y="1228"/>
                </a:cubicBezTo>
                <a:cubicBezTo>
                  <a:pt x="700" y="1225"/>
                  <a:pt x="695" y="1225"/>
                  <a:pt x="689" y="1228"/>
                </a:cubicBezTo>
                <a:close/>
                <a:moveTo>
                  <a:pt x="721" y="1229"/>
                </a:moveTo>
                <a:cubicBezTo>
                  <a:pt x="721" y="1228"/>
                  <a:pt x="720" y="1227"/>
                  <a:pt x="720" y="1226"/>
                </a:cubicBezTo>
                <a:cubicBezTo>
                  <a:pt x="718" y="1226"/>
                  <a:pt x="716" y="1225"/>
                  <a:pt x="715" y="1227"/>
                </a:cubicBezTo>
                <a:cubicBezTo>
                  <a:pt x="715" y="1230"/>
                  <a:pt x="718" y="1231"/>
                  <a:pt x="721" y="1229"/>
                </a:cubicBezTo>
                <a:close/>
                <a:moveTo>
                  <a:pt x="736" y="1227"/>
                </a:moveTo>
                <a:cubicBezTo>
                  <a:pt x="731" y="1230"/>
                  <a:pt x="729" y="1226"/>
                  <a:pt x="723" y="1226"/>
                </a:cubicBezTo>
                <a:cubicBezTo>
                  <a:pt x="725" y="1228"/>
                  <a:pt x="726" y="1230"/>
                  <a:pt x="726" y="1233"/>
                </a:cubicBezTo>
                <a:cubicBezTo>
                  <a:pt x="729" y="1233"/>
                  <a:pt x="733" y="1233"/>
                  <a:pt x="735" y="1234"/>
                </a:cubicBezTo>
                <a:cubicBezTo>
                  <a:pt x="728" y="1238"/>
                  <a:pt x="720" y="1235"/>
                  <a:pt x="714" y="1238"/>
                </a:cubicBezTo>
                <a:cubicBezTo>
                  <a:pt x="722" y="1241"/>
                  <a:pt x="731" y="1238"/>
                  <a:pt x="738" y="1241"/>
                </a:cubicBezTo>
                <a:cubicBezTo>
                  <a:pt x="740" y="1240"/>
                  <a:pt x="736" y="1239"/>
                  <a:pt x="737" y="1236"/>
                </a:cubicBezTo>
                <a:cubicBezTo>
                  <a:pt x="738" y="1236"/>
                  <a:pt x="742" y="1237"/>
                  <a:pt x="741" y="1235"/>
                </a:cubicBezTo>
                <a:cubicBezTo>
                  <a:pt x="738" y="1235"/>
                  <a:pt x="740" y="1229"/>
                  <a:pt x="736" y="1227"/>
                </a:cubicBezTo>
                <a:close/>
                <a:moveTo>
                  <a:pt x="771" y="1235"/>
                </a:moveTo>
                <a:cubicBezTo>
                  <a:pt x="770" y="1238"/>
                  <a:pt x="777" y="1238"/>
                  <a:pt x="776" y="1235"/>
                </a:cubicBezTo>
                <a:cubicBezTo>
                  <a:pt x="773" y="1236"/>
                  <a:pt x="774" y="1236"/>
                  <a:pt x="771" y="1235"/>
                </a:cubicBezTo>
                <a:close/>
                <a:moveTo>
                  <a:pt x="496" y="1245"/>
                </a:moveTo>
                <a:cubicBezTo>
                  <a:pt x="496" y="1247"/>
                  <a:pt x="501" y="1249"/>
                  <a:pt x="501" y="1248"/>
                </a:cubicBezTo>
                <a:cubicBezTo>
                  <a:pt x="500" y="1246"/>
                  <a:pt x="499" y="1244"/>
                  <a:pt x="496" y="1245"/>
                </a:cubicBezTo>
                <a:close/>
                <a:moveTo>
                  <a:pt x="384" y="0"/>
                </a:moveTo>
                <a:cubicBezTo>
                  <a:pt x="380" y="3"/>
                  <a:pt x="372" y="2"/>
                  <a:pt x="370" y="7"/>
                </a:cubicBezTo>
                <a:cubicBezTo>
                  <a:pt x="375" y="5"/>
                  <a:pt x="383" y="3"/>
                  <a:pt x="384" y="0"/>
                </a:cubicBezTo>
                <a:close/>
                <a:moveTo>
                  <a:pt x="363" y="14"/>
                </a:moveTo>
                <a:cubicBezTo>
                  <a:pt x="364" y="12"/>
                  <a:pt x="365" y="8"/>
                  <a:pt x="364" y="8"/>
                </a:cubicBezTo>
                <a:cubicBezTo>
                  <a:pt x="362" y="8"/>
                  <a:pt x="361" y="10"/>
                  <a:pt x="358" y="10"/>
                </a:cubicBezTo>
                <a:cubicBezTo>
                  <a:pt x="358" y="13"/>
                  <a:pt x="360" y="14"/>
                  <a:pt x="363" y="14"/>
                </a:cubicBezTo>
                <a:close/>
                <a:moveTo>
                  <a:pt x="605" y="1080"/>
                </a:moveTo>
                <a:cubicBezTo>
                  <a:pt x="604" y="1080"/>
                  <a:pt x="604" y="1080"/>
                  <a:pt x="603" y="1079"/>
                </a:cubicBezTo>
                <a:cubicBezTo>
                  <a:pt x="603" y="1080"/>
                  <a:pt x="604" y="1080"/>
                  <a:pt x="605" y="1080"/>
                </a:cubicBezTo>
                <a:close/>
                <a:moveTo>
                  <a:pt x="1210" y="547"/>
                </a:moveTo>
                <a:cubicBezTo>
                  <a:pt x="1210" y="546"/>
                  <a:pt x="1211" y="546"/>
                  <a:pt x="1211" y="544"/>
                </a:cubicBezTo>
                <a:cubicBezTo>
                  <a:pt x="1203" y="532"/>
                  <a:pt x="1208" y="514"/>
                  <a:pt x="1202" y="500"/>
                </a:cubicBezTo>
                <a:cubicBezTo>
                  <a:pt x="1201" y="501"/>
                  <a:pt x="1203" y="505"/>
                  <a:pt x="1201" y="504"/>
                </a:cubicBezTo>
                <a:cubicBezTo>
                  <a:pt x="1198" y="500"/>
                  <a:pt x="1196" y="493"/>
                  <a:pt x="1193" y="488"/>
                </a:cubicBezTo>
                <a:cubicBezTo>
                  <a:pt x="1192" y="493"/>
                  <a:pt x="1196" y="498"/>
                  <a:pt x="1194" y="502"/>
                </a:cubicBezTo>
                <a:cubicBezTo>
                  <a:pt x="1188" y="473"/>
                  <a:pt x="1181" y="444"/>
                  <a:pt x="1172" y="419"/>
                </a:cubicBezTo>
                <a:cubicBezTo>
                  <a:pt x="1174" y="431"/>
                  <a:pt x="1182" y="442"/>
                  <a:pt x="1179" y="454"/>
                </a:cubicBezTo>
                <a:cubicBezTo>
                  <a:pt x="1179" y="452"/>
                  <a:pt x="1177" y="453"/>
                  <a:pt x="1177" y="452"/>
                </a:cubicBezTo>
                <a:cubicBezTo>
                  <a:pt x="1174" y="433"/>
                  <a:pt x="1169" y="419"/>
                  <a:pt x="1162" y="404"/>
                </a:cubicBezTo>
                <a:cubicBezTo>
                  <a:pt x="1164" y="416"/>
                  <a:pt x="1172" y="426"/>
                  <a:pt x="1166" y="440"/>
                </a:cubicBezTo>
                <a:cubicBezTo>
                  <a:pt x="1166" y="439"/>
                  <a:pt x="1165" y="439"/>
                  <a:pt x="1164" y="440"/>
                </a:cubicBezTo>
                <a:cubicBezTo>
                  <a:pt x="1161" y="427"/>
                  <a:pt x="1153" y="415"/>
                  <a:pt x="1152" y="399"/>
                </a:cubicBezTo>
                <a:cubicBezTo>
                  <a:pt x="1154" y="399"/>
                  <a:pt x="1153" y="402"/>
                  <a:pt x="1155" y="401"/>
                </a:cubicBezTo>
                <a:cubicBezTo>
                  <a:pt x="1156" y="395"/>
                  <a:pt x="1151" y="392"/>
                  <a:pt x="1154" y="387"/>
                </a:cubicBezTo>
                <a:cubicBezTo>
                  <a:pt x="1155" y="390"/>
                  <a:pt x="1156" y="394"/>
                  <a:pt x="1159" y="396"/>
                </a:cubicBezTo>
                <a:cubicBezTo>
                  <a:pt x="1160" y="392"/>
                  <a:pt x="1158" y="391"/>
                  <a:pt x="1157" y="387"/>
                </a:cubicBezTo>
                <a:cubicBezTo>
                  <a:pt x="1160" y="386"/>
                  <a:pt x="1160" y="390"/>
                  <a:pt x="1161" y="388"/>
                </a:cubicBezTo>
                <a:cubicBezTo>
                  <a:pt x="1152" y="359"/>
                  <a:pt x="1141" y="327"/>
                  <a:pt x="1121" y="306"/>
                </a:cubicBezTo>
                <a:cubicBezTo>
                  <a:pt x="1121" y="304"/>
                  <a:pt x="1120" y="302"/>
                  <a:pt x="1119" y="300"/>
                </a:cubicBezTo>
                <a:cubicBezTo>
                  <a:pt x="1112" y="300"/>
                  <a:pt x="1112" y="291"/>
                  <a:pt x="1107" y="289"/>
                </a:cubicBezTo>
                <a:cubicBezTo>
                  <a:pt x="1093" y="268"/>
                  <a:pt x="1075" y="253"/>
                  <a:pt x="1060" y="234"/>
                </a:cubicBezTo>
                <a:cubicBezTo>
                  <a:pt x="1055" y="234"/>
                  <a:pt x="1055" y="229"/>
                  <a:pt x="1051" y="228"/>
                </a:cubicBezTo>
                <a:cubicBezTo>
                  <a:pt x="1059" y="241"/>
                  <a:pt x="1072" y="248"/>
                  <a:pt x="1080" y="263"/>
                </a:cubicBezTo>
                <a:cubicBezTo>
                  <a:pt x="1092" y="274"/>
                  <a:pt x="1103" y="285"/>
                  <a:pt x="1110" y="301"/>
                </a:cubicBezTo>
                <a:cubicBezTo>
                  <a:pt x="1109" y="301"/>
                  <a:pt x="1108" y="302"/>
                  <a:pt x="1107" y="302"/>
                </a:cubicBezTo>
                <a:cubicBezTo>
                  <a:pt x="1103" y="298"/>
                  <a:pt x="1102" y="291"/>
                  <a:pt x="1099" y="286"/>
                </a:cubicBezTo>
                <a:cubicBezTo>
                  <a:pt x="1096" y="286"/>
                  <a:pt x="1096" y="288"/>
                  <a:pt x="1094" y="286"/>
                </a:cubicBezTo>
                <a:cubicBezTo>
                  <a:pt x="1094" y="281"/>
                  <a:pt x="1094" y="281"/>
                  <a:pt x="1094" y="281"/>
                </a:cubicBezTo>
                <a:cubicBezTo>
                  <a:pt x="1081" y="269"/>
                  <a:pt x="1073" y="252"/>
                  <a:pt x="1057" y="243"/>
                </a:cubicBezTo>
                <a:cubicBezTo>
                  <a:pt x="1059" y="247"/>
                  <a:pt x="1063" y="256"/>
                  <a:pt x="1066" y="252"/>
                </a:cubicBezTo>
                <a:cubicBezTo>
                  <a:pt x="1068" y="260"/>
                  <a:pt x="1065" y="264"/>
                  <a:pt x="1066" y="270"/>
                </a:cubicBezTo>
                <a:cubicBezTo>
                  <a:pt x="1061" y="257"/>
                  <a:pt x="1047" y="253"/>
                  <a:pt x="1041" y="241"/>
                </a:cubicBezTo>
                <a:cubicBezTo>
                  <a:pt x="1043" y="240"/>
                  <a:pt x="1043" y="244"/>
                  <a:pt x="1045" y="242"/>
                </a:cubicBezTo>
                <a:cubicBezTo>
                  <a:pt x="1045" y="238"/>
                  <a:pt x="1042" y="238"/>
                  <a:pt x="1041" y="236"/>
                </a:cubicBezTo>
                <a:cubicBezTo>
                  <a:pt x="1041" y="237"/>
                  <a:pt x="1041" y="238"/>
                  <a:pt x="1039" y="238"/>
                </a:cubicBezTo>
                <a:cubicBezTo>
                  <a:pt x="1041" y="234"/>
                  <a:pt x="1036" y="235"/>
                  <a:pt x="1036" y="232"/>
                </a:cubicBezTo>
                <a:cubicBezTo>
                  <a:pt x="1034" y="232"/>
                  <a:pt x="1031" y="234"/>
                  <a:pt x="1029" y="232"/>
                </a:cubicBezTo>
                <a:cubicBezTo>
                  <a:pt x="1029" y="233"/>
                  <a:pt x="1030" y="234"/>
                  <a:pt x="1029" y="235"/>
                </a:cubicBezTo>
                <a:cubicBezTo>
                  <a:pt x="1026" y="234"/>
                  <a:pt x="1023" y="229"/>
                  <a:pt x="1021" y="233"/>
                </a:cubicBezTo>
                <a:cubicBezTo>
                  <a:pt x="1019" y="231"/>
                  <a:pt x="1017" y="228"/>
                  <a:pt x="1014" y="227"/>
                </a:cubicBezTo>
                <a:cubicBezTo>
                  <a:pt x="1016" y="233"/>
                  <a:pt x="1022" y="234"/>
                  <a:pt x="1024" y="241"/>
                </a:cubicBezTo>
                <a:cubicBezTo>
                  <a:pt x="1020" y="244"/>
                  <a:pt x="1017" y="237"/>
                  <a:pt x="1015" y="235"/>
                </a:cubicBezTo>
                <a:cubicBezTo>
                  <a:pt x="1010" y="230"/>
                  <a:pt x="1003" y="231"/>
                  <a:pt x="1007" y="227"/>
                </a:cubicBezTo>
                <a:cubicBezTo>
                  <a:pt x="1002" y="224"/>
                  <a:pt x="996" y="211"/>
                  <a:pt x="993" y="217"/>
                </a:cubicBezTo>
                <a:cubicBezTo>
                  <a:pt x="992" y="215"/>
                  <a:pt x="991" y="214"/>
                  <a:pt x="992" y="211"/>
                </a:cubicBezTo>
                <a:cubicBezTo>
                  <a:pt x="990" y="209"/>
                  <a:pt x="987" y="209"/>
                  <a:pt x="986" y="206"/>
                </a:cubicBezTo>
                <a:cubicBezTo>
                  <a:pt x="988" y="204"/>
                  <a:pt x="987" y="204"/>
                  <a:pt x="987" y="200"/>
                </a:cubicBezTo>
                <a:cubicBezTo>
                  <a:pt x="989" y="202"/>
                  <a:pt x="989" y="199"/>
                  <a:pt x="990" y="199"/>
                </a:cubicBezTo>
                <a:cubicBezTo>
                  <a:pt x="980" y="195"/>
                  <a:pt x="973" y="183"/>
                  <a:pt x="964" y="181"/>
                </a:cubicBezTo>
                <a:cubicBezTo>
                  <a:pt x="963" y="186"/>
                  <a:pt x="974" y="189"/>
                  <a:pt x="972" y="195"/>
                </a:cubicBezTo>
                <a:cubicBezTo>
                  <a:pt x="974" y="196"/>
                  <a:pt x="978" y="197"/>
                  <a:pt x="977" y="202"/>
                </a:cubicBezTo>
                <a:cubicBezTo>
                  <a:pt x="971" y="202"/>
                  <a:pt x="969" y="200"/>
                  <a:pt x="968" y="192"/>
                </a:cubicBezTo>
                <a:cubicBezTo>
                  <a:pt x="956" y="194"/>
                  <a:pt x="951" y="183"/>
                  <a:pt x="942" y="178"/>
                </a:cubicBezTo>
                <a:cubicBezTo>
                  <a:pt x="945" y="177"/>
                  <a:pt x="942" y="175"/>
                  <a:pt x="942" y="171"/>
                </a:cubicBezTo>
                <a:cubicBezTo>
                  <a:pt x="951" y="171"/>
                  <a:pt x="956" y="180"/>
                  <a:pt x="963" y="181"/>
                </a:cubicBezTo>
                <a:cubicBezTo>
                  <a:pt x="963" y="178"/>
                  <a:pt x="960" y="178"/>
                  <a:pt x="959" y="175"/>
                </a:cubicBezTo>
                <a:cubicBezTo>
                  <a:pt x="951" y="177"/>
                  <a:pt x="954" y="164"/>
                  <a:pt x="946" y="163"/>
                </a:cubicBezTo>
                <a:cubicBezTo>
                  <a:pt x="945" y="169"/>
                  <a:pt x="940" y="161"/>
                  <a:pt x="937" y="159"/>
                </a:cubicBezTo>
                <a:cubicBezTo>
                  <a:pt x="934" y="160"/>
                  <a:pt x="933" y="162"/>
                  <a:pt x="931" y="159"/>
                </a:cubicBezTo>
                <a:cubicBezTo>
                  <a:pt x="932" y="164"/>
                  <a:pt x="937" y="164"/>
                  <a:pt x="939" y="168"/>
                </a:cubicBezTo>
                <a:cubicBezTo>
                  <a:pt x="938" y="168"/>
                  <a:pt x="939" y="170"/>
                  <a:pt x="937" y="171"/>
                </a:cubicBezTo>
                <a:cubicBezTo>
                  <a:pt x="931" y="169"/>
                  <a:pt x="926" y="166"/>
                  <a:pt x="922" y="162"/>
                </a:cubicBezTo>
                <a:cubicBezTo>
                  <a:pt x="923" y="161"/>
                  <a:pt x="922" y="158"/>
                  <a:pt x="924" y="158"/>
                </a:cubicBezTo>
                <a:cubicBezTo>
                  <a:pt x="926" y="157"/>
                  <a:pt x="928" y="159"/>
                  <a:pt x="931" y="159"/>
                </a:cubicBezTo>
                <a:cubicBezTo>
                  <a:pt x="933" y="156"/>
                  <a:pt x="926" y="154"/>
                  <a:pt x="932" y="152"/>
                </a:cubicBezTo>
                <a:cubicBezTo>
                  <a:pt x="927" y="151"/>
                  <a:pt x="925" y="147"/>
                  <a:pt x="920" y="145"/>
                </a:cubicBezTo>
                <a:cubicBezTo>
                  <a:pt x="922" y="144"/>
                  <a:pt x="919" y="142"/>
                  <a:pt x="921" y="142"/>
                </a:cubicBezTo>
                <a:cubicBezTo>
                  <a:pt x="932" y="144"/>
                  <a:pt x="922" y="140"/>
                  <a:pt x="919" y="137"/>
                </a:cubicBezTo>
                <a:cubicBezTo>
                  <a:pt x="919" y="139"/>
                  <a:pt x="918" y="139"/>
                  <a:pt x="917" y="140"/>
                </a:cubicBezTo>
                <a:cubicBezTo>
                  <a:pt x="915" y="139"/>
                  <a:pt x="915" y="136"/>
                  <a:pt x="911" y="135"/>
                </a:cubicBezTo>
                <a:cubicBezTo>
                  <a:pt x="911" y="137"/>
                  <a:pt x="909" y="137"/>
                  <a:pt x="908" y="139"/>
                </a:cubicBezTo>
                <a:cubicBezTo>
                  <a:pt x="907" y="138"/>
                  <a:pt x="904" y="139"/>
                  <a:pt x="903" y="137"/>
                </a:cubicBezTo>
                <a:cubicBezTo>
                  <a:pt x="904" y="134"/>
                  <a:pt x="909" y="138"/>
                  <a:pt x="908" y="135"/>
                </a:cubicBezTo>
                <a:cubicBezTo>
                  <a:pt x="907" y="134"/>
                  <a:pt x="908" y="134"/>
                  <a:pt x="908" y="133"/>
                </a:cubicBezTo>
                <a:cubicBezTo>
                  <a:pt x="906" y="133"/>
                  <a:pt x="904" y="133"/>
                  <a:pt x="903" y="132"/>
                </a:cubicBezTo>
                <a:cubicBezTo>
                  <a:pt x="903" y="136"/>
                  <a:pt x="900" y="137"/>
                  <a:pt x="898" y="139"/>
                </a:cubicBezTo>
                <a:cubicBezTo>
                  <a:pt x="896" y="139"/>
                  <a:pt x="894" y="135"/>
                  <a:pt x="893" y="137"/>
                </a:cubicBezTo>
                <a:cubicBezTo>
                  <a:pt x="894" y="137"/>
                  <a:pt x="895" y="138"/>
                  <a:pt x="895" y="140"/>
                </a:cubicBezTo>
                <a:cubicBezTo>
                  <a:pt x="894" y="140"/>
                  <a:pt x="893" y="140"/>
                  <a:pt x="892" y="139"/>
                </a:cubicBezTo>
                <a:cubicBezTo>
                  <a:pt x="894" y="145"/>
                  <a:pt x="887" y="142"/>
                  <a:pt x="885" y="139"/>
                </a:cubicBezTo>
                <a:cubicBezTo>
                  <a:pt x="886" y="137"/>
                  <a:pt x="888" y="137"/>
                  <a:pt x="887" y="135"/>
                </a:cubicBezTo>
                <a:cubicBezTo>
                  <a:pt x="885" y="132"/>
                  <a:pt x="882" y="130"/>
                  <a:pt x="881" y="127"/>
                </a:cubicBezTo>
                <a:cubicBezTo>
                  <a:pt x="883" y="127"/>
                  <a:pt x="884" y="126"/>
                  <a:pt x="885" y="125"/>
                </a:cubicBezTo>
                <a:cubicBezTo>
                  <a:pt x="881" y="123"/>
                  <a:pt x="884" y="117"/>
                  <a:pt x="880" y="113"/>
                </a:cubicBezTo>
                <a:cubicBezTo>
                  <a:pt x="874" y="113"/>
                  <a:pt x="871" y="111"/>
                  <a:pt x="869" y="107"/>
                </a:cubicBezTo>
                <a:cubicBezTo>
                  <a:pt x="871" y="109"/>
                  <a:pt x="868" y="103"/>
                  <a:pt x="873" y="106"/>
                </a:cubicBezTo>
                <a:cubicBezTo>
                  <a:pt x="870" y="101"/>
                  <a:pt x="863" y="95"/>
                  <a:pt x="859" y="99"/>
                </a:cubicBezTo>
                <a:cubicBezTo>
                  <a:pt x="862" y="99"/>
                  <a:pt x="863" y="103"/>
                  <a:pt x="864" y="106"/>
                </a:cubicBezTo>
                <a:cubicBezTo>
                  <a:pt x="862" y="106"/>
                  <a:pt x="862" y="104"/>
                  <a:pt x="860" y="105"/>
                </a:cubicBezTo>
                <a:cubicBezTo>
                  <a:pt x="860" y="107"/>
                  <a:pt x="862" y="109"/>
                  <a:pt x="859" y="109"/>
                </a:cubicBezTo>
                <a:cubicBezTo>
                  <a:pt x="857" y="108"/>
                  <a:pt x="854" y="106"/>
                  <a:pt x="850" y="107"/>
                </a:cubicBezTo>
                <a:cubicBezTo>
                  <a:pt x="849" y="103"/>
                  <a:pt x="845" y="100"/>
                  <a:pt x="847" y="95"/>
                </a:cubicBezTo>
                <a:cubicBezTo>
                  <a:pt x="842" y="89"/>
                  <a:pt x="835" y="90"/>
                  <a:pt x="826" y="88"/>
                </a:cubicBezTo>
                <a:cubicBezTo>
                  <a:pt x="825" y="91"/>
                  <a:pt x="830" y="92"/>
                  <a:pt x="828" y="93"/>
                </a:cubicBezTo>
                <a:cubicBezTo>
                  <a:pt x="817" y="91"/>
                  <a:pt x="816" y="82"/>
                  <a:pt x="811" y="74"/>
                </a:cubicBezTo>
                <a:cubicBezTo>
                  <a:pt x="804" y="73"/>
                  <a:pt x="802" y="68"/>
                  <a:pt x="795" y="69"/>
                </a:cubicBezTo>
                <a:cubicBezTo>
                  <a:pt x="783" y="56"/>
                  <a:pt x="763" y="50"/>
                  <a:pt x="742" y="47"/>
                </a:cubicBezTo>
                <a:cubicBezTo>
                  <a:pt x="720" y="44"/>
                  <a:pt x="694" y="42"/>
                  <a:pt x="676" y="46"/>
                </a:cubicBezTo>
                <a:cubicBezTo>
                  <a:pt x="691" y="43"/>
                  <a:pt x="691" y="65"/>
                  <a:pt x="677" y="62"/>
                </a:cubicBezTo>
                <a:cubicBezTo>
                  <a:pt x="675" y="61"/>
                  <a:pt x="673" y="60"/>
                  <a:pt x="672" y="56"/>
                </a:cubicBezTo>
                <a:cubicBezTo>
                  <a:pt x="675" y="55"/>
                  <a:pt x="678" y="53"/>
                  <a:pt x="678" y="49"/>
                </a:cubicBezTo>
                <a:cubicBezTo>
                  <a:pt x="673" y="49"/>
                  <a:pt x="670" y="48"/>
                  <a:pt x="671" y="42"/>
                </a:cubicBezTo>
                <a:cubicBezTo>
                  <a:pt x="655" y="34"/>
                  <a:pt x="640" y="43"/>
                  <a:pt x="624" y="45"/>
                </a:cubicBezTo>
                <a:cubicBezTo>
                  <a:pt x="624" y="47"/>
                  <a:pt x="626" y="47"/>
                  <a:pt x="625" y="50"/>
                </a:cubicBezTo>
                <a:cubicBezTo>
                  <a:pt x="619" y="53"/>
                  <a:pt x="610" y="48"/>
                  <a:pt x="606" y="53"/>
                </a:cubicBezTo>
                <a:cubicBezTo>
                  <a:pt x="613" y="54"/>
                  <a:pt x="619" y="54"/>
                  <a:pt x="626" y="57"/>
                </a:cubicBezTo>
                <a:cubicBezTo>
                  <a:pt x="621" y="60"/>
                  <a:pt x="613" y="54"/>
                  <a:pt x="608" y="57"/>
                </a:cubicBezTo>
                <a:cubicBezTo>
                  <a:pt x="611" y="57"/>
                  <a:pt x="613" y="59"/>
                  <a:pt x="616" y="59"/>
                </a:cubicBezTo>
                <a:cubicBezTo>
                  <a:pt x="615" y="63"/>
                  <a:pt x="618" y="62"/>
                  <a:pt x="618" y="65"/>
                </a:cubicBezTo>
                <a:cubicBezTo>
                  <a:pt x="611" y="68"/>
                  <a:pt x="603" y="63"/>
                  <a:pt x="597" y="68"/>
                </a:cubicBezTo>
                <a:cubicBezTo>
                  <a:pt x="597" y="70"/>
                  <a:pt x="603" y="66"/>
                  <a:pt x="604" y="70"/>
                </a:cubicBezTo>
                <a:cubicBezTo>
                  <a:pt x="591" y="73"/>
                  <a:pt x="578" y="70"/>
                  <a:pt x="566" y="73"/>
                </a:cubicBezTo>
                <a:cubicBezTo>
                  <a:pt x="566" y="76"/>
                  <a:pt x="566" y="75"/>
                  <a:pt x="566" y="78"/>
                </a:cubicBezTo>
                <a:cubicBezTo>
                  <a:pt x="572" y="76"/>
                  <a:pt x="582" y="73"/>
                  <a:pt x="589" y="77"/>
                </a:cubicBezTo>
                <a:cubicBezTo>
                  <a:pt x="580" y="82"/>
                  <a:pt x="566" y="82"/>
                  <a:pt x="558" y="87"/>
                </a:cubicBezTo>
                <a:cubicBezTo>
                  <a:pt x="551" y="84"/>
                  <a:pt x="542" y="84"/>
                  <a:pt x="536" y="86"/>
                </a:cubicBezTo>
                <a:cubicBezTo>
                  <a:pt x="536" y="85"/>
                  <a:pt x="537" y="84"/>
                  <a:pt x="536" y="83"/>
                </a:cubicBezTo>
                <a:cubicBezTo>
                  <a:pt x="526" y="83"/>
                  <a:pt x="519" y="88"/>
                  <a:pt x="510" y="86"/>
                </a:cubicBezTo>
                <a:cubicBezTo>
                  <a:pt x="512" y="81"/>
                  <a:pt x="521" y="75"/>
                  <a:pt x="524" y="78"/>
                </a:cubicBezTo>
                <a:cubicBezTo>
                  <a:pt x="525" y="75"/>
                  <a:pt x="526" y="74"/>
                  <a:pt x="529" y="74"/>
                </a:cubicBezTo>
                <a:cubicBezTo>
                  <a:pt x="530" y="74"/>
                  <a:pt x="530" y="76"/>
                  <a:pt x="530" y="77"/>
                </a:cubicBezTo>
                <a:cubicBezTo>
                  <a:pt x="533" y="77"/>
                  <a:pt x="533" y="74"/>
                  <a:pt x="536" y="75"/>
                </a:cubicBezTo>
                <a:cubicBezTo>
                  <a:pt x="536" y="76"/>
                  <a:pt x="535" y="77"/>
                  <a:pt x="536" y="78"/>
                </a:cubicBezTo>
                <a:cubicBezTo>
                  <a:pt x="541" y="75"/>
                  <a:pt x="549" y="82"/>
                  <a:pt x="549" y="72"/>
                </a:cubicBezTo>
                <a:cubicBezTo>
                  <a:pt x="543" y="71"/>
                  <a:pt x="534" y="78"/>
                  <a:pt x="531" y="71"/>
                </a:cubicBezTo>
                <a:cubicBezTo>
                  <a:pt x="528" y="70"/>
                  <a:pt x="525" y="71"/>
                  <a:pt x="522" y="72"/>
                </a:cubicBezTo>
                <a:cubicBezTo>
                  <a:pt x="521" y="70"/>
                  <a:pt x="521" y="69"/>
                  <a:pt x="518" y="67"/>
                </a:cubicBezTo>
                <a:cubicBezTo>
                  <a:pt x="517" y="70"/>
                  <a:pt x="519" y="70"/>
                  <a:pt x="517" y="72"/>
                </a:cubicBezTo>
                <a:cubicBezTo>
                  <a:pt x="514" y="71"/>
                  <a:pt x="512" y="72"/>
                  <a:pt x="510" y="72"/>
                </a:cubicBezTo>
                <a:cubicBezTo>
                  <a:pt x="505" y="63"/>
                  <a:pt x="511" y="64"/>
                  <a:pt x="514" y="57"/>
                </a:cubicBezTo>
                <a:cubicBezTo>
                  <a:pt x="510" y="55"/>
                  <a:pt x="510" y="59"/>
                  <a:pt x="509" y="60"/>
                </a:cubicBezTo>
                <a:cubicBezTo>
                  <a:pt x="501" y="58"/>
                  <a:pt x="490" y="51"/>
                  <a:pt x="483" y="59"/>
                </a:cubicBezTo>
                <a:cubicBezTo>
                  <a:pt x="462" y="65"/>
                  <a:pt x="441" y="73"/>
                  <a:pt x="424" y="85"/>
                </a:cubicBezTo>
                <a:cubicBezTo>
                  <a:pt x="421" y="86"/>
                  <a:pt x="423" y="82"/>
                  <a:pt x="421" y="83"/>
                </a:cubicBezTo>
                <a:cubicBezTo>
                  <a:pt x="420" y="89"/>
                  <a:pt x="411" y="87"/>
                  <a:pt x="405" y="87"/>
                </a:cubicBezTo>
                <a:cubicBezTo>
                  <a:pt x="405" y="93"/>
                  <a:pt x="405" y="93"/>
                  <a:pt x="405" y="93"/>
                </a:cubicBezTo>
                <a:cubicBezTo>
                  <a:pt x="407" y="94"/>
                  <a:pt x="409" y="90"/>
                  <a:pt x="409" y="93"/>
                </a:cubicBezTo>
                <a:cubicBezTo>
                  <a:pt x="409" y="101"/>
                  <a:pt x="399" y="101"/>
                  <a:pt x="394" y="106"/>
                </a:cubicBezTo>
                <a:cubicBezTo>
                  <a:pt x="398" y="106"/>
                  <a:pt x="400" y="101"/>
                  <a:pt x="404" y="104"/>
                </a:cubicBezTo>
                <a:cubicBezTo>
                  <a:pt x="404" y="107"/>
                  <a:pt x="402" y="107"/>
                  <a:pt x="401" y="109"/>
                </a:cubicBezTo>
                <a:cubicBezTo>
                  <a:pt x="397" y="106"/>
                  <a:pt x="393" y="111"/>
                  <a:pt x="388" y="107"/>
                </a:cubicBezTo>
                <a:cubicBezTo>
                  <a:pt x="388" y="110"/>
                  <a:pt x="391" y="112"/>
                  <a:pt x="387" y="114"/>
                </a:cubicBezTo>
                <a:cubicBezTo>
                  <a:pt x="389" y="116"/>
                  <a:pt x="391" y="113"/>
                  <a:pt x="392" y="114"/>
                </a:cubicBezTo>
                <a:cubicBezTo>
                  <a:pt x="388" y="117"/>
                  <a:pt x="387" y="122"/>
                  <a:pt x="380" y="122"/>
                </a:cubicBezTo>
                <a:cubicBezTo>
                  <a:pt x="379" y="128"/>
                  <a:pt x="377" y="132"/>
                  <a:pt x="370" y="132"/>
                </a:cubicBezTo>
                <a:cubicBezTo>
                  <a:pt x="371" y="134"/>
                  <a:pt x="374" y="139"/>
                  <a:pt x="370" y="140"/>
                </a:cubicBezTo>
                <a:cubicBezTo>
                  <a:pt x="367" y="139"/>
                  <a:pt x="366" y="136"/>
                  <a:pt x="363" y="135"/>
                </a:cubicBezTo>
                <a:cubicBezTo>
                  <a:pt x="361" y="136"/>
                  <a:pt x="357" y="140"/>
                  <a:pt x="353" y="137"/>
                </a:cubicBezTo>
                <a:cubicBezTo>
                  <a:pt x="357" y="125"/>
                  <a:pt x="373" y="125"/>
                  <a:pt x="379" y="114"/>
                </a:cubicBezTo>
                <a:cubicBezTo>
                  <a:pt x="370" y="115"/>
                  <a:pt x="363" y="119"/>
                  <a:pt x="357" y="124"/>
                </a:cubicBezTo>
                <a:cubicBezTo>
                  <a:pt x="353" y="126"/>
                  <a:pt x="348" y="127"/>
                  <a:pt x="346" y="133"/>
                </a:cubicBezTo>
                <a:cubicBezTo>
                  <a:pt x="341" y="130"/>
                  <a:pt x="341" y="139"/>
                  <a:pt x="333" y="136"/>
                </a:cubicBezTo>
                <a:cubicBezTo>
                  <a:pt x="330" y="143"/>
                  <a:pt x="323" y="146"/>
                  <a:pt x="318" y="151"/>
                </a:cubicBezTo>
                <a:cubicBezTo>
                  <a:pt x="320" y="154"/>
                  <a:pt x="322" y="148"/>
                  <a:pt x="324" y="151"/>
                </a:cubicBezTo>
                <a:cubicBezTo>
                  <a:pt x="321" y="154"/>
                  <a:pt x="316" y="160"/>
                  <a:pt x="312" y="157"/>
                </a:cubicBezTo>
                <a:cubicBezTo>
                  <a:pt x="311" y="161"/>
                  <a:pt x="310" y="163"/>
                  <a:pt x="308" y="166"/>
                </a:cubicBezTo>
                <a:cubicBezTo>
                  <a:pt x="311" y="166"/>
                  <a:pt x="311" y="166"/>
                  <a:pt x="313" y="169"/>
                </a:cubicBezTo>
                <a:cubicBezTo>
                  <a:pt x="317" y="169"/>
                  <a:pt x="318" y="166"/>
                  <a:pt x="319" y="164"/>
                </a:cubicBezTo>
                <a:cubicBezTo>
                  <a:pt x="320" y="164"/>
                  <a:pt x="321" y="165"/>
                  <a:pt x="322" y="166"/>
                </a:cubicBezTo>
                <a:cubicBezTo>
                  <a:pt x="320" y="168"/>
                  <a:pt x="318" y="169"/>
                  <a:pt x="316" y="171"/>
                </a:cubicBezTo>
                <a:cubicBezTo>
                  <a:pt x="318" y="175"/>
                  <a:pt x="322" y="168"/>
                  <a:pt x="326" y="171"/>
                </a:cubicBezTo>
                <a:cubicBezTo>
                  <a:pt x="326" y="168"/>
                  <a:pt x="326" y="168"/>
                  <a:pt x="326" y="168"/>
                </a:cubicBezTo>
                <a:cubicBezTo>
                  <a:pt x="326" y="166"/>
                  <a:pt x="322" y="169"/>
                  <a:pt x="322" y="166"/>
                </a:cubicBezTo>
                <a:cubicBezTo>
                  <a:pt x="325" y="165"/>
                  <a:pt x="323" y="161"/>
                  <a:pt x="326" y="161"/>
                </a:cubicBezTo>
                <a:cubicBezTo>
                  <a:pt x="326" y="163"/>
                  <a:pt x="326" y="165"/>
                  <a:pt x="327" y="166"/>
                </a:cubicBezTo>
                <a:cubicBezTo>
                  <a:pt x="335" y="162"/>
                  <a:pt x="333" y="150"/>
                  <a:pt x="344" y="154"/>
                </a:cubicBezTo>
                <a:cubicBezTo>
                  <a:pt x="344" y="157"/>
                  <a:pt x="341" y="156"/>
                  <a:pt x="342" y="158"/>
                </a:cubicBezTo>
                <a:cubicBezTo>
                  <a:pt x="346" y="157"/>
                  <a:pt x="349" y="154"/>
                  <a:pt x="353" y="152"/>
                </a:cubicBezTo>
                <a:cubicBezTo>
                  <a:pt x="350" y="153"/>
                  <a:pt x="351" y="150"/>
                  <a:pt x="350" y="150"/>
                </a:cubicBezTo>
                <a:cubicBezTo>
                  <a:pt x="352" y="149"/>
                  <a:pt x="352" y="147"/>
                  <a:pt x="353" y="147"/>
                </a:cubicBezTo>
                <a:cubicBezTo>
                  <a:pt x="356" y="150"/>
                  <a:pt x="358" y="149"/>
                  <a:pt x="361" y="148"/>
                </a:cubicBezTo>
                <a:cubicBezTo>
                  <a:pt x="360" y="151"/>
                  <a:pt x="364" y="148"/>
                  <a:pt x="364" y="150"/>
                </a:cubicBezTo>
                <a:cubicBezTo>
                  <a:pt x="357" y="153"/>
                  <a:pt x="356" y="162"/>
                  <a:pt x="347" y="163"/>
                </a:cubicBezTo>
                <a:cubicBezTo>
                  <a:pt x="347" y="162"/>
                  <a:pt x="349" y="159"/>
                  <a:pt x="346" y="160"/>
                </a:cubicBezTo>
                <a:cubicBezTo>
                  <a:pt x="346" y="163"/>
                  <a:pt x="340" y="165"/>
                  <a:pt x="344" y="167"/>
                </a:cubicBezTo>
                <a:cubicBezTo>
                  <a:pt x="347" y="166"/>
                  <a:pt x="349" y="163"/>
                  <a:pt x="353" y="163"/>
                </a:cubicBezTo>
                <a:cubicBezTo>
                  <a:pt x="353" y="165"/>
                  <a:pt x="353" y="166"/>
                  <a:pt x="354" y="167"/>
                </a:cubicBezTo>
                <a:cubicBezTo>
                  <a:pt x="336" y="178"/>
                  <a:pt x="323" y="191"/>
                  <a:pt x="305" y="201"/>
                </a:cubicBezTo>
                <a:cubicBezTo>
                  <a:pt x="305" y="203"/>
                  <a:pt x="306" y="203"/>
                  <a:pt x="306" y="205"/>
                </a:cubicBezTo>
                <a:cubicBezTo>
                  <a:pt x="304" y="207"/>
                  <a:pt x="300" y="207"/>
                  <a:pt x="298" y="210"/>
                </a:cubicBezTo>
                <a:cubicBezTo>
                  <a:pt x="300" y="212"/>
                  <a:pt x="304" y="205"/>
                  <a:pt x="307" y="209"/>
                </a:cubicBezTo>
                <a:cubicBezTo>
                  <a:pt x="305" y="214"/>
                  <a:pt x="300" y="215"/>
                  <a:pt x="296" y="218"/>
                </a:cubicBezTo>
                <a:cubicBezTo>
                  <a:pt x="292" y="215"/>
                  <a:pt x="286" y="215"/>
                  <a:pt x="283" y="213"/>
                </a:cubicBezTo>
                <a:cubicBezTo>
                  <a:pt x="283" y="212"/>
                  <a:pt x="284" y="212"/>
                  <a:pt x="284" y="211"/>
                </a:cubicBezTo>
                <a:cubicBezTo>
                  <a:pt x="280" y="211"/>
                  <a:pt x="277" y="211"/>
                  <a:pt x="274" y="213"/>
                </a:cubicBezTo>
                <a:cubicBezTo>
                  <a:pt x="273" y="211"/>
                  <a:pt x="272" y="208"/>
                  <a:pt x="270" y="206"/>
                </a:cubicBezTo>
                <a:cubicBezTo>
                  <a:pt x="265" y="210"/>
                  <a:pt x="259" y="209"/>
                  <a:pt x="252" y="215"/>
                </a:cubicBezTo>
                <a:cubicBezTo>
                  <a:pt x="251" y="213"/>
                  <a:pt x="254" y="211"/>
                  <a:pt x="252" y="211"/>
                </a:cubicBezTo>
                <a:cubicBezTo>
                  <a:pt x="251" y="212"/>
                  <a:pt x="249" y="213"/>
                  <a:pt x="248" y="212"/>
                </a:cubicBezTo>
                <a:cubicBezTo>
                  <a:pt x="247" y="206"/>
                  <a:pt x="253" y="205"/>
                  <a:pt x="252" y="202"/>
                </a:cubicBezTo>
                <a:cubicBezTo>
                  <a:pt x="249" y="202"/>
                  <a:pt x="246" y="199"/>
                  <a:pt x="244" y="202"/>
                </a:cubicBezTo>
                <a:cubicBezTo>
                  <a:pt x="247" y="201"/>
                  <a:pt x="247" y="204"/>
                  <a:pt x="248" y="206"/>
                </a:cubicBezTo>
                <a:cubicBezTo>
                  <a:pt x="245" y="208"/>
                  <a:pt x="243" y="211"/>
                  <a:pt x="239" y="213"/>
                </a:cubicBezTo>
                <a:cubicBezTo>
                  <a:pt x="235" y="212"/>
                  <a:pt x="240" y="210"/>
                  <a:pt x="236" y="210"/>
                </a:cubicBezTo>
                <a:cubicBezTo>
                  <a:pt x="235" y="211"/>
                  <a:pt x="233" y="211"/>
                  <a:pt x="233" y="213"/>
                </a:cubicBezTo>
                <a:cubicBezTo>
                  <a:pt x="235" y="213"/>
                  <a:pt x="237" y="214"/>
                  <a:pt x="237" y="216"/>
                </a:cubicBezTo>
                <a:cubicBezTo>
                  <a:pt x="233" y="215"/>
                  <a:pt x="236" y="219"/>
                  <a:pt x="235" y="220"/>
                </a:cubicBezTo>
                <a:cubicBezTo>
                  <a:pt x="231" y="225"/>
                  <a:pt x="223" y="224"/>
                  <a:pt x="217" y="227"/>
                </a:cubicBezTo>
                <a:cubicBezTo>
                  <a:pt x="208" y="230"/>
                  <a:pt x="207" y="237"/>
                  <a:pt x="201" y="241"/>
                </a:cubicBezTo>
                <a:cubicBezTo>
                  <a:pt x="200" y="244"/>
                  <a:pt x="201" y="248"/>
                  <a:pt x="203" y="251"/>
                </a:cubicBezTo>
                <a:cubicBezTo>
                  <a:pt x="204" y="246"/>
                  <a:pt x="206" y="247"/>
                  <a:pt x="210" y="245"/>
                </a:cubicBezTo>
                <a:cubicBezTo>
                  <a:pt x="208" y="247"/>
                  <a:pt x="209" y="249"/>
                  <a:pt x="209" y="252"/>
                </a:cubicBezTo>
                <a:cubicBezTo>
                  <a:pt x="204" y="255"/>
                  <a:pt x="202" y="257"/>
                  <a:pt x="198" y="252"/>
                </a:cubicBezTo>
                <a:cubicBezTo>
                  <a:pt x="195" y="253"/>
                  <a:pt x="197" y="260"/>
                  <a:pt x="193" y="260"/>
                </a:cubicBezTo>
                <a:cubicBezTo>
                  <a:pt x="188" y="259"/>
                  <a:pt x="192" y="253"/>
                  <a:pt x="188" y="252"/>
                </a:cubicBezTo>
                <a:cubicBezTo>
                  <a:pt x="199" y="240"/>
                  <a:pt x="206" y="224"/>
                  <a:pt x="220" y="216"/>
                </a:cubicBezTo>
                <a:cubicBezTo>
                  <a:pt x="220" y="213"/>
                  <a:pt x="220" y="213"/>
                  <a:pt x="220" y="213"/>
                </a:cubicBezTo>
                <a:cubicBezTo>
                  <a:pt x="229" y="212"/>
                  <a:pt x="225" y="195"/>
                  <a:pt x="235" y="199"/>
                </a:cubicBezTo>
                <a:cubicBezTo>
                  <a:pt x="236" y="201"/>
                  <a:pt x="237" y="202"/>
                  <a:pt x="238" y="204"/>
                </a:cubicBezTo>
                <a:cubicBezTo>
                  <a:pt x="237" y="199"/>
                  <a:pt x="244" y="201"/>
                  <a:pt x="244" y="194"/>
                </a:cubicBezTo>
                <a:cubicBezTo>
                  <a:pt x="243" y="194"/>
                  <a:pt x="242" y="194"/>
                  <a:pt x="242" y="193"/>
                </a:cubicBezTo>
                <a:cubicBezTo>
                  <a:pt x="245" y="189"/>
                  <a:pt x="247" y="183"/>
                  <a:pt x="252" y="182"/>
                </a:cubicBezTo>
                <a:cubicBezTo>
                  <a:pt x="252" y="183"/>
                  <a:pt x="252" y="184"/>
                  <a:pt x="252" y="185"/>
                </a:cubicBezTo>
                <a:cubicBezTo>
                  <a:pt x="254" y="185"/>
                  <a:pt x="256" y="184"/>
                  <a:pt x="258" y="184"/>
                </a:cubicBezTo>
                <a:cubicBezTo>
                  <a:pt x="256" y="174"/>
                  <a:pt x="265" y="175"/>
                  <a:pt x="267" y="171"/>
                </a:cubicBezTo>
                <a:cubicBezTo>
                  <a:pt x="266" y="171"/>
                  <a:pt x="265" y="172"/>
                  <a:pt x="265" y="171"/>
                </a:cubicBezTo>
                <a:cubicBezTo>
                  <a:pt x="268" y="167"/>
                  <a:pt x="272" y="164"/>
                  <a:pt x="276" y="160"/>
                </a:cubicBezTo>
                <a:cubicBezTo>
                  <a:pt x="276" y="161"/>
                  <a:pt x="277" y="161"/>
                  <a:pt x="278" y="161"/>
                </a:cubicBezTo>
                <a:cubicBezTo>
                  <a:pt x="278" y="164"/>
                  <a:pt x="275" y="163"/>
                  <a:pt x="277" y="165"/>
                </a:cubicBezTo>
                <a:cubicBezTo>
                  <a:pt x="283" y="173"/>
                  <a:pt x="271" y="176"/>
                  <a:pt x="267" y="181"/>
                </a:cubicBezTo>
                <a:cubicBezTo>
                  <a:pt x="265" y="182"/>
                  <a:pt x="266" y="179"/>
                  <a:pt x="263" y="179"/>
                </a:cubicBezTo>
                <a:cubicBezTo>
                  <a:pt x="263" y="186"/>
                  <a:pt x="263" y="186"/>
                  <a:pt x="263" y="186"/>
                </a:cubicBezTo>
                <a:cubicBezTo>
                  <a:pt x="259" y="188"/>
                  <a:pt x="257" y="192"/>
                  <a:pt x="254" y="195"/>
                </a:cubicBezTo>
                <a:cubicBezTo>
                  <a:pt x="266" y="201"/>
                  <a:pt x="269" y="180"/>
                  <a:pt x="278" y="185"/>
                </a:cubicBezTo>
                <a:cubicBezTo>
                  <a:pt x="279" y="186"/>
                  <a:pt x="275" y="187"/>
                  <a:pt x="277" y="188"/>
                </a:cubicBezTo>
                <a:cubicBezTo>
                  <a:pt x="285" y="186"/>
                  <a:pt x="281" y="172"/>
                  <a:pt x="289" y="174"/>
                </a:cubicBezTo>
                <a:cubicBezTo>
                  <a:pt x="290" y="165"/>
                  <a:pt x="297" y="163"/>
                  <a:pt x="301" y="158"/>
                </a:cubicBezTo>
                <a:cubicBezTo>
                  <a:pt x="302" y="156"/>
                  <a:pt x="300" y="156"/>
                  <a:pt x="300" y="154"/>
                </a:cubicBezTo>
                <a:cubicBezTo>
                  <a:pt x="294" y="151"/>
                  <a:pt x="288" y="165"/>
                  <a:pt x="282" y="160"/>
                </a:cubicBezTo>
                <a:cubicBezTo>
                  <a:pt x="286" y="153"/>
                  <a:pt x="298" y="149"/>
                  <a:pt x="300" y="142"/>
                </a:cubicBezTo>
                <a:cubicBezTo>
                  <a:pt x="296" y="144"/>
                  <a:pt x="293" y="146"/>
                  <a:pt x="290" y="150"/>
                </a:cubicBezTo>
                <a:cubicBezTo>
                  <a:pt x="289" y="138"/>
                  <a:pt x="305" y="136"/>
                  <a:pt x="307" y="125"/>
                </a:cubicBezTo>
                <a:cubicBezTo>
                  <a:pt x="304" y="124"/>
                  <a:pt x="303" y="122"/>
                  <a:pt x="299" y="122"/>
                </a:cubicBezTo>
                <a:cubicBezTo>
                  <a:pt x="298" y="128"/>
                  <a:pt x="292" y="128"/>
                  <a:pt x="288" y="130"/>
                </a:cubicBezTo>
                <a:cubicBezTo>
                  <a:pt x="288" y="128"/>
                  <a:pt x="288" y="125"/>
                  <a:pt x="290" y="125"/>
                </a:cubicBezTo>
                <a:cubicBezTo>
                  <a:pt x="291" y="125"/>
                  <a:pt x="292" y="126"/>
                  <a:pt x="293" y="126"/>
                </a:cubicBezTo>
                <a:cubicBezTo>
                  <a:pt x="295" y="124"/>
                  <a:pt x="295" y="121"/>
                  <a:pt x="296" y="119"/>
                </a:cubicBezTo>
                <a:cubicBezTo>
                  <a:pt x="297" y="120"/>
                  <a:pt x="298" y="119"/>
                  <a:pt x="300" y="121"/>
                </a:cubicBezTo>
                <a:cubicBezTo>
                  <a:pt x="303" y="114"/>
                  <a:pt x="310" y="107"/>
                  <a:pt x="318" y="109"/>
                </a:cubicBezTo>
                <a:cubicBezTo>
                  <a:pt x="317" y="115"/>
                  <a:pt x="310" y="118"/>
                  <a:pt x="305" y="119"/>
                </a:cubicBezTo>
                <a:cubicBezTo>
                  <a:pt x="306" y="122"/>
                  <a:pt x="308" y="123"/>
                  <a:pt x="310" y="124"/>
                </a:cubicBezTo>
                <a:cubicBezTo>
                  <a:pt x="329" y="111"/>
                  <a:pt x="346" y="96"/>
                  <a:pt x="365" y="82"/>
                </a:cubicBezTo>
                <a:cubicBezTo>
                  <a:pt x="360" y="83"/>
                  <a:pt x="359" y="88"/>
                  <a:pt x="353" y="88"/>
                </a:cubicBezTo>
                <a:cubicBezTo>
                  <a:pt x="353" y="87"/>
                  <a:pt x="352" y="87"/>
                  <a:pt x="353" y="86"/>
                </a:cubicBezTo>
                <a:cubicBezTo>
                  <a:pt x="356" y="83"/>
                  <a:pt x="358" y="72"/>
                  <a:pt x="365" y="77"/>
                </a:cubicBezTo>
                <a:cubicBezTo>
                  <a:pt x="366" y="66"/>
                  <a:pt x="382" y="69"/>
                  <a:pt x="384" y="59"/>
                </a:cubicBezTo>
                <a:cubicBezTo>
                  <a:pt x="381" y="60"/>
                  <a:pt x="378" y="63"/>
                  <a:pt x="378" y="65"/>
                </a:cubicBezTo>
                <a:cubicBezTo>
                  <a:pt x="367" y="65"/>
                  <a:pt x="359" y="74"/>
                  <a:pt x="348" y="77"/>
                </a:cubicBezTo>
                <a:cubicBezTo>
                  <a:pt x="345" y="75"/>
                  <a:pt x="349" y="72"/>
                  <a:pt x="347" y="72"/>
                </a:cubicBezTo>
                <a:cubicBezTo>
                  <a:pt x="345" y="74"/>
                  <a:pt x="341" y="75"/>
                  <a:pt x="345" y="76"/>
                </a:cubicBezTo>
                <a:cubicBezTo>
                  <a:pt x="337" y="81"/>
                  <a:pt x="332" y="90"/>
                  <a:pt x="322" y="93"/>
                </a:cubicBezTo>
                <a:cubicBezTo>
                  <a:pt x="321" y="91"/>
                  <a:pt x="321" y="91"/>
                  <a:pt x="319" y="91"/>
                </a:cubicBezTo>
                <a:cubicBezTo>
                  <a:pt x="306" y="97"/>
                  <a:pt x="298" y="111"/>
                  <a:pt x="283" y="114"/>
                </a:cubicBezTo>
                <a:cubicBezTo>
                  <a:pt x="286" y="109"/>
                  <a:pt x="293" y="107"/>
                  <a:pt x="296" y="100"/>
                </a:cubicBezTo>
                <a:cubicBezTo>
                  <a:pt x="288" y="101"/>
                  <a:pt x="287" y="111"/>
                  <a:pt x="278" y="113"/>
                </a:cubicBezTo>
                <a:cubicBezTo>
                  <a:pt x="281" y="119"/>
                  <a:pt x="270" y="122"/>
                  <a:pt x="273" y="128"/>
                </a:cubicBezTo>
                <a:cubicBezTo>
                  <a:pt x="268" y="133"/>
                  <a:pt x="262" y="135"/>
                  <a:pt x="257" y="139"/>
                </a:cubicBezTo>
                <a:cubicBezTo>
                  <a:pt x="256" y="136"/>
                  <a:pt x="258" y="136"/>
                  <a:pt x="257" y="133"/>
                </a:cubicBezTo>
                <a:cubicBezTo>
                  <a:pt x="261" y="134"/>
                  <a:pt x="266" y="127"/>
                  <a:pt x="265" y="123"/>
                </a:cubicBezTo>
                <a:cubicBezTo>
                  <a:pt x="267" y="123"/>
                  <a:pt x="268" y="122"/>
                  <a:pt x="270" y="122"/>
                </a:cubicBezTo>
                <a:cubicBezTo>
                  <a:pt x="270" y="121"/>
                  <a:pt x="271" y="120"/>
                  <a:pt x="271" y="119"/>
                </a:cubicBezTo>
                <a:cubicBezTo>
                  <a:pt x="268" y="118"/>
                  <a:pt x="269" y="121"/>
                  <a:pt x="266" y="121"/>
                </a:cubicBezTo>
                <a:cubicBezTo>
                  <a:pt x="268" y="118"/>
                  <a:pt x="269" y="115"/>
                  <a:pt x="271" y="114"/>
                </a:cubicBezTo>
                <a:cubicBezTo>
                  <a:pt x="270" y="113"/>
                  <a:pt x="268" y="114"/>
                  <a:pt x="268" y="113"/>
                </a:cubicBezTo>
                <a:cubicBezTo>
                  <a:pt x="283" y="99"/>
                  <a:pt x="299" y="87"/>
                  <a:pt x="312" y="72"/>
                </a:cubicBezTo>
                <a:cubicBezTo>
                  <a:pt x="310" y="71"/>
                  <a:pt x="307" y="74"/>
                  <a:pt x="307" y="72"/>
                </a:cubicBezTo>
                <a:cubicBezTo>
                  <a:pt x="309" y="70"/>
                  <a:pt x="309" y="66"/>
                  <a:pt x="311" y="64"/>
                </a:cubicBezTo>
                <a:cubicBezTo>
                  <a:pt x="302" y="65"/>
                  <a:pt x="297" y="73"/>
                  <a:pt x="290" y="77"/>
                </a:cubicBezTo>
                <a:cubicBezTo>
                  <a:pt x="288" y="79"/>
                  <a:pt x="289" y="84"/>
                  <a:pt x="285" y="84"/>
                </a:cubicBezTo>
                <a:cubicBezTo>
                  <a:pt x="285" y="83"/>
                  <a:pt x="286" y="83"/>
                  <a:pt x="286" y="81"/>
                </a:cubicBezTo>
                <a:cubicBezTo>
                  <a:pt x="282" y="84"/>
                  <a:pt x="276" y="89"/>
                  <a:pt x="275" y="92"/>
                </a:cubicBezTo>
                <a:cubicBezTo>
                  <a:pt x="275" y="92"/>
                  <a:pt x="278" y="93"/>
                  <a:pt x="278" y="93"/>
                </a:cubicBezTo>
                <a:cubicBezTo>
                  <a:pt x="273" y="103"/>
                  <a:pt x="262" y="107"/>
                  <a:pt x="255" y="114"/>
                </a:cubicBezTo>
                <a:cubicBezTo>
                  <a:pt x="255" y="120"/>
                  <a:pt x="253" y="129"/>
                  <a:pt x="247" y="128"/>
                </a:cubicBezTo>
                <a:cubicBezTo>
                  <a:pt x="247" y="126"/>
                  <a:pt x="248" y="125"/>
                  <a:pt x="248" y="122"/>
                </a:cubicBezTo>
                <a:cubicBezTo>
                  <a:pt x="246" y="121"/>
                  <a:pt x="246" y="123"/>
                  <a:pt x="244" y="121"/>
                </a:cubicBezTo>
                <a:cubicBezTo>
                  <a:pt x="245" y="114"/>
                  <a:pt x="252" y="108"/>
                  <a:pt x="257" y="108"/>
                </a:cubicBezTo>
                <a:cubicBezTo>
                  <a:pt x="258" y="103"/>
                  <a:pt x="262" y="101"/>
                  <a:pt x="262" y="96"/>
                </a:cubicBezTo>
                <a:cubicBezTo>
                  <a:pt x="260" y="96"/>
                  <a:pt x="259" y="94"/>
                  <a:pt x="259" y="92"/>
                </a:cubicBezTo>
                <a:cubicBezTo>
                  <a:pt x="260" y="89"/>
                  <a:pt x="262" y="89"/>
                  <a:pt x="265" y="89"/>
                </a:cubicBezTo>
                <a:cubicBezTo>
                  <a:pt x="268" y="93"/>
                  <a:pt x="263" y="95"/>
                  <a:pt x="264" y="97"/>
                </a:cubicBezTo>
                <a:cubicBezTo>
                  <a:pt x="267" y="92"/>
                  <a:pt x="275" y="88"/>
                  <a:pt x="271" y="82"/>
                </a:cubicBezTo>
                <a:cubicBezTo>
                  <a:pt x="273" y="82"/>
                  <a:pt x="272" y="80"/>
                  <a:pt x="274" y="80"/>
                </a:cubicBezTo>
                <a:cubicBezTo>
                  <a:pt x="277" y="80"/>
                  <a:pt x="276" y="84"/>
                  <a:pt x="278" y="84"/>
                </a:cubicBezTo>
                <a:cubicBezTo>
                  <a:pt x="279" y="78"/>
                  <a:pt x="285" y="76"/>
                  <a:pt x="283" y="71"/>
                </a:cubicBezTo>
                <a:cubicBezTo>
                  <a:pt x="296" y="71"/>
                  <a:pt x="297" y="60"/>
                  <a:pt x="304" y="54"/>
                </a:cubicBezTo>
                <a:cubicBezTo>
                  <a:pt x="318" y="51"/>
                  <a:pt x="325" y="32"/>
                  <a:pt x="341" y="28"/>
                </a:cubicBezTo>
                <a:cubicBezTo>
                  <a:pt x="343" y="27"/>
                  <a:pt x="343" y="29"/>
                  <a:pt x="344" y="29"/>
                </a:cubicBezTo>
                <a:cubicBezTo>
                  <a:pt x="344" y="26"/>
                  <a:pt x="346" y="25"/>
                  <a:pt x="347" y="23"/>
                </a:cubicBezTo>
                <a:cubicBezTo>
                  <a:pt x="344" y="23"/>
                  <a:pt x="342" y="28"/>
                  <a:pt x="340" y="25"/>
                </a:cubicBezTo>
                <a:cubicBezTo>
                  <a:pt x="341" y="20"/>
                  <a:pt x="351" y="23"/>
                  <a:pt x="348" y="15"/>
                </a:cubicBezTo>
                <a:cubicBezTo>
                  <a:pt x="320" y="26"/>
                  <a:pt x="302" y="46"/>
                  <a:pt x="275" y="57"/>
                </a:cubicBezTo>
                <a:cubicBezTo>
                  <a:pt x="270" y="71"/>
                  <a:pt x="256" y="74"/>
                  <a:pt x="248" y="84"/>
                </a:cubicBezTo>
                <a:cubicBezTo>
                  <a:pt x="249" y="84"/>
                  <a:pt x="249" y="85"/>
                  <a:pt x="249" y="86"/>
                </a:cubicBezTo>
                <a:cubicBezTo>
                  <a:pt x="243" y="89"/>
                  <a:pt x="236" y="87"/>
                  <a:pt x="233" y="93"/>
                </a:cubicBezTo>
                <a:cubicBezTo>
                  <a:pt x="234" y="94"/>
                  <a:pt x="235" y="94"/>
                  <a:pt x="235" y="95"/>
                </a:cubicBezTo>
                <a:cubicBezTo>
                  <a:pt x="227" y="106"/>
                  <a:pt x="216" y="110"/>
                  <a:pt x="212" y="123"/>
                </a:cubicBezTo>
                <a:cubicBezTo>
                  <a:pt x="208" y="122"/>
                  <a:pt x="208" y="125"/>
                  <a:pt x="205" y="125"/>
                </a:cubicBezTo>
                <a:cubicBezTo>
                  <a:pt x="193" y="142"/>
                  <a:pt x="178" y="156"/>
                  <a:pt x="166" y="174"/>
                </a:cubicBezTo>
                <a:cubicBezTo>
                  <a:pt x="169" y="179"/>
                  <a:pt x="156" y="179"/>
                  <a:pt x="156" y="187"/>
                </a:cubicBezTo>
                <a:cubicBezTo>
                  <a:pt x="157" y="188"/>
                  <a:pt x="158" y="185"/>
                  <a:pt x="159" y="187"/>
                </a:cubicBezTo>
                <a:cubicBezTo>
                  <a:pt x="157" y="189"/>
                  <a:pt x="158" y="191"/>
                  <a:pt x="157" y="192"/>
                </a:cubicBezTo>
                <a:cubicBezTo>
                  <a:pt x="153" y="190"/>
                  <a:pt x="148" y="194"/>
                  <a:pt x="146" y="199"/>
                </a:cubicBezTo>
                <a:cubicBezTo>
                  <a:pt x="149" y="198"/>
                  <a:pt x="150" y="200"/>
                  <a:pt x="150" y="202"/>
                </a:cubicBezTo>
                <a:cubicBezTo>
                  <a:pt x="144" y="205"/>
                  <a:pt x="141" y="216"/>
                  <a:pt x="136" y="217"/>
                </a:cubicBezTo>
                <a:cubicBezTo>
                  <a:pt x="135" y="212"/>
                  <a:pt x="141" y="210"/>
                  <a:pt x="139" y="206"/>
                </a:cubicBezTo>
                <a:cubicBezTo>
                  <a:pt x="134" y="214"/>
                  <a:pt x="128" y="221"/>
                  <a:pt x="125" y="230"/>
                </a:cubicBezTo>
                <a:cubicBezTo>
                  <a:pt x="130" y="234"/>
                  <a:pt x="119" y="240"/>
                  <a:pt x="123" y="246"/>
                </a:cubicBezTo>
                <a:cubicBezTo>
                  <a:pt x="123" y="245"/>
                  <a:pt x="124" y="244"/>
                  <a:pt x="125" y="245"/>
                </a:cubicBezTo>
                <a:cubicBezTo>
                  <a:pt x="124" y="246"/>
                  <a:pt x="123" y="247"/>
                  <a:pt x="121" y="246"/>
                </a:cubicBezTo>
                <a:cubicBezTo>
                  <a:pt x="120" y="254"/>
                  <a:pt x="110" y="250"/>
                  <a:pt x="110" y="261"/>
                </a:cubicBezTo>
                <a:cubicBezTo>
                  <a:pt x="113" y="263"/>
                  <a:pt x="113" y="256"/>
                  <a:pt x="117" y="256"/>
                </a:cubicBezTo>
                <a:cubicBezTo>
                  <a:pt x="117" y="257"/>
                  <a:pt x="118" y="257"/>
                  <a:pt x="118" y="258"/>
                </a:cubicBezTo>
                <a:cubicBezTo>
                  <a:pt x="116" y="266"/>
                  <a:pt x="112" y="268"/>
                  <a:pt x="108" y="274"/>
                </a:cubicBezTo>
                <a:cubicBezTo>
                  <a:pt x="110" y="275"/>
                  <a:pt x="112" y="274"/>
                  <a:pt x="113" y="277"/>
                </a:cubicBezTo>
                <a:cubicBezTo>
                  <a:pt x="110" y="277"/>
                  <a:pt x="113" y="280"/>
                  <a:pt x="111" y="283"/>
                </a:cubicBezTo>
                <a:cubicBezTo>
                  <a:pt x="113" y="283"/>
                  <a:pt x="113" y="283"/>
                  <a:pt x="113" y="285"/>
                </a:cubicBezTo>
                <a:cubicBezTo>
                  <a:pt x="110" y="296"/>
                  <a:pt x="101" y="302"/>
                  <a:pt x="104" y="315"/>
                </a:cubicBezTo>
                <a:cubicBezTo>
                  <a:pt x="96" y="316"/>
                  <a:pt x="99" y="327"/>
                  <a:pt x="92" y="329"/>
                </a:cubicBezTo>
                <a:cubicBezTo>
                  <a:pt x="94" y="316"/>
                  <a:pt x="104" y="304"/>
                  <a:pt x="107" y="290"/>
                </a:cubicBezTo>
                <a:cubicBezTo>
                  <a:pt x="104" y="288"/>
                  <a:pt x="103" y="286"/>
                  <a:pt x="104" y="282"/>
                </a:cubicBezTo>
                <a:cubicBezTo>
                  <a:pt x="101" y="280"/>
                  <a:pt x="99" y="287"/>
                  <a:pt x="98" y="291"/>
                </a:cubicBezTo>
                <a:cubicBezTo>
                  <a:pt x="99" y="293"/>
                  <a:pt x="101" y="293"/>
                  <a:pt x="102" y="294"/>
                </a:cubicBezTo>
                <a:cubicBezTo>
                  <a:pt x="99" y="296"/>
                  <a:pt x="102" y="297"/>
                  <a:pt x="101" y="300"/>
                </a:cubicBezTo>
                <a:cubicBezTo>
                  <a:pt x="99" y="301"/>
                  <a:pt x="97" y="302"/>
                  <a:pt x="95" y="303"/>
                </a:cubicBezTo>
                <a:cubicBezTo>
                  <a:pt x="94" y="301"/>
                  <a:pt x="93" y="299"/>
                  <a:pt x="91" y="298"/>
                </a:cubicBezTo>
                <a:cubicBezTo>
                  <a:pt x="86" y="299"/>
                  <a:pt x="80" y="307"/>
                  <a:pt x="84" y="313"/>
                </a:cubicBezTo>
                <a:cubicBezTo>
                  <a:pt x="81" y="315"/>
                  <a:pt x="78" y="321"/>
                  <a:pt x="80" y="327"/>
                </a:cubicBezTo>
                <a:cubicBezTo>
                  <a:pt x="79" y="327"/>
                  <a:pt x="79" y="328"/>
                  <a:pt x="78" y="327"/>
                </a:cubicBezTo>
                <a:cubicBezTo>
                  <a:pt x="77" y="336"/>
                  <a:pt x="69" y="337"/>
                  <a:pt x="71" y="349"/>
                </a:cubicBezTo>
                <a:cubicBezTo>
                  <a:pt x="68" y="351"/>
                  <a:pt x="66" y="359"/>
                  <a:pt x="69" y="361"/>
                </a:cubicBezTo>
                <a:cubicBezTo>
                  <a:pt x="70" y="360"/>
                  <a:pt x="70" y="357"/>
                  <a:pt x="72" y="357"/>
                </a:cubicBezTo>
                <a:cubicBezTo>
                  <a:pt x="72" y="358"/>
                  <a:pt x="73" y="358"/>
                  <a:pt x="73" y="359"/>
                </a:cubicBezTo>
                <a:cubicBezTo>
                  <a:pt x="68" y="359"/>
                  <a:pt x="69" y="365"/>
                  <a:pt x="67" y="370"/>
                </a:cubicBezTo>
                <a:cubicBezTo>
                  <a:pt x="76" y="362"/>
                  <a:pt x="78" y="344"/>
                  <a:pt x="85" y="333"/>
                </a:cubicBezTo>
                <a:cubicBezTo>
                  <a:pt x="86" y="339"/>
                  <a:pt x="81" y="345"/>
                  <a:pt x="84" y="354"/>
                </a:cubicBezTo>
                <a:cubicBezTo>
                  <a:pt x="82" y="354"/>
                  <a:pt x="82" y="357"/>
                  <a:pt x="80" y="355"/>
                </a:cubicBezTo>
                <a:cubicBezTo>
                  <a:pt x="75" y="363"/>
                  <a:pt x="72" y="377"/>
                  <a:pt x="64" y="379"/>
                </a:cubicBezTo>
                <a:cubicBezTo>
                  <a:pt x="61" y="387"/>
                  <a:pt x="54" y="396"/>
                  <a:pt x="56" y="404"/>
                </a:cubicBezTo>
                <a:cubicBezTo>
                  <a:pt x="46" y="415"/>
                  <a:pt x="47" y="430"/>
                  <a:pt x="50" y="446"/>
                </a:cubicBezTo>
                <a:cubicBezTo>
                  <a:pt x="61" y="442"/>
                  <a:pt x="58" y="463"/>
                  <a:pt x="50" y="463"/>
                </a:cubicBezTo>
                <a:cubicBezTo>
                  <a:pt x="51" y="470"/>
                  <a:pt x="46" y="480"/>
                  <a:pt x="48" y="487"/>
                </a:cubicBezTo>
                <a:cubicBezTo>
                  <a:pt x="53" y="482"/>
                  <a:pt x="53" y="474"/>
                  <a:pt x="57" y="469"/>
                </a:cubicBezTo>
                <a:cubicBezTo>
                  <a:pt x="58" y="473"/>
                  <a:pt x="65" y="471"/>
                  <a:pt x="65" y="477"/>
                </a:cubicBezTo>
                <a:cubicBezTo>
                  <a:pt x="65" y="471"/>
                  <a:pt x="69" y="476"/>
                  <a:pt x="70" y="475"/>
                </a:cubicBezTo>
                <a:cubicBezTo>
                  <a:pt x="71" y="471"/>
                  <a:pt x="71" y="467"/>
                  <a:pt x="74" y="467"/>
                </a:cubicBezTo>
                <a:cubicBezTo>
                  <a:pt x="76" y="475"/>
                  <a:pt x="78" y="479"/>
                  <a:pt x="76" y="486"/>
                </a:cubicBezTo>
                <a:cubicBezTo>
                  <a:pt x="76" y="485"/>
                  <a:pt x="76" y="484"/>
                  <a:pt x="75" y="483"/>
                </a:cubicBezTo>
                <a:cubicBezTo>
                  <a:pt x="73" y="486"/>
                  <a:pt x="72" y="495"/>
                  <a:pt x="73" y="498"/>
                </a:cubicBezTo>
                <a:cubicBezTo>
                  <a:pt x="73" y="497"/>
                  <a:pt x="73" y="496"/>
                  <a:pt x="74" y="497"/>
                </a:cubicBezTo>
                <a:cubicBezTo>
                  <a:pt x="74" y="501"/>
                  <a:pt x="78" y="500"/>
                  <a:pt x="77" y="506"/>
                </a:cubicBezTo>
                <a:cubicBezTo>
                  <a:pt x="82" y="508"/>
                  <a:pt x="81" y="501"/>
                  <a:pt x="84" y="500"/>
                </a:cubicBezTo>
                <a:cubicBezTo>
                  <a:pt x="89" y="499"/>
                  <a:pt x="90" y="501"/>
                  <a:pt x="94" y="503"/>
                </a:cubicBezTo>
                <a:cubicBezTo>
                  <a:pt x="94" y="501"/>
                  <a:pt x="92" y="499"/>
                  <a:pt x="94" y="497"/>
                </a:cubicBezTo>
                <a:cubicBezTo>
                  <a:pt x="92" y="497"/>
                  <a:pt x="89" y="498"/>
                  <a:pt x="89" y="496"/>
                </a:cubicBezTo>
                <a:cubicBezTo>
                  <a:pt x="89" y="493"/>
                  <a:pt x="89" y="493"/>
                  <a:pt x="89" y="493"/>
                </a:cubicBezTo>
                <a:cubicBezTo>
                  <a:pt x="89" y="491"/>
                  <a:pt x="92" y="492"/>
                  <a:pt x="93" y="490"/>
                </a:cubicBezTo>
                <a:cubicBezTo>
                  <a:pt x="95" y="490"/>
                  <a:pt x="95" y="492"/>
                  <a:pt x="97" y="493"/>
                </a:cubicBezTo>
                <a:cubicBezTo>
                  <a:pt x="99" y="491"/>
                  <a:pt x="97" y="487"/>
                  <a:pt x="101" y="488"/>
                </a:cubicBezTo>
                <a:cubicBezTo>
                  <a:pt x="101" y="483"/>
                  <a:pt x="100" y="477"/>
                  <a:pt x="104" y="476"/>
                </a:cubicBezTo>
                <a:cubicBezTo>
                  <a:pt x="104" y="477"/>
                  <a:pt x="105" y="476"/>
                  <a:pt x="105" y="477"/>
                </a:cubicBezTo>
                <a:cubicBezTo>
                  <a:pt x="100" y="489"/>
                  <a:pt x="107" y="507"/>
                  <a:pt x="102" y="517"/>
                </a:cubicBezTo>
                <a:cubicBezTo>
                  <a:pt x="103" y="515"/>
                  <a:pt x="105" y="515"/>
                  <a:pt x="107" y="515"/>
                </a:cubicBezTo>
                <a:cubicBezTo>
                  <a:pt x="107" y="512"/>
                  <a:pt x="109" y="510"/>
                  <a:pt x="108" y="505"/>
                </a:cubicBezTo>
                <a:cubicBezTo>
                  <a:pt x="110" y="506"/>
                  <a:pt x="113" y="503"/>
                  <a:pt x="113" y="504"/>
                </a:cubicBezTo>
                <a:cubicBezTo>
                  <a:pt x="114" y="512"/>
                  <a:pt x="112" y="523"/>
                  <a:pt x="117" y="525"/>
                </a:cubicBezTo>
                <a:cubicBezTo>
                  <a:pt x="129" y="516"/>
                  <a:pt x="118" y="489"/>
                  <a:pt x="134" y="484"/>
                </a:cubicBezTo>
                <a:cubicBezTo>
                  <a:pt x="131" y="492"/>
                  <a:pt x="134" y="495"/>
                  <a:pt x="134" y="504"/>
                </a:cubicBezTo>
                <a:cubicBezTo>
                  <a:pt x="141" y="503"/>
                  <a:pt x="139" y="511"/>
                  <a:pt x="140" y="515"/>
                </a:cubicBezTo>
                <a:cubicBezTo>
                  <a:pt x="143" y="515"/>
                  <a:pt x="143" y="510"/>
                  <a:pt x="145" y="510"/>
                </a:cubicBezTo>
                <a:cubicBezTo>
                  <a:pt x="151" y="516"/>
                  <a:pt x="146" y="528"/>
                  <a:pt x="142" y="534"/>
                </a:cubicBezTo>
                <a:cubicBezTo>
                  <a:pt x="140" y="532"/>
                  <a:pt x="140" y="526"/>
                  <a:pt x="139" y="524"/>
                </a:cubicBezTo>
                <a:cubicBezTo>
                  <a:pt x="135" y="525"/>
                  <a:pt x="134" y="525"/>
                  <a:pt x="129" y="525"/>
                </a:cubicBezTo>
                <a:cubicBezTo>
                  <a:pt x="129" y="530"/>
                  <a:pt x="126" y="532"/>
                  <a:pt x="126" y="538"/>
                </a:cubicBezTo>
                <a:cubicBezTo>
                  <a:pt x="127" y="538"/>
                  <a:pt x="130" y="539"/>
                  <a:pt x="127" y="542"/>
                </a:cubicBezTo>
                <a:cubicBezTo>
                  <a:pt x="129" y="544"/>
                  <a:pt x="129" y="541"/>
                  <a:pt x="131" y="541"/>
                </a:cubicBezTo>
                <a:cubicBezTo>
                  <a:pt x="131" y="549"/>
                  <a:pt x="134" y="568"/>
                  <a:pt x="124" y="568"/>
                </a:cubicBezTo>
                <a:cubicBezTo>
                  <a:pt x="125" y="572"/>
                  <a:pt x="120" y="574"/>
                  <a:pt x="123" y="577"/>
                </a:cubicBezTo>
                <a:cubicBezTo>
                  <a:pt x="123" y="575"/>
                  <a:pt x="126" y="576"/>
                  <a:pt x="126" y="575"/>
                </a:cubicBezTo>
                <a:cubicBezTo>
                  <a:pt x="125" y="574"/>
                  <a:pt x="126" y="572"/>
                  <a:pt x="126" y="571"/>
                </a:cubicBezTo>
                <a:cubicBezTo>
                  <a:pt x="129" y="572"/>
                  <a:pt x="128" y="569"/>
                  <a:pt x="130" y="568"/>
                </a:cubicBezTo>
                <a:cubicBezTo>
                  <a:pt x="129" y="573"/>
                  <a:pt x="128" y="577"/>
                  <a:pt x="125" y="580"/>
                </a:cubicBezTo>
                <a:cubicBezTo>
                  <a:pt x="134" y="588"/>
                  <a:pt x="128" y="606"/>
                  <a:pt x="130" y="617"/>
                </a:cubicBezTo>
                <a:cubicBezTo>
                  <a:pt x="132" y="624"/>
                  <a:pt x="131" y="636"/>
                  <a:pt x="131" y="644"/>
                </a:cubicBezTo>
                <a:cubicBezTo>
                  <a:pt x="132" y="644"/>
                  <a:pt x="134" y="644"/>
                  <a:pt x="134" y="645"/>
                </a:cubicBezTo>
                <a:cubicBezTo>
                  <a:pt x="135" y="655"/>
                  <a:pt x="135" y="669"/>
                  <a:pt x="137" y="677"/>
                </a:cubicBezTo>
                <a:cubicBezTo>
                  <a:pt x="131" y="689"/>
                  <a:pt x="144" y="701"/>
                  <a:pt x="139" y="712"/>
                </a:cubicBezTo>
                <a:cubicBezTo>
                  <a:pt x="137" y="708"/>
                  <a:pt x="137" y="712"/>
                  <a:pt x="132" y="711"/>
                </a:cubicBezTo>
                <a:cubicBezTo>
                  <a:pt x="130" y="707"/>
                  <a:pt x="133" y="698"/>
                  <a:pt x="129" y="696"/>
                </a:cubicBezTo>
                <a:cubicBezTo>
                  <a:pt x="130" y="704"/>
                  <a:pt x="131" y="720"/>
                  <a:pt x="129" y="725"/>
                </a:cubicBezTo>
                <a:cubicBezTo>
                  <a:pt x="133" y="728"/>
                  <a:pt x="132" y="736"/>
                  <a:pt x="137" y="737"/>
                </a:cubicBezTo>
                <a:cubicBezTo>
                  <a:pt x="137" y="733"/>
                  <a:pt x="137" y="735"/>
                  <a:pt x="139" y="736"/>
                </a:cubicBezTo>
                <a:cubicBezTo>
                  <a:pt x="140" y="732"/>
                  <a:pt x="139" y="728"/>
                  <a:pt x="142" y="726"/>
                </a:cubicBezTo>
                <a:cubicBezTo>
                  <a:pt x="145" y="744"/>
                  <a:pt x="147" y="769"/>
                  <a:pt x="149" y="785"/>
                </a:cubicBezTo>
                <a:cubicBezTo>
                  <a:pt x="149" y="784"/>
                  <a:pt x="148" y="784"/>
                  <a:pt x="147" y="785"/>
                </a:cubicBezTo>
                <a:cubicBezTo>
                  <a:pt x="149" y="795"/>
                  <a:pt x="154" y="803"/>
                  <a:pt x="156" y="814"/>
                </a:cubicBezTo>
                <a:cubicBezTo>
                  <a:pt x="158" y="814"/>
                  <a:pt x="160" y="814"/>
                  <a:pt x="161" y="816"/>
                </a:cubicBezTo>
                <a:cubicBezTo>
                  <a:pt x="160" y="824"/>
                  <a:pt x="168" y="828"/>
                  <a:pt x="165" y="839"/>
                </a:cubicBezTo>
                <a:cubicBezTo>
                  <a:pt x="167" y="842"/>
                  <a:pt x="170" y="845"/>
                  <a:pt x="171" y="848"/>
                </a:cubicBezTo>
                <a:cubicBezTo>
                  <a:pt x="170" y="848"/>
                  <a:pt x="170" y="850"/>
                  <a:pt x="169" y="851"/>
                </a:cubicBezTo>
                <a:cubicBezTo>
                  <a:pt x="172" y="852"/>
                  <a:pt x="173" y="851"/>
                  <a:pt x="175" y="850"/>
                </a:cubicBezTo>
                <a:cubicBezTo>
                  <a:pt x="184" y="861"/>
                  <a:pt x="186" y="881"/>
                  <a:pt x="192" y="893"/>
                </a:cubicBezTo>
                <a:cubicBezTo>
                  <a:pt x="195" y="893"/>
                  <a:pt x="190" y="890"/>
                  <a:pt x="193" y="890"/>
                </a:cubicBezTo>
                <a:cubicBezTo>
                  <a:pt x="196" y="894"/>
                  <a:pt x="195" y="903"/>
                  <a:pt x="200" y="905"/>
                </a:cubicBezTo>
                <a:cubicBezTo>
                  <a:pt x="201" y="904"/>
                  <a:pt x="201" y="902"/>
                  <a:pt x="203" y="902"/>
                </a:cubicBezTo>
                <a:cubicBezTo>
                  <a:pt x="206" y="907"/>
                  <a:pt x="209" y="913"/>
                  <a:pt x="214" y="915"/>
                </a:cubicBezTo>
                <a:cubicBezTo>
                  <a:pt x="214" y="911"/>
                  <a:pt x="208" y="908"/>
                  <a:pt x="212" y="903"/>
                </a:cubicBezTo>
                <a:cubicBezTo>
                  <a:pt x="213" y="904"/>
                  <a:pt x="216" y="903"/>
                  <a:pt x="217" y="905"/>
                </a:cubicBezTo>
                <a:cubicBezTo>
                  <a:pt x="215" y="910"/>
                  <a:pt x="220" y="913"/>
                  <a:pt x="221" y="917"/>
                </a:cubicBezTo>
                <a:cubicBezTo>
                  <a:pt x="221" y="920"/>
                  <a:pt x="219" y="919"/>
                  <a:pt x="218" y="921"/>
                </a:cubicBezTo>
                <a:cubicBezTo>
                  <a:pt x="223" y="933"/>
                  <a:pt x="235" y="942"/>
                  <a:pt x="243" y="949"/>
                </a:cubicBezTo>
                <a:cubicBezTo>
                  <a:pt x="243" y="952"/>
                  <a:pt x="245" y="953"/>
                  <a:pt x="244" y="956"/>
                </a:cubicBezTo>
                <a:cubicBezTo>
                  <a:pt x="247" y="958"/>
                  <a:pt x="250" y="958"/>
                  <a:pt x="252" y="961"/>
                </a:cubicBezTo>
                <a:cubicBezTo>
                  <a:pt x="253" y="962"/>
                  <a:pt x="251" y="963"/>
                  <a:pt x="252" y="964"/>
                </a:cubicBezTo>
                <a:cubicBezTo>
                  <a:pt x="253" y="966"/>
                  <a:pt x="261" y="970"/>
                  <a:pt x="257" y="975"/>
                </a:cubicBezTo>
                <a:cubicBezTo>
                  <a:pt x="254" y="972"/>
                  <a:pt x="249" y="966"/>
                  <a:pt x="245" y="972"/>
                </a:cubicBezTo>
                <a:cubicBezTo>
                  <a:pt x="250" y="979"/>
                  <a:pt x="255" y="986"/>
                  <a:pt x="262" y="991"/>
                </a:cubicBezTo>
                <a:cubicBezTo>
                  <a:pt x="265" y="990"/>
                  <a:pt x="260" y="990"/>
                  <a:pt x="261" y="987"/>
                </a:cubicBezTo>
                <a:cubicBezTo>
                  <a:pt x="265" y="989"/>
                  <a:pt x="265" y="986"/>
                  <a:pt x="268" y="986"/>
                </a:cubicBezTo>
                <a:cubicBezTo>
                  <a:pt x="274" y="989"/>
                  <a:pt x="279" y="994"/>
                  <a:pt x="283" y="999"/>
                </a:cubicBezTo>
                <a:cubicBezTo>
                  <a:pt x="283" y="993"/>
                  <a:pt x="278" y="991"/>
                  <a:pt x="278" y="987"/>
                </a:cubicBezTo>
                <a:cubicBezTo>
                  <a:pt x="276" y="986"/>
                  <a:pt x="274" y="986"/>
                  <a:pt x="272" y="986"/>
                </a:cubicBezTo>
                <a:cubicBezTo>
                  <a:pt x="273" y="983"/>
                  <a:pt x="277" y="983"/>
                  <a:pt x="279" y="982"/>
                </a:cubicBezTo>
                <a:cubicBezTo>
                  <a:pt x="281" y="986"/>
                  <a:pt x="285" y="988"/>
                  <a:pt x="287" y="991"/>
                </a:cubicBezTo>
                <a:cubicBezTo>
                  <a:pt x="293" y="985"/>
                  <a:pt x="298" y="993"/>
                  <a:pt x="303" y="996"/>
                </a:cubicBezTo>
                <a:cubicBezTo>
                  <a:pt x="303" y="993"/>
                  <a:pt x="300" y="992"/>
                  <a:pt x="300" y="989"/>
                </a:cubicBezTo>
                <a:cubicBezTo>
                  <a:pt x="302" y="990"/>
                  <a:pt x="303" y="990"/>
                  <a:pt x="305" y="989"/>
                </a:cubicBezTo>
                <a:cubicBezTo>
                  <a:pt x="311" y="998"/>
                  <a:pt x="321" y="1001"/>
                  <a:pt x="328" y="1005"/>
                </a:cubicBezTo>
                <a:cubicBezTo>
                  <a:pt x="326" y="1000"/>
                  <a:pt x="327" y="1000"/>
                  <a:pt x="326" y="995"/>
                </a:cubicBezTo>
                <a:cubicBezTo>
                  <a:pt x="322" y="994"/>
                  <a:pt x="324" y="990"/>
                  <a:pt x="322" y="986"/>
                </a:cubicBezTo>
                <a:cubicBezTo>
                  <a:pt x="323" y="985"/>
                  <a:pt x="323" y="984"/>
                  <a:pt x="324" y="984"/>
                </a:cubicBezTo>
                <a:cubicBezTo>
                  <a:pt x="326" y="986"/>
                  <a:pt x="327" y="991"/>
                  <a:pt x="326" y="994"/>
                </a:cubicBezTo>
                <a:cubicBezTo>
                  <a:pt x="328" y="996"/>
                  <a:pt x="330" y="998"/>
                  <a:pt x="332" y="1000"/>
                </a:cubicBezTo>
                <a:cubicBezTo>
                  <a:pt x="329" y="1002"/>
                  <a:pt x="331" y="1004"/>
                  <a:pt x="330" y="1007"/>
                </a:cubicBezTo>
                <a:cubicBezTo>
                  <a:pt x="338" y="1010"/>
                  <a:pt x="341" y="1014"/>
                  <a:pt x="348" y="1017"/>
                </a:cubicBezTo>
                <a:cubicBezTo>
                  <a:pt x="350" y="1016"/>
                  <a:pt x="344" y="1014"/>
                  <a:pt x="347" y="1013"/>
                </a:cubicBezTo>
                <a:cubicBezTo>
                  <a:pt x="351" y="1014"/>
                  <a:pt x="353" y="1016"/>
                  <a:pt x="356" y="1016"/>
                </a:cubicBezTo>
                <a:cubicBezTo>
                  <a:pt x="354" y="1012"/>
                  <a:pt x="349" y="1010"/>
                  <a:pt x="345" y="1007"/>
                </a:cubicBezTo>
                <a:cubicBezTo>
                  <a:pt x="345" y="1010"/>
                  <a:pt x="348" y="1011"/>
                  <a:pt x="346" y="1012"/>
                </a:cubicBezTo>
                <a:cubicBezTo>
                  <a:pt x="341" y="1010"/>
                  <a:pt x="345" y="1002"/>
                  <a:pt x="335" y="1002"/>
                </a:cubicBezTo>
                <a:cubicBezTo>
                  <a:pt x="331" y="998"/>
                  <a:pt x="332" y="995"/>
                  <a:pt x="330" y="991"/>
                </a:cubicBezTo>
                <a:cubicBezTo>
                  <a:pt x="335" y="989"/>
                  <a:pt x="339" y="993"/>
                  <a:pt x="343" y="997"/>
                </a:cubicBezTo>
                <a:cubicBezTo>
                  <a:pt x="343" y="999"/>
                  <a:pt x="341" y="999"/>
                  <a:pt x="341" y="1000"/>
                </a:cubicBezTo>
                <a:cubicBezTo>
                  <a:pt x="346" y="1002"/>
                  <a:pt x="348" y="1006"/>
                  <a:pt x="351" y="1009"/>
                </a:cubicBezTo>
                <a:cubicBezTo>
                  <a:pt x="360" y="1007"/>
                  <a:pt x="366" y="1011"/>
                  <a:pt x="368" y="1017"/>
                </a:cubicBezTo>
                <a:cubicBezTo>
                  <a:pt x="368" y="1013"/>
                  <a:pt x="372" y="1016"/>
                  <a:pt x="374" y="1014"/>
                </a:cubicBezTo>
                <a:cubicBezTo>
                  <a:pt x="375" y="1012"/>
                  <a:pt x="372" y="1010"/>
                  <a:pt x="374" y="1009"/>
                </a:cubicBezTo>
                <a:cubicBezTo>
                  <a:pt x="383" y="1017"/>
                  <a:pt x="400" y="1015"/>
                  <a:pt x="406" y="1025"/>
                </a:cubicBezTo>
                <a:cubicBezTo>
                  <a:pt x="404" y="1026"/>
                  <a:pt x="403" y="1022"/>
                  <a:pt x="403" y="1026"/>
                </a:cubicBezTo>
                <a:cubicBezTo>
                  <a:pt x="411" y="1028"/>
                  <a:pt x="414" y="1034"/>
                  <a:pt x="421" y="1037"/>
                </a:cubicBezTo>
                <a:cubicBezTo>
                  <a:pt x="421" y="1037"/>
                  <a:pt x="422" y="1035"/>
                  <a:pt x="423" y="1036"/>
                </a:cubicBezTo>
                <a:cubicBezTo>
                  <a:pt x="429" y="1037"/>
                  <a:pt x="430" y="1047"/>
                  <a:pt x="436" y="1051"/>
                </a:cubicBezTo>
                <a:cubicBezTo>
                  <a:pt x="432" y="1052"/>
                  <a:pt x="425" y="1050"/>
                  <a:pt x="424" y="1044"/>
                </a:cubicBezTo>
                <a:cubicBezTo>
                  <a:pt x="423" y="1044"/>
                  <a:pt x="422" y="1045"/>
                  <a:pt x="421" y="1045"/>
                </a:cubicBezTo>
                <a:cubicBezTo>
                  <a:pt x="420" y="1043"/>
                  <a:pt x="421" y="1042"/>
                  <a:pt x="420" y="1042"/>
                </a:cubicBezTo>
                <a:cubicBezTo>
                  <a:pt x="415" y="1041"/>
                  <a:pt x="409" y="1039"/>
                  <a:pt x="405" y="1036"/>
                </a:cubicBezTo>
                <a:cubicBezTo>
                  <a:pt x="403" y="1038"/>
                  <a:pt x="408" y="1039"/>
                  <a:pt x="405" y="1040"/>
                </a:cubicBezTo>
                <a:cubicBezTo>
                  <a:pt x="398" y="1039"/>
                  <a:pt x="395" y="1033"/>
                  <a:pt x="386" y="1033"/>
                </a:cubicBezTo>
                <a:cubicBezTo>
                  <a:pt x="386" y="1028"/>
                  <a:pt x="383" y="1027"/>
                  <a:pt x="378" y="1027"/>
                </a:cubicBezTo>
                <a:cubicBezTo>
                  <a:pt x="376" y="1029"/>
                  <a:pt x="376" y="1030"/>
                  <a:pt x="375" y="1031"/>
                </a:cubicBezTo>
                <a:cubicBezTo>
                  <a:pt x="369" y="1031"/>
                  <a:pt x="367" y="1028"/>
                  <a:pt x="364" y="1024"/>
                </a:cubicBezTo>
                <a:cubicBezTo>
                  <a:pt x="364" y="1021"/>
                  <a:pt x="367" y="1022"/>
                  <a:pt x="366" y="1019"/>
                </a:cubicBezTo>
                <a:cubicBezTo>
                  <a:pt x="365" y="1017"/>
                  <a:pt x="364" y="1016"/>
                  <a:pt x="361" y="1015"/>
                </a:cubicBezTo>
                <a:cubicBezTo>
                  <a:pt x="363" y="1021"/>
                  <a:pt x="360" y="1016"/>
                  <a:pt x="357" y="1016"/>
                </a:cubicBezTo>
                <a:cubicBezTo>
                  <a:pt x="355" y="1020"/>
                  <a:pt x="358" y="1021"/>
                  <a:pt x="360" y="1023"/>
                </a:cubicBezTo>
                <a:cubicBezTo>
                  <a:pt x="357" y="1022"/>
                  <a:pt x="358" y="1026"/>
                  <a:pt x="357" y="1026"/>
                </a:cubicBezTo>
                <a:cubicBezTo>
                  <a:pt x="354" y="1025"/>
                  <a:pt x="353" y="1026"/>
                  <a:pt x="352" y="1025"/>
                </a:cubicBezTo>
                <a:cubicBezTo>
                  <a:pt x="351" y="1026"/>
                  <a:pt x="352" y="1028"/>
                  <a:pt x="350" y="1029"/>
                </a:cubicBezTo>
                <a:cubicBezTo>
                  <a:pt x="346" y="1025"/>
                  <a:pt x="346" y="1032"/>
                  <a:pt x="345" y="1033"/>
                </a:cubicBezTo>
                <a:cubicBezTo>
                  <a:pt x="345" y="1033"/>
                  <a:pt x="343" y="1033"/>
                  <a:pt x="343" y="1033"/>
                </a:cubicBezTo>
                <a:cubicBezTo>
                  <a:pt x="340" y="1041"/>
                  <a:pt x="350" y="1044"/>
                  <a:pt x="346" y="1047"/>
                </a:cubicBezTo>
                <a:cubicBezTo>
                  <a:pt x="349" y="1047"/>
                  <a:pt x="350" y="1050"/>
                  <a:pt x="349" y="1053"/>
                </a:cubicBezTo>
                <a:cubicBezTo>
                  <a:pt x="352" y="1054"/>
                  <a:pt x="353" y="1055"/>
                  <a:pt x="355" y="1056"/>
                </a:cubicBezTo>
                <a:cubicBezTo>
                  <a:pt x="355" y="1052"/>
                  <a:pt x="355" y="1051"/>
                  <a:pt x="353" y="1048"/>
                </a:cubicBezTo>
                <a:cubicBezTo>
                  <a:pt x="354" y="1048"/>
                  <a:pt x="354" y="1048"/>
                  <a:pt x="355" y="1049"/>
                </a:cubicBezTo>
                <a:cubicBezTo>
                  <a:pt x="356" y="1043"/>
                  <a:pt x="354" y="1040"/>
                  <a:pt x="354" y="1038"/>
                </a:cubicBezTo>
                <a:cubicBezTo>
                  <a:pt x="359" y="1036"/>
                  <a:pt x="362" y="1039"/>
                  <a:pt x="363" y="1044"/>
                </a:cubicBezTo>
                <a:cubicBezTo>
                  <a:pt x="369" y="1046"/>
                  <a:pt x="373" y="1052"/>
                  <a:pt x="379" y="1053"/>
                </a:cubicBezTo>
                <a:cubicBezTo>
                  <a:pt x="380" y="1053"/>
                  <a:pt x="381" y="1051"/>
                  <a:pt x="383" y="1053"/>
                </a:cubicBezTo>
                <a:cubicBezTo>
                  <a:pt x="384" y="1049"/>
                  <a:pt x="378" y="1049"/>
                  <a:pt x="381" y="1047"/>
                </a:cubicBezTo>
                <a:cubicBezTo>
                  <a:pt x="392" y="1050"/>
                  <a:pt x="400" y="1056"/>
                  <a:pt x="409" y="1061"/>
                </a:cubicBezTo>
                <a:cubicBezTo>
                  <a:pt x="414" y="1056"/>
                  <a:pt x="420" y="1067"/>
                  <a:pt x="420" y="1073"/>
                </a:cubicBezTo>
                <a:cubicBezTo>
                  <a:pt x="428" y="1075"/>
                  <a:pt x="435" y="1080"/>
                  <a:pt x="442" y="1082"/>
                </a:cubicBezTo>
                <a:cubicBezTo>
                  <a:pt x="443" y="1082"/>
                  <a:pt x="445" y="1080"/>
                  <a:pt x="448" y="1081"/>
                </a:cubicBezTo>
                <a:cubicBezTo>
                  <a:pt x="449" y="1082"/>
                  <a:pt x="450" y="1084"/>
                  <a:pt x="451" y="1084"/>
                </a:cubicBezTo>
                <a:cubicBezTo>
                  <a:pt x="455" y="1083"/>
                  <a:pt x="455" y="1076"/>
                  <a:pt x="461" y="1080"/>
                </a:cubicBezTo>
                <a:cubicBezTo>
                  <a:pt x="461" y="1076"/>
                  <a:pt x="458" y="1077"/>
                  <a:pt x="458" y="1073"/>
                </a:cubicBezTo>
                <a:cubicBezTo>
                  <a:pt x="459" y="1073"/>
                  <a:pt x="459" y="1074"/>
                  <a:pt x="461" y="1074"/>
                </a:cubicBezTo>
                <a:cubicBezTo>
                  <a:pt x="463" y="1068"/>
                  <a:pt x="459" y="1065"/>
                  <a:pt x="457" y="1058"/>
                </a:cubicBezTo>
                <a:cubicBezTo>
                  <a:pt x="462" y="1059"/>
                  <a:pt x="458" y="1056"/>
                  <a:pt x="460" y="1056"/>
                </a:cubicBezTo>
                <a:cubicBezTo>
                  <a:pt x="465" y="1057"/>
                  <a:pt x="467" y="1056"/>
                  <a:pt x="470" y="1060"/>
                </a:cubicBezTo>
                <a:cubicBezTo>
                  <a:pt x="462" y="1069"/>
                  <a:pt x="479" y="1080"/>
                  <a:pt x="488" y="1080"/>
                </a:cubicBezTo>
                <a:cubicBezTo>
                  <a:pt x="486" y="1080"/>
                  <a:pt x="484" y="1078"/>
                  <a:pt x="482" y="1077"/>
                </a:cubicBezTo>
                <a:cubicBezTo>
                  <a:pt x="486" y="1070"/>
                  <a:pt x="490" y="1080"/>
                  <a:pt x="496" y="1080"/>
                </a:cubicBezTo>
                <a:cubicBezTo>
                  <a:pt x="497" y="1077"/>
                  <a:pt x="496" y="1077"/>
                  <a:pt x="497" y="1075"/>
                </a:cubicBezTo>
                <a:cubicBezTo>
                  <a:pt x="503" y="1075"/>
                  <a:pt x="509" y="1078"/>
                  <a:pt x="514" y="1077"/>
                </a:cubicBezTo>
                <a:cubicBezTo>
                  <a:pt x="509" y="1075"/>
                  <a:pt x="505" y="1074"/>
                  <a:pt x="501" y="1071"/>
                </a:cubicBezTo>
                <a:cubicBezTo>
                  <a:pt x="510" y="1071"/>
                  <a:pt x="518" y="1076"/>
                  <a:pt x="525" y="1074"/>
                </a:cubicBezTo>
                <a:cubicBezTo>
                  <a:pt x="536" y="1082"/>
                  <a:pt x="551" y="1086"/>
                  <a:pt x="564" y="1089"/>
                </a:cubicBezTo>
                <a:cubicBezTo>
                  <a:pt x="569" y="1086"/>
                  <a:pt x="574" y="1089"/>
                  <a:pt x="578" y="1088"/>
                </a:cubicBezTo>
                <a:cubicBezTo>
                  <a:pt x="574" y="1087"/>
                  <a:pt x="568" y="1082"/>
                  <a:pt x="563" y="1085"/>
                </a:cubicBezTo>
                <a:cubicBezTo>
                  <a:pt x="558" y="1090"/>
                  <a:pt x="552" y="1075"/>
                  <a:pt x="544" y="1081"/>
                </a:cubicBezTo>
                <a:cubicBezTo>
                  <a:pt x="542" y="1081"/>
                  <a:pt x="540" y="1080"/>
                  <a:pt x="540" y="1078"/>
                </a:cubicBezTo>
                <a:cubicBezTo>
                  <a:pt x="553" y="1077"/>
                  <a:pt x="568" y="1080"/>
                  <a:pt x="582" y="1084"/>
                </a:cubicBezTo>
                <a:cubicBezTo>
                  <a:pt x="583" y="1081"/>
                  <a:pt x="578" y="1080"/>
                  <a:pt x="581" y="1078"/>
                </a:cubicBezTo>
                <a:cubicBezTo>
                  <a:pt x="589" y="1079"/>
                  <a:pt x="597" y="1076"/>
                  <a:pt x="603" y="1079"/>
                </a:cubicBezTo>
                <a:cubicBezTo>
                  <a:pt x="603" y="1079"/>
                  <a:pt x="603" y="1079"/>
                  <a:pt x="603" y="1078"/>
                </a:cubicBezTo>
                <a:cubicBezTo>
                  <a:pt x="606" y="1077"/>
                  <a:pt x="612" y="1079"/>
                  <a:pt x="614" y="1077"/>
                </a:cubicBezTo>
                <a:cubicBezTo>
                  <a:pt x="602" y="1069"/>
                  <a:pt x="581" y="1075"/>
                  <a:pt x="571" y="1070"/>
                </a:cubicBezTo>
                <a:cubicBezTo>
                  <a:pt x="562" y="1075"/>
                  <a:pt x="550" y="1058"/>
                  <a:pt x="541" y="1066"/>
                </a:cubicBezTo>
                <a:cubicBezTo>
                  <a:pt x="542" y="1069"/>
                  <a:pt x="544" y="1070"/>
                  <a:pt x="545" y="1072"/>
                </a:cubicBezTo>
                <a:cubicBezTo>
                  <a:pt x="541" y="1074"/>
                  <a:pt x="539" y="1068"/>
                  <a:pt x="537" y="1064"/>
                </a:cubicBezTo>
                <a:cubicBezTo>
                  <a:pt x="539" y="1060"/>
                  <a:pt x="545" y="1060"/>
                  <a:pt x="548" y="1057"/>
                </a:cubicBezTo>
                <a:cubicBezTo>
                  <a:pt x="557" y="1065"/>
                  <a:pt x="571" y="1065"/>
                  <a:pt x="584" y="1064"/>
                </a:cubicBezTo>
                <a:cubicBezTo>
                  <a:pt x="584" y="1059"/>
                  <a:pt x="579" y="1058"/>
                  <a:pt x="578" y="1053"/>
                </a:cubicBezTo>
                <a:cubicBezTo>
                  <a:pt x="583" y="1045"/>
                  <a:pt x="593" y="1051"/>
                  <a:pt x="604" y="1050"/>
                </a:cubicBezTo>
                <a:cubicBezTo>
                  <a:pt x="609" y="1056"/>
                  <a:pt x="620" y="1059"/>
                  <a:pt x="627" y="1054"/>
                </a:cubicBezTo>
                <a:cubicBezTo>
                  <a:pt x="622" y="1053"/>
                  <a:pt x="626" y="1050"/>
                  <a:pt x="624" y="1047"/>
                </a:cubicBezTo>
                <a:cubicBezTo>
                  <a:pt x="626" y="1047"/>
                  <a:pt x="627" y="1047"/>
                  <a:pt x="627" y="1046"/>
                </a:cubicBezTo>
                <a:cubicBezTo>
                  <a:pt x="625" y="1041"/>
                  <a:pt x="628" y="1041"/>
                  <a:pt x="627" y="1035"/>
                </a:cubicBezTo>
                <a:cubicBezTo>
                  <a:pt x="623" y="1035"/>
                  <a:pt x="627" y="1032"/>
                  <a:pt x="623" y="1031"/>
                </a:cubicBezTo>
                <a:cubicBezTo>
                  <a:pt x="627" y="1031"/>
                  <a:pt x="629" y="1035"/>
                  <a:pt x="632" y="1031"/>
                </a:cubicBezTo>
                <a:cubicBezTo>
                  <a:pt x="630" y="1031"/>
                  <a:pt x="629" y="1030"/>
                  <a:pt x="629" y="1029"/>
                </a:cubicBezTo>
                <a:cubicBezTo>
                  <a:pt x="635" y="1032"/>
                  <a:pt x="637" y="1030"/>
                  <a:pt x="642" y="1033"/>
                </a:cubicBezTo>
                <a:cubicBezTo>
                  <a:pt x="649" y="1029"/>
                  <a:pt x="656" y="1030"/>
                  <a:pt x="664" y="1028"/>
                </a:cubicBezTo>
                <a:cubicBezTo>
                  <a:pt x="660" y="1028"/>
                  <a:pt x="661" y="1024"/>
                  <a:pt x="658" y="1023"/>
                </a:cubicBezTo>
                <a:cubicBezTo>
                  <a:pt x="653" y="1022"/>
                  <a:pt x="646" y="1028"/>
                  <a:pt x="642" y="1022"/>
                </a:cubicBezTo>
                <a:cubicBezTo>
                  <a:pt x="648" y="1019"/>
                  <a:pt x="652" y="1021"/>
                  <a:pt x="658" y="1022"/>
                </a:cubicBezTo>
                <a:cubicBezTo>
                  <a:pt x="657" y="1018"/>
                  <a:pt x="661" y="1019"/>
                  <a:pt x="662" y="1017"/>
                </a:cubicBezTo>
                <a:cubicBezTo>
                  <a:pt x="656" y="1016"/>
                  <a:pt x="650" y="1022"/>
                  <a:pt x="646" y="1017"/>
                </a:cubicBezTo>
                <a:cubicBezTo>
                  <a:pt x="650" y="1009"/>
                  <a:pt x="659" y="1009"/>
                  <a:pt x="662" y="1005"/>
                </a:cubicBezTo>
                <a:cubicBezTo>
                  <a:pt x="649" y="1006"/>
                  <a:pt x="629" y="1007"/>
                  <a:pt x="623" y="995"/>
                </a:cubicBezTo>
                <a:cubicBezTo>
                  <a:pt x="619" y="997"/>
                  <a:pt x="612" y="995"/>
                  <a:pt x="610" y="998"/>
                </a:cubicBezTo>
                <a:cubicBezTo>
                  <a:pt x="611" y="998"/>
                  <a:pt x="613" y="998"/>
                  <a:pt x="614" y="1000"/>
                </a:cubicBezTo>
                <a:cubicBezTo>
                  <a:pt x="612" y="1000"/>
                  <a:pt x="607" y="1000"/>
                  <a:pt x="606" y="998"/>
                </a:cubicBezTo>
                <a:cubicBezTo>
                  <a:pt x="606" y="997"/>
                  <a:pt x="607" y="997"/>
                  <a:pt x="607" y="995"/>
                </a:cubicBezTo>
                <a:cubicBezTo>
                  <a:pt x="604" y="996"/>
                  <a:pt x="603" y="993"/>
                  <a:pt x="605" y="991"/>
                </a:cubicBezTo>
                <a:cubicBezTo>
                  <a:pt x="601" y="990"/>
                  <a:pt x="601" y="992"/>
                  <a:pt x="597" y="992"/>
                </a:cubicBezTo>
                <a:cubicBezTo>
                  <a:pt x="596" y="995"/>
                  <a:pt x="602" y="994"/>
                  <a:pt x="600" y="996"/>
                </a:cubicBezTo>
                <a:cubicBezTo>
                  <a:pt x="592" y="995"/>
                  <a:pt x="584" y="994"/>
                  <a:pt x="580" y="989"/>
                </a:cubicBezTo>
                <a:cubicBezTo>
                  <a:pt x="574" y="991"/>
                  <a:pt x="566" y="987"/>
                  <a:pt x="562" y="983"/>
                </a:cubicBezTo>
                <a:cubicBezTo>
                  <a:pt x="577" y="981"/>
                  <a:pt x="581" y="993"/>
                  <a:pt x="592" y="991"/>
                </a:cubicBezTo>
                <a:cubicBezTo>
                  <a:pt x="591" y="988"/>
                  <a:pt x="588" y="988"/>
                  <a:pt x="588" y="986"/>
                </a:cubicBezTo>
                <a:cubicBezTo>
                  <a:pt x="591" y="986"/>
                  <a:pt x="589" y="981"/>
                  <a:pt x="593" y="982"/>
                </a:cubicBezTo>
                <a:cubicBezTo>
                  <a:pt x="597" y="989"/>
                  <a:pt x="607" y="988"/>
                  <a:pt x="613" y="986"/>
                </a:cubicBezTo>
                <a:cubicBezTo>
                  <a:pt x="608" y="986"/>
                  <a:pt x="603" y="986"/>
                  <a:pt x="603" y="980"/>
                </a:cubicBezTo>
                <a:cubicBezTo>
                  <a:pt x="587" y="977"/>
                  <a:pt x="568" y="974"/>
                  <a:pt x="557" y="964"/>
                </a:cubicBezTo>
                <a:cubicBezTo>
                  <a:pt x="558" y="963"/>
                  <a:pt x="557" y="963"/>
                  <a:pt x="557" y="961"/>
                </a:cubicBezTo>
                <a:cubicBezTo>
                  <a:pt x="568" y="960"/>
                  <a:pt x="581" y="968"/>
                  <a:pt x="593" y="967"/>
                </a:cubicBezTo>
                <a:cubicBezTo>
                  <a:pt x="594" y="969"/>
                  <a:pt x="592" y="970"/>
                  <a:pt x="593" y="972"/>
                </a:cubicBezTo>
                <a:cubicBezTo>
                  <a:pt x="595" y="971"/>
                  <a:pt x="598" y="974"/>
                  <a:pt x="600" y="972"/>
                </a:cubicBezTo>
                <a:cubicBezTo>
                  <a:pt x="598" y="972"/>
                  <a:pt x="598" y="971"/>
                  <a:pt x="597" y="970"/>
                </a:cubicBezTo>
                <a:cubicBezTo>
                  <a:pt x="599" y="970"/>
                  <a:pt x="599" y="969"/>
                  <a:pt x="601" y="969"/>
                </a:cubicBezTo>
                <a:cubicBezTo>
                  <a:pt x="603" y="970"/>
                  <a:pt x="603" y="974"/>
                  <a:pt x="606" y="974"/>
                </a:cubicBezTo>
                <a:cubicBezTo>
                  <a:pt x="612" y="969"/>
                  <a:pt x="620" y="977"/>
                  <a:pt x="627" y="971"/>
                </a:cubicBezTo>
                <a:cubicBezTo>
                  <a:pt x="629" y="972"/>
                  <a:pt x="632" y="971"/>
                  <a:pt x="634" y="973"/>
                </a:cubicBezTo>
                <a:cubicBezTo>
                  <a:pt x="631" y="974"/>
                  <a:pt x="630" y="975"/>
                  <a:pt x="627" y="975"/>
                </a:cubicBezTo>
                <a:cubicBezTo>
                  <a:pt x="629" y="977"/>
                  <a:pt x="632" y="976"/>
                  <a:pt x="635" y="976"/>
                </a:cubicBezTo>
                <a:cubicBezTo>
                  <a:pt x="635" y="977"/>
                  <a:pt x="634" y="978"/>
                  <a:pt x="634" y="979"/>
                </a:cubicBezTo>
                <a:cubicBezTo>
                  <a:pt x="638" y="978"/>
                  <a:pt x="642" y="978"/>
                  <a:pt x="645" y="977"/>
                </a:cubicBezTo>
                <a:cubicBezTo>
                  <a:pt x="641" y="976"/>
                  <a:pt x="639" y="972"/>
                  <a:pt x="642" y="970"/>
                </a:cubicBezTo>
                <a:cubicBezTo>
                  <a:pt x="635" y="969"/>
                  <a:pt x="625" y="969"/>
                  <a:pt x="623" y="965"/>
                </a:cubicBezTo>
                <a:cubicBezTo>
                  <a:pt x="623" y="963"/>
                  <a:pt x="627" y="968"/>
                  <a:pt x="627" y="965"/>
                </a:cubicBezTo>
                <a:cubicBezTo>
                  <a:pt x="627" y="964"/>
                  <a:pt x="626" y="964"/>
                  <a:pt x="625" y="963"/>
                </a:cubicBezTo>
                <a:cubicBezTo>
                  <a:pt x="626" y="961"/>
                  <a:pt x="630" y="961"/>
                  <a:pt x="630" y="958"/>
                </a:cubicBezTo>
                <a:cubicBezTo>
                  <a:pt x="627" y="958"/>
                  <a:pt x="627" y="956"/>
                  <a:pt x="624" y="956"/>
                </a:cubicBezTo>
                <a:cubicBezTo>
                  <a:pt x="606" y="964"/>
                  <a:pt x="592" y="946"/>
                  <a:pt x="575" y="943"/>
                </a:cubicBezTo>
                <a:cubicBezTo>
                  <a:pt x="573" y="942"/>
                  <a:pt x="576" y="947"/>
                  <a:pt x="573" y="945"/>
                </a:cubicBezTo>
                <a:cubicBezTo>
                  <a:pt x="571" y="945"/>
                  <a:pt x="568" y="940"/>
                  <a:pt x="571" y="939"/>
                </a:cubicBezTo>
                <a:cubicBezTo>
                  <a:pt x="591" y="947"/>
                  <a:pt x="610" y="947"/>
                  <a:pt x="632" y="944"/>
                </a:cubicBezTo>
                <a:cubicBezTo>
                  <a:pt x="631" y="949"/>
                  <a:pt x="640" y="949"/>
                  <a:pt x="646" y="949"/>
                </a:cubicBezTo>
                <a:cubicBezTo>
                  <a:pt x="646" y="943"/>
                  <a:pt x="639" y="949"/>
                  <a:pt x="637" y="945"/>
                </a:cubicBezTo>
                <a:cubicBezTo>
                  <a:pt x="645" y="940"/>
                  <a:pt x="657" y="945"/>
                  <a:pt x="663" y="938"/>
                </a:cubicBezTo>
                <a:cubicBezTo>
                  <a:pt x="668" y="944"/>
                  <a:pt x="678" y="932"/>
                  <a:pt x="682" y="940"/>
                </a:cubicBezTo>
                <a:cubicBezTo>
                  <a:pt x="693" y="941"/>
                  <a:pt x="695" y="933"/>
                  <a:pt x="702" y="929"/>
                </a:cubicBezTo>
                <a:cubicBezTo>
                  <a:pt x="686" y="931"/>
                  <a:pt x="667" y="938"/>
                  <a:pt x="647" y="941"/>
                </a:cubicBezTo>
                <a:cubicBezTo>
                  <a:pt x="637" y="942"/>
                  <a:pt x="604" y="945"/>
                  <a:pt x="607" y="933"/>
                </a:cubicBezTo>
                <a:cubicBezTo>
                  <a:pt x="590" y="931"/>
                  <a:pt x="576" y="928"/>
                  <a:pt x="560" y="923"/>
                </a:cubicBezTo>
                <a:cubicBezTo>
                  <a:pt x="561" y="920"/>
                  <a:pt x="558" y="920"/>
                  <a:pt x="557" y="918"/>
                </a:cubicBezTo>
                <a:cubicBezTo>
                  <a:pt x="566" y="919"/>
                  <a:pt x="573" y="923"/>
                  <a:pt x="582" y="919"/>
                </a:cubicBezTo>
                <a:cubicBezTo>
                  <a:pt x="588" y="922"/>
                  <a:pt x="599" y="926"/>
                  <a:pt x="607" y="923"/>
                </a:cubicBezTo>
                <a:cubicBezTo>
                  <a:pt x="603" y="921"/>
                  <a:pt x="598" y="920"/>
                  <a:pt x="593" y="918"/>
                </a:cubicBezTo>
                <a:cubicBezTo>
                  <a:pt x="593" y="920"/>
                  <a:pt x="596" y="921"/>
                  <a:pt x="593" y="922"/>
                </a:cubicBezTo>
                <a:cubicBezTo>
                  <a:pt x="589" y="923"/>
                  <a:pt x="589" y="914"/>
                  <a:pt x="588" y="919"/>
                </a:cubicBezTo>
                <a:cubicBezTo>
                  <a:pt x="586" y="913"/>
                  <a:pt x="576" y="916"/>
                  <a:pt x="572" y="912"/>
                </a:cubicBezTo>
                <a:cubicBezTo>
                  <a:pt x="562" y="913"/>
                  <a:pt x="549" y="903"/>
                  <a:pt x="541" y="900"/>
                </a:cubicBezTo>
                <a:cubicBezTo>
                  <a:pt x="529" y="895"/>
                  <a:pt x="511" y="886"/>
                  <a:pt x="508" y="881"/>
                </a:cubicBezTo>
                <a:cubicBezTo>
                  <a:pt x="495" y="877"/>
                  <a:pt x="487" y="867"/>
                  <a:pt x="475" y="862"/>
                </a:cubicBezTo>
                <a:cubicBezTo>
                  <a:pt x="474" y="864"/>
                  <a:pt x="477" y="865"/>
                  <a:pt x="475" y="866"/>
                </a:cubicBezTo>
                <a:cubicBezTo>
                  <a:pt x="471" y="854"/>
                  <a:pt x="462" y="848"/>
                  <a:pt x="454" y="840"/>
                </a:cubicBezTo>
                <a:cubicBezTo>
                  <a:pt x="457" y="840"/>
                  <a:pt x="452" y="837"/>
                  <a:pt x="455" y="837"/>
                </a:cubicBezTo>
                <a:cubicBezTo>
                  <a:pt x="463" y="843"/>
                  <a:pt x="468" y="852"/>
                  <a:pt x="479" y="856"/>
                </a:cubicBezTo>
                <a:cubicBezTo>
                  <a:pt x="476" y="851"/>
                  <a:pt x="473" y="845"/>
                  <a:pt x="475" y="840"/>
                </a:cubicBezTo>
                <a:cubicBezTo>
                  <a:pt x="469" y="839"/>
                  <a:pt x="461" y="834"/>
                  <a:pt x="462" y="828"/>
                </a:cubicBezTo>
                <a:cubicBezTo>
                  <a:pt x="469" y="834"/>
                  <a:pt x="482" y="843"/>
                  <a:pt x="487" y="846"/>
                </a:cubicBezTo>
                <a:cubicBezTo>
                  <a:pt x="482" y="840"/>
                  <a:pt x="473" y="832"/>
                  <a:pt x="470" y="827"/>
                </a:cubicBezTo>
                <a:cubicBezTo>
                  <a:pt x="478" y="833"/>
                  <a:pt x="485" y="840"/>
                  <a:pt x="494" y="844"/>
                </a:cubicBezTo>
                <a:cubicBezTo>
                  <a:pt x="493" y="839"/>
                  <a:pt x="499" y="842"/>
                  <a:pt x="500" y="843"/>
                </a:cubicBezTo>
                <a:cubicBezTo>
                  <a:pt x="488" y="834"/>
                  <a:pt x="481" y="821"/>
                  <a:pt x="466" y="816"/>
                </a:cubicBezTo>
                <a:cubicBezTo>
                  <a:pt x="465" y="823"/>
                  <a:pt x="457" y="820"/>
                  <a:pt x="453" y="817"/>
                </a:cubicBezTo>
                <a:cubicBezTo>
                  <a:pt x="453" y="816"/>
                  <a:pt x="456" y="816"/>
                  <a:pt x="455" y="814"/>
                </a:cubicBezTo>
                <a:cubicBezTo>
                  <a:pt x="452" y="812"/>
                  <a:pt x="446" y="809"/>
                  <a:pt x="447" y="805"/>
                </a:cubicBezTo>
                <a:cubicBezTo>
                  <a:pt x="449" y="806"/>
                  <a:pt x="450" y="809"/>
                  <a:pt x="453" y="809"/>
                </a:cubicBezTo>
                <a:cubicBezTo>
                  <a:pt x="453" y="805"/>
                  <a:pt x="453" y="805"/>
                  <a:pt x="453" y="805"/>
                </a:cubicBezTo>
                <a:cubicBezTo>
                  <a:pt x="448" y="803"/>
                  <a:pt x="444" y="801"/>
                  <a:pt x="442" y="795"/>
                </a:cubicBezTo>
                <a:cubicBezTo>
                  <a:pt x="440" y="795"/>
                  <a:pt x="436" y="796"/>
                  <a:pt x="435" y="794"/>
                </a:cubicBezTo>
                <a:cubicBezTo>
                  <a:pt x="440" y="788"/>
                  <a:pt x="430" y="786"/>
                  <a:pt x="431" y="780"/>
                </a:cubicBezTo>
                <a:cubicBezTo>
                  <a:pt x="431" y="780"/>
                  <a:pt x="432" y="780"/>
                  <a:pt x="432" y="780"/>
                </a:cubicBezTo>
                <a:cubicBezTo>
                  <a:pt x="432" y="774"/>
                  <a:pt x="426" y="773"/>
                  <a:pt x="423" y="769"/>
                </a:cubicBezTo>
                <a:cubicBezTo>
                  <a:pt x="419" y="763"/>
                  <a:pt x="419" y="754"/>
                  <a:pt x="414" y="749"/>
                </a:cubicBezTo>
                <a:cubicBezTo>
                  <a:pt x="419" y="746"/>
                  <a:pt x="415" y="740"/>
                  <a:pt x="414" y="736"/>
                </a:cubicBezTo>
                <a:cubicBezTo>
                  <a:pt x="416" y="734"/>
                  <a:pt x="415" y="731"/>
                  <a:pt x="419" y="732"/>
                </a:cubicBezTo>
                <a:cubicBezTo>
                  <a:pt x="419" y="730"/>
                  <a:pt x="419" y="727"/>
                  <a:pt x="421" y="727"/>
                </a:cubicBezTo>
                <a:cubicBezTo>
                  <a:pt x="422" y="729"/>
                  <a:pt x="424" y="731"/>
                  <a:pt x="427" y="730"/>
                </a:cubicBezTo>
                <a:cubicBezTo>
                  <a:pt x="427" y="726"/>
                  <a:pt x="424" y="721"/>
                  <a:pt x="427" y="720"/>
                </a:cubicBezTo>
                <a:cubicBezTo>
                  <a:pt x="431" y="725"/>
                  <a:pt x="432" y="732"/>
                  <a:pt x="436" y="736"/>
                </a:cubicBezTo>
                <a:cubicBezTo>
                  <a:pt x="437" y="735"/>
                  <a:pt x="435" y="731"/>
                  <a:pt x="437" y="731"/>
                </a:cubicBezTo>
                <a:cubicBezTo>
                  <a:pt x="439" y="735"/>
                  <a:pt x="440" y="740"/>
                  <a:pt x="445" y="740"/>
                </a:cubicBezTo>
                <a:cubicBezTo>
                  <a:pt x="447" y="740"/>
                  <a:pt x="446" y="738"/>
                  <a:pt x="447" y="738"/>
                </a:cubicBezTo>
                <a:cubicBezTo>
                  <a:pt x="449" y="737"/>
                  <a:pt x="450" y="743"/>
                  <a:pt x="452" y="739"/>
                </a:cubicBezTo>
                <a:cubicBezTo>
                  <a:pt x="451" y="738"/>
                  <a:pt x="449" y="738"/>
                  <a:pt x="449" y="737"/>
                </a:cubicBezTo>
                <a:cubicBezTo>
                  <a:pt x="453" y="735"/>
                  <a:pt x="449" y="729"/>
                  <a:pt x="453" y="728"/>
                </a:cubicBezTo>
                <a:cubicBezTo>
                  <a:pt x="456" y="733"/>
                  <a:pt x="460" y="733"/>
                  <a:pt x="462" y="734"/>
                </a:cubicBezTo>
                <a:cubicBezTo>
                  <a:pt x="464" y="728"/>
                  <a:pt x="469" y="730"/>
                  <a:pt x="472" y="726"/>
                </a:cubicBezTo>
                <a:cubicBezTo>
                  <a:pt x="474" y="729"/>
                  <a:pt x="473" y="733"/>
                  <a:pt x="479" y="731"/>
                </a:cubicBezTo>
                <a:cubicBezTo>
                  <a:pt x="480" y="732"/>
                  <a:pt x="481" y="738"/>
                  <a:pt x="483" y="737"/>
                </a:cubicBezTo>
                <a:cubicBezTo>
                  <a:pt x="482" y="735"/>
                  <a:pt x="479" y="731"/>
                  <a:pt x="481" y="729"/>
                </a:cubicBezTo>
                <a:cubicBezTo>
                  <a:pt x="485" y="731"/>
                  <a:pt x="488" y="731"/>
                  <a:pt x="492" y="733"/>
                </a:cubicBezTo>
                <a:cubicBezTo>
                  <a:pt x="493" y="731"/>
                  <a:pt x="488" y="724"/>
                  <a:pt x="492" y="720"/>
                </a:cubicBezTo>
                <a:cubicBezTo>
                  <a:pt x="493" y="722"/>
                  <a:pt x="495" y="723"/>
                  <a:pt x="498" y="723"/>
                </a:cubicBezTo>
                <a:cubicBezTo>
                  <a:pt x="497" y="720"/>
                  <a:pt x="499" y="720"/>
                  <a:pt x="500" y="718"/>
                </a:cubicBezTo>
                <a:cubicBezTo>
                  <a:pt x="498" y="719"/>
                  <a:pt x="496" y="714"/>
                  <a:pt x="497" y="714"/>
                </a:cubicBezTo>
                <a:cubicBezTo>
                  <a:pt x="502" y="716"/>
                  <a:pt x="502" y="722"/>
                  <a:pt x="504" y="726"/>
                </a:cubicBezTo>
                <a:cubicBezTo>
                  <a:pt x="504" y="725"/>
                  <a:pt x="506" y="725"/>
                  <a:pt x="507" y="725"/>
                </a:cubicBezTo>
                <a:cubicBezTo>
                  <a:pt x="507" y="719"/>
                  <a:pt x="506" y="718"/>
                  <a:pt x="510" y="714"/>
                </a:cubicBezTo>
                <a:cubicBezTo>
                  <a:pt x="511" y="717"/>
                  <a:pt x="511" y="722"/>
                  <a:pt x="515" y="722"/>
                </a:cubicBezTo>
                <a:cubicBezTo>
                  <a:pt x="517" y="718"/>
                  <a:pt x="514" y="709"/>
                  <a:pt x="518" y="708"/>
                </a:cubicBezTo>
                <a:cubicBezTo>
                  <a:pt x="519" y="711"/>
                  <a:pt x="521" y="708"/>
                  <a:pt x="523" y="709"/>
                </a:cubicBezTo>
                <a:cubicBezTo>
                  <a:pt x="522" y="704"/>
                  <a:pt x="524" y="707"/>
                  <a:pt x="527" y="706"/>
                </a:cubicBezTo>
                <a:cubicBezTo>
                  <a:pt x="527" y="700"/>
                  <a:pt x="527" y="700"/>
                  <a:pt x="527" y="700"/>
                </a:cubicBezTo>
                <a:cubicBezTo>
                  <a:pt x="529" y="698"/>
                  <a:pt x="531" y="701"/>
                  <a:pt x="532" y="699"/>
                </a:cubicBezTo>
                <a:cubicBezTo>
                  <a:pt x="533" y="694"/>
                  <a:pt x="527" y="693"/>
                  <a:pt x="531" y="690"/>
                </a:cubicBezTo>
                <a:cubicBezTo>
                  <a:pt x="532" y="692"/>
                  <a:pt x="534" y="692"/>
                  <a:pt x="536" y="694"/>
                </a:cubicBezTo>
                <a:cubicBezTo>
                  <a:pt x="536" y="692"/>
                  <a:pt x="536" y="689"/>
                  <a:pt x="536" y="685"/>
                </a:cubicBezTo>
                <a:cubicBezTo>
                  <a:pt x="537" y="685"/>
                  <a:pt x="541" y="683"/>
                  <a:pt x="541" y="684"/>
                </a:cubicBezTo>
                <a:cubicBezTo>
                  <a:pt x="542" y="687"/>
                  <a:pt x="540" y="687"/>
                  <a:pt x="540" y="689"/>
                </a:cubicBezTo>
                <a:cubicBezTo>
                  <a:pt x="546" y="689"/>
                  <a:pt x="545" y="697"/>
                  <a:pt x="542" y="699"/>
                </a:cubicBezTo>
                <a:cubicBezTo>
                  <a:pt x="546" y="698"/>
                  <a:pt x="548" y="699"/>
                  <a:pt x="550" y="702"/>
                </a:cubicBezTo>
                <a:cubicBezTo>
                  <a:pt x="550" y="703"/>
                  <a:pt x="549" y="703"/>
                  <a:pt x="549" y="705"/>
                </a:cubicBezTo>
                <a:cubicBezTo>
                  <a:pt x="547" y="703"/>
                  <a:pt x="545" y="706"/>
                  <a:pt x="543" y="707"/>
                </a:cubicBezTo>
                <a:cubicBezTo>
                  <a:pt x="547" y="707"/>
                  <a:pt x="551" y="708"/>
                  <a:pt x="553" y="710"/>
                </a:cubicBezTo>
                <a:cubicBezTo>
                  <a:pt x="549" y="724"/>
                  <a:pt x="554" y="728"/>
                  <a:pt x="556" y="740"/>
                </a:cubicBezTo>
                <a:cubicBezTo>
                  <a:pt x="552" y="740"/>
                  <a:pt x="554" y="737"/>
                  <a:pt x="551" y="740"/>
                </a:cubicBezTo>
                <a:cubicBezTo>
                  <a:pt x="549" y="736"/>
                  <a:pt x="546" y="731"/>
                  <a:pt x="549" y="726"/>
                </a:cubicBezTo>
                <a:cubicBezTo>
                  <a:pt x="548" y="726"/>
                  <a:pt x="547" y="726"/>
                  <a:pt x="547" y="725"/>
                </a:cubicBezTo>
                <a:cubicBezTo>
                  <a:pt x="547" y="724"/>
                  <a:pt x="548" y="723"/>
                  <a:pt x="549" y="724"/>
                </a:cubicBezTo>
                <a:cubicBezTo>
                  <a:pt x="547" y="720"/>
                  <a:pt x="552" y="709"/>
                  <a:pt x="545" y="710"/>
                </a:cubicBezTo>
                <a:cubicBezTo>
                  <a:pt x="544" y="716"/>
                  <a:pt x="547" y="713"/>
                  <a:pt x="548" y="714"/>
                </a:cubicBezTo>
                <a:cubicBezTo>
                  <a:pt x="546" y="716"/>
                  <a:pt x="548" y="719"/>
                  <a:pt x="548" y="721"/>
                </a:cubicBezTo>
                <a:cubicBezTo>
                  <a:pt x="545" y="723"/>
                  <a:pt x="543" y="721"/>
                  <a:pt x="542" y="724"/>
                </a:cubicBezTo>
                <a:cubicBezTo>
                  <a:pt x="543" y="730"/>
                  <a:pt x="545" y="740"/>
                  <a:pt x="541" y="743"/>
                </a:cubicBezTo>
                <a:cubicBezTo>
                  <a:pt x="540" y="737"/>
                  <a:pt x="538" y="743"/>
                  <a:pt x="536" y="738"/>
                </a:cubicBezTo>
                <a:cubicBezTo>
                  <a:pt x="535" y="739"/>
                  <a:pt x="537" y="743"/>
                  <a:pt x="535" y="743"/>
                </a:cubicBezTo>
                <a:cubicBezTo>
                  <a:pt x="532" y="742"/>
                  <a:pt x="531" y="739"/>
                  <a:pt x="529" y="737"/>
                </a:cubicBezTo>
                <a:cubicBezTo>
                  <a:pt x="530" y="754"/>
                  <a:pt x="550" y="758"/>
                  <a:pt x="549" y="772"/>
                </a:cubicBezTo>
                <a:cubicBezTo>
                  <a:pt x="547" y="771"/>
                  <a:pt x="547" y="769"/>
                  <a:pt x="545" y="768"/>
                </a:cubicBezTo>
                <a:cubicBezTo>
                  <a:pt x="547" y="772"/>
                  <a:pt x="547" y="778"/>
                  <a:pt x="551" y="780"/>
                </a:cubicBezTo>
                <a:cubicBezTo>
                  <a:pt x="552" y="776"/>
                  <a:pt x="547" y="775"/>
                  <a:pt x="550" y="773"/>
                </a:cubicBezTo>
                <a:cubicBezTo>
                  <a:pt x="554" y="775"/>
                  <a:pt x="558" y="781"/>
                  <a:pt x="553" y="785"/>
                </a:cubicBezTo>
                <a:cubicBezTo>
                  <a:pt x="556" y="791"/>
                  <a:pt x="557" y="788"/>
                  <a:pt x="561" y="793"/>
                </a:cubicBezTo>
                <a:cubicBezTo>
                  <a:pt x="560" y="793"/>
                  <a:pt x="561" y="796"/>
                  <a:pt x="559" y="796"/>
                </a:cubicBezTo>
                <a:cubicBezTo>
                  <a:pt x="549" y="797"/>
                  <a:pt x="547" y="792"/>
                  <a:pt x="540" y="793"/>
                </a:cubicBezTo>
                <a:cubicBezTo>
                  <a:pt x="539" y="785"/>
                  <a:pt x="531" y="784"/>
                  <a:pt x="529" y="777"/>
                </a:cubicBezTo>
                <a:cubicBezTo>
                  <a:pt x="526" y="790"/>
                  <a:pt x="541" y="801"/>
                  <a:pt x="544" y="809"/>
                </a:cubicBezTo>
                <a:cubicBezTo>
                  <a:pt x="541" y="809"/>
                  <a:pt x="537" y="805"/>
                  <a:pt x="536" y="802"/>
                </a:cubicBezTo>
                <a:cubicBezTo>
                  <a:pt x="525" y="803"/>
                  <a:pt x="530" y="784"/>
                  <a:pt x="518" y="791"/>
                </a:cubicBezTo>
                <a:cubicBezTo>
                  <a:pt x="521" y="791"/>
                  <a:pt x="520" y="795"/>
                  <a:pt x="520" y="797"/>
                </a:cubicBezTo>
                <a:cubicBezTo>
                  <a:pt x="519" y="797"/>
                  <a:pt x="519" y="796"/>
                  <a:pt x="518" y="797"/>
                </a:cubicBezTo>
                <a:cubicBezTo>
                  <a:pt x="520" y="800"/>
                  <a:pt x="519" y="802"/>
                  <a:pt x="518" y="805"/>
                </a:cubicBezTo>
                <a:cubicBezTo>
                  <a:pt x="519" y="808"/>
                  <a:pt x="522" y="810"/>
                  <a:pt x="525" y="811"/>
                </a:cubicBezTo>
                <a:cubicBezTo>
                  <a:pt x="531" y="826"/>
                  <a:pt x="544" y="830"/>
                  <a:pt x="550" y="844"/>
                </a:cubicBezTo>
                <a:cubicBezTo>
                  <a:pt x="550" y="844"/>
                  <a:pt x="549" y="844"/>
                  <a:pt x="549" y="844"/>
                </a:cubicBezTo>
                <a:cubicBezTo>
                  <a:pt x="553" y="848"/>
                  <a:pt x="558" y="853"/>
                  <a:pt x="566" y="853"/>
                </a:cubicBezTo>
                <a:cubicBezTo>
                  <a:pt x="572" y="864"/>
                  <a:pt x="587" y="860"/>
                  <a:pt x="597" y="866"/>
                </a:cubicBezTo>
                <a:cubicBezTo>
                  <a:pt x="598" y="865"/>
                  <a:pt x="599" y="864"/>
                  <a:pt x="601" y="865"/>
                </a:cubicBezTo>
                <a:cubicBezTo>
                  <a:pt x="610" y="871"/>
                  <a:pt x="626" y="866"/>
                  <a:pt x="636" y="859"/>
                </a:cubicBezTo>
                <a:cubicBezTo>
                  <a:pt x="636" y="858"/>
                  <a:pt x="636" y="858"/>
                  <a:pt x="636" y="858"/>
                </a:cubicBezTo>
                <a:cubicBezTo>
                  <a:pt x="634" y="856"/>
                  <a:pt x="627" y="856"/>
                  <a:pt x="626" y="859"/>
                </a:cubicBezTo>
                <a:cubicBezTo>
                  <a:pt x="625" y="858"/>
                  <a:pt x="623" y="858"/>
                  <a:pt x="623" y="855"/>
                </a:cubicBezTo>
                <a:cubicBezTo>
                  <a:pt x="613" y="857"/>
                  <a:pt x="615" y="848"/>
                  <a:pt x="604" y="848"/>
                </a:cubicBezTo>
                <a:cubicBezTo>
                  <a:pt x="605" y="845"/>
                  <a:pt x="601" y="846"/>
                  <a:pt x="601" y="844"/>
                </a:cubicBezTo>
                <a:cubicBezTo>
                  <a:pt x="605" y="844"/>
                  <a:pt x="612" y="845"/>
                  <a:pt x="614" y="844"/>
                </a:cubicBezTo>
                <a:cubicBezTo>
                  <a:pt x="612" y="843"/>
                  <a:pt x="609" y="843"/>
                  <a:pt x="608" y="841"/>
                </a:cubicBezTo>
                <a:cubicBezTo>
                  <a:pt x="611" y="841"/>
                  <a:pt x="615" y="845"/>
                  <a:pt x="618" y="843"/>
                </a:cubicBezTo>
                <a:cubicBezTo>
                  <a:pt x="616" y="841"/>
                  <a:pt x="625" y="840"/>
                  <a:pt x="625" y="837"/>
                </a:cubicBezTo>
                <a:cubicBezTo>
                  <a:pt x="619" y="831"/>
                  <a:pt x="605" y="833"/>
                  <a:pt x="602" y="824"/>
                </a:cubicBezTo>
                <a:cubicBezTo>
                  <a:pt x="608" y="823"/>
                  <a:pt x="612" y="827"/>
                  <a:pt x="616" y="825"/>
                </a:cubicBezTo>
                <a:cubicBezTo>
                  <a:pt x="614" y="825"/>
                  <a:pt x="614" y="825"/>
                  <a:pt x="614" y="825"/>
                </a:cubicBezTo>
                <a:cubicBezTo>
                  <a:pt x="614" y="821"/>
                  <a:pt x="614" y="821"/>
                  <a:pt x="614" y="821"/>
                </a:cubicBezTo>
                <a:cubicBezTo>
                  <a:pt x="608" y="818"/>
                  <a:pt x="604" y="816"/>
                  <a:pt x="602" y="811"/>
                </a:cubicBezTo>
                <a:cubicBezTo>
                  <a:pt x="605" y="811"/>
                  <a:pt x="606" y="813"/>
                  <a:pt x="609" y="811"/>
                </a:cubicBezTo>
                <a:cubicBezTo>
                  <a:pt x="609" y="808"/>
                  <a:pt x="607" y="808"/>
                  <a:pt x="606" y="806"/>
                </a:cubicBezTo>
                <a:cubicBezTo>
                  <a:pt x="609" y="802"/>
                  <a:pt x="611" y="803"/>
                  <a:pt x="614" y="800"/>
                </a:cubicBezTo>
                <a:cubicBezTo>
                  <a:pt x="614" y="803"/>
                  <a:pt x="614" y="803"/>
                  <a:pt x="614" y="803"/>
                </a:cubicBezTo>
                <a:cubicBezTo>
                  <a:pt x="619" y="802"/>
                  <a:pt x="624" y="807"/>
                  <a:pt x="632" y="803"/>
                </a:cubicBezTo>
                <a:cubicBezTo>
                  <a:pt x="632" y="797"/>
                  <a:pt x="637" y="802"/>
                  <a:pt x="641" y="803"/>
                </a:cubicBezTo>
                <a:cubicBezTo>
                  <a:pt x="642" y="800"/>
                  <a:pt x="638" y="801"/>
                  <a:pt x="639" y="798"/>
                </a:cubicBezTo>
                <a:cubicBezTo>
                  <a:pt x="646" y="794"/>
                  <a:pt x="660" y="804"/>
                  <a:pt x="659" y="791"/>
                </a:cubicBezTo>
                <a:cubicBezTo>
                  <a:pt x="665" y="789"/>
                  <a:pt x="666" y="786"/>
                  <a:pt x="671" y="785"/>
                </a:cubicBezTo>
                <a:cubicBezTo>
                  <a:pt x="673" y="787"/>
                  <a:pt x="668" y="788"/>
                  <a:pt x="671" y="790"/>
                </a:cubicBezTo>
                <a:cubicBezTo>
                  <a:pt x="677" y="790"/>
                  <a:pt x="676" y="781"/>
                  <a:pt x="680" y="778"/>
                </a:cubicBezTo>
                <a:cubicBezTo>
                  <a:pt x="684" y="777"/>
                  <a:pt x="686" y="778"/>
                  <a:pt x="688" y="780"/>
                </a:cubicBezTo>
                <a:cubicBezTo>
                  <a:pt x="695" y="776"/>
                  <a:pt x="699" y="766"/>
                  <a:pt x="708" y="767"/>
                </a:cubicBezTo>
                <a:cubicBezTo>
                  <a:pt x="708" y="765"/>
                  <a:pt x="708" y="762"/>
                  <a:pt x="710" y="761"/>
                </a:cubicBezTo>
                <a:cubicBezTo>
                  <a:pt x="708" y="765"/>
                  <a:pt x="713" y="763"/>
                  <a:pt x="714" y="765"/>
                </a:cubicBezTo>
                <a:cubicBezTo>
                  <a:pt x="714" y="762"/>
                  <a:pt x="715" y="760"/>
                  <a:pt x="716" y="758"/>
                </a:cubicBezTo>
                <a:cubicBezTo>
                  <a:pt x="720" y="758"/>
                  <a:pt x="720" y="758"/>
                  <a:pt x="720" y="758"/>
                </a:cubicBezTo>
                <a:cubicBezTo>
                  <a:pt x="726" y="765"/>
                  <a:pt x="718" y="771"/>
                  <a:pt x="718" y="775"/>
                </a:cubicBezTo>
                <a:cubicBezTo>
                  <a:pt x="721" y="774"/>
                  <a:pt x="720" y="769"/>
                  <a:pt x="725" y="769"/>
                </a:cubicBezTo>
                <a:cubicBezTo>
                  <a:pt x="725" y="775"/>
                  <a:pt x="718" y="780"/>
                  <a:pt x="713" y="783"/>
                </a:cubicBezTo>
                <a:cubicBezTo>
                  <a:pt x="718" y="785"/>
                  <a:pt x="720" y="777"/>
                  <a:pt x="725" y="777"/>
                </a:cubicBezTo>
                <a:cubicBezTo>
                  <a:pt x="725" y="779"/>
                  <a:pt x="724" y="780"/>
                  <a:pt x="726" y="781"/>
                </a:cubicBezTo>
                <a:cubicBezTo>
                  <a:pt x="726" y="777"/>
                  <a:pt x="728" y="776"/>
                  <a:pt x="732" y="775"/>
                </a:cubicBezTo>
                <a:cubicBezTo>
                  <a:pt x="740" y="784"/>
                  <a:pt x="740" y="762"/>
                  <a:pt x="744" y="759"/>
                </a:cubicBezTo>
                <a:cubicBezTo>
                  <a:pt x="743" y="762"/>
                  <a:pt x="747" y="760"/>
                  <a:pt x="746" y="763"/>
                </a:cubicBezTo>
                <a:cubicBezTo>
                  <a:pt x="746" y="767"/>
                  <a:pt x="742" y="768"/>
                  <a:pt x="741" y="771"/>
                </a:cubicBezTo>
                <a:cubicBezTo>
                  <a:pt x="744" y="775"/>
                  <a:pt x="745" y="775"/>
                  <a:pt x="745" y="780"/>
                </a:cubicBezTo>
                <a:cubicBezTo>
                  <a:pt x="746" y="780"/>
                  <a:pt x="748" y="776"/>
                  <a:pt x="750" y="778"/>
                </a:cubicBezTo>
                <a:cubicBezTo>
                  <a:pt x="747" y="780"/>
                  <a:pt x="744" y="785"/>
                  <a:pt x="744" y="787"/>
                </a:cubicBezTo>
                <a:cubicBezTo>
                  <a:pt x="744" y="786"/>
                  <a:pt x="746" y="785"/>
                  <a:pt x="746" y="787"/>
                </a:cubicBezTo>
                <a:cubicBezTo>
                  <a:pt x="745" y="790"/>
                  <a:pt x="743" y="790"/>
                  <a:pt x="741" y="788"/>
                </a:cubicBezTo>
                <a:cubicBezTo>
                  <a:pt x="742" y="792"/>
                  <a:pt x="742" y="789"/>
                  <a:pt x="740" y="791"/>
                </a:cubicBezTo>
                <a:cubicBezTo>
                  <a:pt x="741" y="791"/>
                  <a:pt x="740" y="793"/>
                  <a:pt x="741" y="795"/>
                </a:cubicBezTo>
                <a:cubicBezTo>
                  <a:pt x="739" y="795"/>
                  <a:pt x="737" y="796"/>
                  <a:pt x="736" y="798"/>
                </a:cubicBezTo>
                <a:cubicBezTo>
                  <a:pt x="737" y="798"/>
                  <a:pt x="736" y="801"/>
                  <a:pt x="738" y="801"/>
                </a:cubicBezTo>
                <a:cubicBezTo>
                  <a:pt x="741" y="794"/>
                  <a:pt x="747" y="784"/>
                  <a:pt x="753" y="788"/>
                </a:cubicBezTo>
                <a:cubicBezTo>
                  <a:pt x="753" y="785"/>
                  <a:pt x="756" y="785"/>
                  <a:pt x="759" y="785"/>
                </a:cubicBezTo>
                <a:cubicBezTo>
                  <a:pt x="761" y="794"/>
                  <a:pt x="757" y="796"/>
                  <a:pt x="760" y="804"/>
                </a:cubicBezTo>
                <a:cubicBezTo>
                  <a:pt x="764" y="798"/>
                  <a:pt x="772" y="797"/>
                  <a:pt x="774" y="789"/>
                </a:cubicBezTo>
                <a:cubicBezTo>
                  <a:pt x="779" y="790"/>
                  <a:pt x="781" y="783"/>
                  <a:pt x="783" y="784"/>
                </a:cubicBezTo>
                <a:cubicBezTo>
                  <a:pt x="782" y="788"/>
                  <a:pt x="775" y="790"/>
                  <a:pt x="778" y="795"/>
                </a:cubicBezTo>
                <a:cubicBezTo>
                  <a:pt x="782" y="796"/>
                  <a:pt x="782" y="791"/>
                  <a:pt x="784" y="790"/>
                </a:cubicBezTo>
                <a:cubicBezTo>
                  <a:pt x="788" y="791"/>
                  <a:pt x="787" y="788"/>
                  <a:pt x="789" y="788"/>
                </a:cubicBezTo>
                <a:cubicBezTo>
                  <a:pt x="798" y="772"/>
                  <a:pt x="812" y="763"/>
                  <a:pt x="820" y="746"/>
                </a:cubicBezTo>
                <a:cubicBezTo>
                  <a:pt x="819" y="746"/>
                  <a:pt x="819" y="745"/>
                  <a:pt x="819" y="744"/>
                </a:cubicBezTo>
                <a:cubicBezTo>
                  <a:pt x="826" y="737"/>
                  <a:pt x="828" y="726"/>
                  <a:pt x="834" y="719"/>
                </a:cubicBezTo>
                <a:cubicBezTo>
                  <a:pt x="834" y="715"/>
                  <a:pt x="836" y="714"/>
                  <a:pt x="835" y="710"/>
                </a:cubicBezTo>
                <a:cubicBezTo>
                  <a:pt x="844" y="701"/>
                  <a:pt x="843" y="680"/>
                  <a:pt x="853" y="673"/>
                </a:cubicBezTo>
                <a:cubicBezTo>
                  <a:pt x="852" y="669"/>
                  <a:pt x="854" y="668"/>
                  <a:pt x="854" y="665"/>
                </a:cubicBezTo>
                <a:cubicBezTo>
                  <a:pt x="857" y="661"/>
                  <a:pt x="859" y="657"/>
                  <a:pt x="860" y="651"/>
                </a:cubicBezTo>
                <a:cubicBezTo>
                  <a:pt x="861" y="651"/>
                  <a:pt x="862" y="651"/>
                  <a:pt x="863" y="650"/>
                </a:cubicBezTo>
                <a:cubicBezTo>
                  <a:pt x="864" y="642"/>
                  <a:pt x="863" y="622"/>
                  <a:pt x="872" y="618"/>
                </a:cubicBezTo>
                <a:cubicBezTo>
                  <a:pt x="874" y="619"/>
                  <a:pt x="875" y="621"/>
                  <a:pt x="876" y="623"/>
                </a:cubicBezTo>
                <a:cubicBezTo>
                  <a:pt x="879" y="621"/>
                  <a:pt x="876" y="617"/>
                  <a:pt x="879" y="617"/>
                </a:cubicBezTo>
                <a:cubicBezTo>
                  <a:pt x="881" y="618"/>
                  <a:pt x="877" y="623"/>
                  <a:pt x="880" y="625"/>
                </a:cubicBezTo>
                <a:cubicBezTo>
                  <a:pt x="883" y="620"/>
                  <a:pt x="882" y="613"/>
                  <a:pt x="887" y="610"/>
                </a:cubicBezTo>
                <a:cubicBezTo>
                  <a:pt x="887" y="612"/>
                  <a:pt x="888" y="612"/>
                  <a:pt x="890" y="612"/>
                </a:cubicBezTo>
                <a:cubicBezTo>
                  <a:pt x="893" y="608"/>
                  <a:pt x="897" y="605"/>
                  <a:pt x="894" y="597"/>
                </a:cubicBezTo>
                <a:cubicBezTo>
                  <a:pt x="896" y="598"/>
                  <a:pt x="899" y="599"/>
                  <a:pt x="899" y="596"/>
                </a:cubicBezTo>
                <a:cubicBezTo>
                  <a:pt x="897" y="593"/>
                  <a:pt x="894" y="591"/>
                  <a:pt x="891" y="589"/>
                </a:cubicBezTo>
                <a:cubicBezTo>
                  <a:pt x="891" y="582"/>
                  <a:pt x="892" y="577"/>
                  <a:pt x="896" y="575"/>
                </a:cubicBezTo>
                <a:cubicBezTo>
                  <a:pt x="896" y="567"/>
                  <a:pt x="896" y="567"/>
                  <a:pt x="896" y="567"/>
                </a:cubicBezTo>
                <a:cubicBezTo>
                  <a:pt x="904" y="565"/>
                  <a:pt x="897" y="548"/>
                  <a:pt x="906" y="547"/>
                </a:cubicBezTo>
                <a:cubicBezTo>
                  <a:pt x="903" y="547"/>
                  <a:pt x="904" y="541"/>
                  <a:pt x="906" y="540"/>
                </a:cubicBezTo>
                <a:cubicBezTo>
                  <a:pt x="907" y="541"/>
                  <a:pt x="907" y="544"/>
                  <a:pt x="909" y="544"/>
                </a:cubicBezTo>
                <a:cubicBezTo>
                  <a:pt x="911" y="542"/>
                  <a:pt x="907" y="542"/>
                  <a:pt x="907" y="539"/>
                </a:cubicBezTo>
                <a:cubicBezTo>
                  <a:pt x="908" y="539"/>
                  <a:pt x="910" y="538"/>
                  <a:pt x="911" y="539"/>
                </a:cubicBezTo>
                <a:cubicBezTo>
                  <a:pt x="910" y="543"/>
                  <a:pt x="915" y="548"/>
                  <a:pt x="916" y="545"/>
                </a:cubicBezTo>
                <a:cubicBezTo>
                  <a:pt x="910" y="536"/>
                  <a:pt x="903" y="520"/>
                  <a:pt x="905" y="509"/>
                </a:cubicBezTo>
                <a:cubicBezTo>
                  <a:pt x="907" y="511"/>
                  <a:pt x="909" y="512"/>
                  <a:pt x="910" y="515"/>
                </a:cubicBezTo>
                <a:cubicBezTo>
                  <a:pt x="910" y="516"/>
                  <a:pt x="908" y="516"/>
                  <a:pt x="908" y="518"/>
                </a:cubicBezTo>
                <a:cubicBezTo>
                  <a:pt x="916" y="531"/>
                  <a:pt x="919" y="555"/>
                  <a:pt x="924" y="574"/>
                </a:cubicBezTo>
                <a:cubicBezTo>
                  <a:pt x="926" y="568"/>
                  <a:pt x="921" y="561"/>
                  <a:pt x="926" y="559"/>
                </a:cubicBezTo>
                <a:cubicBezTo>
                  <a:pt x="926" y="563"/>
                  <a:pt x="926" y="568"/>
                  <a:pt x="928" y="571"/>
                </a:cubicBezTo>
                <a:cubicBezTo>
                  <a:pt x="932" y="564"/>
                  <a:pt x="923" y="556"/>
                  <a:pt x="929" y="549"/>
                </a:cubicBezTo>
                <a:cubicBezTo>
                  <a:pt x="929" y="546"/>
                  <a:pt x="928" y="544"/>
                  <a:pt x="927" y="541"/>
                </a:cubicBezTo>
                <a:cubicBezTo>
                  <a:pt x="934" y="519"/>
                  <a:pt x="917" y="500"/>
                  <a:pt x="918" y="478"/>
                </a:cubicBezTo>
                <a:cubicBezTo>
                  <a:pt x="920" y="479"/>
                  <a:pt x="922" y="480"/>
                  <a:pt x="924" y="479"/>
                </a:cubicBezTo>
                <a:cubicBezTo>
                  <a:pt x="925" y="484"/>
                  <a:pt x="926" y="484"/>
                  <a:pt x="928" y="487"/>
                </a:cubicBezTo>
                <a:cubicBezTo>
                  <a:pt x="925" y="491"/>
                  <a:pt x="931" y="498"/>
                  <a:pt x="932" y="504"/>
                </a:cubicBezTo>
                <a:cubicBezTo>
                  <a:pt x="932" y="503"/>
                  <a:pt x="933" y="502"/>
                  <a:pt x="933" y="501"/>
                </a:cubicBezTo>
                <a:cubicBezTo>
                  <a:pt x="939" y="506"/>
                  <a:pt x="937" y="519"/>
                  <a:pt x="942" y="525"/>
                </a:cubicBezTo>
                <a:cubicBezTo>
                  <a:pt x="944" y="523"/>
                  <a:pt x="942" y="518"/>
                  <a:pt x="946" y="518"/>
                </a:cubicBezTo>
                <a:cubicBezTo>
                  <a:pt x="949" y="526"/>
                  <a:pt x="946" y="535"/>
                  <a:pt x="950" y="542"/>
                </a:cubicBezTo>
                <a:cubicBezTo>
                  <a:pt x="948" y="542"/>
                  <a:pt x="948" y="542"/>
                  <a:pt x="948" y="542"/>
                </a:cubicBezTo>
                <a:cubicBezTo>
                  <a:pt x="950" y="554"/>
                  <a:pt x="953" y="564"/>
                  <a:pt x="950" y="575"/>
                </a:cubicBezTo>
                <a:cubicBezTo>
                  <a:pt x="952" y="576"/>
                  <a:pt x="954" y="572"/>
                  <a:pt x="955" y="575"/>
                </a:cubicBezTo>
                <a:cubicBezTo>
                  <a:pt x="954" y="587"/>
                  <a:pt x="952" y="595"/>
                  <a:pt x="952" y="607"/>
                </a:cubicBezTo>
                <a:cubicBezTo>
                  <a:pt x="948" y="608"/>
                  <a:pt x="948" y="616"/>
                  <a:pt x="951" y="620"/>
                </a:cubicBezTo>
                <a:cubicBezTo>
                  <a:pt x="954" y="609"/>
                  <a:pt x="956" y="596"/>
                  <a:pt x="956" y="581"/>
                </a:cubicBezTo>
                <a:cubicBezTo>
                  <a:pt x="956" y="561"/>
                  <a:pt x="953" y="541"/>
                  <a:pt x="955" y="524"/>
                </a:cubicBezTo>
                <a:cubicBezTo>
                  <a:pt x="957" y="531"/>
                  <a:pt x="957" y="541"/>
                  <a:pt x="962" y="546"/>
                </a:cubicBezTo>
                <a:cubicBezTo>
                  <a:pt x="967" y="530"/>
                  <a:pt x="961" y="508"/>
                  <a:pt x="957" y="493"/>
                </a:cubicBezTo>
                <a:cubicBezTo>
                  <a:pt x="958" y="492"/>
                  <a:pt x="958" y="490"/>
                  <a:pt x="960" y="490"/>
                </a:cubicBezTo>
                <a:cubicBezTo>
                  <a:pt x="962" y="496"/>
                  <a:pt x="961" y="504"/>
                  <a:pt x="965" y="508"/>
                </a:cubicBezTo>
                <a:cubicBezTo>
                  <a:pt x="968" y="506"/>
                  <a:pt x="963" y="503"/>
                  <a:pt x="966" y="502"/>
                </a:cubicBezTo>
                <a:cubicBezTo>
                  <a:pt x="970" y="507"/>
                  <a:pt x="968" y="515"/>
                  <a:pt x="971" y="520"/>
                </a:cubicBezTo>
                <a:cubicBezTo>
                  <a:pt x="973" y="513"/>
                  <a:pt x="969" y="501"/>
                  <a:pt x="972" y="497"/>
                </a:cubicBezTo>
                <a:cubicBezTo>
                  <a:pt x="978" y="509"/>
                  <a:pt x="980" y="518"/>
                  <a:pt x="977" y="533"/>
                </a:cubicBezTo>
                <a:cubicBezTo>
                  <a:pt x="975" y="535"/>
                  <a:pt x="972" y="534"/>
                  <a:pt x="972" y="536"/>
                </a:cubicBezTo>
                <a:cubicBezTo>
                  <a:pt x="970" y="533"/>
                  <a:pt x="976" y="532"/>
                  <a:pt x="976" y="529"/>
                </a:cubicBezTo>
                <a:cubicBezTo>
                  <a:pt x="973" y="527"/>
                  <a:pt x="971" y="523"/>
                  <a:pt x="967" y="523"/>
                </a:cubicBezTo>
                <a:cubicBezTo>
                  <a:pt x="966" y="529"/>
                  <a:pt x="969" y="534"/>
                  <a:pt x="969" y="539"/>
                </a:cubicBezTo>
                <a:cubicBezTo>
                  <a:pt x="970" y="545"/>
                  <a:pt x="968" y="552"/>
                  <a:pt x="971" y="552"/>
                </a:cubicBezTo>
                <a:cubicBezTo>
                  <a:pt x="972" y="552"/>
                  <a:pt x="971" y="542"/>
                  <a:pt x="973" y="539"/>
                </a:cubicBezTo>
                <a:cubicBezTo>
                  <a:pt x="975" y="543"/>
                  <a:pt x="973" y="547"/>
                  <a:pt x="976" y="548"/>
                </a:cubicBezTo>
                <a:cubicBezTo>
                  <a:pt x="975" y="544"/>
                  <a:pt x="976" y="542"/>
                  <a:pt x="975" y="539"/>
                </a:cubicBezTo>
                <a:cubicBezTo>
                  <a:pt x="977" y="539"/>
                  <a:pt x="977" y="537"/>
                  <a:pt x="979" y="537"/>
                </a:cubicBezTo>
                <a:cubicBezTo>
                  <a:pt x="982" y="538"/>
                  <a:pt x="983" y="541"/>
                  <a:pt x="984" y="544"/>
                </a:cubicBezTo>
                <a:cubicBezTo>
                  <a:pt x="984" y="543"/>
                  <a:pt x="985" y="542"/>
                  <a:pt x="986" y="542"/>
                </a:cubicBezTo>
                <a:cubicBezTo>
                  <a:pt x="990" y="567"/>
                  <a:pt x="996" y="597"/>
                  <a:pt x="985" y="619"/>
                </a:cubicBezTo>
                <a:cubicBezTo>
                  <a:pt x="986" y="618"/>
                  <a:pt x="987" y="618"/>
                  <a:pt x="986" y="616"/>
                </a:cubicBezTo>
                <a:cubicBezTo>
                  <a:pt x="981" y="616"/>
                  <a:pt x="987" y="629"/>
                  <a:pt x="981" y="628"/>
                </a:cubicBezTo>
                <a:cubicBezTo>
                  <a:pt x="979" y="609"/>
                  <a:pt x="985" y="592"/>
                  <a:pt x="982" y="576"/>
                </a:cubicBezTo>
                <a:cubicBezTo>
                  <a:pt x="978" y="576"/>
                  <a:pt x="981" y="568"/>
                  <a:pt x="978" y="567"/>
                </a:cubicBezTo>
                <a:cubicBezTo>
                  <a:pt x="968" y="570"/>
                  <a:pt x="974" y="586"/>
                  <a:pt x="966" y="593"/>
                </a:cubicBezTo>
                <a:cubicBezTo>
                  <a:pt x="963" y="589"/>
                  <a:pt x="966" y="582"/>
                  <a:pt x="968" y="576"/>
                </a:cubicBezTo>
                <a:cubicBezTo>
                  <a:pt x="965" y="575"/>
                  <a:pt x="966" y="571"/>
                  <a:pt x="963" y="569"/>
                </a:cubicBezTo>
                <a:cubicBezTo>
                  <a:pt x="961" y="582"/>
                  <a:pt x="968" y="600"/>
                  <a:pt x="956" y="600"/>
                </a:cubicBezTo>
                <a:cubicBezTo>
                  <a:pt x="959" y="614"/>
                  <a:pt x="958" y="622"/>
                  <a:pt x="958" y="636"/>
                </a:cubicBezTo>
                <a:cubicBezTo>
                  <a:pt x="959" y="634"/>
                  <a:pt x="958" y="633"/>
                  <a:pt x="961" y="634"/>
                </a:cubicBezTo>
                <a:cubicBezTo>
                  <a:pt x="965" y="623"/>
                  <a:pt x="967" y="608"/>
                  <a:pt x="967" y="598"/>
                </a:cubicBezTo>
                <a:cubicBezTo>
                  <a:pt x="970" y="600"/>
                  <a:pt x="976" y="613"/>
                  <a:pt x="968" y="612"/>
                </a:cubicBezTo>
                <a:cubicBezTo>
                  <a:pt x="969" y="618"/>
                  <a:pt x="971" y="622"/>
                  <a:pt x="973" y="625"/>
                </a:cubicBezTo>
                <a:cubicBezTo>
                  <a:pt x="974" y="629"/>
                  <a:pt x="970" y="627"/>
                  <a:pt x="971" y="630"/>
                </a:cubicBezTo>
                <a:cubicBezTo>
                  <a:pt x="969" y="649"/>
                  <a:pt x="963" y="669"/>
                  <a:pt x="960" y="685"/>
                </a:cubicBezTo>
                <a:cubicBezTo>
                  <a:pt x="954" y="687"/>
                  <a:pt x="954" y="696"/>
                  <a:pt x="953" y="703"/>
                </a:cubicBezTo>
                <a:cubicBezTo>
                  <a:pt x="941" y="713"/>
                  <a:pt x="936" y="731"/>
                  <a:pt x="937" y="751"/>
                </a:cubicBezTo>
                <a:cubicBezTo>
                  <a:pt x="933" y="753"/>
                  <a:pt x="932" y="757"/>
                  <a:pt x="928" y="759"/>
                </a:cubicBezTo>
                <a:cubicBezTo>
                  <a:pt x="927" y="757"/>
                  <a:pt x="925" y="760"/>
                  <a:pt x="925" y="759"/>
                </a:cubicBezTo>
                <a:cubicBezTo>
                  <a:pt x="926" y="750"/>
                  <a:pt x="931" y="748"/>
                  <a:pt x="933" y="739"/>
                </a:cubicBezTo>
                <a:cubicBezTo>
                  <a:pt x="931" y="738"/>
                  <a:pt x="930" y="738"/>
                  <a:pt x="928" y="738"/>
                </a:cubicBezTo>
                <a:cubicBezTo>
                  <a:pt x="926" y="746"/>
                  <a:pt x="922" y="753"/>
                  <a:pt x="919" y="760"/>
                </a:cubicBezTo>
                <a:cubicBezTo>
                  <a:pt x="920" y="761"/>
                  <a:pt x="922" y="761"/>
                  <a:pt x="923" y="763"/>
                </a:cubicBezTo>
                <a:cubicBezTo>
                  <a:pt x="921" y="769"/>
                  <a:pt x="918" y="771"/>
                  <a:pt x="918" y="779"/>
                </a:cubicBezTo>
                <a:cubicBezTo>
                  <a:pt x="909" y="780"/>
                  <a:pt x="910" y="796"/>
                  <a:pt x="903" y="796"/>
                </a:cubicBezTo>
                <a:cubicBezTo>
                  <a:pt x="904" y="793"/>
                  <a:pt x="905" y="792"/>
                  <a:pt x="902" y="790"/>
                </a:cubicBezTo>
                <a:cubicBezTo>
                  <a:pt x="903" y="789"/>
                  <a:pt x="903" y="787"/>
                  <a:pt x="903" y="784"/>
                </a:cubicBezTo>
                <a:cubicBezTo>
                  <a:pt x="898" y="784"/>
                  <a:pt x="897" y="789"/>
                  <a:pt x="894" y="792"/>
                </a:cubicBezTo>
                <a:cubicBezTo>
                  <a:pt x="893" y="788"/>
                  <a:pt x="891" y="786"/>
                  <a:pt x="888" y="785"/>
                </a:cubicBezTo>
                <a:cubicBezTo>
                  <a:pt x="883" y="794"/>
                  <a:pt x="878" y="798"/>
                  <a:pt x="872" y="804"/>
                </a:cubicBezTo>
                <a:cubicBezTo>
                  <a:pt x="868" y="803"/>
                  <a:pt x="863" y="809"/>
                  <a:pt x="864" y="814"/>
                </a:cubicBezTo>
                <a:cubicBezTo>
                  <a:pt x="868" y="814"/>
                  <a:pt x="870" y="815"/>
                  <a:pt x="872" y="816"/>
                </a:cubicBezTo>
                <a:cubicBezTo>
                  <a:pt x="873" y="824"/>
                  <a:pt x="867" y="825"/>
                  <a:pt x="863" y="828"/>
                </a:cubicBezTo>
                <a:cubicBezTo>
                  <a:pt x="862" y="823"/>
                  <a:pt x="864" y="820"/>
                  <a:pt x="863" y="817"/>
                </a:cubicBezTo>
                <a:cubicBezTo>
                  <a:pt x="854" y="824"/>
                  <a:pt x="846" y="834"/>
                  <a:pt x="836" y="834"/>
                </a:cubicBezTo>
                <a:cubicBezTo>
                  <a:pt x="834" y="839"/>
                  <a:pt x="837" y="840"/>
                  <a:pt x="836" y="843"/>
                </a:cubicBezTo>
                <a:cubicBezTo>
                  <a:pt x="841" y="841"/>
                  <a:pt x="842" y="835"/>
                  <a:pt x="847" y="833"/>
                </a:cubicBezTo>
                <a:cubicBezTo>
                  <a:pt x="851" y="838"/>
                  <a:pt x="851" y="846"/>
                  <a:pt x="852" y="852"/>
                </a:cubicBezTo>
                <a:cubicBezTo>
                  <a:pt x="858" y="843"/>
                  <a:pt x="864" y="835"/>
                  <a:pt x="874" y="831"/>
                </a:cubicBezTo>
                <a:cubicBezTo>
                  <a:pt x="877" y="835"/>
                  <a:pt x="875" y="840"/>
                  <a:pt x="873" y="844"/>
                </a:cubicBezTo>
                <a:cubicBezTo>
                  <a:pt x="880" y="841"/>
                  <a:pt x="880" y="833"/>
                  <a:pt x="885" y="828"/>
                </a:cubicBezTo>
                <a:cubicBezTo>
                  <a:pt x="881" y="827"/>
                  <a:pt x="880" y="832"/>
                  <a:pt x="878" y="830"/>
                </a:cubicBezTo>
                <a:cubicBezTo>
                  <a:pt x="882" y="826"/>
                  <a:pt x="879" y="816"/>
                  <a:pt x="886" y="817"/>
                </a:cubicBezTo>
                <a:cubicBezTo>
                  <a:pt x="886" y="821"/>
                  <a:pt x="883" y="820"/>
                  <a:pt x="883" y="823"/>
                </a:cubicBezTo>
                <a:cubicBezTo>
                  <a:pt x="886" y="824"/>
                  <a:pt x="885" y="820"/>
                  <a:pt x="888" y="821"/>
                </a:cubicBezTo>
                <a:cubicBezTo>
                  <a:pt x="893" y="826"/>
                  <a:pt x="900" y="813"/>
                  <a:pt x="907" y="816"/>
                </a:cubicBezTo>
                <a:cubicBezTo>
                  <a:pt x="906" y="820"/>
                  <a:pt x="901" y="820"/>
                  <a:pt x="902" y="827"/>
                </a:cubicBezTo>
                <a:cubicBezTo>
                  <a:pt x="899" y="827"/>
                  <a:pt x="899" y="830"/>
                  <a:pt x="898" y="832"/>
                </a:cubicBezTo>
                <a:cubicBezTo>
                  <a:pt x="900" y="833"/>
                  <a:pt x="899" y="838"/>
                  <a:pt x="902" y="839"/>
                </a:cubicBezTo>
                <a:cubicBezTo>
                  <a:pt x="901" y="840"/>
                  <a:pt x="899" y="840"/>
                  <a:pt x="898" y="842"/>
                </a:cubicBezTo>
                <a:cubicBezTo>
                  <a:pt x="903" y="844"/>
                  <a:pt x="906" y="838"/>
                  <a:pt x="909" y="836"/>
                </a:cubicBezTo>
                <a:cubicBezTo>
                  <a:pt x="909" y="837"/>
                  <a:pt x="910" y="837"/>
                  <a:pt x="911" y="837"/>
                </a:cubicBezTo>
                <a:cubicBezTo>
                  <a:pt x="905" y="844"/>
                  <a:pt x="895" y="849"/>
                  <a:pt x="889" y="858"/>
                </a:cubicBezTo>
                <a:cubicBezTo>
                  <a:pt x="888" y="861"/>
                  <a:pt x="891" y="860"/>
                  <a:pt x="890" y="863"/>
                </a:cubicBezTo>
                <a:cubicBezTo>
                  <a:pt x="888" y="864"/>
                  <a:pt x="889" y="868"/>
                  <a:pt x="886" y="867"/>
                </a:cubicBezTo>
                <a:cubicBezTo>
                  <a:pt x="883" y="867"/>
                  <a:pt x="882" y="864"/>
                  <a:pt x="880" y="861"/>
                </a:cubicBezTo>
                <a:cubicBezTo>
                  <a:pt x="869" y="861"/>
                  <a:pt x="873" y="871"/>
                  <a:pt x="863" y="872"/>
                </a:cubicBezTo>
                <a:cubicBezTo>
                  <a:pt x="863" y="876"/>
                  <a:pt x="860" y="877"/>
                  <a:pt x="859" y="880"/>
                </a:cubicBezTo>
                <a:cubicBezTo>
                  <a:pt x="853" y="876"/>
                  <a:pt x="850" y="883"/>
                  <a:pt x="847" y="885"/>
                </a:cubicBezTo>
                <a:cubicBezTo>
                  <a:pt x="847" y="888"/>
                  <a:pt x="847" y="891"/>
                  <a:pt x="848" y="894"/>
                </a:cubicBezTo>
                <a:cubicBezTo>
                  <a:pt x="847" y="895"/>
                  <a:pt x="841" y="895"/>
                  <a:pt x="840" y="894"/>
                </a:cubicBezTo>
                <a:cubicBezTo>
                  <a:pt x="839" y="891"/>
                  <a:pt x="841" y="891"/>
                  <a:pt x="841" y="889"/>
                </a:cubicBezTo>
                <a:cubicBezTo>
                  <a:pt x="835" y="893"/>
                  <a:pt x="831" y="896"/>
                  <a:pt x="826" y="899"/>
                </a:cubicBezTo>
                <a:cubicBezTo>
                  <a:pt x="820" y="902"/>
                  <a:pt x="815" y="907"/>
                  <a:pt x="811" y="908"/>
                </a:cubicBezTo>
                <a:cubicBezTo>
                  <a:pt x="808" y="909"/>
                  <a:pt x="805" y="907"/>
                  <a:pt x="802" y="908"/>
                </a:cubicBezTo>
                <a:cubicBezTo>
                  <a:pt x="796" y="909"/>
                  <a:pt x="793" y="915"/>
                  <a:pt x="786" y="915"/>
                </a:cubicBezTo>
                <a:cubicBezTo>
                  <a:pt x="791" y="911"/>
                  <a:pt x="797" y="907"/>
                  <a:pt x="802" y="904"/>
                </a:cubicBezTo>
                <a:cubicBezTo>
                  <a:pt x="802" y="900"/>
                  <a:pt x="802" y="900"/>
                  <a:pt x="802" y="900"/>
                </a:cubicBezTo>
                <a:cubicBezTo>
                  <a:pt x="792" y="903"/>
                  <a:pt x="791" y="911"/>
                  <a:pt x="778" y="911"/>
                </a:cubicBezTo>
                <a:cubicBezTo>
                  <a:pt x="777" y="917"/>
                  <a:pt x="770" y="916"/>
                  <a:pt x="771" y="924"/>
                </a:cubicBezTo>
                <a:cubicBezTo>
                  <a:pt x="773" y="927"/>
                  <a:pt x="775" y="924"/>
                  <a:pt x="777" y="927"/>
                </a:cubicBezTo>
                <a:cubicBezTo>
                  <a:pt x="775" y="933"/>
                  <a:pt x="768" y="934"/>
                  <a:pt x="763" y="938"/>
                </a:cubicBezTo>
                <a:cubicBezTo>
                  <a:pt x="764" y="938"/>
                  <a:pt x="766" y="938"/>
                  <a:pt x="766" y="939"/>
                </a:cubicBezTo>
                <a:cubicBezTo>
                  <a:pt x="765" y="941"/>
                  <a:pt x="760" y="944"/>
                  <a:pt x="759" y="941"/>
                </a:cubicBezTo>
                <a:cubicBezTo>
                  <a:pt x="759" y="939"/>
                  <a:pt x="762" y="940"/>
                  <a:pt x="762" y="938"/>
                </a:cubicBezTo>
                <a:cubicBezTo>
                  <a:pt x="757" y="938"/>
                  <a:pt x="756" y="942"/>
                  <a:pt x="751" y="942"/>
                </a:cubicBezTo>
                <a:cubicBezTo>
                  <a:pt x="752" y="944"/>
                  <a:pt x="752" y="944"/>
                  <a:pt x="751" y="947"/>
                </a:cubicBezTo>
                <a:cubicBezTo>
                  <a:pt x="755" y="947"/>
                  <a:pt x="757" y="944"/>
                  <a:pt x="758" y="943"/>
                </a:cubicBezTo>
                <a:cubicBezTo>
                  <a:pt x="759" y="944"/>
                  <a:pt x="760" y="941"/>
                  <a:pt x="761" y="944"/>
                </a:cubicBezTo>
                <a:cubicBezTo>
                  <a:pt x="759" y="946"/>
                  <a:pt x="757" y="947"/>
                  <a:pt x="755" y="949"/>
                </a:cubicBezTo>
                <a:cubicBezTo>
                  <a:pt x="760" y="947"/>
                  <a:pt x="763" y="943"/>
                  <a:pt x="769" y="943"/>
                </a:cubicBezTo>
                <a:cubicBezTo>
                  <a:pt x="770" y="945"/>
                  <a:pt x="769" y="947"/>
                  <a:pt x="771" y="949"/>
                </a:cubicBezTo>
                <a:cubicBezTo>
                  <a:pt x="768" y="949"/>
                  <a:pt x="764" y="951"/>
                  <a:pt x="765" y="953"/>
                </a:cubicBezTo>
                <a:cubicBezTo>
                  <a:pt x="761" y="954"/>
                  <a:pt x="766" y="951"/>
                  <a:pt x="763" y="951"/>
                </a:cubicBezTo>
                <a:cubicBezTo>
                  <a:pt x="763" y="952"/>
                  <a:pt x="762" y="953"/>
                  <a:pt x="762" y="954"/>
                </a:cubicBezTo>
                <a:cubicBezTo>
                  <a:pt x="761" y="952"/>
                  <a:pt x="758" y="952"/>
                  <a:pt x="757" y="954"/>
                </a:cubicBezTo>
                <a:cubicBezTo>
                  <a:pt x="760" y="955"/>
                  <a:pt x="756" y="956"/>
                  <a:pt x="756" y="957"/>
                </a:cubicBezTo>
                <a:cubicBezTo>
                  <a:pt x="762" y="958"/>
                  <a:pt x="771" y="955"/>
                  <a:pt x="774" y="951"/>
                </a:cubicBezTo>
                <a:cubicBezTo>
                  <a:pt x="774" y="952"/>
                  <a:pt x="776" y="951"/>
                  <a:pt x="776" y="953"/>
                </a:cubicBezTo>
                <a:cubicBezTo>
                  <a:pt x="784" y="949"/>
                  <a:pt x="789" y="942"/>
                  <a:pt x="798" y="939"/>
                </a:cubicBezTo>
                <a:cubicBezTo>
                  <a:pt x="798" y="941"/>
                  <a:pt x="798" y="943"/>
                  <a:pt x="798" y="944"/>
                </a:cubicBezTo>
                <a:cubicBezTo>
                  <a:pt x="803" y="949"/>
                  <a:pt x="814" y="940"/>
                  <a:pt x="810" y="934"/>
                </a:cubicBezTo>
                <a:cubicBezTo>
                  <a:pt x="813" y="934"/>
                  <a:pt x="811" y="928"/>
                  <a:pt x="816" y="929"/>
                </a:cubicBezTo>
                <a:cubicBezTo>
                  <a:pt x="816" y="932"/>
                  <a:pt x="816" y="933"/>
                  <a:pt x="817" y="934"/>
                </a:cubicBezTo>
                <a:cubicBezTo>
                  <a:pt x="826" y="929"/>
                  <a:pt x="832" y="929"/>
                  <a:pt x="837" y="918"/>
                </a:cubicBezTo>
                <a:cubicBezTo>
                  <a:pt x="845" y="917"/>
                  <a:pt x="852" y="905"/>
                  <a:pt x="860" y="905"/>
                </a:cubicBezTo>
                <a:cubicBezTo>
                  <a:pt x="864" y="905"/>
                  <a:pt x="861" y="906"/>
                  <a:pt x="863" y="904"/>
                </a:cubicBezTo>
                <a:cubicBezTo>
                  <a:pt x="869" y="898"/>
                  <a:pt x="880" y="892"/>
                  <a:pt x="889" y="887"/>
                </a:cubicBezTo>
                <a:cubicBezTo>
                  <a:pt x="889" y="888"/>
                  <a:pt x="887" y="887"/>
                  <a:pt x="887" y="889"/>
                </a:cubicBezTo>
                <a:cubicBezTo>
                  <a:pt x="889" y="891"/>
                  <a:pt x="892" y="891"/>
                  <a:pt x="894" y="890"/>
                </a:cubicBezTo>
                <a:cubicBezTo>
                  <a:pt x="894" y="886"/>
                  <a:pt x="895" y="887"/>
                  <a:pt x="894" y="884"/>
                </a:cubicBezTo>
                <a:cubicBezTo>
                  <a:pt x="896" y="884"/>
                  <a:pt x="896" y="882"/>
                  <a:pt x="898" y="883"/>
                </a:cubicBezTo>
                <a:cubicBezTo>
                  <a:pt x="899" y="878"/>
                  <a:pt x="900" y="875"/>
                  <a:pt x="907" y="875"/>
                </a:cubicBezTo>
                <a:cubicBezTo>
                  <a:pt x="907" y="880"/>
                  <a:pt x="918" y="877"/>
                  <a:pt x="921" y="875"/>
                </a:cubicBezTo>
                <a:cubicBezTo>
                  <a:pt x="920" y="878"/>
                  <a:pt x="922" y="877"/>
                  <a:pt x="922" y="880"/>
                </a:cubicBezTo>
                <a:cubicBezTo>
                  <a:pt x="917" y="882"/>
                  <a:pt x="911" y="884"/>
                  <a:pt x="907" y="887"/>
                </a:cubicBezTo>
                <a:cubicBezTo>
                  <a:pt x="910" y="892"/>
                  <a:pt x="901" y="894"/>
                  <a:pt x="905" y="895"/>
                </a:cubicBezTo>
                <a:cubicBezTo>
                  <a:pt x="908" y="897"/>
                  <a:pt x="912" y="888"/>
                  <a:pt x="915" y="891"/>
                </a:cubicBezTo>
                <a:cubicBezTo>
                  <a:pt x="914" y="892"/>
                  <a:pt x="914" y="895"/>
                  <a:pt x="910" y="894"/>
                </a:cubicBezTo>
                <a:cubicBezTo>
                  <a:pt x="910" y="899"/>
                  <a:pt x="907" y="900"/>
                  <a:pt x="905" y="902"/>
                </a:cubicBezTo>
                <a:cubicBezTo>
                  <a:pt x="890" y="902"/>
                  <a:pt x="885" y="920"/>
                  <a:pt x="867" y="920"/>
                </a:cubicBezTo>
                <a:cubicBezTo>
                  <a:pt x="862" y="931"/>
                  <a:pt x="850" y="930"/>
                  <a:pt x="842" y="938"/>
                </a:cubicBezTo>
                <a:cubicBezTo>
                  <a:pt x="840" y="935"/>
                  <a:pt x="842" y="932"/>
                  <a:pt x="841" y="931"/>
                </a:cubicBezTo>
                <a:cubicBezTo>
                  <a:pt x="839" y="932"/>
                  <a:pt x="836" y="932"/>
                  <a:pt x="834" y="934"/>
                </a:cubicBezTo>
                <a:cubicBezTo>
                  <a:pt x="834" y="932"/>
                  <a:pt x="834" y="931"/>
                  <a:pt x="835" y="930"/>
                </a:cubicBezTo>
                <a:cubicBezTo>
                  <a:pt x="817" y="937"/>
                  <a:pt x="804" y="949"/>
                  <a:pt x="786" y="956"/>
                </a:cubicBezTo>
                <a:cubicBezTo>
                  <a:pt x="784" y="961"/>
                  <a:pt x="780" y="961"/>
                  <a:pt x="780" y="970"/>
                </a:cubicBezTo>
                <a:cubicBezTo>
                  <a:pt x="772" y="973"/>
                  <a:pt x="770" y="981"/>
                  <a:pt x="758" y="980"/>
                </a:cubicBezTo>
                <a:cubicBezTo>
                  <a:pt x="758" y="979"/>
                  <a:pt x="759" y="979"/>
                  <a:pt x="758" y="978"/>
                </a:cubicBezTo>
                <a:cubicBezTo>
                  <a:pt x="752" y="979"/>
                  <a:pt x="747" y="981"/>
                  <a:pt x="745" y="986"/>
                </a:cubicBezTo>
                <a:cubicBezTo>
                  <a:pt x="757" y="988"/>
                  <a:pt x="766" y="979"/>
                  <a:pt x="775" y="982"/>
                </a:cubicBezTo>
                <a:cubicBezTo>
                  <a:pt x="763" y="989"/>
                  <a:pt x="745" y="993"/>
                  <a:pt x="732" y="996"/>
                </a:cubicBezTo>
                <a:cubicBezTo>
                  <a:pt x="733" y="1004"/>
                  <a:pt x="741" y="997"/>
                  <a:pt x="744" y="1003"/>
                </a:cubicBezTo>
                <a:cubicBezTo>
                  <a:pt x="743" y="1006"/>
                  <a:pt x="740" y="1005"/>
                  <a:pt x="740" y="1007"/>
                </a:cubicBezTo>
                <a:cubicBezTo>
                  <a:pt x="749" y="1008"/>
                  <a:pt x="755" y="1006"/>
                  <a:pt x="763" y="1002"/>
                </a:cubicBezTo>
                <a:cubicBezTo>
                  <a:pt x="760" y="1001"/>
                  <a:pt x="753" y="1005"/>
                  <a:pt x="750" y="1004"/>
                </a:cubicBezTo>
                <a:cubicBezTo>
                  <a:pt x="756" y="999"/>
                  <a:pt x="766" y="991"/>
                  <a:pt x="779" y="993"/>
                </a:cubicBezTo>
                <a:cubicBezTo>
                  <a:pt x="775" y="998"/>
                  <a:pt x="768" y="999"/>
                  <a:pt x="763" y="1002"/>
                </a:cubicBezTo>
                <a:cubicBezTo>
                  <a:pt x="772" y="1003"/>
                  <a:pt x="779" y="997"/>
                  <a:pt x="786" y="1000"/>
                </a:cubicBezTo>
                <a:cubicBezTo>
                  <a:pt x="785" y="1001"/>
                  <a:pt x="782" y="1000"/>
                  <a:pt x="783" y="1003"/>
                </a:cubicBezTo>
                <a:cubicBezTo>
                  <a:pt x="788" y="1006"/>
                  <a:pt x="793" y="1003"/>
                  <a:pt x="796" y="1000"/>
                </a:cubicBezTo>
                <a:cubicBezTo>
                  <a:pt x="805" y="1002"/>
                  <a:pt x="811" y="993"/>
                  <a:pt x="819" y="992"/>
                </a:cubicBezTo>
                <a:cubicBezTo>
                  <a:pt x="820" y="993"/>
                  <a:pt x="815" y="995"/>
                  <a:pt x="819" y="995"/>
                </a:cubicBezTo>
                <a:cubicBezTo>
                  <a:pt x="826" y="990"/>
                  <a:pt x="837" y="988"/>
                  <a:pt x="842" y="980"/>
                </a:cubicBezTo>
                <a:cubicBezTo>
                  <a:pt x="850" y="982"/>
                  <a:pt x="856" y="974"/>
                  <a:pt x="865" y="973"/>
                </a:cubicBezTo>
                <a:cubicBezTo>
                  <a:pt x="865" y="968"/>
                  <a:pt x="869" y="966"/>
                  <a:pt x="873" y="968"/>
                </a:cubicBezTo>
                <a:cubicBezTo>
                  <a:pt x="883" y="961"/>
                  <a:pt x="891" y="949"/>
                  <a:pt x="902" y="951"/>
                </a:cubicBezTo>
                <a:cubicBezTo>
                  <a:pt x="903" y="949"/>
                  <a:pt x="901" y="949"/>
                  <a:pt x="902" y="946"/>
                </a:cubicBezTo>
                <a:cubicBezTo>
                  <a:pt x="907" y="945"/>
                  <a:pt x="912" y="942"/>
                  <a:pt x="915" y="937"/>
                </a:cubicBezTo>
                <a:cubicBezTo>
                  <a:pt x="912" y="934"/>
                  <a:pt x="916" y="932"/>
                  <a:pt x="913" y="930"/>
                </a:cubicBezTo>
                <a:cubicBezTo>
                  <a:pt x="916" y="928"/>
                  <a:pt x="921" y="930"/>
                  <a:pt x="924" y="929"/>
                </a:cubicBezTo>
                <a:cubicBezTo>
                  <a:pt x="926" y="926"/>
                  <a:pt x="928" y="926"/>
                  <a:pt x="930" y="928"/>
                </a:cubicBezTo>
                <a:cubicBezTo>
                  <a:pt x="932" y="927"/>
                  <a:pt x="930" y="922"/>
                  <a:pt x="933" y="922"/>
                </a:cubicBezTo>
                <a:cubicBezTo>
                  <a:pt x="937" y="926"/>
                  <a:pt x="945" y="919"/>
                  <a:pt x="950" y="922"/>
                </a:cubicBezTo>
                <a:cubicBezTo>
                  <a:pt x="948" y="924"/>
                  <a:pt x="950" y="925"/>
                  <a:pt x="950" y="928"/>
                </a:cubicBezTo>
                <a:cubicBezTo>
                  <a:pt x="934" y="942"/>
                  <a:pt x="916" y="951"/>
                  <a:pt x="897" y="965"/>
                </a:cubicBezTo>
                <a:cubicBezTo>
                  <a:pt x="897" y="966"/>
                  <a:pt x="897" y="966"/>
                  <a:pt x="897" y="967"/>
                </a:cubicBezTo>
                <a:cubicBezTo>
                  <a:pt x="892" y="974"/>
                  <a:pt x="883" y="986"/>
                  <a:pt x="872" y="989"/>
                </a:cubicBezTo>
                <a:cubicBezTo>
                  <a:pt x="870" y="988"/>
                  <a:pt x="870" y="986"/>
                  <a:pt x="869" y="985"/>
                </a:cubicBezTo>
                <a:cubicBezTo>
                  <a:pt x="864" y="985"/>
                  <a:pt x="860" y="993"/>
                  <a:pt x="856" y="992"/>
                </a:cubicBezTo>
                <a:cubicBezTo>
                  <a:pt x="857" y="989"/>
                  <a:pt x="856" y="988"/>
                  <a:pt x="857" y="986"/>
                </a:cubicBezTo>
                <a:cubicBezTo>
                  <a:pt x="860" y="985"/>
                  <a:pt x="865" y="982"/>
                  <a:pt x="864" y="979"/>
                </a:cubicBezTo>
                <a:cubicBezTo>
                  <a:pt x="859" y="984"/>
                  <a:pt x="851" y="986"/>
                  <a:pt x="848" y="993"/>
                </a:cubicBezTo>
                <a:cubicBezTo>
                  <a:pt x="849" y="993"/>
                  <a:pt x="850" y="993"/>
                  <a:pt x="850" y="994"/>
                </a:cubicBezTo>
                <a:cubicBezTo>
                  <a:pt x="847" y="998"/>
                  <a:pt x="841" y="1002"/>
                  <a:pt x="837" y="998"/>
                </a:cubicBezTo>
                <a:cubicBezTo>
                  <a:pt x="831" y="1003"/>
                  <a:pt x="830" y="1011"/>
                  <a:pt x="820" y="1013"/>
                </a:cubicBezTo>
                <a:cubicBezTo>
                  <a:pt x="822" y="1009"/>
                  <a:pt x="818" y="1008"/>
                  <a:pt x="817" y="1005"/>
                </a:cubicBezTo>
                <a:cubicBezTo>
                  <a:pt x="819" y="1002"/>
                  <a:pt x="822" y="1003"/>
                  <a:pt x="824" y="1000"/>
                </a:cubicBezTo>
                <a:cubicBezTo>
                  <a:pt x="812" y="1004"/>
                  <a:pt x="801" y="1008"/>
                  <a:pt x="792" y="1014"/>
                </a:cubicBezTo>
                <a:cubicBezTo>
                  <a:pt x="792" y="1015"/>
                  <a:pt x="793" y="1014"/>
                  <a:pt x="793" y="1015"/>
                </a:cubicBezTo>
                <a:cubicBezTo>
                  <a:pt x="792" y="1017"/>
                  <a:pt x="790" y="1015"/>
                  <a:pt x="789" y="1017"/>
                </a:cubicBezTo>
                <a:cubicBezTo>
                  <a:pt x="790" y="1019"/>
                  <a:pt x="792" y="1016"/>
                  <a:pt x="792" y="1018"/>
                </a:cubicBezTo>
                <a:cubicBezTo>
                  <a:pt x="783" y="1025"/>
                  <a:pt x="767" y="1026"/>
                  <a:pt x="761" y="1036"/>
                </a:cubicBezTo>
                <a:cubicBezTo>
                  <a:pt x="763" y="1038"/>
                  <a:pt x="769" y="1037"/>
                  <a:pt x="768" y="1042"/>
                </a:cubicBezTo>
                <a:cubicBezTo>
                  <a:pt x="779" y="1041"/>
                  <a:pt x="788" y="1040"/>
                  <a:pt x="794" y="1035"/>
                </a:cubicBezTo>
                <a:cubicBezTo>
                  <a:pt x="798" y="1035"/>
                  <a:pt x="799" y="1037"/>
                  <a:pt x="802" y="1037"/>
                </a:cubicBezTo>
                <a:cubicBezTo>
                  <a:pt x="802" y="1034"/>
                  <a:pt x="804" y="1033"/>
                  <a:pt x="806" y="1032"/>
                </a:cubicBezTo>
                <a:cubicBezTo>
                  <a:pt x="824" y="1025"/>
                  <a:pt x="848" y="1021"/>
                  <a:pt x="863" y="1014"/>
                </a:cubicBezTo>
                <a:cubicBezTo>
                  <a:pt x="860" y="1017"/>
                  <a:pt x="862" y="1026"/>
                  <a:pt x="863" y="1029"/>
                </a:cubicBezTo>
                <a:cubicBezTo>
                  <a:pt x="866" y="1029"/>
                  <a:pt x="869" y="1028"/>
                  <a:pt x="871" y="1030"/>
                </a:cubicBezTo>
                <a:cubicBezTo>
                  <a:pt x="868" y="1041"/>
                  <a:pt x="855" y="1041"/>
                  <a:pt x="850" y="1049"/>
                </a:cubicBezTo>
                <a:cubicBezTo>
                  <a:pt x="845" y="1047"/>
                  <a:pt x="843" y="1048"/>
                  <a:pt x="836" y="1048"/>
                </a:cubicBezTo>
                <a:cubicBezTo>
                  <a:pt x="836" y="1050"/>
                  <a:pt x="834" y="1050"/>
                  <a:pt x="836" y="1052"/>
                </a:cubicBezTo>
                <a:cubicBezTo>
                  <a:pt x="830" y="1054"/>
                  <a:pt x="827" y="1059"/>
                  <a:pt x="823" y="1062"/>
                </a:cubicBezTo>
                <a:cubicBezTo>
                  <a:pt x="822" y="1061"/>
                  <a:pt x="822" y="1060"/>
                  <a:pt x="821" y="1059"/>
                </a:cubicBezTo>
                <a:cubicBezTo>
                  <a:pt x="818" y="1061"/>
                  <a:pt x="814" y="1063"/>
                  <a:pt x="810" y="1064"/>
                </a:cubicBezTo>
                <a:cubicBezTo>
                  <a:pt x="809" y="1063"/>
                  <a:pt x="807" y="1062"/>
                  <a:pt x="807" y="1060"/>
                </a:cubicBezTo>
                <a:cubicBezTo>
                  <a:pt x="805" y="1062"/>
                  <a:pt x="799" y="1060"/>
                  <a:pt x="798" y="1064"/>
                </a:cubicBezTo>
                <a:cubicBezTo>
                  <a:pt x="802" y="1065"/>
                  <a:pt x="806" y="1058"/>
                  <a:pt x="807" y="1064"/>
                </a:cubicBezTo>
                <a:cubicBezTo>
                  <a:pt x="803" y="1066"/>
                  <a:pt x="796" y="1067"/>
                  <a:pt x="798" y="1071"/>
                </a:cubicBezTo>
                <a:cubicBezTo>
                  <a:pt x="819" y="1063"/>
                  <a:pt x="838" y="1060"/>
                  <a:pt x="856" y="1058"/>
                </a:cubicBezTo>
                <a:cubicBezTo>
                  <a:pt x="856" y="1061"/>
                  <a:pt x="852" y="1061"/>
                  <a:pt x="851" y="1063"/>
                </a:cubicBezTo>
                <a:cubicBezTo>
                  <a:pt x="856" y="1062"/>
                  <a:pt x="859" y="1060"/>
                  <a:pt x="862" y="1057"/>
                </a:cubicBezTo>
                <a:cubicBezTo>
                  <a:pt x="867" y="1060"/>
                  <a:pt x="875" y="1055"/>
                  <a:pt x="880" y="1051"/>
                </a:cubicBezTo>
                <a:cubicBezTo>
                  <a:pt x="878" y="1052"/>
                  <a:pt x="877" y="1052"/>
                  <a:pt x="876" y="1050"/>
                </a:cubicBezTo>
                <a:cubicBezTo>
                  <a:pt x="881" y="1049"/>
                  <a:pt x="884" y="1042"/>
                  <a:pt x="890" y="1046"/>
                </a:cubicBezTo>
                <a:cubicBezTo>
                  <a:pt x="888" y="1050"/>
                  <a:pt x="890" y="1049"/>
                  <a:pt x="889" y="1055"/>
                </a:cubicBezTo>
                <a:cubicBezTo>
                  <a:pt x="877" y="1057"/>
                  <a:pt x="865" y="1068"/>
                  <a:pt x="852" y="1068"/>
                </a:cubicBezTo>
                <a:cubicBezTo>
                  <a:pt x="842" y="1068"/>
                  <a:pt x="838" y="1076"/>
                  <a:pt x="831" y="1077"/>
                </a:cubicBezTo>
                <a:cubicBezTo>
                  <a:pt x="831" y="1077"/>
                  <a:pt x="830" y="1074"/>
                  <a:pt x="828" y="1074"/>
                </a:cubicBezTo>
                <a:cubicBezTo>
                  <a:pt x="824" y="1074"/>
                  <a:pt x="822" y="1077"/>
                  <a:pt x="819" y="1076"/>
                </a:cubicBezTo>
                <a:cubicBezTo>
                  <a:pt x="819" y="1079"/>
                  <a:pt x="817" y="1081"/>
                  <a:pt x="815" y="1081"/>
                </a:cubicBezTo>
                <a:cubicBezTo>
                  <a:pt x="814" y="1085"/>
                  <a:pt x="814" y="1085"/>
                  <a:pt x="815" y="1089"/>
                </a:cubicBezTo>
                <a:cubicBezTo>
                  <a:pt x="823" y="1091"/>
                  <a:pt x="832" y="1087"/>
                  <a:pt x="834" y="1079"/>
                </a:cubicBezTo>
                <a:cubicBezTo>
                  <a:pt x="861" y="1083"/>
                  <a:pt x="884" y="1069"/>
                  <a:pt x="907" y="1060"/>
                </a:cubicBezTo>
                <a:cubicBezTo>
                  <a:pt x="928" y="1059"/>
                  <a:pt x="939" y="1037"/>
                  <a:pt x="957" y="1031"/>
                </a:cubicBezTo>
                <a:cubicBezTo>
                  <a:pt x="948" y="1043"/>
                  <a:pt x="933" y="1049"/>
                  <a:pt x="923" y="1060"/>
                </a:cubicBezTo>
                <a:cubicBezTo>
                  <a:pt x="917" y="1059"/>
                  <a:pt x="907" y="1067"/>
                  <a:pt x="907" y="1071"/>
                </a:cubicBezTo>
                <a:cubicBezTo>
                  <a:pt x="907" y="1071"/>
                  <a:pt x="908" y="1070"/>
                  <a:pt x="908" y="1071"/>
                </a:cubicBezTo>
                <a:cubicBezTo>
                  <a:pt x="908" y="1074"/>
                  <a:pt x="907" y="1075"/>
                  <a:pt x="905" y="1075"/>
                </a:cubicBezTo>
                <a:cubicBezTo>
                  <a:pt x="903" y="1074"/>
                  <a:pt x="900" y="1072"/>
                  <a:pt x="898" y="1073"/>
                </a:cubicBezTo>
                <a:cubicBezTo>
                  <a:pt x="897" y="1075"/>
                  <a:pt x="896" y="1077"/>
                  <a:pt x="895" y="1079"/>
                </a:cubicBezTo>
                <a:cubicBezTo>
                  <a:pt x="896" y="1079"/>
                  <a:pt x="897" y="1079"/>
                  <a:pt x="898" y="1080"/>
                </a:cubicBezTo>
                <a:cubicBezTo>
                  <a:pt x="894" y="1083"/>
                  <a:pt x="888" y="1085"/>
                  <a:pt x="886" y="1090"/>
                </a:cubicBezTo>
                <a:cubicBezTo>
                  <a:pt x="896" y="1098"/>
                  <a:pt x="911" y="1088"/>
                  <a:pt x="919" y="1081"/>
                </a:cubicBezTo>
                <a:cubicBezTo>
                  <a:pt x="915" y="1080"/>
                  <a:pt x="912" y="1084"/>
                  <a:pt x="911" y="1081"/>
                </a:cubicBezTo>
                <a:cubicBezTo>
                  <a:pt x="916" y="1069"/>
                  <a:pt x="924" y="1058"/>
                  <a:pt x="938" y="1055"/>
                </a:cubicBezTo>
                <a:cubicBezTo>
                  <a:pt x="938" y="1060"/>
                  <a:pt x="943" y="1058"/>
                  <a:pt x="942" y="1062"/>
                </a:cubicBezTo>
                <a:cubicBezTo>
                  <a:pt x="944" y="1062"/>
                  <a:pt x="945" y="1060"/>
                  <a:pt x="946" y="1059"/>
                </a:cubicBezTo>
                <a:cubicBezTo>
                  <a:pt x="947" y="1062"/>
                  <a:pt x="949" y="1062"/>
                  <a:pt x="952" y="1062"/>
                </a:cubicBezTo>
                <a:cubicBezTo>
                  <a:pt x="953" y="1049"/>
                  <a:pt x="969" y="1052"/>
                  <a:pt x="975" y="1043"/>
                </a:cubicBezTo>
                <a:cubicBezTo>
                  <a:pt x="975" y="1042"/>
                  <a:pt x="974" y="1041"/>
                  <a:pt x="974" y="1040"/>
                </a:cubicBezTo>
                <a:cubicBezTo>
                  <a:pt x="978" y="1037"/>
                  <a:pt x="983" y="1036"/>
                  <a:pt x="986" y="1034"/>
                </a:cubicBezTo>
                <a:cubicBezTo>
                  <a:pt x="983" y="1034"/>
                  <a:pt x="986" y="1031"/>
                  <a:pt x="985" y="1031"/>
                </a:cubicBezTo>
                <a:cubicBezTo>
                  <a:pt x="981" y="1035"/>
                  <a:pt x="976" y="1038"/>
                  <a:pt x="972" y="1041"/>
                </a:cubicBezTo>
                <a:cubicBezTo>
                  <a:pt x="970" y="1041"/>
                  <a:pt x="970" y="1039"/>
                  <a:pt x="970" y="1037"/>
                </a:cubicBezTo>
                <a:cubicBezTo>
                  <a:pt x="980" y="1033"/>
                  <a:pt x="986" y="1021"/>
                  <a:pt x="994" y="1016"/>
                </a:cubicBezTo>
                <a:cubicBezTo>
                  <a:pt x="994" y="1021"/>
                  <a:pt x="993" y="1021"/>
                  <a:pt x="993" y="1024"/>
                </a:cubicBezTo>
                <a:cubicBezTo>
                  <a:pt x="996" y="1026"/>
                  <a:pt x="999" y="1026"/>
                  <a:pt x="1003" y="1024"/>
                </a:cubicBezTo>
                <a:cubicBezTo>
                  <a:pt x="1003" y="1025"/>
                  <a:pt x="1002" y="1027"/>
                  <a:pt x="1003" y="1027"/>
                </a:cubicBezTo>
                <a:cubicBezTo>
                  <a:pt x="1007" y="1024"/>
                  <a:pt x="1010" y="1020"/>
                  <a:pt x="1016" y="1020"/>
                </a:cubicBezTo>
                <a:cubicBezTo>
                  <a:pt x="1016" y="1017"/>
                  <a:pt x="1015" y="1017"/>
                  <a:pt x="1015" y="1014"/>
                </a:cubicBezTo>
                <a:cubicBezTo>
                  <a:pt x="1016" y="1013"/>
                  <a:pt x="1022" y="1015"/>
                  <a:pt x="1020" y="1013"/>
                </a:cubicBezTo>
                <a:cubicBezTo>
                  <a:pt x="1019" y="1013"/>
                  <a:pt x="1019" y="1013"/>
                  <a:pt x="1018" y="1014"/>
                </a:cubicBezTo>
                <a:cubicBezTo>
                  <a:pt x="1018" y="1012"/>
                  <a:pt x="1018" y="1010"/>
                  <a:pt x="1017" y="1009"/>
                </a:cubicBezTo>
                <a:cubicBezTo>
                  <a:pt x="1023" y="1007"/>
                  <a:pt x="1026" y="998"/>
                  <a:pt x="1033" y="1000"/>
                </a:cubicBezTo>
                <a:cubicBezTo>
                  <a:pt x="1038" y="990"/>
                  <a:pt x="1044" y="979"/>
                  <a:pt x="1052" y="972"/>
                </a:cubicBezTo>
                <a:cubicBezTo>
                  <a:pt x="1051" y="979"/>
                  <a:pt x="1048" y="982"/>
                  <a:pt x="1047" y="989"/>
                </a:cubicBezTo>
                <a:cubicBezTo>
                  <a:pt x="1051" y="988"/>
                  <a:pt x="1052" y="985"/>
                  <a:pt x="1052" y="989"/>
                </a:cubicBezTo>
                <a:cubicBezTo>
                  <a:pt x="1053" y="988"/>
                  <a:pt x="1053" y="986"/>
                  <a:pt x="1052" y="985"/>
                </a:cubicBezTo>
                <a:cubicBezTo>
                  <a:pt x="1055" y="984"/>
                  <a:pt x="1055" y="983"/>
                  <a:pt x="1056" y="983"/>
                </a:cubicBezTo>
                <a:cubicBezTo>
                  <a:pt x="1055" y="980"/>
                  <a:pt x="1059" y="975"/>
                  <a:pt x="1060" y="972"/>
                </a:cubicBezTo>
                <a:cubicBezTo>
                  <a:pt x="1061" y="972"/>
                  <a:pt x="1063" y="973"/>
                  <a:pt x="1063" y="975"/>
                </a:cubicBezTo>
                <a:cubicBezTo>
                  <a:pt x="1061" y="975"/>
                  <a:pt x="1062" y="973"/>
                  <a:pt x="1060" y="972"/>
                </a:cubicBezTo>
                <a:cubicBezTo>
                  <a:pt x="1061" y="977"/>
                  <a:pt x="1059" y="979"/>
                  <a:pt x="1059" y="982"/>
                </a:cubicBezTo>
                <a:cubicBezTo>
                  <a:pt x="1059" y="981"/>
                  <a:pt x="1060" y="980"/>
                  <a:pt x="1061" y="979"/>
                </a:cubicBezTo>
                <a:cubicBezTo>
                  <a:pt x="1061" y="981"/>
                  <a:pt x="1063" y="980"/>
                  <a:pt x="1063" y="981"/>
                </a:cubicBezTo>
                <a:cubicBezTo>
                  <a:pt x="1063" y="986"/>
                  <a:pt x="1059" y="985"/>
                  <a:pt x="1059" y="990"/>
                </a:cubicBezTo>
                <a:cubicBezTo>
                  <a:pt x="1063" y="989"/>
                  <a:pt x="1063" y="994"/>
                  <a:pt x="1064" y="990"/>
                </a:cubicBezTo>
                <a:cubicBezTo>
                  <a:pt x="1062" y="990"/>
                  <a:pt x="1066" y="984"/>
                  <a:pt x="1068" y="982"/>
                </a:cubicBezTo>
                <a:cubicBezTo>
                  <a:pt x="1065" y="975"/>
                  <a:pt x="1077" y="965"/>
                  <a:pt x="1070" y="958"/>
                </a:cubicBezTo>
                <a:cubicBezTo>
                  <a:pt x="1073" y="958"/>
                  <a:pt x="1074" y="956"/>
                  <a:pt x="1076" y="955"/>
                </a:cubicBezTo>
                <a:cubicBezTo>
                  <a:pt x="1078" y="958"/>
                  <a:pt x="1073" y="959"/>
                  <a:pt x="1076" y="961"/>
                </a:cubicBezTo>
                <a:cubicBezTo>
                  <a:pt x="1078" y="958"/>
                  <a:pt x="1084" y="947"/>
                  <a:pt x="1078" y="949"/>
                </a:cubicBezTo>
                <a:cubicBezTo>
                  <a:pt x="1083" y="940"/>
                  <a:pt x="1093" y="930"/>
                  <a:pt x="1096" y="919"/>
                </a:cubicBezTo>
                <a:cubicBezTo>
                  <a:pt x="1096" y="917"/>
                  <a:pt x="1093" y="918"/>
                  <a:pt x="1094" y="915"/>
                </a:cubicBezTo>
                <a:cubicBezTo>
                  <a:pt x="1096" y="914"/>
                  <a:pt x="1096" y="915"/>
                  <a:pt x="1098" y="916"/>
                </a:cubicBezTo>
                <a:cubicBezTo>
                  <a:pt x="1103" y="908"/>
                  <a:pt x="1105" y="898"/>
                  <a:pt x="1112" y="890"/>
                </a:cubicBezTo>
                <a:cubicBezTo>
                  <a:pt x="1115" y="886"/>
                  <a:pt x="1120" y="884"/>
                  <a:pt x="1123" y="880"/>
                </a:cubicBezTo>
                <a:cubicBezTo>
                  <a:pt x="1126" y="875"/>
                  <a:pt x="1127" y="869"/>
                  <a:pt x="1130" y="863"/>
                </a:cubicBezTo>
                <a:cubicBezTo>
                  <a:pt x="1130" y="860"/>
                  <a:pt x="1129" y="861"/>
                  <a:pt x="1129" y="857"/>
                </a:cubicBezTo>
                <a:cubicBezTo>
                  <a:pt x="1133" y="851"/>
                  <a:pt x="1132" y="840"/>
                  <a:pt x="1138" y="837"/>
                </a:cubicBezTo>
                <a:cubicBezTo>
                  <a:pt x="1141" y="838"/>
                  <a:pt x="1142" y="839"/>
                  <a:pt x="1145" y="840"/>
                </a:cubicBezTo>
                <a:cubicBezTo>
                  <a:pt x="1149" y="837"/>
                  <a:pt x="1150" y="832"/>
                  <a:pt x="1151" y="825"/>
                </a:cubicBezTo>
                <a:cubicBezTo>
                  <a:pt x="1160" y="821"/>
                  <a:pt x="1164" y="803"/>
                  <a:pt x="1162" y="793"/>
                </a:cubicBezTo>
                <a:cubicBezTo>
                  <a:pt x="1172" y="758"/>
                  <a:pt x="1190" y="721"/>
                  <a:pt x="1198" y="684"/>
                </a:cubicBezTo>
                <a:cubicBezTo>
                  <a:pt x="1198" y="684"/>
                  <a:pt x="1198" y="684"/>
                  <a:pt x="1198" y="684"/>
                </a:cubicBezTo>
                <a:cubicBezTo>
                  <a:pt x="1195" y="673"/>
                  <a:pt x="1199" y="661"/>
                  <a:pt x="1199" y="650"/>
                </a:cubicBezTo>
                <a:cubicBezTo>
                  <a:pt x="1205" y="641"/>
                  <a:pt x="1206" y="626"/>
                  <a:pt x="1207" y="611"/>
                </a:cubicBezTo>
                <a:cubicBezTo>
                  <a:pt x="1208" y="590"/>
                  <a:pt x="1216" y="561"/>
                  <a:pt x="1210" y="547"/>
                </a:cubicBezTo>
                <a:close/>
                <a:moveTo>
                  <a:pt x="333" y="143"/>
                </a:moveTo>
                <a:cubicBezTo>
                  <a:pt x="333" y="140"/>
                  <a:pt x="333" y="139"/>
                  <a:pt x="334" y="138"/>
                </a:cubicBezTo>
                <a:cubicBezTo>
                  <a:pt x="335" y="138"/>
                  <a:pt x="335" y="139"/>
                  <a:pt x="336" y="139"/>
                </a:cubicBezTo>
                <a:cubicBezTo>
                  <a:pt x="336" y="141"/>
                  <a:pt x="336" y="143"/>
                  <a:pt x="333" y="143"/>
                </a:cubicBezTo>
                <a:close/>
                <a:moveTo>
                  <a:pt x="338" y="89"/>
                </a:moveTo>
                <a:cubicBezTo>
                  <a:pt x="336" y="97"/>
                  <a:pt x="326" y="96"/>
                  <a:pt x="324" y="104"/>
                </a:cubicBezTo>
                <a:cubicBezTo>
                  <a:pt x="320" y="105"/>
                  <a:pt x="321" y="100"/>
                  <a:pt x="319" y="99"/>
                </a:cubicBezTo>
                <a:cubicBezTo>
                  <a:pt x="324" y="94"/>
                  <a:pt x="330" y="91"/>
                  <a:pt x="338" y="89"/>
                </a:cubicBezTo>
                <a:close/>
                <a:moveTo>
                  <a:pt x="317" y="100"/>
                </a:moveTo>
                <a:cubicBezTo>
                  <a:pt x="315" y="104"/>
                  <a:pt x="312" y="107"/>
                  <a:pt x="307" y="107"/>
                </a:cubicBezTo>
                <a:cubicBezTo>
                  <a:pt x="307" y="102"/>
                  <a:pt x="313" y="102"/>
                  <a:pt x="317" y="100"/>
                </a:cubicBezTo>
                <a:close/>
                <a:moveTo>
                  <a:pt x="288" y="149"/>
                </a:moveTo>
                <a:cubicBezTo>
                  <a:pt x="287" y="151"/>
                  <a:pt x="286" y="153"/>
                  <a:pt x="284" y="155"/>
                </a:cubicBezTo>
                <a:cubicBezTo>
                  <a:pt x="282" y="152"/>
                  <a:pt x="286" y="149"/>
                  <a:pt x="288" y="149"/>
                </a:cubicBezTo>
                <a:close/>
                <a:moveTo>
                  <a:pt x="283" y="85"/>
                </a:moveTo>
                <a:cubicBezTo>
                  <a:pt x="285" y="85"/>
                  <a:pt x="286" y="85"/>
                  <a:pt x="287" y="86"/>
                </a:cubicBezTo>
                <a:cubicBezTo>
                  <a:pt x="287" y="88"/>
                  <a:pt x="285" y="89"/>
                  <a:pt x="283" y="89"/>
                </a:cubicBezTo>
                <a:cubicBezTo>
                  <a:pt x="281" y="87"/>
                  <a:pt x="283" y="87"/>
                  <a:pt x="283" y="85"/>
                </a:cubicBezTo>
                <a:close/>
                <a:moveTo>
                  <a:pt x="266" y="149"/>
                </a:moveTo>
                <a:cubicBezTo>
                  <a:pt x="261" y="156"/>
                  <a:pt x="256" y="162"/>
                  <a:pt x="248" y="167"/>
                </a:cubicBezTo>
                <a:cubicBezTo>
                  <a:pt x="252" y="159"/>
                  <a:pt x="258" y="148"/>
                  <a:pt x="266" y="149"/>
                </a:cubicBezTo>
                <a:close/>
                <a:moveTo>
                  <a:pt x="239" y="138"/>
                </a:moveTo>
                <a:cubicBezTo>
                  <a:pt x="238" y="139"/>
                  <a:pt x="238" y="141"/>
                  <a:pt x="235" y="142"/>
                </a:cubicBezTo>
                <a:cubicBezTo>
                  <a:pt x="236" y="139"/>
                  <a:pt x="237" y="136"/>
                  <a:pt x="239" y="138"/>
                </a:cubicBezTo>
                <a:close/>
                <a:moveTo>
                  <a:pt x="235" y="142"/>
                </a:moveTo>
                <a:cubicBezTo>
                  <a:pt x="235" y="145"/>
                  <a:pt x="233" y="145"/>
                  <a:pt x="230" y="146"/>
                </a:cubicBezTo>
                <a:cubicBezTo>
                  <a:pt x="231" y="143"/>
                  <a:pt x="232" y="142"/>
                  <a:pt x="235" y="142"/>
                </a:cubicBezTo>
                <a:close/>
                <a:moveTo>
                  <a:pt x="94" y="318"/>
                </a:moveTo>
                <a:cubicBezTo>
                  <a:pt x="92" y="310"/>
                  <a:pt x="97" y="308"/>
                  <a:pt x="94" y="318"/>
                </a:cubicBezTo>
                <a:close/>
                <a:moveTo>
                  <a:pt x="60" y="460"/>
                </a:moveTo>
                <a:cubicBezTo>
                  <a:pt x="57" y="459"/>
                  <a:pt x="58" y="456"/>
                  <a:pt x="59" y="454"/>
                </a:cubicBezTo>
                <a:cubicBezTo>
                  <a:pt x="61" y="454"/>
                  <a:pt x="60" y="458"/>
                  <a:pt x="60" y="460"/>
                </a:cubicBezTo>
                <a:close/>
                <a:moveTo>
                  <a:pt x="83" y="370"/>
                </a:moveTo>
                <a:cubicBezTo>
                  <a:pt x="74" y="366"/>
                  <a:pt x="87" y="358"/>
                  <a:pt x="87" y="352"/>
                </a:cubicBezTo>
                <a:cubicBezTo>
                  <a:pt x="88" y="357"/>
                  <a:pt x="85" y="366"/>
                  <a:pt x="83" y="370"/>
                </a:cubicBezTo>
                <a:close/>
                <a:moveTo>
                  <a:pt x="131" y="236"/>
                </a:moveTo>
                <a:cubicBezTo>
                  <a:pt x="131" y="239"/>
                  <a:pt x="128" y="240"/>
                  <a:pt x="126" y="242"/>
                </a:cubicBezTo>
                <a:cubicBezTo>
                  <a:pt x="124" y="239"/>
                  <a:pt x="128" y="236"/>
                  <a:pt x="131" y="236"/>
                </a:cubicBezTo>
                <a:close/>
                <a:moveTo>
                  <a:pt x="138" y="242"/>
                </a:moveTo>
                <a:cubicBezTo>
                  <a:pt x="140" y="246"/>
                  <a:pt x="134" y="248"/>
                  <a:pt x="134" y="253"/>
                </a:cubicBezTo>
                <a:cubicBezTo>
                  <a:pt x="132" y="252"/>
                  <a:pt x="132" y="254"/>
                  <a:pt x="130" y="254"/>
                </a:cubicBezTo>
                <a:cubicBezTo>
                  <a:pt x="132" y="260"/>
                  <a:pt x="127" y="265"/>
                  <a:pt x="123" y="269"/>
                </a:cubicBezTo>
                <a:cubicBezTo>
                  <a:pt x="124" y="260"/>
                  <a:pt x="126" y="262"/>
                  <a:pt x="126" y="256"/>
                </a:cubicBezTo>
                <a:cubicBezTo>
                  <a:pt x="124" y="255"/>
                  <a:pt x="125" y="258"/>
                  <a:pt x="123" y="258"/>
                </a:cubicBezTo>
                <a:cubicBezTo>
                  <a:pt x="120" y="259"/>
                  <a:pt x="121" y="256"/>
                  <a:pt x="118" y="256"/>
                </a:cubicBezTo>
                <a:cubicBezTo>
                  <a:pt x="121" y="245"/>
                  <a:pt x="130" y="247"/>
                  <a:pt x="138" y="242"/>
                </a:cubicBezTo>
                <a:close/>
                <a:moveTo>
                  <a:pt x="119" y="283"/>
                </a:moveTo>
                <a:cubicBezTo>
                  <a:pt x="118" y="278"/>
                  <a:pt x="125" y="274"/>
                  <a:pt x="127" y="270"/>
                </a:cubicBezTo>
                <a:cubicBezTo>
                  <a:pt x="128" y="274"/>
                  <a:pt x="123" y="281"/>
                  <a:pt x="119" y="283"/>
                </a:cubicBezTo>
                <a:close/>
                <a:moveTo>
                  <a:pt x="114" y="287"/>
                </a:moveTo>
                <a:cubicBezTo>
                  <a:pt x="116" y="288"/>
                  <a:pt x="115" y="293"/>
                  <a:pt x="113" y="291"/>
                </a:cubicBezTo>
                <a:cubicBezTo>
                  <a:pt x="112" y="289"/>
                  <a:pt x="114" y="289"/>
                  <a:pt x="114" y="287"/>
                </a:cubicBezTo>
                <a:close/>
                <a:moveTo>
                  <a:pt x="101" y="389"/>
                </a:moveTo>
                <a:cubicBezTo>
                  <a:pt x="103" y="390"/>
                  <a:pt x="102" y="395"/>
                  <a:pt x="100" y="395"/>
                </a:cubicBezTo>
                <a:cubicBezTo>
                  <a:pt x="99" y="392"/>
                  <a:pt x="100" y="391"/>
                  <a:pt x="101" y="389"/>
                </a:cubicBezTo>
                <a:close/>
                <a:moveTo>
                  <a:pt x="93" y="334"/>
                </a:moveTo>
                <a:cubicBezTo>
                  <a:pt x="94" y="334"/>
                  <a:pt x="94" y="335"/>
                  <a:pt x="95" y="335"/>
                </a:cubicBezTo>
                <a:cubicBezTo>
                  <a:pt x="96" y="338"/>
                  <a:pt x="94" y="337"/>
                  <a:pt x="94" y="339"/>
                </a:cubicBezTo>
                <a:cubicBezTo>
                  <a:pt x="92" y="339"/>
                  <a:pt x="92" y="336"/>
                  <a:pt x="93" y="334"/>
                </a:cubicBezTo>
                <a:close/>
                <a:moveTo>
                  <a:pt x="100" y="417"/>
                </a:moveTo>
                <a:cubicBezTo>
                  <a:pt x="95" y="413"/>
                  <a:pt x="101" y="405"/>
                  <a:pt x="104" y="412"/>
                </a:cubicBezTo>
                <a:cubicBezTo>
                  <a:pt x="104" y="415"/>
                  <a:pt x="101" y="415"/>
                  <a:pt x="100" y="417"/>
                </a:cubicBezTo>
                <a:close/>
                <a:moveTo>
                  <a:pt x="96" y="414"/>
                </a:moveTo>
                <a:cubicBezTo>
                  <a:pt x="93" y="413"/>
                  <a:pt x="96" y="410"/>
                  <a:pt x="95" y="406"/>
                </a:cubicBezTo>
                <a:cubicBezTo>
                  <a:pt x="95" y="403"/>
                  <a:pt x="91" y="408"/>
                  <a:pt x="91" y="403"/>
                </a:cubicBezTo>
                <a:cubicBezTo>
                  <a:pt x="96" y="403"/>
                  <a:pt x="104" y="400"/>
                  <a:pt x="109" y="398"/>
                </a:cubicBezTo>
                <a:cubicBezTo>
                  <a:pt x="109" y="403"/>
                  <a:pt x="106" y="404"/>
                  <a:pt x="105" y="407"/>
                </a:cubicBezTo>
                <a:cubicBezTo>
                  <a:pt x="99" y="405"/>
                  <a:pt x="98" y="410"/>
                  <a:pt x="96" y="414"/>
                </a:cubicBezTo>
                <a:close/>
                <a:moveTo>
                  <a:pt x="112" y="482"/>
                </a:moveTo>
                <a:cubicBezTo>
                  <a:pt x="111" y="478"/>
                  <a:pt x="110" y="473"/>
                  <a:pt x="105" y="473"/>
                </a:cubicBezTo>
                <a:cubicBezTo>
                  <a:pt x="105" y="470"/>
                  <a:pt x="105" y="466"/>
                  <a:pt x="108" y="467"/>
                </a:cubicBezTo>
                <a:cubicBezTo>
                  <a:pt x="108" y="464"/>
                  <a:pt x="108" y="462"/>
                  <a:pt x="108" y="457"/>
                </a:cubicBezTo>
                <a:cubicBezTo>
                  <a:pt x="111" y="458"/>
                  <a:pt x="112" y="456"/>
                  <a:pt x="113" y="454"/>
                </a:cubicBezTo>
                <a:cubicBezTo>
                  <a:pt x="116" y="454"/>
                  <a:pt x="115" y="459"/>
                  <a:pt x="114" y="462"/>
                </a:cubicBezTo>
                <a:cubicBezTo>
                  <a:pt x="122" y="464"/>
                  <a:pt x="117" y="476"/>
                  <a:pt x="116" y="483"/>
                </a:cubicBezTo>
                <a:cubicBezTo>
                  <a:pt x="114" y="481"/>
                  <a:pt x="114" y="481"/>
                  <a:pt x="112" y="482"/>
                </a:cubicBezTo>
                <a:close/>
                <a:moveTo>
                  <a:pt x="117" y="492"/>
                </a:moveTo>
                <a:cubicBezTo>
                  <a:pt x="116" y="491"/>
                  <a:pt x="117" y="486"/>
                  <a:pt x="120" y="487"/>
                </a:cubicBezTo>
                <a:cubicBezTo>
                  <a:pt x="120" y="490"/>
                  <a:pt x="118" y="490"/>
                  <a:pt x="117" y="492"/>
                </a:cubicBezTo>
                <a:close/>
                <a:moveTo>
                  <a:pt x="121" y="484"/>
                </a:moveTo>
                <a:cubicBezTo>
                  <a:pt x="120" y="477"/>
                  <a:pt x="127" y="472"/>
                  <a:pt x="128" y="465"/>
                </a:cubicBezTo>
                <a:cubicBezTo>
                  <a:pt x="132" y="473"/>
                  <a:pt x="124" y="478"/>
                  <a:pt x="121" y="484"/>
                </a:cubicBezTo>
                <a:close/>
                <a:moveTo>
                  <a:pt x="116" y="427"/>
                </a:moveTo>
                <a:cubicBezTo>
                  <a:pt x="108" y="432"/>
                  <a:pt x="111" y="446"/>
                  <a:pt x="104" y="450"/>
                </a:cubicBezTo>
                <a:cubicBezTo>
                  <a:pt x="104" y="434"/>
                  <a:pt x="110" y="421"/>
                  <a:pt x="105" y="409"/>
                </a:cubicBezTo>
                <a:cubicBezTo>
                  <a:pt x="108" y="408"/>
                  <a:pt x="108" y="410"/>
                  <a:pt x="111" y="410"/>
                </a:cubicBezTo>
                <a:cubicBezTo>
                  <a:pt x="111" y="404"/>
                  <a:pt x="112" y="394"/>
                  <a:pt x="118" y="391"/>
                </a:cubicBezTo>
                <a:cubicBezTo>
                  <a:pt x="119" y="390"/>
                  <a:pt x="117" y="401"/>
                  <a:pt x="114" y="403"/>
                </a:cubicBezTo>
                <a:cubicBezTo>
                  <a:pt x="117" y="406"/>
                  <a:pt x="118" y="403"/>
                  <a:pt x="122" y="403"/>
                </a:cubicBezTo>
                <a:cubicBezTo>
                  <a:pt x="124" y="398"/>
                  <a:pt x="125" y="394"/>
                  <a:pt x="126" y="389"/>
                </a:cubicBezTo>
                <a:cubicBezTo>
                  <a:pt x="128" y="389"/>
                  <a:pt x="128" y="388"/>
                  <a:pt x="130" y="388"/>
                </a:cubicBezTo>
                <a:cubicBezTo>
                  <a:pt x="131" y="389"/>
                  <a:pt x="132" y="391"/>
                  <a:pt x="130" y="392"/>
                </a:cubicBezTo>
                <a:cubicBezTo>
                  <a:pt x="133" y="391"/>
                  <a:pt x="134" y="389"/>
                  <a:pt x="134" y="384"/>
                </a:cubicBezTo>
                <a:cubicBezTo>
                  <a:pt x="137" y="384"/>
                  <a:pt x="135" y="388"/>
                  <a:pt x="137" y="390"/>
                </a:cubicBezTo>
                <a:cubicBezTo>
                  <a:pt x="139" y="389"/>
                  <a:pt x="141" y="385"/>
                  <a:pt x="143" y="387"/>
                </a:cubicBezTo>
                <a:cubicBezTo>
                  <a:pt x="136" y="403"/>
                  <a:pt x="127" y="417"/>
                  <a:pt x="116" y="427"/>
                </a:cubicBezTo>
                <a:close/>
                <a:moveTo>
                  <a:pt x="136" y="234"/>
                </a:moveTo>
                <a:cubicBezTo>
                  <a:pt x="137" y="230"/>
                  <a:pt x="140" y="230"/>
                  <a:pt x="143" y="230"/>
                </a:cubicBezTo>
                <a:cubicBezTo>
                  <a:pt x="143" y="233"/>
                  <a:pt x="139" y="236"/>
                  <a:pt x="136" y="234"/>
                </a:cubicBezTo>
                <a:close/>
                <a:moveTo>
                  <a:pt x="134" y="568"/>
                </a:moveTo>
                <a:cubicBezTo>
                  <a:pt x="132" y="568"/>
                  <a:pt x="134" y="563"/>
                  <a:pt x="134" y="561"/>
                </a:cubicBezTo>
                <a:cubicBezTo>
                  <a:pt x="138" y="561"/>
                  <a:pt x="135" y="567"/>
                  <a:pt x="134" y="568"/>
                </a:cubicBezTo>
                <a:close/>
                <a:moveTo>
                  <a:pt x="151" y="219"/>
                </a:moveTo>
                <a:cubicBezTo>
                  <a:pt x="149" y="218"/>
                  <a:pt x="151" y="217"/>
                  <a:pt x="151" y="216"/>
                </a:cubicBezTo>
                <a:cubicBezTo>
                  <a:pt x="149" y="215"/>
                  <a:pt x="149" y="213"/>
                  <a:pt x="148" y="213"/>
                </a:cubicBezTo>
                <a:cubicBezTo>
                  <a:pt x="152" y="207"/>
                  <a:pt x="155" y="214"/>
                  <a:pt x="151" y="219"/>
                </a:cubicBezTo>
                <a:close/>
                <a:moveTo>
                  <a:pt x="144" y="225"/>
                </a:moveTo>
                <a:cubicBezTo>
                  <a:pt x="144" y="222"/>
                  <a:pt x="145" y="219"/>
                  <a:pt x="148" y="220"/>
                </a:cubicBezTo>
                <a:cubicBezTo>
                  <a:pt x="147" y="221"/>
                  <a:pt x="147" y="225"/>
                  <a:pt x="144" y="225"/>
                </a:cubicBezTo>
                <a:close/>
                <a:moveTo>
                  <a:pt x="149" y="482"/>
                </a:moveTo>
                <a:cubicBezTo>
                  <a:pt x="146" y="477"/>
                  <a:pt x="152" y="477"/>
                  <a:pt x="152" y="472"/>
                </a:cubicBezTo>
                <a:cubicBezTo>
                  <a:pt x="153" y="475"/>
                  <a:pt x="155" y="483"/>
                  <a:pt x="149" y="482"/>
                </a:cubicBezTo>
                <a:close/>
                <a:moveTo>
                  <a:pt x="152" y="236"/>
                </a:moveTo>
                <a:cubicBezTo>
                  <a:pt x="149" y="236"/>
                  <a:pt x="151" y="231"/>
                  <a:pt x="154" y="231"/>
                </a:cubicBezTo>
                <a:cubicBezTo>
                  <a:pt x="154" y="234"/>
                  <a:pt x="152" y="234"/>
                  <a:pt x="152" y="236"/>
                </a:cubicBezTo>
                <a:close/>
                <a:moveTo>
                  <a:pt x="192" y="197"/>
                </a:moveTo>
                <a:cubicBezTo>
                  <a:pt x="192" y="194"/>
                  <a:pt x="194" y="195"/>
                  <a:pt x="194" y="192"/>
                </a:cubicBezTo>
                <a:cubicBezTo>
                  <a:pt x="196" y="192"/>
                  <a:pt x="196" y="192"/>
                  <a:pt x="196" y="192"/>
                </a:cubicBezTo>
                <a:cubicBezTo>
                  <a:pt x="195" y="193"/>
                  <a:pt x="196" y="193"/>
                  <a:pt x="196" y="193"/>
                </a:cubicBezTo>
                <a:cubicBezTo>
                  <a:pt x="195" y="195"/>
                  <a:pt x="195" y="198"/>
                  <a:pt x="192" y="197"/>
                </a:cubicBezTo>
                <a:close/>
                <a:moveTo>
                  <a:pt x="192" y="191"/>
                </a:moveTo>
                <a:cubicBezTo>
                  <a:pt x="192" y="189"/>
                  <a:pt x="193" y="189"/>
                  <a:pt x="193" y="187"/>
                </a:cubicBezTo>
                <a:cubicBezTo>
                  <a:pt x="197" y="187"/>
                  <a:pt x="196" y="189"/>
                  <a:pt x="196" y="192"/>
                </a:cubicBezTo>
                <a:cubicBezTo>
                  <a:pt x="195" y="191"/>
                  <a:pt x="194" y="191"/>
                  <a:pt x="192" y="191"/>
                </a:cubicBezTo>
                <a:close/>
                <a:moveTo>
                  <a:pt x="217" y="156"/>
                </a:moveTo>
                <a:cubicBezTo>
                  <a:pt x="219" y="153"/>
                  <a:pt x="221" y="151"/>
                  <a:pt x="223" y="150"/>
                </a:cubicBezTo>
                <a:cubicBezTo>
                  <a:pt x="224" y="153"/>
                  <a:pt x="221" y="157"/>
                  <a:pt x="223" y="160"/>
                </a:cubicBezTo>
                <a:cubicBezTo>
                  <a:pt x="216" y="160"/>
                  <a:pt x="218" y="174"/>
                  <a:pt x="210" y="171"/>
                </a:cubicBezTo>
                <a:cubicBezTo>
                  <a:pt x="212" y="166"/>
                  <a:pt x="216" y="163"/>
                  <a:pt x="219" y="160"/>
                </a:cubicBezTo>
                <a:cubicBezTo>
                  <a:pt x="220" y="157"/>
                  <a:pt x="217" y="158"/>
                  <a:pt x="217" y="156"/>
                </a:cubicBezTo>
                <a:close/>
                <a:moveTo>
                  <a:pt x="214" y="136"/>
                </a:moveTo>
                <a:cubicBezTo>
                  <a:pt x="213" y="139"/>
                  <a:pt x="210" y="142"/>
                  <a:pt x="209" y="141"/>
                </a:cubicBezTo>
                <a:cubicBezTo>
                  <a:pt x="210" y="138"/>
                  <a:pt x="210" y="136"/>
                  <a:pt x="214" y="136"/>
                </a:cubicBezTo>
                <a:close/>
                <a:moveTo>
                  <a:pt x="206" y="179"/>
                </a:moveTo>
                <a:cubicBezTo>
                  <a:pt x="205" y="177"/>
                  <a:pt x="207" y="177"/>
                  <a:pt x="207" y="175"/>
                </a:cubicBezTo>
                <a:cubicBezTo>
                  <a:pt x="210" y="174"/>
                  <a:pt x="209" y="181"/>
                  <a:pt x="206" y="179"/>
                </a:cubicBezTo>
                <a:close/>
                <a:moveTo>
                  <a:pt x="207" y="132"/>
                </a:moveTo>
                <a:cubicBezTo>
                  <a:pt x="209" y="133"/>
                  <a:pt x="205" y="135"/>
                  <a:pt x="205" y="137"/>
                </a:cubicBezTo>
                <a:cubicBezTo>
                  <a:pt x="202" y="136"/>
                  <a:pt x="206" y="133"/>
                  <a:pt x="207" y="132"/>
                </a:cubicBezTo>
                <a:close/>
                <a:moveTo>
                  <a:pt x="208" y="143"/>
                </a:moveTo>
                <a:cubicBezTo>
                  <a:pt x="207" y="145"/>
                  <a:pt x="206" y="147"/>
                  <a:pt x="204" y="148"/>
                </a:cubicBezTo>
                <a:cubicBezTo>
                  <a:pt x="204" y="144"/>
                  <a:pt x="205" y="143"/>
                  <a:pt x="208" y="143"/>
                </a:cubicBezTo>
                <a:close/>
                <a:moveTo>
                  <a:pt x="196" y="156"/>
                </a:moveTo>
                <a:cubicBezTo>
                  <a:pt x="195" y="162"/>
                  <a:pt x="190" y="165"/>
                  <a:pt x="185" y="167"/>
                </a:cubicBezTo>
                <a:cubicBezTo>
                  <a:pt x="184" y="166"/>
                  <a:pt x="184" y="165"/>
                  <a:pt x="183" y="164"/>
                </a:cubicBezTo>
                <a:cubicBezTo>
                  <a:pt x="185" y="163"/>
                  <a:pt x="186" y="162"/>
                  <a:pt x="189" y="162"/>
                </a:cubicBezTo>
                <a:cubicBezTo>
                  <a:pt x="187" y="158"/>
                  <a:pt x="191" y="157"/>
                  <a:pt x="196" y="156"/>
                </a:cubicBezTo>
                <a:close/>
                <a:moveTo>
                  <a:pt x="156" y="225"/>
                </a:moveTo>
                <a:cubicBezTo>
                  <a:pt x="156" y="222"/>
                  <a:pt x="157" y="221"/>
                  <a:pt x="160" y="221"/>
                </a:cubicBezTo>
                <a:cubicBezTo>
                  <a:pt x="160" y="225"/>
                  <a:pt x="158" y="225"/>
                  <a:pt x="156" y="225"/>
                </a:cubicBezTo>
                <a:close/>
                <a:moveTo>
                  <a:pt x="165" y="786"/>
                </a:moveTo>
                <a:cubicBezTo>
                  <a:pt x="162" y="785"/>
                  <a:pt x="160" y="782"/>
                  <a:pt x="162" y="780"/>
                </a:cubicBezTo>
                <a:cubicBezTo>
                  <a:pt x="164" y="780"/>
                  <a:pt x="165" y="782"/>
                  <a:pt x="165" y="786"/>
                </a:cubicBezTo>
                <a:close/>
                <a:moveTo>
                  <a:pt x="165" y="253"/>
                </a:moveTo>
                <a:cubicBezTo>
                  <a:pt x="164" y="251"/>
                  <a:pt x="166" y="251"/>
                  <a:pt x="165" y="249"/>
                </a:cubicBezTo>
                <a:cubicBezTo>
                  <a:pt x="169" y="251"/>
                  <a:pt x="170" y="247"/>
                  <a:pt x="173" y="250"/>
                </a:cubicBezTo>
                <a:cubicBezTo>
                  <a:pt x="173" y="247"/>
                  <a:pt x="169" y="246"/>
                  <a:pt x="171" y="243"/>
                </a:cubicBezTo>
                <a:cubicBezTo>
                  <a:pt x="175" y="245"/>
                  <a:pt x="175" y="246"/>
                  <a:pt x="179" y="247"/>
                </a:cubicBezTo>
                <a:cubicBezTo>
                  <a:pt x="177" y="251"/>
                  <a:pt x="174" y="249"/>
                  <a:pt x="172" y="252"/>
                </a:cubicBezTo>
                <a:cubicBezTo>
                  <a:pt x="172" y="254"/>
                  <a:pt x="174" y="253"/>
                  <a:pt x="174" y="256"/>
                </a:cubicBezTo>
                <a:cubicBezTo>
                  <a:pt x="171" y="257"/>
                  <a:pt x="168" y="253"/>
                  <a:pt x="165" y="253"/>
                </a:cubicBezTo>
                <a:close/>
                <a:moveTo>
                  <a:pt x="168" y="219"/>
                </a:moveTo>
                <a:cubicBezTo>
                  <a:pt x="168" y="222"/>
                  <a:pt x="166" y="222"/>
                  <a:pt x="165" y="222"/>
                </a:cubicBezTo>
                <a:cubicBezTo>
                  <a:pt x="165" y="220"/>
                  <a:pt x="166" y="219"/>
                  <a:pt x="168" y="219"/>
                </a:cubicBezTo>
                <a:close/>
                <a:moveTo>
                  <a:pt x="165" y="209"/>
                </a:moveTo>
                <a:cubicBezTo>
                  <a:pt x="166" y="207"/>
                  <a:pt x="167" y="206"/>
                  <a:pt x="169" y="206"/>
                </a:cubicBezTo>
                <a:cubicBezTo>
                  <a:pt x="169" y="208"/>
                  <a:pt x="168" y="210"/>
                  <a:pt x="165" y="209"/>
                </a:cubicBezTo>
                <a:close/>
                <a:moveTo>
                  <a:pt x="182" y="229"/>
                </a:moveTo>
                <a:cubicBezTo>
                  <a:pt x="183" y="233"/>
                  <a:pt x="182" y="235"/>
                  <a:pt x="180" y="237"/>
                </a:cubicBezTo>
                <a:cubicBezTo>
                  <a:pt x="176" y="236"/>
                  <a:pt x="178" y="229"/>
                  <a:pt x="182" y="229"/>
                </a:cubicBezTo>
                <a:close/>
                <a:moveTo>
                  <a:pt x="168" y="819"/>
                </a:moveTo>
                <a:cubicBezTo>
                  <a:pt x="170" y="822"/>
                  <a:pt x="171" y="827"/>
                  <a:pt x="172" y="831"/>
                </a:cubicBezTo>
                <a:cubicBezTo>
                  <a:pt x="166" y="830"/>
                  <a:pt x="167" y="824"/>
                  <a:pt x="168" y="819"/>
                </a:cubicBezTo>
                <a:close/>
                <a:moveTo>
                  <a:pt x="168" y="286"/>
                </a:moveTo>
                <a:cubicBezTo>
                  <a:pt x="168" y="284"/>
                  <a:pt x="166" y="285"/>
                  <a:pt x="166" y="283"/>
                </a:cubicBezTo>
                <a:cubicBezTo>
                  <a:pt x="172" y="278"/>
                  <a:pt x="174" y="271"/>
                  <a:pt x="179" y="266"/>
                </a:cubicBezTo>
                <a:cubicBezTo>
                  <a:pt x="178" y="263"/>
                  <a:pt x="177" y="263"/>
                  <a:pt x="179" y="261"/>
                </a:cubicBezTo>
                <a:cubicBezTo>
                  <a:pt x="182" y="263"/>
                  <a:pt x="179" y="264"/>
                  <a:pt x="183" y="265"/>
                </a:cubicBezTo>
                <a:cubicBezTo>
                  <a:pt x="175" y="268"/>
                  <a:pt x="180" y="287"/>
                  <a:pt x="168" y="286"/>
                </a:cubicBezTo>
                <a:close/>
                <a:moveTo>
                  <a:pt x="179" y="209"/>
                </a:moveTo>
                <a:cubicBezTo>
                  <a:pt x="180" y="207"/>
                  <a:pt x="179" y="203"/>
                  <a:pt x="178" y="206"/>
                </a:cubicBezTo>
                <a:cubicBezTo>
                  <a:pt x="175" y="204"/>
                  <a:pt x="178" y="200"/>
                  <a:pt x="181" y="201"/>
                </a:cubicBezTo>
                <a:cubicBezTo>
                  <a:pt x="181" y="199"/>
                  <a:pt x="179" y="199"/>
                  <a:pt x="181" y="197"/>
                </a:cubicBezTo>
                <a:cubicBezTo>
                  <a:pt x="175" y="195"/>
                  <a:pt x="172" y="197"/>
                  <a:pt x="167" y="196"/>
                </a:cubicBezTo>
                <a:cubicBezTo>
                  <a:pt x="167" y="192"/>
                  <a:pt x="169" y="192"/>
                  <a:pt x="169" y="188"/>
                </a:cubicBezTo>
                <a:cubicBezTo>
                  <a:pt x="167" y="187"/>
                  <a:pt x="164" y="192"/>
                  <a:pt x="165" y="188"/>
                </a:cubicBezTo>
                <a:cubicBezTo>
                  <a:pt x="162" y="188"/>
                  <a:pt x="163" y="191"/>
                  <a:pt x="160" y="191"/>
                </a:cubicBezTo>
                <a:cubicBezTo>
                  <a:pt x="162" y="184"/>
                  <a:pt x="163" y="179"/>
                  <a:pt x="169" y="178"/>
                </a:cubicBezTo>
                <a:cubicBezTo>
                  <a:pt x="170" y="175"/>
                  <a:pt x="172" y="170"/>
                  <a:pt x="177" y="170"/>
                </a:cubicBezTo>
                <a:cubicBezTo>
                  <a:pt x="177" y="172"/>
                  <a:pt x="178" y="172"/>
                  <a:pt x="178" y="175"/>
                </a:cubicBezTo>
                <a:cubicBezTo>
                  <a:pt x="180" y="175"/>
                  <a:pt x="180" y="173"/>
                  <a:pt x="179" y="176"/>
                </a:cubicBezTo>
                <a:cubicBezTo>
                  <a:pt x="183" y="175"/>
                  <a:pt x="184" y="171"/>
                  <a:pt x="187" y="169"/>
                </a:cubicBezTo>
                <a:cubicBezTo>
                  <a:pt x="186" y="174"/>
                  <a:pt x="180" y="180"/>
                  <a:pt x="178" y="186"/>
                </a:cubicBezTo>
                <a:cubicBezTo>
                  <a:pt x="178" y="188"/>
                  <a:pt x="183" y="190"/>
                  <a:pt x="180" y="192"/>
                </a:cubicBezTo>
                <a:cubicBezTo>
                  <a:pt x="182" y="192"/>
                  <a:pt x="182" y="194"/>
                  <a:pt x="185" y="194"/>
                </a:cubicBezTo>
                <a:cubicBezTo>
                  <a:pt x="185" y="196"/>
                  <a:pt x="184" y="197"/>
                  <a:pt x="182" y="198"/>
                </a:cubicBezTo>
                <a:cubicBezTo>
                  <a:pt x="183" y="199"/>
                  <a:pt x="185" y="199"/>
                  <a:pt x="184" y="201"/>
                </a:cubicBezTo>
                <a:cubicBezTo>
                  <a:pt x="185" y="201"/>
                  <a:pt x="186" y="200"/>
                  <a:pt x="187" y="200"/>
                </a:cubicBezTo>
                <a:cubicBezTo>
                  <a:pt x="187" y="208"/>
                  <a:pt x="184" y="207"/>
                  <a:pt x="179" y="209"/>
                </a:cubicBezTo>
                <a:close/>
                <a:moveTo>
                  <a:pt x="197" y="327"/>
                </a:moveTo>
                <a:cubicBezTo>
                  <a:pt x="192" y="327"/>
                  <a:pt x="193" y="322"/>
                  <a:pt x="190" y="320"/>
                </a:cubicBezTo>
                <a:cubicBezTo>
                  <a:pt x="193" y="312"/>
                  <a:pt x="198" y="306"/>
                  <a:pt x="204" y="300"/>
                </a:cubicBezTo>
                <a:cubicBezTo>
                  <a:pt x="205" y="309"/>
                  <a:pt x="198" y="309"/>
                  <a:pt x="198" y="317"/>
                </a:cubicBezTo>
                <a:cubicBezTo>
                  <a:pt x="198" y="319"/>
                  <a:pt x="199" y="316"/>
                  <a:pt x="200" y="318"/>
                </a:cubicBezTo>
                <a:cubicBezTo>
                  <a:pt x="205" y="317"/>
                  <a:pt x="205" y="310"/>
                  <a:pt x="209" y="309"/>
                </a:cubicBezTo>
                <a:cubicBezTo>
                  <a:pt x="205" y="315"/>
                  <a:pt x="202" y="322"/>
                  <a:pt x="197" y="327"/>
                </a:cubicBezTo>
                <a:close/>
                <a:moveTo>
                  <a:pt x="212" y="255"/>
                </a:moveTo>
                <a:cubicBezTo>
                  <a:pt x="211" y="252"/>
                  <a:pt x="214" y="252"/>
                  <a:pt x="216" y="252"/>
                </a:cubicBezTo>
                <a:cubicBezTo>
                  <a:pt x="216" y="255"/>
                  <a:pt x="214" y="255"/>
                  <a:pt x="212" y="255"/>
                </a:cubicBezTo>
                <a:close/>
                <a:moveTo>
                  <a:pt x="239" y="232"/>
                </a:moveTo>
                <a:cubicBezTo>
                  <a:pt x="237" y="231"/>
                  <a:pt x="237" y="230"/>
                  <a:pt x="237" y="228"/>
                </a:cubicBezTo>
                <a:cubicBezTo>
                  <a:pt x="238" y="228"/>
                  <a:pt x="239" y="226"/>
                  <a:pt x="240" y="227"/>
                </a:cubicBezTo>
                <a:cubicBezTo>
                  <a:pt x="241" y="230"/>
                  <a:pt x="241" y="230"/>
                  <a:pt x="239" y="232"/>
                </a:cubicBezTo>
                <a:close/>
                <a:moveTo>
                  <a:pt x="250" y="954"/>
                </a:moveTo>
                <a:cubicBezTo>
                  <a:pt x="252" y="954"/>
                  <a:pt x="252" y="956"/>
                  <a:pt x="253" y="957"/>
                </a:cubicBezTo>
                <a:cubicBezTo>
                  <a:pt x="252" y="960"/>
                  <a:pt x="248" y="955"/>
                  <a:pt x="250" y="954"/>
                </a:cubicBezTo>
                <a:close/>
                <a:moveTo>
                  <a:pt x="252" y="976"/>
                </a:moveTo>
                <a:cubicBezTo>
                  <a:pt x="254" y="978"/>
                  <a:pt x="257" y="978"/>
                  <a:pt x="257" y="983"/>
                </a:cubicBezTo>
                <a:cubicBezTo>
                  <a:pt x="254" y="981"/>
                  <a:pt x="252" y="980"/>
                  <a:pt x="252" y="976"/>
                </a:cubicBezTo>
                <a:close/>
                <a:moveTo>
                  <a:pt x="278" y="974"/>
                </a:moveTo>
                <a:cubicBezTo>
                  <a:pt x="273" y="968"/>
                  <a:pt x="257" y="974"/>
                  <a:pt x="258" y="960"/>
                </a:cubicBezTo>
                <a:cubicBezTo>
                  <a:pt x="262" y="958"/>
                  <a:pt x="266" y="963"/>
                  <a:pt x="266" y="957"/>
                </a:cubicBezTo>
                <a:cubicBezTo>
                  <a:pt x="269" y="956"/>
                  <a:pt x="270" y="957"/>
                  <a:pt x="272" y="958"/>
                </a:cubicBezTo>
                <a:cubicBezTo>
                  <a:pt x="273" y="966"/>
                  <a:pt x="281" y="962"/>
                  <a:pt x="284" y="968"/>
                </a:cubicBezTo>
                <a:cubicBezTo>
                  <a:pt x="281" y="969"/>
                  <a:pt x="281" y="973"/>
                  <a:pt x="278" y="974"/>
                </a:cubicBezTo>
                <a:close/>
                <a:moveTo>
                  <a:pt x="286" y="985"/>
                </a:moveTo>
                <a:cubicBezTo>
                  <a:pt x="288" y="985"/>
                  <a:pt x="289" y="986"/>
                  <a:pt x="289" y="989"/>
                </a:cubicBezTo>
                <a:cubicBezTo>
                  <a:pt x="287" y="989"/>
                  <a:pt x="286" y="987"/>
                  <a:pt x="286" y="985"/>
                </a:cubicBezTo>
                <a:close/>
                <a:moveTo>
                  <a:pt x="290" y="977"/>
                </a:moveTo>
                <a:cubicBezTo>
                  <a:pt x="288" y="977"/>
                  <a:pt x="286" y="975"/>
                  <a:pt x="287" y="972"/>
                </a:cubicBezTo>
                <a:cubicBezTo>
                  <a:pt x="289" y="973"/>
                  <a:pt x="291" y="975"/>
                  <a:pt x="290" y="977"/>
                </a:cubicBezTo>
                <a:close/>
                <a:moveTo>
                  <a:pt x="345" y="182"/>
                </a:moveTo>
                <a:cubicBezTo>
                  <a:pt x="345" y="184"/>
                  <a:pt x="348" y="183"/>
                  <a:pt x="348" y="185"/>
                </a:cubicBezTo>
                <a:cubicBezTo>
                  <a:pt x="345" y="186"/>
                  <a:pt x="344" y="192"/>
                  <a:pt x="345" y="196"/>
                </a:cubicBezTo>
                <a:cubicBezTo>
                  <a:pt x="344" y="197"/>
                  <a:pt x="343" y="198"/>
                  <a:pt x="341" y="199"/>
                </a:cubicBezTo>
                <a:cubicBezTo>
                  <a:pt x="345" y="208"/>
                  <a:pt x="330" y="212"/>
                  <a:pt x="320" y="213"/>
                </a:cubicBezTo>
                <a:cubicBezTo>
                  <a:pt x="322" y="211"/>
                  <a:pt x="320" y="209"/>
                  <a:pt x="321" y="205"/>
                </a:cubicBezTo>
                <a:cubicBezTo>
                  <a:pt x="325" y="202"/>
                  <a:pt x="327" y="198"/>
                  <a:pt x="330" y="194"/>
                </a:cubicBezTo>
                <a:cubicBezTo>
                  <a:pt x="331" y="195"/>
                  <a:pt x="334" y="193"/>
                  <a:pt x="334" y="195"/>
                </a:cubicBezTo>
                <a:cubicBezTo>
                  <a:pt x="337" y="191"/>
                  <a:pt x="340" y="187"/>
                  <a:pt x="344" y="184"/>
                </a:cubicBezTo>
                <a:cubicBezTo>
                  <a:pt x="340" y="183"/>
                  <a:pt x="341" y="187"/>
                  <a:pt x="339" y="185"/>
                </a:cubicBezTo>
                <a:cubicBezTo>
                  <a:pt x="343" y="182"/>
                  <a:pt x="349" y="172"/>
                  <a:pt x="357" y="173"/>
                </a:cubicBezTo>
                <a:cubicBezTo>
                  <a:pt x="356" y="180"/>
                  <a:pt x="349" y="179"/>
                  <a:pt x="345" y="182"/>
                </a:cubicBezTo>
                <a:close/>
                <a:moveTo>
                  <a:pt x="357" y="996"/>
                </a:moveTo>
                <a:cubicBezTo>
                  <a:pt x="363" y="1001"/>
                  <a:pt x="368" y="1007"/>
                  <a:pt x="373" y="1010"/>
                </a:cubicBezTo>
                <a:cubicBezTo>
                  <a:pt x="368" y="1009"/>
                  <a:pt x="356" y="1004"/>
                  <a:pt x="357" y="996"/>
                </a:cubicBezTo>
                <a:close/>
                <a:moveTo>
                  <a:pt x="414" y="1044"/>
                </a:moveTo>
                <a:cubicBezTo>
                  <a:pt x="416" y="1044"/>
                  <a:pt x="417" y="1045"/>
                  <a:pt x="417" y="1047"/>
                </a:cubicBezTo>
                <a:cubicBezTo>
                  <a:pt x="416" y="1048"/>
                  <a:pt x="413" y="1047"/>
                  <a:pt x="414" y="1044"/>
                </a:cubicBezTo>
                <a:close/>
                <a:moveTo>
                  <a:pt x="614" y="1007"/>
                </a:moveTo>
                <a:cubicBezTo>
                  <a:pt x="618" y="1008"/>
                  <a:pt x="619" y="1006"/>
                  <a:pt x="622" y="1007"/>
                </a:cubicBezTo>
                <a:cubicBezTo>
                  <a:pt x="624" y="1011"/>
                  <a:pt x="614" y="1012"/>
                  <a:pt x="614" y="1007"/>
                </a:cubicBezTo>
                <a:close/>
                <a:moveTo>
                  <a:pt x="617" y="966"/>
                </a:moveTo>
                <a:cubicBezTo>
                  <a:pt x="611" y="969"/>
                  <a:pt x="605" y="969"/>
                  <a:pt x="601" y="966"/>
                </a:cubicBezTo>
                <a:cubicBezTo>
                  <a:pt x="604" y="963"/>
                  <a:pt x="615" y="961"/>
                  <a:pt x="617" y="966"/>
                </a:cubicBezTo>
                <a:close/>
                <a:moveTo>
                  <a:pt x="491" y="881"/>
                </a:moveTo>
                <a:cubicBezTo>
                  <a:pt x="489" y="881"/>
                  <a:pt x="489" y="878"/>
                  <a:pt x="487" y="878"/>
                </a:cubicBezTo>
                <a:cubicBezTo>
                  <a:pt x="489" y="875"/>
                  <a:pt x="491" y="879"/>
                  <a:pt x="491" y="881"/>
                </a:cubicBezTo>
                <a:close/>
                <a:moveTo>
                  <a:pt x="487" y="873"/>
                </a:moveTo>
                <a:cubicBezTo>
                  <a:pt x="485" y="873"/>
                  <a:pt x="483" y="872"/>
                  <a:pt x="483" y="870"/>
                </a:cubicBezTo>
                <a:cubicBezTo>
                  <a:pt x="485" y="868"/>
                  <a:pt x="487" y="870"/>
                  <a:pt x="487" y="873"/>
                </a:cubicBezTo>
                <a:close/>
                <a:moveTo>
                  <a:pt x="480" y="877"/>
                </a:moveTo>
                <a:cubicBezTo>
                  <a:pt x="477" y="876"/>
                  <a:pt x="474" y="874"/>
                  <a:pt x="473" y="871"/>
                </a:cubicBezTo>
                <a:cubicBezTo>
                  <a:pt x="476" y="872"/>
                  <a:pt x="483" y="872"/>
                  <a:pt x="480" y="877"/>
                </a:cubicBezTo>
                <a:close/>
                <a:moveTo>
                  <a:pt x="460" y="828"/>
                </a:moveTo>
                <a:cubicBezTo>
                  <a:pt x="458" y="830"/>
                  <a:pt x="455" y="826"/>
                  <a:pt x="454" y="823"/>
                </a:cubicBezTo>
                <a:cubicBezTo>
                  <a:pt x="456" y="825"/>
                  <a:pt x="458" y="826"/>
                  <a:pt x="460" y="828"/>
                </a:cubicBezTo>
                <a:close/>
                <a:moveTo>
                  <a:pt x="457" y="1075"/>
                </a:moveTo>
                <a:cubicBezTo>
                  <a:pt x="455" y="1074"/>
                  <a:pt x="452" y="1075"/>
                  <a:pt x="453" y="1072"/>
                </a:cubicBezTo>
                <a:cubicBezTo>
                  <a:pt x="455" y="1072"/>
                  <a:pt x="457" y="1072"/>
                  <a:pt x="457" y="1075"/>
                </a:cubicBezTo>
                <a:close/>
                <a:moveTo>
                  <a:pt x="447" y="831"/>
                </a:moveTo>
                <a:cubicBezTo>
                  <a:pt x="449" y="833"/>
                  <a:pt x="452" y="834"/>
                  <a:pt x="452" y="838"/>
                </a:cubicBezTo>
                <a:cubicBezTo>
                  <a:pt x="449" y="837"/>
                  <a:pt x="448" y="836"/>
                  <a:pt x="445" y="836"/>
                </a:cubicBezTo>
                <a:cubicBezTo>
                  <a:pt x="445" y="834"/>
                  <a:pt x="447" y="833"/>
                  <a:pt x="447" y="831"/>
                </a:cubicBezTo>
                <a:close/>
                <a:moveTo>
                  <a:pt x="451" y="1070"/>
                </a:moveTo>
                <a:cubicBezTo>
                  <a:pt x="448" y="1072"/>
                  <a:pt x="443" y="1069"/>
                  <a:pt x="441" y="1066"/>
                </a:cubicBezTo>
                <a:cubicBezTo>
                  <a:pt x="444" y="1065"/>
                  <a:pt x="447" y="1070"/>
                  <a:pt x="451" y="1070"/>
                </a:cubicBezTo>
                <a:close/>
                <a:moveTo>
                  <a:pt x="412" y="92"/>
                </a:moveTo>
                <a:cubicBezTo>
                  <a:pt x="413" y="90"/>
                  <a:pt x="414" y="89"/>
                  <a:pt x="417" y="89"/>
                </a:cubicBezTo>
                <a:cubicBezTo>
                  <a:pt x="416" y="91"/>
                  <a:pt x="414" y="92"/>
                  <a:pt x="412" y="92"/>
                </a:cubicBezTo>
                <a:close/>
                <a:moveTo>
                  <a:pt x="440" y="680"/>
                </a:moveTo>
                <a:cubicBezTo>
                  <a:pt x="436" y="680"/>
                  <a:pt x="437" y="676"/>
                  <a:pt x="439" y="674"/>
                </a:cubicBezTo>
                <a:cubicBezTo>
                  <a:pt x="441" y="676"/>
                  <a:pt x="441" y="677"/>
                  <a:pt x="440" y="680"/>
                </a:cubicBezTo>
                <a:close/>
                <a:moveTo>
                  <a:pt x="440" y="673"/>
                </a:moveTo>
                <a:cubicBezTo>
                  <a:pt x="438" y="671"/>
                  <a:pt x="438" y="667"/>
                  <a:pt x="438" y="664"/>
                </a:cubicBezTo>
                <a:cubicBezTo>
                  <a:pt x="439" y="665"/>
                  <a:pt x="440" y="666"/>
                  <a:pt x="441" y="667"/>
                </a:cubicBezTo>
                <a:cubicBezTo>
                  <a:pt x="441" y="669"/>
                  <a:pt x="440" y="671"/>
                  <a:pt x="440" y="673"/>
                </a:cubicBezTo>
                <a:close/>
                <a:moveTo>
                  <a:pt x="444" y="687"/>
                </a:moveTo>
                <a:cubicBezTo>
                  <a:pt x="441" y="684"/>
                  <a:pt x="442" y="680"/>
                  <a:pt x="443" y="676"/>
                </a:cubicBezTo>
                <a:cubicBezTo>
                  <a:pt x="444" y="676"/>
                  <a:pt x="444" y="676"/>
                  <a:pt x="444" y="676"/>
                </a:cubicBezTo>
                <a:cubicBezTo>
                  <a:pt x="446" y="678"/>
                  <a:pt x="447" y="682"/>
                  <a:pt x="449" y="684"/>
                </a:cubicBezTo>
                <a:cubicBezTo>
                  <a:pt x="448" y="686"/>
                  <a:pt x="447" y="687"/>
                  <a:pt x="444" y="687"/>
                </a:cubicBezTo>
                <a:close/>
                <a:moveTo>
                  <a:pt x="466" y="689"/>
                </a:moveTo>
                <a:cubicBezTo>
                  <a:pt x="466" y="685"/>
                  <a:pt x="466" y="685"/>
                  <a:pt x="466" y="685"/>
                </a:cubicBezTo>
                <a:cubicBezTo>
                  <a:pt x="470" y="685"/>
                  <a:pt x="470" y="685"/>
                  <a:pt x="470" y="685"/>
                </a:cubicBezTo>
                <a:cubicBezTo>
                  <a:pt x="470" y="688"/>
                  <a:pt x="469" y="689"/>
                  <a:pt x="466" y="689"/>
                </a:cubicBezTo>
                <a:close/>
                <a:moveTo>
                  <a:pt x="817" y="538"/>
                </a:moveTo>
                <a:cubicBezTo>
                  <a:pt x="815" y="537"/>
                  <a:pt x="813" y="537"/>
                  <a:pt x="813" y="534"/>
                </a:cubicBezTo>
                <a:cubicBezTo>
                  <a:pt x="815" y="532"/>
                  <a:pt x="818" y="534"/>
                  <a:pt x="817" y="538"/>
                </a:cubicBezTo>
                <a:close/>
                <a:moveTo>
                  <a:pt x="786" y="244"/>
                </a:moveTo>
                <a:cubicBezTo>
                  <a:pt x="788" y="244"/>
                  <a:pt x="791" y="244"/>
                  <a:pt x="790" y="247"/>
                </a:cubicBezTo>
                <a:cubicBezTo>
                  <a:pt x="788" y="247"/>
                  <a:pt x="786" y="247"/>
                  <a:pt x="786" y="244"/>
                </a:cubicBezTo>
                <a:close/>
                <a:moveTo>
                  <a:pt x="788" y="294"/>
                </a:moveTo>
                <a:cubicBezTo>
                  <a:pt x="787" y="295"/>
                  <a:pt x="782" y="294"/>
                  <a:pt x="783" y="291"/>
                </a:cubicBezTo>
                <a:cubicBezTo>
                  <a:pt x="786" y="290"/>
                  <a:pt x="786" y="294"/>
                  <a:pt x="788" y="294"/>
                </a:cubicBezTo>
                <a:close/>
                <a:moveTo>
                  <a:pt x="776" y="252"/>
                </a:moveTo>
                <a:cubicBezTo>
                  <a:pt x="775" y="253"/>
                  <a:pt x="775" y="253"/>
                  <a:pt x="775" y="255"/>
                </a:cubicBezTo>
                <a:cubicBezTo>
                  <a:pt x="772" y="255"/>
                  <a:pt x="772" y="253"/>
                  <a:pt x="771" y="251"/>
                </a:cubicBezTo>
                <a:cubicBezTo>
                  <a:pt x="773" y="251"/>
                  <a:pt x="775" y="251"/>
                  <a:pt x="776" y="252"/>
                </a:cubicBezTo>
                <a:close/>
                <a:moveTo>
                  <a:pt x="736" y="566"/>
                </a:moveTo>
                <a:cubicBezTo>
                  <a:pt x="734" y="568"/>
                  <a:pt x="731" y="564"/>
                  <a:pt x="729" y="562"/>
                </a:cubicBezTo>
                <a:cubicBezTo>
                  <a:pt x="733" y="561"/>
                  <a:pt x="736" y="562"/>
                  <a:pt x="736" y="566"/>
                </a:cubicBezTo>
                <a:close/>
                <a:moveTo>
                  <a:pt x="735" y="623"/>
                </a:moveTo>
                <a:cubicBezTo>
                  <a:pt x="734" y="623"/>
                  <a:pt x="734" y="624"/>
                  <a:pt x="734" y="625"/>
                </a:cubicBezTo>
                <a:cubicBezTo>
                  <a:pt x="731" y="626"/>
                  <a:pt x="731" y="624"/>
                  <a:pt x="728" y="625"/>
                </a:cubicBezTo>
                <a:cubicBezTo>
                  <a:pt x="728" y="621"/>
                  <a:pt x="734" y="622"/>
                  <a:pt x="735" y="623"/>
                </a:cubicBezTo>
                <a:close/>
                <a:moveTo>
                  <a:pt x="725" y="569"/>
                </a:moveTo>
                <a:cubicBezTo>
                  <a:pt x="727" y="572"/>
                  <a:pt x="727" y="576"/>
                  <a:pt x="725" y="580"/>
                </a:cubicBezTo>
                <a:cubicBezTo>
                  <a:pt x="720" y="580"/>
                  <a:pt x="720" y="580"/>
                  <a:pt x="720" y="580"/>
                </a:cubicBezTo>
                <a:cubicBezTo>
                  <a:pt x="721" y="574"/>
                  <a:pt x="718" y="576"/>
                  <a:pt x="715" y="575"/>
                </a:cubicBezTo>
                <a:cubicBezTo>
                  <a:pt x="715" y="573"/>
                  <a:pt x="717" y="572"/>
                  <a:pt x="717" y="570"/>
                </a:cubicBezTo>
                <a:cubicBezTo>
                  <a:pt x="719" y="570"/>
                  <a:pt x="718" y="573"/>
                  <a:pt x="720" y="572"/>
                </a:cubicBezTo>
                <a:cubicBezTo>
                  <a:pt x="718" y="570"/>
                  <a:pt x="723" y="571"/>
                  <a:pt x="725" y="569"/>
                </a:cubicBezTo>
                <a:close/>
                <a:moveTo>
                  <a:pt x="728" y="583"/>
                </a:moveTo>
                <a:cubicBezTo>
                  <a:pt x="726" y="585"/>
                  <a:pt x="718" y="588"/>
                  <a:pt x="718" y="583"/>
                </a:cubicBezTo>
                <a:lnTo>
                  <a:pt x="728" y="583"/>
                </a:lnTo>
                <a:close/>
                <a:moveTo>
                  <a:pt x="731" y="638"/>
                </a:moveTo>
                <a:cubicBezTo>
                  <a:pt x="731" y="640"/>
                  <a:pt x="725" y="642"/>
                  <a:pt x="723" y="646"/>
                </a:cubicBezTo>
                <a:cubicBezTo>
                  <a:pt x="720" y="645"/>
                  <a:pt x="716" y="644"/>
                  <a:pt x="716" y="639"/>
                </a:cubicBezTo>
                <a:cubicBezTo>
                  <a:pt x="723" y="637"/>
                  <a:pt x="725" y="638"/>
                  <a:pt x="731" y="638"/>
                </a:cubicBezTo>
                <a:close/>
                <a:moveTo>
                  <a:pt x="720" y="629"/>
                </a:moveTo>
                <a:cubicBezTo>
                  <a:pt x="723" y="624"/>
                  <a:pt x="730" y="628"/>
                  <a:pt x="732" y="628"/>
                </a:cubicBezTo>
                <a:cubicBezTo>
                  <a:pt x="732" y="629"/>
                  <a:pt x="731" y="632"/>
                  <a:pt x="732" y="632"/>
                </a:cubicBezTo>
                <a:cubicBezTo>
                  <a:pt x="729" y="631"/>
                  <a:pt x="724" y="633"/>
                  <a:pt x="720" y="629"/>
                </a:cubicBezTo>
                <a:close/>
                <a:moveTo>
                  <a:pt x="728" y="616"/>
                </a:moveTo>
                <a:cubicBezTo>
                  <a:pt x="728" y="620"/>
                  <a:pt x="722" y="619"/>
                  <a:pt x="721" y="620"/>
                </a:cubicBezTo>
                <a:cubicBezTo>
                  <a:pt x="719" y="617"/>
                  <a:pt x="723" y="615"/>
                  <a:pt x="723" y="612"/>
                </a:cubicBezTo>
                <a:cubicBezTo>
                  <a:pt x="728" y="612"/>
                  <a:pt x="728" y="612"/>
                  <a:pt x="728" y="612"/>
                </a:cubicBezTo>
                <a:cubicBezTo>
                  <a:pt x="726" y="614"/>
                  <a:pt x="726" y="614"/>
                  <a:pt x="728" y="616"/>
                </a:cubicBezTo>
                <a:close/>
                <a:moveTo>
                  <a:pt x="728" y="563"/>
                </a:moveTo>
                <a:cubicBezTo>
                  <a:pt x="723" y="568"/>
                  <a:pt x="719" y="564"/>
                  <a:pt x="713" y="565"/>
                </a:cubicBezTo>
                <a:cubicBezTo>
                  <a:pt x="714" y="560"/>
                  <a:pt x="725" y="560"/>
                  <a:pt x="728" y="563"/>
                </a:cubicBezTo>
                <a:close/>
                <a:moveTo>
                  <a:pt x="709" y="587"/>
                </a:moveTo>
                <a:cubicBezTo>
                  <a:pt x="706" y="587"/>
                  <a:pt x="707" y="584"/>
                  <a:pt x="704" y="584"/>
                </a:cubicBezTo>
                <a:cubicBezTo>
                  <a:pt x="705" y="581"/>
                  <a:pt x="712" y="583"/>
                  <a:pt x="709" y="587"/>
                </a:cubicBezTo>
                <a:close/>
                <a:moveTo>
                  <a:pt x="696" y="664"/>
                </a:moveTo>
                <a:cubicBezTo>
                  <a:pt x="699" y="664"/>
                  <a:pt x="699" y="664"/>
                  <a:pt x="699" y="664"/>
                </a:cubicBezTo>
                <a:cubicBezTo>
                  <a:pt x="699" y="667"/>
                  <a:pt x="698" y="669"/>
                  <a:pt x="697" y="671"/>
                </a:cubicBezTo>
                <a:cubicBezTo>
                  <a:pt x="695" y="671"/>
                  <a:pt x="696" y="667"/>
                  <a:pt x="696" y="664"/>
                </a:cubicBezTo>
                <a:close/>
                <a:moveTo>
                  <a:pt x="696" y="672"/>
                </a:moveTo>
                <a:cubicBezTo>
                  <a:pt x="697" y="672"/>
                  <a:pt x="698" y="673"/>
                  <a:pt x="699" y="673"/>
                </a:cubicBezTo>
                <a:cubicBezTo>
                  <a:pt x="699" y="678"/>
                  <a:pt x="695" y="678"/>
                  <a:pt x="693" y="682"/>
                </a:cubicBezTo>
                <a:cubicBezTo>
                  <a:pt x="690" y="681"/>
                  <a:pt x="695" y="675"/>
                  <a:pt x="696" y="672"/>
                </a:cubicBezTo>
                <a:close/>
                <a:moveTo>
                  <a:pt x="703" y="679"/>
                </a:moveTo>
                <a:cubicBezTo>
                  <a:pt x="704" y="683"/>
                  <a:pt x="700" y="687"/>
                  <a:pt x="698" y="690"/>
                </a:cubicBezTo>
                <a:cubicBezTo>
                  <a:pt x="694" y="687"/>
                  <a:pt x="698" y="678"/>
                  <a:pt x="703" y="679"/>
                </a:cubicBezTo>
                <a:close/>
                <a:moveTo>
                  <a:pt x="701" y="671"/>
                </a:moveTo>
                <a:cubicBezTo>
                  <a:pt x="702" y="666"/>
                  <a:pt x="700" y="650"/>
                  <a:pt x="710" y="653"/>
                </a:cubicBezTo>
                <a:cubicBezTo>
                  <a:pt x="708" y="661"/>
                  <a:pt x="705" y="664"/>
                  <a:pt x="701" y="671"/>
                </a:cubicBezTo>
                <a:close/>
                <a:moveTo>
                  <a:pt x="695" y="619"/>
                </a:moveTo>
                <a:cubicBezTo>
                  <a:pt x="698" y="618"/>
                  <a:pt x="699" y="619"/>
                  <a:pt x="700" y="615"/>
                </a:cubicBezTo>
                <a:cubicBezTo>
                  <a:pt x="703" y="617"/>
                  <a:pt x="701" y="624"/>
                  <a:pt x="697" y="626"/>
                </a:cubicBezTo>
                <a:cubicBezTo>
                  <a:pt x="695" y="626"/>
                  <a:pt x="695" y="623"/>
                  <a:pt x="695" y="619"/>
                </a:cubicBezTo>
                <a:close/>
                <a:moveTo>
                  <a:pt x="694" y="51"/>
                </a:moveTo>
                <a:cubicBezTo>
                  <a:pt x="694" y="53"/>
                  <a:pt x="692" y="53"/>
                  <a:pt x="690" y="53"/>
                </a:cubicBezTo>
                <a:cubicBezTo>
                  <a:pt x="690" y="50"/>
                  <a:pt x="693" y="50"/>
                  <a:pt x="694" y="51"/>
                </a:cubicBezTo>
                <a:close/>
                <a:moveTo>
                  <a:pt x="672" y="708"/>
                </a:moveTo>
                <a:cubicBezTo>
                  <a:pt x="670" y="708"/>
                  <a:pt x="668" y="707"/>
                  <a:pt x="668" y="704"/>
                </a:cubicBezTo>
                <a:cubicBezTo>
                  <a:pt x="669" y="703"/>
                  <a:pt x="670" y="704"/>
                  <a:pt x="671" y="702"/>
                </a:cubicBezTo>
                <a:cubicBezTo>
                  <a:pt x="672" y="704"/>
                  <a:pt x="672" y="706"/>
                  <a:pt x="672" y="708"/>
                </a:cubicBezTo>
                <a:close/>
                <a:moveTo>
                  <a:pt x="671" y="461"/>
                </a:moveTo>
                <a:cubicBezTo>
                  <a:pt x="669" y="466"/>
                  <a:pt x="666" y="469"/>
                  <a:pt x="664" y="473"/>
                </a:cubicBezTo>
                <a:cubicBezTo>
                  <a:pt x="662" y="470"/>
                  <a:pt x="660" y="471"/>
                  <a:pt x="657" y="472"/>
                </a:cubicBezTo>
                <a:cubicBezTo>
                  <a:pt x="653" y="463"/>
                  <a:pt x="665" y="460"/>
                  <a:pt x="671" y="461"/>
                </a:cubicBezTo>
                <a:close/>
                <a:moveTo>
                  <a:pt x="662" y="504"/>
                </a:moveTo>
                <a:cubicBezTo>
                  <a:pt x="659" y="502"/>
                  <a:pt x="656" y="498"/>
                  <a:pt x="658" y="494"/>
                </a:cubicBezTo>
                <a:cubicBezTo>
                  <a:pt x="661" y="493"/>
                  <a:pt x="657" y="501"/>
                  <a:pt x="662" y="498"/>
                </a:cubicBezTo>
                <a:cubicBezTo>
                  <a:pt x="663" y="501"/>
                  <a:pt x="661" y="501"/>
                  <a:pt x="662" y="504"/>
                </a:cubicBezTo>
                <a:close/>
                <a:moveTo>
                  <a:pt x="651" y="157"/>
                </a:moveTo>
                <a:cubicBezTo>
                  <a:pt x="652" y="157"/>
                  <a:pt x="652" y="157"/>
                  <a:pt x="654" y="157"/>
                </a:cubicBezTo>
                <a:cubicBezTo>
                  <a:pt x="651" y="160"/>
                  <a:pt x="653" y="161"/>
                  <a:pt x="652" y="164"/>
                </a:cubicBezTo>
                <a:cubicBezTo>
                  <a:pt x="650" y="164"/>
                  <a:pt x="650" y="163"/>
                  <a:pt x="649" y="163"/>
                </a:cubicBezTo>
                <a:cubicBezTo>
                  <a:pt x="650" y="161"/>
                  <a:pt x="650" y="158"/>
                  <a:pt x="651" y="157"/>
                </a:cubicBezTo>
                <a:close/>
                <a:moveTo>
                  <a:pt x="617" y="160"/>
                </a:moveTo>
                <a:cubicBezTo>
                  <a:pt x="619" y="159"/>
                  <a:pt x="618" y="158"/>
                  <a:pt x="621" y="159"/>
                </a:cubicBezTo>
                <a:cubicBezTo>
                  <a:pt x="621" y="160"/>
                  <a:pt x="620" y="161"/>
                  <a:pt x="620" y="162"/>
                </a:cubicBezTo>
                <a:cubicBezTo>
                  <a:pt x="621" y="164"/>
                  <a:pt x="622" y="159"/>
                  <a:pt x="623" y="162"/>
                </a:cubicBezTo>
                <a:cubicBezTo>
                  <a:pt x="622" y="159"/>
                  <a:pt x="622" y="158"/>
                  <a:pt x="623" y="156"/>
                </a:cubicBezTo>
                <a:cubicBezTo>
                  <a:pt x="626" y="156"/>
                  <a:pt x="627" y="160"/>
                  <a:pt x="629" y="163"/>
                </a:cubicBezTo>
                <a:cubicBezTo>
                  <a:pt x="627" y="166"/>
                  <a:pt x="623" y="164"/>
                  <a:pt x="618" y="164"/>
                </a:cubicBezTo>
                <a:cubicBezTo>
                  <a:pt x="618" y="162"/>
                  <a:pt x="616" y="163"/>
                  <a:pt x="617" y="160"/>
                </a:cubicBezTo>
                <a:close/>
                <a:moveTo>
                  <a:pt x="625" y="169"/>
                </a:moveTo>
                <a:cubicBezTo>
                  <a:pt x="625" y="171"/>
                  <a:pt x="623" y="170"/>
                  <a:pt x="623" y="171"/>
                </a:cubicBezTo>
                <a:cubicBezTo>
                  <a:pt x="626" y="173"/>
                  <a:pt x="625" y="169"/>
                  <a:pt x="627" y="170"/>
                </a:cubicBezTo>
                <a:cubicBezTo>
                  <a:pt x="627" y="172"/>
                  <a:pt x="627" y="172"/>
                  <a:pt x="627" y="172"/>
                </a:cubicBezTo>
                <a:cubicBezTo>
                  <a:pt x="637" y="172"/>
                  <a:pt x="651" y="171"/>
                  <a:pt x="661" y="171"/>
                </a:cubicBezTo>
                <a:cubicBezTo>
                  <a:pt x="659" y="180"/>
                  <a:pt x="647" y="173"/>
                  <a:pt x="645" y="181"/>
                </a:cubicBezTo>
                <a:cubicBezTo>
                  <a:pt x="639" y="180"/>
                  <a:pt x="627" y="185"/>
                  <a:pt x="623" y="180"/>
                </a:cubicBezTo>
                <a:cubicBezTo>
                  <a:pt x="618" y="185"/>
                  <a:pt x="611" y="181"/>
                  <a:pt x="607" y="178"/>
                </a:cubicBezTo>
                <a:cubicBezTo>
                  <a:pt x="617" y="182"/>
                  <a:pt x="614" y="166"/>
                  <a:pt x="625" y="169"/>
                </a:cubicBezTo>
                <a:close/>
                <a:moveTo>
                  <a:pt x="653" y="506"/>
                </a:moveTo>
                <a:cubicBezTo>
                  <a:pt x="651" y="506"/>
                  <a:pt x="649" y="506"/>
                  <a:pt x="649" y="504"/>
                </a:cubicBezTo>
                <a:cubicBezTo>
                  <a:pt x="650" y="504"/>
                  <a:pt x="650" y="503"/>
                  <a:pt x="650" y="503"/>
                </a:cubicBezTo>
                <a:cubicBezTo>
                  <a:pt x="652" y="502"/>
                  <a:pt x="653" y="504"/>
                  <a:pt x="653" y="506"/>
                </a:cubicBezTo>
                <a:close/>
                <a:moveTo>
                  <a:pt x="634" y="498"/>
                </a:moveTo>
                <a:cubicBezTo>
                  <a:pt x="636" y="497"/>
                  <a:pt x="637" y="502"/>
                  <a:pt x="637" y="499"/>
                </a:cubicBezTo>
                <a:cubicBezTo>
                  <a:pt x="640" y="502"/>
                  <a:pt x="632" y="504"/>
                  <a:pt x="634" y="498"/>
                </a:cubicBezTo>
                <a:close/>
                <a:moveTo>
                  <a:pt x="632" y="490"/>
                </a:moveTo>
                <a:cubicBezTo>
                  <a:pt x="634" y="488"/>
                  <a:pt x="637" y="492"/>
                  <a:pt x="635" y="494"/>
                </a:cubicBezTo>
                <a:cubicBezTo>
                  <a:pt x="633" y="494"/>
                  <a:pt x="632" y="492"/>
                  <a:pt x="632" y="490"/>
                </a:cubicBezTo>
                <a:close/>
                <a:moveTo>
                  <a:pt x="625" y="482"/>
                </a:moveTo>
                <a:cubicBezTo>
                  <a:pt x="625" y="475"/>
                  <a:pt x="634" y="476"/>
                  <a:pt x="636" y="471"/>
                </a:cubicBezTo>
                <a:cubicBezTo>
                  <a:pt x="638" y="471"/>
                  <a:pt x="638" y="471"/>
                  <a:pt x="638" y="471"/>
                </a:cubicBezTo>
                <a:cubicBezTo>
                  <a:pt x="639" y="474"/>
                  <a:pt x="637" y="475"/>
                  <a:pt x="641" y="475"/>
                </a:cubicBezTo>
                <a:cubicBezTo>
                  <a:pt x="638" y="481"/>
                  <a:pt x="634" y="481"/>
                  <a:pt x="625" y="482"/>
                </a:cubicBezTo>
                <a:close/>
                <a:moveTo>
                  <a:pt x="601" y="572"/>
                </a:moveTo>
                <a:cubicBezTo>
                  <a:pt x="601" y="570"/>
                  <a:pt x="604" y="570"/>
                  <a:pt x="606" y="569"/>
                </a:cubicBezTo>
                <a:cubicBezTo>
                  <a:pt x="606" y="571"/>
                  <a:pt x="607" y="571"/>
                  <a:pt x="607" y="572"/>
                </a:cubicBezTo>
                <a:cubicBezTo>
                  <a:pt x="609" y="571"/>
                  <a:pt x="611" y="570"/>
                  <a:pt x="612" y="568"/>
                </a:cubicBezTo>
                <a:cubicBezTo>
                  <a:pt x="615" y="569"/>
                  <a:pt x="616" y="572"/>
                  <a:pt x="614" y="574"/>
                </a:cubicBezTo>
                <a:cubicBezTo>
                  <a:pt x="611" y="573"/>
                  <a:pt x="607" y="572"/>
                  <a:pt x="607" y="576"/>
                </a:cubicBezTo>
                <a:cubicBezTo>
                  <a:pt x="604" y="575"/>
                  <a:pt x="604" y="577"/>
                  <a:pt x="601" y="577"/>
                </a:cubicBezTo>
                <a:cubicBezTo>
                  <a:pt x="598" y="575"/>
                  <a:pt x="603" y="574"/>
                  <a:pt x="601" y="572"/>
                </a:cubicBezTo>
                <a:close/>
                <a:moveTo>
                  <a:pt x="604" y="559"/>
                </a:moveTo>
                <a:cubicBezTo>
                  <a:pt x="601" y="559"/>
                  <a:pt x="602" y="556"/>
                  <a:pt x="600" y="556"/>
                </a:cubicBezTo>
                <a:cubicBezTo>
                  <a:pt x="600" y="554"/>
                  <a:pt x="604" y="553"/>
                  <a:pt x="606" y="554"/>
                </a:cubicBezTo>
                <a:cubicBezTo>
                  <a:pt x="606" y="553"/>
                  <a:pt x="606" y="553"/>
                  <a:pt x="606" y="553"/>
                </a:cubicBezTo>
                <a:cubicBezTo>
                  <a:pt x="606" y="551"/>
                  <a:pt x="603" y="552"/>
                  <a:pt x="601" y="551"/>
                </a:cubicBezTo>
                <a:cubicBezTo>
                  <a:pt x="607" y="548"/>
                  <a:pt x="611" y="538"/>
                  <a:pt x="616" y="542"/>
                </a:cubicBezTo>
                <a:cubicBezTo>
                  <a:pt x="615" y="546"/>
                  <a:pt x="611" y="545"/>
                  <a:pt x="611" y="550"/>
                </a:cubicBezTo>
                <a:cubicBezTo>
                  <a:pt x="615" y="548"/>
                  <a:pt x="622" y="546"/>
                  <a:pt x="627" y="549"/>
                </a:cubicBezTo>
                <a:cubicBezTo>
                  <a:pt x="623" y="558"/>
                  <a:pt x="607" y="550"/>
                  <a:pt x="604" y="559"/>
                </a:cubicBezTo>
                <a:close/>
                <a:moveTo>
                  <a:pt x="614" y="473"/>
                </a:moveTo>
                <a:cubicBezTo>
                  <a:pt x="619" y="475"/>
                  <a:pt x="620" y="474"/>
                  <a:pt x="623" y="472"/>
                </a:cubicBezTo>
                <a:cubicBezTo>
                  <a:pt x="620" y="479"/>
                  <a:pt x="613" y="477"/>
                  <a:pt x="610" y="483"/>
                </a:cubicBezTo>
                <a:cubicBezTo>
                  <a:pt x="608" y="484"/>
                  <a:pt x="609" y="482"/>
                  <a:pt x="608" y="481"/>
                </a:cubicBezTo>
                <a:cubicBezTo>
                  <a:pt x="607" y="483"/>
                  <a:pt x="604" y="482"/>
                  <a:pt x="603" y="484"/>
                </a:cubicBezTo>
                <a:cubicBezTo>
                  <a:pt x="601" y="478"/>
                  <a:pt x="614" y="480"/>
                  <a:pt x="614" y="473"/>
                </a:cubicBezTo>
                <a:close/>
                <a:moveTo>
                  <a:pt x="609" y="445"/>
                </a:moveTo>
                <a:cubicBezTo>
                  <a:pt x="610" y="444"/>
                  <a:pt x="611" y="445"/>
                  <a:pt x="612" y="446"/>
                </a:cubicBezTo>
                <a:cubicBezTo>
                  <a:pt x="610" y="448"/>
                  <a:pt x="612" y="453"/>
                  <a:pt x="608" y="454"/>
                </a:cubicBezTo>
                <a:cubicBezTo>
                  <a:pt x="608" y="449"/>
                  <a:pt x="607" y="448"/>
                  <a:pt x="609" y="445"/>
                </a:cubicBezTo>
                <a:close/>
                <a:moveTo>
                  <a:pt x="606" y="503"/>
                </a:moveTo>
                <a:cubicBezTo>
                  <a:pt x="608" y="507"/>
                  <a:pt x="616" y="502"/>
                  <a:pt x="620" y="505"/>
                </a:cubicBezTo>
                <a:cubicBezTo>
                  <a:pt x="621" y="511"/>
                  <a:pt x="618" y="513"/>
                  <a:pt x="618" y="521"/>
                </a:cubicBezTo>
                <a:cubicBezTo>
                  <a:pt x="615" y="522"/>
                  <a:pt x="614" y="525"/>
                  <a:pt x="610" y="525"/>
                </a:cubicBezTo>
                <a:cubicBezTo>
                  <a:pt x="613" y="522"/>
                  <a:pt x="606" y="521"/>
                  <a:pt x="610" y="519"/>
                </a:cubicBezTo>
                <a:cubicBezTo>
                  <a:pt x="608" y="519"/>
                  <a:pt x="601" y="518"/>
                  <a:pt x="601" y="512"/>
                </a:cubicBezTo>
                <a:cubicBezTo>
                  <a:pt x="602" y="511"/>
                  <a:pt x="604" y="511"/>
                  <a:pt x="605" y="510"/>
                </a:cubicBezTo>
                <a:cubicBezTo>
                  <a:pt x="602" y="506"/>
                  <a:pt x="593" y="511"/>
                  <a:pt x="591" y="504"/>
                </a:cubicBezTo>
                <a:cubicBezTo>
                  <a:pt x="597" y="503"/>
                  <a:pt x="601" y="505"/>
                  <a:pt x="606" y="503"/>
                </a:cubicBezTo>
                <a:close/>
                <a:moveTo>
                  <a:pt x="619" y="567"/>
                </a:moveTo>
                <a:cubicBezTo>
                  <a:pt x="619" y="572"/>
                  <a:pt x="621" y="569"/>
                  <a:pt x="625" y="569"/>
                </a:cubicBezTo>
                <a:cubicBezTo>
                  <a:pt x="625" y="577"/>
                  <a:pt x="612" y="568"/>
                  <a:pt x="619" y="567"/>
                </a:cubicBezTo>
                <a:close/>
                <a:moveTo>
                  <a:pt x="623" y="575"/>
                </a:moveTo>
                <a:cubicBezTo>
                  <a:pt x="624" y="574"/>
                  <a:pt x="626" y="573"/>
                  <a:pt x="627" y="574"/>
                </a:cubicBezTo>
                <a:cubicBezTo>
                  <a:pt x="626" y="575"/>
                  <a:pt x="625" y="577"/>
                  <a:pt x="623" y="577"/>
                </a:cubicBezTo>
                <a:lnTo>
                  <a:pt x="623" y="575"/>
                </a:lnTo>
                <a:close/>
                <a:moveTo>
                  <a:pt x="627" y="548"/>
                </a:moveTo>
                <a:cubicBezTo>
                  <a:pt x="626" y="545"/>
                  <a:pt x="629" y="545"/>
                  <a:pt x="632" y="544"/>
                </a:cubicBezTo>
                <a:cubicBezTo>
                  <a:pt x="632" y="548"/>
                  <a:pt x="628" y="550"/>
                  <a:pt x="627" y="548"/>
                </a:cubicBezTo>
                <a:close/>
                <a:moveTo>
                  <a:pt x="624" y="472"/>
                </a:moveTo>
                <a:cubicBezTo>
                  <a:pt x="626" y="469"/>
                  <a:pt x="629" y="467"/>
                  <a:pt x="633" y="467"/>
                </a:cubicBezTo>
                <a:cubicBezTo>
                  <a:pt x="633" y="471"/>
                  <a:pt x="628" y="476"/>
                  <a:pt x="624" y="472"/>
                </a:cubicBezTo>
                <a:close/>
                <a:moveTo>
                  <a:pt x="639" y="465"/>
                </a:moveTo>
                <a:cubicBezTo>
                  <a:pt x="642" y="464"/>
                  <a:pt x="643" y="463"/>
                  <a:pt x="641" y="459"/>
                </a:cubicBezTo>
                <a:cubicBezTo>
                  <a:pt x="645" y="461"/>
                  <a:pt x="643" y="465"/>
                  <a:pt x="645" y="468"/>
                </a:cubicBezTo>
                <a:cubicBezTo>
                  <a:pt x="643" y="467"/>
                  <a:pt x="642" y="466"/>
                  <a:pt x="642" y="469"/>
                </a:cubicBezTo>
                <a:cubicBezTo>
                  <a:pt x="640" y="470"/>
                  <a:pt x="639" y="467"/>
                  <a:pt x="639" y="465"/>
                </a:cubicBezTo>
                <a:close/>
                <a:moveTo>
                  <a:pt x="602" y="440"/>
                </a:moveTo>
                <a:cubicBezTo>
                  <a:pt x="604" y="443"/>
                  <a:pt x="609" y="438"/>
                  <a:pt x="610" y="440"/>
                </a:cubicBezTo>
                <a:cubicBezTo>
                  <a:pt x="607" y="443"/>
                  <a:pt x="604" y="445"/>
                  <a:pt x="601" y="447"/>
                </a:cubicBezTo>
                <a:cubicBezTo>
                  <a:pt x="601" y="445"/>
                  <a:pt x="600" y="445"/>
                  <a:pt x="600" y="444"/>
                </a:cubicBezTo>
                <a:cubicBezTo>
                  <a:pt x="598" y="444"/>
                  <a:pt x="597" y="446"/>
                  <a:pt x="596" y="447"/>
                </a:cubicBezTo>
                <a:cubicBezTo>
                  <a:pt x="597" y="442"/>
                  <a:pt x="595" y="444"/>
                  <a:pt x="590" y="446"/>
                </a:cubicBezTo>
                <a:cubicBezTo>
                  <a:pt x="587" y="445"/>
                  <a:pt x="586" y="443"/>
                  <a:pt x="586" y="440"/>
                </a:cubicBezTo>
                <a:cubicBezTo>
                  <a:pt x="592" y="437"/>
                  <a:pt x="598" y="438"/>
                  <a:pt x="604" y="436"/>
                </a:cubicBezTo>
                <a:cubicBezTo>
                  <a:pt x="605" y="439"/>
                  <a:pt x="603" y="438"/>
                  <a:pt x="602" y="440"/>
                </a:cubicBezTo>
                <a:close/>
                <a:moveTo>
                  <a:pt x="584" y="484"/>
                </a:moveTo>
                <a:cubicBezTo>
                  <a:pt x="585" y="483"/>
                  <a:pt x="586" y="481"/>
                  <a:pt x="588" y="481"/>
                </a:cubicBezTo>
                <a:cubicBezTo>
                  <a:pt x="589" y="484"/>
                  <a:pt x="589" y="487"/>
                  <a:pt x="586" y="489"/>
                </a:cubicBezTo>
                <a:cubicBezTo>
                  <a:pt x="586" y="486"/>
                  <a:pt x="589" y="484"/>
                  <a:pt x="584" y="484"/>
                </a:cubicBezTo>
                <a:close/>
                <a:moveTo>
                  <a:pt x="584" y="164"/>
                </a:moveTo>
                <a:cubicBezTo>
                  <a:pt x="584" y="162"/>
                  <a:pt x="584" y="162"/>
                  <a:pt x="584" y="162"/>
                </a:cubicBezTo>
                <a:cubicBezTo>
                  <a:pt x="586" y="162"/>
                  <a:pt x="587" y="161"/>
                  <a:pt x="588" y="161"/>
                </a:cubicBezTo>
                <a:cubicBezTo>
                  <a:pt x="589" y="164"/>
                  <a:pt x="585" y="166"/>
                  <a:pt x="584" y="164"/>
                </a:cubicBezTo>
                <a:close/>
                <a:moveTo>
                  <a:pt x="597" y="164"/>
                </a:moveTo>
                <a:cubicBezTo>
                  <a:pt x="597" y="165"/>
                  <a:pt x="594" y="164"/>
                  <a:pt x="593" y="165"/>
                </a:cubicBezTo>
                <a:cubicBezTo>
                  <a:pt x="592" y="162"/>
                  <a:pt x="593" y="160"/>
                  <a:pt x="597" y="161"/>
                </a:cubicBezTo>
                <a:cubicBezTo>
                  <a:pt x="597" y="162"/>
                  <a:pt x="596" y="163"/>
                  <a:pt x="597" y="164"/>
                </a:cubicBezTo>
                <a:close/>
                <a:moveTo>
                  <a:pt x="542" y="103"/>
                </a:moveTo>
                <a:cubicBezTo>
                  <a:pt x="545" y="99"/>
                  <a:pt x="555" y="102"/>
                  <a:pt x="554" y="94"/>
                </a:cubicBezTo>
                <a:cubicBezTo>
                  <a:pt x="567" y="92"/>
                  <a:pt x="581" y="89"/>
                  <a:pt x="589" y="96"/>
                </a:cubicBezTo>
                <a:cubicBezTo>
                  <a:pt x="583" y="102"/>
                  <a:pt x="570" y="97"/>
                  <a:pt x="562" y="101"/>
                </a:cubicBezTo>
                <a:cubicBezTo>
                  <a:pt x="562" y="104"/>
                  <a:pt x="566" y="104"/>
                  <a:pt x="564" y="107"/>
                </a:cubicBezTo>
                <a:cubicBezTo>
                  <a:pt x="560" y="108"/>
                  <a:pt x="557" y="110"/>
                  <a:pt x="553" y="112"/>
                </a:cubicBezTo>
                <a:cubicBezTo>
                  <a:pt x="552" y="106"/>
                  <a:pt x="541" y="107"/>
                  <a:pt x="542" y="103"/>
                </a:cubicBezTo>
                <a:close/>
                <a:moveTo>
                  <a:pt x="579" y="108"/>
                </a:moveTo>
                <a:cubicBezTo>
                  <a:pt x="575" y="108"/>
                  <a:pt x="572" y="108"/>
                  <a:pt x="570" y="107"/>
                </a:cubicBezTo>
                <a:cubicBezTo>
                  <a:pt x="570" y="102"/>
                  <a:pt x="580" y="101"/>
                  <a:pt x="579" y="108"/>
                </a:cubicBezTo>
                <a:close/>
                <a:moveTo>
                  <a:pt x="525" y="86"/>
                </a:moveTo>
                <a:cubicBezTo>
                  <a:pt x="528" y="86"/>
                  <a:pt x="528" y="86"/>
                  <a:pt x="528" y="86"/>
                </a:cubicBezTo>
                <a:cubicBezTo>
                  <a:pt x="528" y="86"/>
                  <a:pt x="527" y="86"/>
                  <a:pt x="527" y="86"/>
                </a:cubicBezTo>
                <a:cubicBezTo>
                  <a:pt x="528" y="88"/>
                  <a:pt x="529" y="89"/>
                  <a:pt x="531" y="89"/>
                </a:cubicBezTo>
                <a:cubicBezTo>
                  <a:pt x="531" y="93"/>
                  <a:pt x="531" y="92"/>
                  <a:pt x="532" y="95"/>
                </a:cubicBezTo>
                <a:cubicBezTo>
                  <a:pt x="528" y="98"/>
                  <a:pt x="523" y="94"/>
                  <a:pt x="519" y="93"/>
                </a:cubicBezTo>
                <a:cubicBezTo>
                  <a:pt x="521" y="90"/>
                  <a:pt x="526" y="89"/>
                  <a:pt x="525" y="86"/>
                </a:cubicBezTo>
                <a:close/>
                <a:moveTo>
                  <a:pt x="537" y="114"/>
                </a:moveTo>
                <a:cubicBezTo>
                  <a:pt x="541" y="118"/>
                  <a:pt x="548" y="114"/>
                  <a:pt x="550" y="117"/>
                </a:cubicBezTo>
                <a:cubicBezTo>
                  <a:pt x="560" y="108"/>
                  <a:pt x="579" y="109"/>
                  <a:pt x="591" y="113"/>
                </a:cubicBezTo>
                <a:cubicBezTo>
                  <a:pt x="584" y="118"/>
                  <a:pt x="574" y="115"/>
                  <a:pt x="566" y="120"/>
                </a:cubicBezTo>
                <a:cubicBezTo>
                  <a:pt x="564" y="116"/>
                  <a:pt x="556" y="120"/>
                  <a:pt x="557" y="123"/>
                </a:cubicBezTo>
                <a:cubicBezTo>
                  <a:pt x="543" y="126"/>
                  <a:pt x="533" y="127"/>
                  <a:pt x="518" y="130"/>
                </a:cubicBezTo>
                <a:cubicBezTo>
                  <a:pt x="515" y="131"/>
                  <a:pt x="516" y="128"/>
                  <a:pt x="514" y="128"/>
                </a:cubicBezTo>
                <a:cubicBezTo>
                  <a:pt x="510" y="129"/>
                  <a:pt x="502" y="133"/>
                  <a:pt x="499" y="128"/>
                </a:cubicBezTo>
                <a:cubicBezTo>
                  <a:pt x="507" y="117"/>
                  <a:pt x="526" y="119"/>
                  <a:pt x="537" y="114"/>
                </a:cubicBezTo>
                <a:close/>
                <a:moveTo>
                  <a:pt x="508" y="134"/>
                </a:moveTo>
                <a:cubicBezTo>
                  <a:pt x="508" y="130"/>
                  <a:pt x="508" y="130"/>
                  <a:pt x="508" y="130"/>
                </a:cubicBezTo>
                <a:cubicBezTo>
                  <a:pt x="510" y="130"/>
                  <a:pt x="510" y="130"/>
                  <a:pt x="510" y="130"/>
                </a:cubicBezTo>
                <a:cubicBezTo>
                  <a:pt x="511" y="133"/>
                  <a:pt x="510" y="134"/>
                  <a:pt x="508" y="134"/>
                </a:cubicBezTo>
                <a:close/>
                <a:moveTo>
                  <a:pt x="483" y="484"/>
                </a:moveTo>
                <a:cubicBezTo>
                  <a:pt x="488" y="483"/>
                  <a:pt x="489" y="486"/>
                  <a:pt x="492" y="483"/>
                </a:cubicBezTo>
                <a:cubicBezTo>
                  <a:pt x="495" y="490"/>
                  <a:pt x="486" y="487"/>
                  <a:pt x="483" y="490"/>
                </a:cubicBezTo>
                <a:cubicBezTo>
                  <a:pt x="481" y="489"/>
                  <a:pt x="485" y="487"/>
                  <a:pt x="483" y="484"/>
                </a:cubicBezTo>
                <a:close/>
                <a:moveTo>
                  <a:pt x="491" y="628"/>
                </a:moveTo>
                <a:cubicBezTo>
                  <a:pt x="495" y="628"/>
                  <a:pt x="494" y="635"/>
                  <a:pt x="493" y="638"/>
                </a:cubicBezTo>
                <a:cubicBezTo>
                  <a:pt x="492" y="636"/>
                  <a:pt x="487" y="638"/>
                  <a:pt x="488" y="634"/>
                </a:cubicBezTo>
                <a:cubicBezTo>
                  <a:pt x="489" y="634"/>
                  <a:pt x="489" y="636"/>
                  <a:pt x="490" y="636"/>
                </a:cubicBezTo>
                <a:cubicBezTo>
                  <a:pt x="492" y="633"/>
                  <a:pt x="492" y="632"/>
                  <a:pt x="491" y="628"/>
                </a:cubicBezTo>
                <a:close/>
                <a:moveTo>
                  <a:pt x="483" y="497"/>
                </a:moveTo>
                <a:cubicBezTo>
                  <a:pt x="482" y="496"/>
                  <a:pt x="482" y="494"/>
                  <a:pt x="482" y="492"/>
                </a:cubicBezTo>
                <a:cubicBezTo>
                  <a:pt x="483" y="492"/>
                  <a:pt x="484" y="492"/>
                  <a:pt x="484" y="491"/>
                </a:cubicBezTo>
                <a:cubicBezTo>
                  <a:pt x="485" y="492"/>
                  <a:pt x="486" y="493"/>
                  <a:pt x="486" y="495"/>
                </a:cubicBezTo>
                <a:cubicBezTo>
                  <a:pt x="484" y="495"/>
                  <a:pt x="485" y="497"/>
                  <a:pt x="483" y="497"/>
                </a:cubicBezTo>
                <a:close/>
                <a:moveTo>
                  <a:pt x="486" y="656"/>
                </a:moveTo>
                <a:cubicBezTo>
                  <a:pt x="485" y="655"/>
                  <a:pt x="485" y="654"/>
                  <a:pt x="483" y="654"/>
                </a:cubicBezTo>
                <a:cubicBezTo>
                  <a:pt x="485" y="652"/>
                  <a:pt x="485" y="647"/>
                  <a:pt x="486" y="644"/>
                </a:cubicBezTo>
                <a:cubicBezTo>
                  <a:pt x="487" y="644"/>
                  <a:pt x="489" y="644"/>
                  <a:pt x="490" y="644"/>
                </a:cubicBezTo>
                <a:cubicBezTo>
                  <a:pt x="488" y="647"/>
                  <a:pt x="488" y="653"/>
                  <a:pt x="486" y="656"/>
                </a:cubicBezTo>
                <a:close/>
                <a:moveTo>
                  <a:pt x="487" y="639"/>
                </a:moveTo>
                <a:cubicBezTo>
                  <a:pt x="487" y="637"/>
                  <a:pt x="489" y="638"/>
                  <a:pt x="491" y="638"/>
                </a:cubicBezTo>
                <a:cubicBezTo>
                  <a:pt x="491" y="641"/>
                  <a:pt x="488" y="641"/>
                  <a:pt x="487" y="639"/>
                </a:cubicBezTo>
                <a:close/>
                <a:moveTo>
                  <a:pt x="491" y="653"/>
                </a:moveTo>
                <a:cubicBezTo>
                  <a:pt x="490" y="649"/>
                  <a:pt x="494" y="646"/>
                  <a:pt x="496" y="647"/>
                </a:cubicBezTo>
                <a:cubicBezTo>
                  <a:pt x="495" y="650"/>
                  <a:pt x="494" y="652"/>
                  <a:pt x="491" y="653"/>
                </a:cubicBezTo>
                <a:close/>
                <a:moveTo>
                  <a:pt x="503" y="671"/>
                </a:moveTo>
                <a:cubicBezTo>
                  <a:pt x="504" y="671"/>
                  <a:pt x="504" y="672"/>
                  <a:pt x="505" y="672"/>
                </a:cubicBezTo>
                <a:cubicBezTo>
                  <a:pt x="506" y="675"/>
                  <a:pt x="504" y="674"/>
                  <a:pt x="505" y="677"/>
                </a:cubicBezTo>
                <a:cubicBezTo>
                  <a:pt x="502" y="677"/>
                  <a:pt x="502" y="672"/>
                  <a:pt x="503" y="671"/>
                </a:cubicBezTo>
                <a:close/>
                <a:moveTo>
                  <a:pt x="510" y="702"/>
                </a:moveTo>
                <a:cubicBezTo>
                  <a:pt x="509" y="701"/>
                  <a:pt x="507" y="699"/>
                  <a:pt x="509" y="697"/>
                </a:cubicBezTo>
                <a:cubicBezTo>
                  <a:pt x="511" y="696"/>
                  <a:pt x="510" y="700"/>
                  <a:pt x="510" y="702"/>
                </a:cubicBezTo>
                <a:close/>
                <a:moveTo>
                  <a:pt x="507" y="688"/>
                </a:moveTo>
                <a:cubicBezTo>
                  <a:pt x="509" y="686"/>
                  <a:pt x="512" y="689"/>
                  <a:pt x="512" y="692"/>
                </a:cubicBezTo>
                <a:cubicBezTo>
                  <a:pt x="509" y="692"/>
                  <a:pt x="508" y="690"/>
                  <a:pt x="507" y="688"/>
                </a:cubicBezTo>
                <a:close/>
                <a:moveTo>
                  <a:pt x="511" y="686"/>
                </a:moveTo>
                <a:cubicBezTo>
                  <a:pt x="508" y="686"/>
                  <a:pt x="508" y="683"/>
                  <a:pt x="504" y="683"/>
                </a:cubicBezTo>
                <a:cubicBezTo>
                  <a:pt x="504" y="681"/>
                  <a:pt x="504" y="680"/>
                  <a:pt x="505" y="679"/>
                </a:cubicBezTo>
                <a:cubicBezTo>
                  <a:pt x="506" y="679"/>
                  <a:pt x="507" y="680"/>
                  <a:pt x="507" y="681"/>
                </a:cubicBezTo>
                <a:cubicBezTo>
                  <a:pt x="507" y="680"/>
                  <a:pt x="506" y="677"/>
                  <a:pt x="508" y="674"/>
                </a:cubicBezTo>
                <a:cubicBezTo>
                  <a:pt x="512" y="675"/>
                  <a:pt x="510" y="671"/>
                  <a:pt x="514" y="671"/>
                </a:cubicBezTo>
                <a:cubicBezTo>
                  <a:pt x="516" y="676"/>
                  <a:pt x="513" y="682"/>
                  <a:pt x="511" y="686"/>
                </a:cubicBezTo>
                <a:close/>
                <a:moveTo>
                  <a:pt x="514" y="667"/>
                </a:moveTo>
                <a:cubicBezTo>
                  <a:pt x="511" y="664"/>
                  <a:pt x="508" y="659"/>
                  <a:pt x="511" y="657"/>
                </a:cubicBezTo>
                <a:cubicBezTo>
                  <a:pt x="513" y="656"/>
                  <a:pt x="513" y="658"/>
                  <a:pt x="515" y="658"/>
                </a:cubicBezTo>
                <a:cubicBezTo>
                  <a:pt x="514" y="661"/>
                  <a:pt x="514" y="664"/>
                  <a:pt x="514" y="667"/>
                </a:cubicBezTo>
                <a:close/>
                <a:moveTo>
                  <a:pt x="519" y="502"/>
                </a:moveTo>
                <a:cubicBezTo>
                  <a:pt x="519" y="499"/>
                  <a:pt x="520" y="498"/>
                  <a:pt x="521" y="497"/>
                </a:cubicBezTo>
                <a:cubicBezTo>
                  <a:pt x="523" y="499"/>
                  <a:pt x="522" y="502"/>
                  <a:pt x="519" y="502"/>
                </a:cubicBezTo>
                <a:close/>
                <a:moveTo>
                  <a:pt x="516" y="469"/>
                </a:moveTo>
                <a:cubicBezTo>
                  <a:pt x="516" y="472"/>
                  <a:pt x="518" y="469"/>
                  <a:pt x="518" y="471"/>
                </a:cubicBezTo>
                <a:cubicBezTo>
                  <a:pt x="519" y="485"/>
                  <a:pt x="502" y="481"/>
                  <a:pt x="496" y="490"/>
                </a:cubicBezTo>
                <a:cubicBezTo>
                  <a:pt x="499" y="480"/>
                  <a:pt x="504" y="471"/>
                  <a:pt x="513" y="469"/>
                </a:cubicBezTo>
                <a:cubicBezTo>
                  <a:pt x="517" y="464"/>
                  <a:pt x="521" y="460"/>
                  <a:pt x="527" y="457"/>
                </a:cubicBezTo>
                <a:cubicBezTo>
                  <a:pt x="525" y="464"/>
                  <a:pt x="519" y="464"/>
                  <a:pt x="516" y="469"/>
                </a:cubicBezTo>
                <a:close/>
                <a:moveTo>
                  <a:pt x="527" y="675"/>
                </a:moveTo>
                <a:cubicBezTo>
                  <a:pt x="528" y="673"/>
                  <a:pt x="529" y="672"/>
                  <a:pt x="531" y="672"/>
                </a:cubicBezTo>
                <a:cubicBezTo>
                  <a:pt x="532" y="676"/>
                  <a:pt x="530" y="678"/>
                  <a:pt x="527" y="675"/>
                </a:cubicBezTo>
                <a:close/>
                <a:moveTo>
                  <a:pt x="523" y="477"/>
                </a:moveTo>
                <a:cubicBezTo>
                  <a:pt x="523" y="471"/>
                  <a:pt x="526" y="467"/>
                  <a:pt x="530" y="464"/>
                </a:cubicBezTo>
                <a:cubicBezTo>
                  <a:pt x="531" y="464"/>
                  <a:pt x="530" y="465"/>
                  <a:pt x="530" y="465"/>
                </a:cubicBezTo>
                <a:cubicBezTo>
                  <a:pt x="531" y="469"/>
                  <a:pt x="535" y="470"/>
                  <a:pt x="535" y="475"/>
                </a:cubicBezTo>
                <a:cubicBezTo>
                  <a:pt x="530" y="476"/>
                  <a:pt x="528" y="480"/>
                  <a:pt x="523" y="477"/>
                </a:cubicBezTo>
                <a:close/>
                <a:moveTo>
                  <a:pt x="532" y="674"/>
                </a:moveTo>
                <a:cubicBezTo>
                  <a:pt x="535" y="672"/>
                  <a:pt x="537" y="676"/>
                  <a:pt x="536" y="679"/>
                </a:cubicBezTo>
                <a:cubicBezTo>
                  <a:pt x="535" y="677"/>
                  <a:pt x="532" y="678"/>
                  <a:pt x="532" y="674"/>
                </a:cubicBezTo>
                <a:close/>
                <a:moveTo>
                  <a:pt x="528" y="457"/>
                </a:moveTo>
                <a:cubicBezTo>
                  <a:pt x="526" y="453"/>
                  <a:pt x="533" y="444"/>
                  <a:pt x="536" y="448"/>
                </a:cubicBezTo>
                <a:cubicBezTo>
                  <a:pt x="534" y="452"/>
                  <a:pt x="530" y="453"/>
                  <a:pt x="528" y="457"/>
                </a:cubicBezTo>
                <a:close/>
                <a:moveTo>
                  <a:pt x="529" y="437"/>
                </a:moveTo>
                <a:cubicBezTo>
                  <a:pt x="530" y="436"/>
                  <a:pt x="531" y="436"/>
                  <a:pt x="533" y="436"/>
                </a:cubicBezTo>
                <a:cubicBezTo>
                  <a:pt x="534" y="439"/>
                  <a:pt x="528" y="440"/>
                  <a:pt x="529" y="437"/>
                </a:cubicBezTo>
                <a:close/>
                <a:moveTo>
                  <a:pt x="538" y="467"/>
                </a:moveTo>
                <a:cubicBezTo>
                  <a:pt x="538" y="464"/>
                  <a:pt x="540" y="464"/>
                  <a:pt x="543" y="464"/>
                </a:cubicBezTo>
                <a:cubicBezTo>
                  <a:pt x="544" y="468"/>
                  <a:pt x="539" y="469"/>
                  <a:pt x="538" y="467"/>
                </a:cubicBezTo>
                <a:close/>
                <a:moveTo>
                  <a:pt x="537" y="462"/>
                </a:moveTo>
                <a:cubicBezTo>
                  <a:pt x="540" y="456"/>
                  <a:pt x="547" y="454"/>
                  <a:pt x="553" y="451"/>
                </a:cubicBezTo>
                <a:cubicBezTo>
                  <a:pt x="550" y="456"/>
                  <a:pt x="544" y="460"/>
                  <a:pt x="537" y="462"/>
                </a:cubicBezTo>
                <a:close/>
                <a:moveTo>
                  <a:pt x="512" y="174"/>
                </a:moveTo>
                <a:cubicBezTo>
                  <a:pt x="511" y="175"/>
                  <a:pt x="511" y="178"/>
                  <a:pt x="510" y="180"/>
                </a:cubicBezTo>
                <a:cubicBezTo>
                  <a:pt x="501" y="184"/>
                  <a:pt x="495" y="193"/>
                  <a:pt x="483" y="188"/>
                </a:cubicBezTo>
                <a:cubicBezTo>
                  <a:pt x="484" y="183"/>
                  <a:pt x="494" y="188"/>
                  <a:pt x="495" y="182"/>
                </a:cubicBezTo>
                <a:cubicBezTo>
                  <a:pt x="494" y="178"/>
                  <a:pt x="491" y="178"/>
                  <a:pt x="487" y="178"/>
                </a:cubicBezTo>
                <a:cubicBezTo>
                  <a:pt x="488" y="177"/>
                  <a:pt x="488" y="174"/>
                  <a:pt x="486" y="173"/>
                </a:cubicBezTo>
                <a:cubicBezTo>
                  <a:pt x="490" y="164"/>
                  <a:pt x="503" y="164"/>
                  <a:pt x="510" y="163"/>
                </a:cubicBezTo>
                <a:cubicBezTo>
                  <a:pt x="512" y="161"/>
                  <a:pt x="510" y="160"/>
                  <a:pt x="512" y="158"/>
                </a:cubicBezTo>
                <a:cubicBezTo>
                  <a:pt x="505" y="157"/>
                  <a:pt x="499" y="164"/>
                  <a:pt x="495" y="158"/>
                </a:cubicBezTo>
                <a:cubicBezTo>
                  <a:pt x="493" y="160"/>
                  <a:pt x="491" y="163"/>
                  <a:pt x="487" y="161"/>
                </a:cubicBezTo>
                <a:cubicBezTo>
                  <a:pt x="487" y="157"/>
                  <a:pt x="491" y="157"/>
                  <a:pt x="492" y="155"/>
                </a:cubicBezTo>
                <a:cubicBezTo>
                  <a:pt x="493" y="161"/>
                  <a:pt x="496" y="151"/>
                  <a:pt x="499" y="156"/>
                </a:cubicBezTo>
                <a:cubicBezTo>
                  <a:pt x="502" y="153"/>
                  <a:pt x="502" y="148"/>
                  <a:pt x="502" y="144"/>
                </a:cubicBezTo>
                <a:cubicBezTo>
                  <a:pt x="507" y="137"/>
                  <a:pt x="523" y="142"/>
                  <a:pt x="523" y="132"/>
                </a:cubicBezTo>
                <a:cubicBezTo>
                  <a:pt x="525" y="131"/>
                  <a:pt x="528" y="133"/>
                  <a:pt x="531" y="131"/>
                </a:cubicBezTo>
                <a:cubicBezTo>
                  <a:pt x="533" y="133"/>
                  <a:pt x="531" y="134"/>
                  <a:pt x="531" y="135"/>
                </a:cubicBezTo>
                <a:cubicBezTo>
                  <a:pt x="542" y="137"/>
                  <a:pt x="544" y="130"/>
                  <a:pt x="554" y="133"/>
                </a:cubicBezTo>
                <a:cubicBezTo>
                  <a:pt x="554" y="135"/>
                  <a:pt x="556" y="135"/>
                  <a:pt x="555" y="137"/>
                </a:cubicBezTo>
                <a:cubicBezTo>
                  <a:pt x="552" y="137"/>
                  <a:pt x="551" y="138"/>
                  <a:pt x="549" y="138"/>
                </a:cubicBezTo>
                <a:cubicBezTo>
                  <a:pt x="566" y="144"/>
                  <a:pt x="571" y="122"/>
                  <a:pt x="588" y="123"/>
                </a:cubicBezTo>
                <a:cubicBezTo>
                  <a:pt x="587" y="122"/>
                  <a:pt x="586" y="122"/>
                  <a:pt x="586" y="121"/>
                </a:cubicBezTo>
                <a:cubicBezTo>
                  <a:pt x="591" y="116"/>
                  <a:pt x="601" y="122"/>
                  <a:pt x="603" y="128"/>
                </a:cubicBezTo>
                <a:cubicBezTo>
                  <a:pt x="598" y="128"/>
                  <a:pt x="597" y="131"/>
                  <a:pt x="595" y="133"/>
                </a:cubicBezTo>
                <a:cubicBezTo>
                  <a:pt x="588" y="129"/>
                  <a:pt x="582" y="135"/>
                  <a:pt x="576" y="134"/>
                </a:cubicBezTo>
                <a:cubicBezTo>
                  <a:pt x="578" y="137"/>
                  <a:pt x="584" y="135"/>
                  <a:pt x="585" y="138"/>
                </a:cubicBezTo>
                <a:cubicBezTo>
                  <a:pt x="586" y="141"/>
                  <a:pt x="581" y="139"/>
                  <a:pt x="581" y="141"/>
                </a:cubicBezTo>
                <a:cubicBezTo>
                  <a:pt x="590" y="142"/>
                  <a:pt x="598" y="132"/>
                  <a:pt x="604" y="141"/>
                </a:cubicBezTo>
                <a:cubicBezTo>
                  <a:pt x="600" y="146"/>
                  <a:pt x="590" y="144"/>
                  <a:pt x="585" y="145"/>
                </a:cubicBezTo>
                <a:cubicBezTo>
                  <a:pt x="591" y="147"/>
                  <a:pt x="598" y="146"/>
                  <a:pt x="604" y="147"/>
                </a:cubicBezTo>
                <a:cubicBezTo>
                  <a:pt x="598" y="151"/>
                  <a:pt x="584" y="150"/>
                  <a:pt x="584" y="157"/>
                </a:cubicBezTo>
                <a:cubicBezTo>
                  <a:pt x="562" y="165"/>
                  <a:pt x="540" y="172"/>
                  <a:pt x="512" y="174"/>
                </a:cubicBezTo>
                <a:close/>
                <a:moveTo>
                  <a:pt x="578" y="166"/>
                </a:moveTo>
                <a:cubicBezTo>
                  <a:pt x="576" y="166"/>
                  <a:pt x="577" y="164"/>
                  <a:pt x="575" y="164"/>
                </a:cubicBezTo>
                <a:cubicBezTo>
                  <a:pt x="576" y="162"/>
                  <a:pt x="578" y="162"/>
                  <a:pt x="580" y="162"/>
                </a:cubicBezTo>
                <a:cubicBezTo>
                  <a:pt x="581" y="165"/>
                  <a:pt x="578" y="164"/>
                  <a:pt x="578" y="166"/>
                </a:cubicBezTo>
                <a:close/>
                <a:moveTo>
                  <a:pt x="568" y="449"/>
                </a:moveTo>
                <a:cubicBezTo>
                  <a:pt x="567" y="452"/>
                  <a:pt x="564" y="453"/>
                  <a:pt x="562" y="454"/>
                </a:cubicBezTo>
                <a:cubicBezTo>
                  <a:pt x="560" y="452"/>
                  <a:pt x="565" y="449"/>
                  <a:pt x="565" y="445"/>
                </a:cubicBezTo>
                <a:cubicBezTo>
                  <a:pt x="566" y="445"/>
                  <a:pt x="568" y="445"/>
                  <a:pt x="569" y="445"/>
                </a:cubicBezTo>
                <a:cubicBezTo>
                  <a:pt x="568" y="448"/>
                  <a:pt x="567" y="445"/>
                  <a:pt x="566" y="447"/>
                </a:cubicBezTo>
                <a:cubicBezTo>
                  <a:pt x="565" y="449"/>
                  <a:pt x="567" y="448"/>
                  <a:pt x="568" y="449"/>
                </a:cubicBezTo>
                <a:close/>
                <a:moveTo>
                  <a:pt x="562" y="514"/>
                </a:moveTo>
                <a:cubicBezTo>
                  <a:pt x="565" y="517"/>
                  <a:pt x="566" y="518"/>
                  <a:pt x="570" y="516"/>
                </a:cubicBezTo>
                <a:cubicBezTo>
                  <a:pt x="571" y="518"/>
                  <a:pt x="571" y="520"/>
                  <a:pt x="571" y="524"/>
                </a:cubicBezTo>
                <a:cubicBezTo>
                  <a:pt x="565" y="525"/>
                  <a:pt x="562" y="529"/>
                  <a:pt x="556" y="525"/>
                </a:cubicBezTo>
                <a:cubicBezTo>
                  <a:pt x="556" y="519"/>
                  <a:pt x="561" y="519"/>
                  <a:pt x="562" y="514"/>
                </a:cubicBezTo>
                <a:close/>
                <a:moveTo>
                  <a:pt x="573" y="739"/>
                </a:moveTo>
                <a:cubicBezTo>
                  <a:pt x="570" y="737"/>
                  <a:pt x="571" y="733"/>
                  <a:pt x="567" y="734"/>
                </a:cubicBezTo>
                <a:cubicBezTo>
                  <a:pt x="567" y="728"/>
                  <a:pt x="567" y="728"/>
                  <a:pt x="567" y="728"/>
                </a:cubicBezTo>
                <a:cubicBezTo>
                  <a:pt x="571" y="728"/>
                  <a:pt x="571" y="728"/>
                  <a:pt x="571" y="728"/>
                </a:cubicBezTo>
                <a:cubicBezTo>
                  <a:pt x="570" y="734"/>
                  <a:pt x="574" y="734"/>
                  <a:pt x="573" y="739"/>
                </a:cubicBezTo>
                <a:close/>
                <a:moveTo>
                  <a:pt x="553" y="764"/>
                </a:moveTo>
                <a:cubicBezTo>
                  <a:pt x="555" y="765"/>
                  <a:pt x="564" y="769"/>
                  <a:pt x="565" y="780"/>
                </a:cubicBezTo>
                <a:cubicBezTo>
                  <a:pt x="559" y="776"/>
                  <a:pt x="554" y="772"/>
                  <a:pt x="553" y="764"/>
                </a:cubicBezTo>
                <a:close/>
                <a:moveTo>
                  <a:pt x="570" y="766"/>
                </a:moveTo>
                <a:cubicBezTo>
                  <a:pt x="569" y="769"/>
                  <a:pt x="571" y="770"/>
                  <a:pt x="571" y="773"/>
                </a:cubicBezTo>
                <a:cubicBezTo>
                  <a:pt x="568" y="772"/>
                  <a:pt x="566" y="772"/>
                  <a:pt x="564" y="773"/>
                </a:cubicBezTo>
                <a:cubicBezTo>
                  <a:pt x="560" y="769"/>
                  <a:pt x="558" y="759"/>
                  <a:pt x="558" y="753"/>
                </a:cubicBezTo>
                <a:cubicBezTo>
                  <a:pt x="560" y="753"/>
                  <a:pt x="560" y="752"/>
                  <a:pt x="562" y="752"/>
                </a:cubicBezTo>
                <a:cubicBezTo>
                  <a:pt x="561" y="754"/>
                  <a:pt x="563" y="754"/>
                  <a:pt x="562" y="756"/>
                </a:cubicBezTo>
                <a:cubicBezTo>
                  <a:pt x="560" y="756"/>
                  <a:pt x="560" y="756"/>
                  <a:pt x="560" y="756"/>
                </a:cubicBezTo>
                <a:cubicBezTo>
                  <a:pt x="560" y="758"/>
                  <a:pt x="564" y="756"/>
                  <a:pt x="562" y="759"/>
                </a:cubicBezTo>
                <a:cubicBezTo>
                  <a:pt x="565" y="755"/>
                  <a:pt x="566" y="764"/>
                  <a:pt x="569" y="765"/>
                </a:cubicBezTo>
                <a:cubicBezTo>
                  <a:pt x="567" y="751"/>
                  <a:pt x="561" y="743"/>
                  <a:pt x="559" y="730"/>
                </a:cubicBezTo>
                <a:cubicBezTo>
                  <a:pt x="559" y="727"/>
                  <a:pt x="562" y="732"/>
                  <a:pt x="562" y="729"/>
                </a:cubicBezTo>
                <a:cubicBezTo>
                  <a:pt x="566" y="737"/>
                  <a:pt x="569" y="751"/>
                  <a:pt x="575" y="765"/>
                </a:cubicBezTo>
                <a:cubicBezTo>
                  <a:pt x="575" y="767"/>
                  <a:pt x="571" y="765"/>
                  <a:pt x="570" y="766"/>
                </a:cubicBezTo>
                <a:close/>
                <a:moveTo>
                  <a:pt x="558" y="178"/>
                </a:moveTo>
                <a:cubicBezTo>
                  <a:pt x="565" y="171"/>
                  <a:pt x="575" y="176"/>
                  <a:pt x="586" y="177"/>
                </a:cubicBezTo>
                <a:cubicBezTo>
                  <a:pt x="580" y="182"/>
                  <a:pt x="566" y="179"/>
                  <a:pt x="558" y="178"/>
                </a:cubicBezTo>
                <a:close/>
                <a:moveTo>
                  <a:pt x="579" y="577"/>
                </a:moveTo>
                <a:cubicBezTo>
                  <a:pt x="580" y="567"/>
                  <a:pt x="589" y="566"/>
                  <a:pt x="593" y="558"/>
                </a:cubicBezTo>
                <a:cubicBezTo>
                  <a:pt x="591" y="554"/>
                  <a:pt x="588" y="561"/>
                  <a:pt x="584" y="560"/>
                </a:cubicBezTo>
                <a:cubicBezTo>
                  <a:pt x="583" y="557"/>
                  <a:pt x="587" y="555"/>
                  <a:pt x="584" y="552"/>
                </a:cubicBezTo>
                <a:cubicBezTo>
                  <a:pt x="590" y="552"/>
                  <a:pt x="590" y="552"/>
                  <a:pt x="595" y="551"/>
                </a:cubicBezTo>
                <a:cubicBezTo>
                  <a:pt x="594" y="554"/>
                  <a:pt x="598" y="552"/>
                  <a:pt x="597" y="554"/>
                </a:cubicBezTo>
                <a:cubicBezTo>
                  <a:pt x="598" y="558"/>
                  <a:pt x="594" y="555"/>
                  <a:pt x="594" y="557"/>
                </a:cubicBezTo>
                <a:cubicBezTo>
                  <a:pt x="596" y="559"/>
                  <a:pt x="597" y="557"/>
                  <a:pt x="600" y="558"/>
                </a:cubicBezTo>
                <a:cubicBezTo>
                  <a:pt x="600" y="568"/>
                  <a:pt x="592" y="568"/>
                  <a:pt x="586" y="571"/>
                </a:cubicBezTo>
                <a:cubicBezTo>
                  <a:pt x="583" y="572"/>
                  <a:pt x="584" y="578"/>
                  <a:pt x="579" y="577"/>
                </a:cubicBezTo>
                <a:close/>
                <a:moveTo>
                  <a:pt x="594" y="577"/>
                </a:moveTo>
                <a:cubicBezTo>
                  <a:pt x="598" y="577"/>
                  <a:pt x="598" y="577"/>
                  <a:pt x="598" y="577"/>
                </a:cubicBezTo>
                <a:cubicBezTo>
                  <a:pt x="598" y="579"/>
                  <a:pt x="594" y="581"/>
                  <a:pt x="594" y="577"/>
                </a:cubicBezTo>
                <a:close/>
                <a:moveTo>
                  <a:pt x="597" y="584"/>
                </a:moveTo>
                <a:cubicBezTo>
                  <a:pt x="599" y="581"/>
                  <a:pt x="605" y="581"/>
                  <a:pt x="606" y="577"/>
                </a:cubicBezTo>
                <a:cubicBezTo>
                  <a:pt x="608" y="577"/>
                  <a:pt x="610" y="578"/>
                  <a:pt x="611" y="579"/>
                </a:cubicBezTo>
                <a:cubicBezTo>
                  <a:pt x="613" y="579"/>
                  <a:pt x="612" y="576"/>
                  <a:pt x="613" y="575"/>
                </a:cubicBezTo>
                <a:cubicBezTo>
                  <a:pt x="614" y="576"/>
                  <a:pt x="614" y="577"/>
                  <a:pt x="614" y="578"/>
                </a:cubicBezTo>
                <a:cubicBezTo>
                  <a:pt x="617" y="577"/>
                  <a:pt x="621" y="577"/>
                  <a:pt x="619" y="574"/>
                </a:cubicBezTo>
                <a:cubicBezTo>
                  <a:pt x="621" y="575"/>
                  <a:pt x="623" y="575"/>
                  <a:pt x="623" y="578"/>
                </a:cubicBezTo>
                <a:cubicBezTo>
                  <a:pt x="614" y="581"/>
                  <a:pt x="607" y="588"/>
                  <a:pt x="597" y="584"/>
                </a:cubicBezTo>
                <a:close/>
                <a:moveTo>
                  <a:pt x="622" y="724"/>
                </a:moveTo>
                <a:cubicBezTo>
                  <a:pt x="623" y="722"/>
                  <a:pt x="625" y="721"/>
                  <a:pt x="626" y="719"/>
                </a:cubicBezTo>
                <a:cubicBezTo>
                  <a:pt x="628" y="721"/>
                  <a:pt x="624" y="724"/>
                  <a:pt x="622" y="724"/>
                </a:cubicBezTo>
                <a:close/>
                <a:moveTo>
                  <a:pt x="658" y="758"/>
                </a:moveTo>
                <a:cubicBezTo>
                  <a:pt x="660" y="751"/>
                  <a:pt x="668" y="745"/>
                  <a:pt x="672" y="750"/>
                </a:cubicBezTo>
                <a:cubicBezTo>
                  <a:pt x="670" y="755"/>
                  <a:pt x="666" y="758"/>
                  <a:pt x="658" y="758"/>
                </a:cubicBezTo>
                <a:close/>
                <a:moveTo>
                  <a:pt x="724" y="767"/>
                </a:moveTo>
                <a:cubicBezTo>
                  <a:pt x="725" y="765"/>
                  <a:pt x="726" y="763"/>
                  <a:pt x="728" y="760"/>
                </a:cubicBezTo>
                <a:cubicBezTo>
                  <a:pt x="729" y="762"/>
                  <a:pt x="728" y="768"/>
                  <a:pt x="724" y="767"/>
                </a:cubicBezTo>
                <a:close/>
                <a:moveTo>
                  <a:pt x="734" y="680"/>
                </a:moveTo>
                <a:cubicBezTo>
                  <a:pt x="733" y="680"/>
                  <a:pt x="732" y="681"/>
                  <a:pt x="731" y="681"/>
                </a:cubicBezTo>
                <a:cubicBezTo>
                  <a:pt x="722" y="703"/>
                  <a:pt x="706" y="717"/>
                  <a:pt x="688" y="731"/>
                </a:cubicBezTo>
                <a:cubicBezTo>
                  <a:pt x="691" y="735"/>
                  <a:pt x="687" y="739"/>
                  <a:pt x="683" y="740"/>
                </a:cubicBezTo>
                <a:cubicBezTo>
                  <a:pt x="684" y="737"/>
                  <a:pt x="679" y="740"/>
                  <a:pt x="680" y="736"/>
                </a:cubicBezTo>
                <a:cubicBezTo>
                  <a:pt x="676" y="743"/>
                  <a:pt x="666" y="740"/>
                  <a:pt x="659" y="745"/>
                </a:cubicBezTo>
                <a:cubicBezTo>
                  <a:pt x="660" y="751"/>
                  <a:pt x="655" y="751"/>
                  <a:pt x="655" y="757"/>
                </a:cubicBezTo>
                <a:cubicBezTo>
                  <a:pt x="653" y="757"/>
                  <a:pt x="650" y="759"/>
                  <a:pt x="649" y="758"/>
                </a:cubicBezTo>
                <a:cubicBezTo>
                  <a:pt x="650" y="752"/>
                  <a:pt x="655" y="751"/>
                  <a:pt x="657" y="746"/>
                </a:cubicBezTo>
                <a:cubicBezTo>
                  <a:pt x="650" y="742"/>
                  <a:pt x="639" y="746"/>
                  <a:pt x="634" y="747"/>
                </a:cubicBezTo>
                <a:cubicBezTo>
                  <a:pt x="632" y="746"/>
                  <a:pt x="631" y="743"/>
                  <a:pt x="630" y="740"/>
                </a:cubicBezTo>
                <a:cubicBezTo>
                  <a:pt x="629" y="741"/>
                  <a:pt x="629" y="742"/>
                  <a:pt x="627" y="742"/>
                </a:cubicBezTo>
                <a:cubicBezTo>
                  <a:pt x="627" y="738"/>
                  <a:pt x="625" y="734"/>
                  <a:pt x="627" y="731"/>
                </a:cubicBezTo>
                <a:cubicBezTo>
                  <a:pt x="631" y="730"/>
                  <a:pt x="630" y="734"/>
                  <a:pt x="635" y="733"/>
                </a:cubicBezTo>
                <a:cubicBezTo>
                  <a:pt x="638" y="733"/>
                  <a:pt x="637" y="727"/>
                  <a:pt x="639" y="726"/>
                </a:cubicBezTo>
                <a:cubicBezTo>
                  <a:pt x="636" y="725"/>
                  <a:pt x="635" y="729"/>
                  <a:pt x="632" y="727"/>
                </a:cubicBezTo>
                <a:cubicBezTo>
                  <a:pt x="635" y="723"/>
                  <a:pt x="639" y="726"/>
                  <a:pt x="641" y="721"/>
                </a:cubicBezTo>
                <a:cubicBezTo>
                  <a:pt x="651" y="725"/>
                  <a:pt x="656" y="717"/>
                  <a:pt x="662" y="716"/>
                </a:cubicBezTo>
                <a:cubicBezTo>
                  <a:pt x="668" y="722"/>
                  <a:pt x="674" y="726"/>
                  <a:pt x="679" y="730"/>
                </a:cubicBezTo>
                <a:cubicBezTo>
                  <a:pt x="680" y="726"/>
                  <a:pt x="680" y="722"/>
                  <a:pt x="680" y="717"/>
                </a:cubicBezTo>
                <a:cubicBezTo>
                  <a:pt x="683" y="718"/>
                  <a:pt x="682" y="721"/>
                  <a:pt x="683" y="723"/>
                </a:cubicBezTo>
                <a:cubicBezTo>
                  <a:pt x="685" y="722"/>
                  <a:pt x="683" y="717"/>
                  <a:pt x="684" y="715"/>
                </a:cubicBezTo>
                <a:cubicBezTo>
                  <a:pt x="693" y="709"/>
                  <a:pt x="699" y="700"/>
                  <a:pt x="707" y="691"/>
                </a:cubicBezTo>
                <a:cubicBezTo>
                  <a:pt x="709" y="694"/>
                  <a:pt x="703" y="701"/>
                  <a:pt x="705" y="705"/>
                </a:cubicBezTo>
                <a:cubicBezTo>
                  <a:pt x="714" y="693"/>
                  <a:pt x="717" y="684"/>
                  <a:pt x="719" y="666"/>
                </a:cubicBezTo>
                <a:cubicBezTo>
                  <a:pt x="714" y="666"/>
                  <a:pt x="718" y="673"/>
                  <a:pt x="714" y="675"/>
                </a:cubicBezTo>
                <a:cubicBezTo>
                  <a:pt x="714" y="682"/>
                  <a:pt x="710" y="685"/>
                  <a:pt x="708" y="689"/>
                </a:cubicBezTo>
                <a:cubicBezTo>
                  <a:pt x="707" y="677"/>
                  <a:pt x="709" y="667"/>
                  <a:pt x="714" y="656"/>
                </a:cubicBezTo>
                <a:cubicBezTo>
                  <a:pt x="716" y="656"/>
                  <a:pt x="715" y="659"/>
                  <a:pt x="716" y="660"/>
                </a:cubicBezTo>
                <a:cubicBezTo>
                  <a:pt x="717" y="660"/>
                  <a:pt x="717" y="660"/>
                  <a:pt x="718" y="660"/>
                </a:cubicBezTo>
                <a:cubicBezTo>
                  <a:pt x="720" y="656"/>
                  <a:pt x="715" y="658"/>
                  <a:pt x="715" y="653"/>
                </a:cubicBezTo>
                <a:cubicBezTo>
                  <a:pt x="722" y="651"/>
                  <a:pt x="735" y="647"/>
                  <a:pt x="741" y="656"/>
                </a:cubicBezTo>
                <a:cubicBezTo>
                  <a:pt x="739" y="664"/>
                  <a:pt x="737" y="672"/>
                  <a:pt x="734" y="680"/>
                </a:cubicBezTo>
                <a:close/>
                <a:moveTo>
                  <a:pt x="738" y="685"/>
                </a:moveTo>
                <a:cubicBezTo>
                  <a:pt x="739" y="678"/>
                  <a:pt x="738" y="652"/>
                  <a:pt x="749" y="659"/>
                </a:cubicBezTo>
                <a:cubicBezTo>
                  <a:pt x="744" y="667"/>
                  <a:pt x="742" y="677"/>
                  <a:pt x="738" y="685"/>
                </a:cubicBezTo>
                <a:close/>
                <a:moveTo>
                  <a:pt x="746" y="189"/>
                </a:moveTo>
                <a:cubicBezTo>
                  <a:pt x="749" y="187"/>
                  <a:pt x="757" y="188"/>
                  <a:pt x="757" y="192"/>
                </a:cubicBezTo>
                <a:cubicBezTo>
                  <a:pt x="755" y="192"/>
                  <a:pt x="748" y="191"/>
                  <a:pt x="746" y="189"/>
                </a:cubicBezTo>
                <a:close/>
                <a:moveTo>
                  <a:pt x="752" y="762"/>
                </a:moveTo>
                <a:cubicBezTo>
                  <a:pt x="753" y="760"/>
                  <a:pt x="752" y="757"/>
                  <a:pt x="754" y="755"/>
                </a:cubicBezTo>
                <a:cubicBezTo>
                  <a:pt x="755" y="757"/>
                  <a:pt x="755" y="754"/>
                  <a:pt x="757" y="756"/>
                </a:cubicBezTo>
                <a:cubicBezTo>
                  <a:pt x="756" y="759"/>
                  <a:pt x="755" y="762"/>
                  <a:pt x="752" y="762"/>
                </a:cubicBezTo>
                <a:close/>
                <a:moveTo>
                  <a:pt x="754" y="258"/>
                </a:moveTo>
                <a:cubicBezTo>
                  <a:pt x="754" y="255"/>
                  <a:pt x="757" y="258"/>
                  <a:pt x="758" y="260"/>
                </a:cubicBezTo>
                <a:cubicBezTo>
                  <a:pt x="760" y="262"/>
                  <a:pt x="755" y="258"/>
                  <a:pt x="754" y="258"/>
                </a:cubicBezTo>
                <a:close/>
                <a:moveTo>
                  <a:pt x="759" y="260"/>
                </a:moveTo>
                <a:cubicBezTo>
                  <a:pt x="763" y="261"/>
                  <a:pt x="766" y="262"/>
                  <a:pt x="770" y="263"/>
                </a:cubicBezTo>
                <a:cubicBezTo>
                  <a:pt x="766" y="258"/>
                  <a:pt x="758" y="253"/>
                  <a:pt x="750" y="249"/>
                </a:cubicBezTo>
                <a:cubicBezTo>
                  <a:pt x="752" y="248"/>
                  <a:pt x="754" y="247"/>
                  <a:pt x="757" y="247"/>
                </a:cubicBezTo>
                <a:cubicBezTo>
                  <a:pt x="758" y="256"/>
                  <a:pt x="779" y="254"/>
                  <a:pt x="779" y="264"/>
                </a:cubicBezTo>
                <a:cubicBezTo>
                  <a:pt x="778" y="266"/>
                  <a:pt x="775" y="266"/>
                  <a:pt x="776" y="270"/>
                </a:cubicBezTo>
                <a:cubicBezTo>
                  <a:pt x="770" y="266"/>
                  <a:pt x="764" y="264"/>
                  <a:pt x="759" y="260"/>
                </a:cubicBezTo>
                <a:close/>
                <a:moveTo>
                  <a:pt x="784" y="762"/>
                </a:moveTo>
                <a:cubicBezTo>
                  <a:pt x="784" y="761"/>
                  <a:pt x="785" y="755"/>
                  <a:pt x="789" y="756"/>
                </a:cubicBezTo>
                <a:cubicBezTo>
                  <a:pt x="788" y="759"/>
                  <a:pt x="785" y="759"/>
                  <a:pt x="784" y="762"/>
                </a:cubicBezTo>
                <a:close/>
                <a:moveTo>
                  <a:pt x="792" y="710"/>
                </a:moveTo>
                <a:cubicBezTo>
                  <a:pt x="791" y="713"/>
                  <a:pt x="793" y="713"/>
                  <a:pt x="793" y="716"/>
                </a:cubicBezTo>
                <a:cubicBezTo>
                  <a:pt x="790" y="717"/>
                  <a:pt x="790" y="720"/>
                  <a:pt x="787" y="721"/>
                </a:cubicBezTo>
                <a:cubicBezTo>
                  <a:pt x="793" y="729"/>
                  <a:pt x="779" y="739"/>
                  <a:pt x="774" y="741"/>
                </a:cubicBezTo>
                <a:cubicBezTo>
                  <a:pt x="777" y="738"/>
                  <a:pt x="772" y="738"/>
                  <a:pt x="770" y="738"/>
                </a:cubicBezTo>
                <a:cubicBezTo>
                  <a:pt x="767" y="739"/>
                  <a:pt x="773" y="739"/>
                  <a:pt x="771" y="741"/>
                </a:cubicBezTo>
                <a:cubicBezTo>
                  <a:pt x="771" y="741"/>
                  <a:pt x="771" y="742"/>
                  <a:pt x="771" y="743"/>
                </a:cubicBezTo>
                <a:cubicBezTo>
                  <a:pt x="761" y="736"/>
                  <a:pt x="769" y="724"/>
                  <a:pt x="770" y="713"/>
                </a:cubicBezTo>
                <a:cubicBezTo>
                  <a:pt x="772" y="713"/>
                  <a:pt x="772" y="710"/>
                  <a:pt x="775" y="710"/>
                </a:cubicBezTo>
                <a:cubicBezTo>
                  <a:pt x="776" y="704"/>
                  <a:pt x="773" y="705"/>
                  <a:pt x="773" y="699"/>
                </a:cubicBezTo>
                <a:cubicBezTo>
                  <a:pt x="774" y="699"/>
                  <a:pt x="775" y="699"/>
                  <a:pt x="775" y="698"/>
                </a:cubicBezTo>
                <a:cubicBezTo>
                  <a:pt x="776" y="699"/>
                  <a:pt x="776" y="700"/>
                  <a:pt x="777" y="700"/>
                </a:cubicBezTo>
                <a:cubicBezTo>
                  <a:pt x="776" y="703"/>
                  <a:pt x="778" y="705"/>
                  <a:pt x="776" y="706"/>
                </a:cubicBezTo>
                <a:cubicBezTo>
                  <a:pt x="776" y="707"/>
                  <a:pt x="778" y="705"/>
                  <a:pt x="777" y="710"/>
                </a:cubicBezTo>
                <a:cubicBezTo>
                  <a:pt x="782" y="705"/>
                  <a:pt x="784" y="696"/>
                  <a:pt x="786" y="688"/>
                </a:cubicBezTo>
                <a:cubicBezTo>
                  <a:pt x="785" y="686"/>
                  <a:pt x="781" y="689"/>
                  <a:pt x="780" y="689"/>
                </a:cubicBezTo>
                <a:cubicBezTo>
                  <a:pt x="779" y="693"/>
                  <a:pt x="783" y="691"/>
                  <a:pt x="782" y="694"/>
                </a:cubicBezTo>
                <a:cubicBezTo>
                  <a:pt x="780" y="696"/>
                  <a:pt x="778" y="692"/>
                  <a:pt x="779" y="697"/>
                </a:cubicBezTo>
                <a:cubicBezTo>
                  <a:pt x="777" y="696"/>
                  <a:pt x="777" y="698"/>
                  <a:pt x="775" y="697"/>
                </a:cubicBezTo>
                <a:cubicBezTo>
                  <a:pt x="775" y="690"/>
                  <a:pt x="779" y="690"/>
                  <a:pt x="777" y="681"/>
                </a:cubicBezTo>
                <a:cubicBezTo>
                  <a:pt x="780" y="679"/>
                  <a:pt x="779" y="676"/>
                  <a:pt x="780" y="674"/>
                </a:cubicBezTo>
                <a:cubicBezTo>
                  <a:pt x="780" y="674"/>
                  <a:pt x="781" y="675"/>
                  <a:pt x="781" y="676"/>
                </a:cubicBezTo>
                <a:cubicBezTo>
                  <a:pt x="783" y="675"/>
                  <a:pt x="783" y="673"/>
                  <a:pt x="784" y="672"/>
                </a:cubicBezTo>
                <a:cubicBezTo>
                  <a:pt x="785" y="671"/>
                  <a:pt x="782" y="679"/>
                  <a:pt x="783" y="682"/>
                </a:cubicBezTo>
                <a:cubicBezTo>
                  <a:pt x="785" y="681"/>
                  <a:pt x="784" y="675"/>
                  <a:pt x="787" y="678"/>
                </a:cubicBezTo>
                <a:cubicBezTo>
                  <a:pt x="786" y="674"/>
                  <a:pt x="787" y="673"/>
                  <a:pt x="786" y="670"/>
                </a:cubicBezTo>
                <a:cubicBezTo>
                  <a:pt x="791" y="666"/>
                  <a:pt x="796" y="669"/>
                  <a:pt x="802" y="667"/>
                </a:cubicBezTo>
                <a:cubicBezTo>
                  <a:pt x="799" y="665"/>
                  <a:pt x="795" y="664"/>
                  <a:pt x="792" y="662"/>
                </a:cubicBezTo>
                <a:cubicBezTo>
                  <a:pt x="791" y="655"/>
                  <a:pt x="794" y="652"/>
                  <a:pt x="794" y="646"/>
                </a:cubicBezTo>
                <a:cubicBezTo>
                  <a:pt x="801" y="645"/>
                  <a:pt x="805" y="644"/>
                  <a:pt x="811" y="646"/>
                </a:cubicBezTo>
                <a:cubicBezTo>
                  <a:pt x="811" y="637"/>
                  <a:pt x="802" y="638"/>
                  <a:pt x="798" y="633"/>
                </a:cubicBezTo>
                <a:cubicBezTo>
                  <a:pt x="805" y="630"/>
                  <a:pt x="816" y="639"/>
                  <a:pt x="821" y="635"/>
                </a:cubicBezTo>
                <a:cubicBezTo>
                  <a:pt x="815" y="631"/>
                  <a:pt x="809" y="627"/>
                  <a:pt x="802" y="626"/>
                </a:cubicBezTo>
                <a:cubicBezTo>
                  <a:pt x="801" y="622"/>
                  <a:pt x="802" y="619"/>
                  <a:pt x="805" y="616"/>
                </a:cubicBezTo>
                <a:cubicBezTo>
                  <a:pt x="810" y="618"/>
                  <a:pt x="814" y="616"/>
                  <a:pt x="818" y="617"/>
                </a:cubicBezTo>
                <a:cubicBezTo>
                  <a:pt x="810" y="609"/>
                  <a:pt x="792" y="615"/>
                  <a:pt x="799" y="597"/>
                </a:cubicBezTo>
                <a:cubicBezTo>
                  <a:pt x="800" y="596"/>
                  <a:pt x="803" y="596"/>
                  <a:pt x="803" y="594"/>
                </a:cubicBezTo>
                <a:cubicBezTo>
                  <a:pt x="805" y="589"/>
                  <a:pt x="801" y="578"/>
                  <a:pt x="807" y="576"/>
                </a:cubicBezTo>
                <a:cubicBezTo>
                  <a:pt x="809" y="580"/>
                  <a:pt x="806" y="583"/>
                  <a:pt x="809" y="586"/>
                </a:cubicBezTo>
                <a:cubicBezTo>
                  <a:pt x="806" y="586"/>
                  <a:pt x="806" y="586"/>
                  <a:pt x="806" y="586"/>
                </a:cubicBezTo>
                <a:cubicBezTo>
                  <a:pt x="807" y="589"/>
                  <a:pt x="809" y="590"/>
                  <a:pt x="808" y="595"/>
                </a:cubicBezTo>
                <a:cubicBezTo>
                  <a:pt x="809" y="596"/>
                  <a:pt x="810" y="596"/>
                  <a:pt x="811" y="596"/>
                </a:cubicBezTo>
                <a:cubicBezTo>
                  <a:pt x="813" y="595"/>
                  <a:pt x="810" y="593"/>
                  <a:pt x="811" y="591"/>
                </a:cubicBezTo>
                <a:cubicBezTo>
                  <a:pt x="813" y="590"/>
                  <a:pt x="818" y="591"/>
                  <a:pt x="818" y="596"/>
                </a:cubicBezTo>
                <a:cubicBezTo>
                  <a:pt x="820" y="592"/>
                  <a:pt x="821" y="586"/>
                  <a:pt x="824" y="582"/>
                </a:cubicBezTo>
                <a:cubicBezTo>
                  <a:pt x="826" y="585"/>
                  <a:pt x="826" y="589"/>
                  <a:pt x="824" y="592"/>
                </a:cubicBezTo>
                <a:cubicBezTo>
                  <a:pt x="828" y="590"/>
                  <a:pt x="826" y="582"/>
                  <a:pt x="829" y="579"/>
                </a:cubicBezTo>
                <a:cubicBezTo>
                  <a:pt x="833" y="580"/>
                  <a:pt x="830" y="586"/>
                  <a:pt x="830" y="589"/>
                </a:cubicBezTo>
                <a:cubicBezTo>
                  <a:pt x="829" y="589"/>
                  <a:pt x="829" y="588"/>
                  <a:pt x="828" y="588"/>
                </a:cubicBezTo>
                <a:cubicBezTo>
                  <a:pt x="828" y="591"/>
                  <a:pt x="828" y="598"/>
                  <a:pt x="826" y="602"/>
                </a:cubicBezTo>
                <a:cubicBezTo>
                  <a:pt x="825" y="601"/>
                  <a:pt x="824" y="600"/>
                  <a:pt x="824" y="598"/>
                </a:cubicBezTo>
                <a:cubicBezTo>
                  <a:pt x="823" y="601"/>
                  <a:pt x="823" y="604"/>
                  <a:pt x="824" y="606"/>
                </a:cubicBezTo>
                <a:cubicBezTo>
                  <a:pt x="824" y="606"/>
                  <a:pt x="824" y="605"/>
                  <a:pt x="823" y="605"/>
                </a:cubicBezTo>
                <a:cubicBezTo>
                  <a:pt x="823" y="609"/>
                  <a:pt x="823" y="609"/>
                  <a:pt x="823" y="609"/>
                </a:cubicBezTo>
                <a:cubicBezTo>
                  <a:pt x="823" y="612"/>
                  <a:pt x="825" y="607"/>
                  <a:pt x="825" y="610"/>
                </a:cubicBezTo>
                <a:cubicBezTo>
                  <a:pt x="825" y="613"/>
                  <a:pt x="825" y="610"/>
                  <a:pt x="823" y="610"/>
                </a:cubicBezTo>
                <a:cubicBezTo>
                  <a:pt x="823" y="613"/>
                  <a:pt x="824" y="613"/>
                  <a:pt x="824" y="616"/>
                </a:cubicBezTo>
                <a:cubicBezTo>
                  <a:pt x="826" y="616"/>
                  <a:pt x="823" y="612"/>
                  <a:pt x="825" y="612"/>
                </a:cubicBezTo>
                <a:cubicBezTo>
                  <a:pt x="833" y="621"/>
                  <a:pt x="831" y="640"/>
                  <a:pt x="824" y="647"/>
                </a:cubicBezTo>
                <a:cubicBezTo>
                  <a:pt x="825" y="649"/>
                  <a:pt x="824" y="652"/>
                  <a:pt x="824" y="654"/>
                </a:cubicBezTo>
                <a:cubicBezTo>
                  <a:pt x="820" y="657"/>
                  <a:pt x="818" y="670"/>
                  <a:pt x="819" y="674"/>
                </a:cubicBezTo>
                <a:cubicBezTo>
                  <a:pt x="814" y="685"/>
                  <a:pt x="804" y="698"/>
                  <a:pt x="797" y="710"/>
                </a:cubicBezTo>
                <a:cubicBezTo>
                  <a:pt x="794" y="711"/>
                  <a:pt x="794" y="709"/>
                  <a:pt x="792" y="710"/>
                </a:cubicBezTo>
                <a:close/>
                <a:moveTo>
                  <a:pt x="796" y="745"/>
                </a:moveTo>
                <a:cubicBezTo>
                  <a:pt x="796" y="742"/>
                  <a:pt x="796" y="741"/>
                  <a:pt x="798" y="741"/>
                </a:cubicBezTo>
                <a:cubicBezTo>
                  <a:pt x="799" y="743"/>
                  <a:pt x="798" y="745"/>
                  <a:pt x="796" y="745"/>
                </a:cubicBezTo>
                <a:close/>
                <a:moveTo>
                  <a:pt x="854" y="600"/>
                </a:moveTo>
                <a:cubicBezTo>
                  <a:pt x="855" y="603"/>
                  <a:pt x="854" y="605"/>
                  <a:pt x="853" y="607"/>
                </a:cubicBezTo>
                <a:cubicBezTo>
                  <a:pt x="857" y="608"/>
                  <a:pt x="853" y="605"/>
                  <a:pt x="856" y="605"/>
                </a:cubicBezTo>
                <a:cubicBezTo>
                  <a:pt x="859" y="613"/>
                  <a:pt x="854" y="631"/>
                  <a:pt x="850" y="639"/>
                </a:cubicBezTo>
                <a:cubicBezTo>
                  <a:pt x="851" y="658"/>
                  <a:pt x="841" y="676"/>
                  <a:pt x="838" y="690"/>
                </a:cubicBezTo>
                <a:cubicBezTo>
                  <a:pt x="836" y="690"/>
                  <a:pt x="836" y="691"/>
                  <a:pt x="835" y="691"/>
                </a:cubicBezTo>
                <a:cubicBezTo>
                  <a:pt x="829" y="708"/>
                  <a:pt x="818" y="716"/>
                  <a:pt x="810" y="728"/>
                </a:cubicBezTo>
                <a:cubicBezTo>
                  <a:pt x="807" y="715"/>
                  <a:pt x="818" y="707"/>
                  <a:pt x="816" y="695"/>
                </a:cubicBezTo>
                <a:cubicBezTo>
                  <a:pt x="818" y="693"/>
                  <a:pt x="819" y="690"/>
                  <a:pt x="823" y="691"/>
                </a:cubicBezTo>
                <a:cubicBezTo>
                  <a:pt x="824" y="688"/>
                  <a:pt x="825" y="685"/>
                  <a:pt x="829" y="685"/>
                </a:cubicBezTo>
                <a:cubicBezTo>
                  <a:pt x="832" y="667"/>
                  <a:pt x="848" y="650"/>
                  <a:pt x="842" y="625"/>
                </a:cubicBezTo>
                <a:cubicBezTo>
                  <a:pt x="846" y="625"/>
                  <a:pt x="846" y="625"/>
                  <a:pt x="846" y="625"/>
                </a:cubicBezTo>
                <a:cubicBezTo>
                  <a:pt x="844" y="623"/>
                  <a:pt x="843" y="621"/>
                  <a:pt x="844" y="617"/>
                </a:cubicBezTo>
                <a:cubicBezTo>
                  <a:pt x="845" y="618"/>
                  <a:pt x="846" y="620"/>
                  <a:pt x="846" y="622"/>
                </a:cubicBezTo>
                <a:cubicBezTo>
                  <a:pt x="849" y="619"/>
                  <a:pt x="847" y="614"/>
                  <a:pt x="847" y="610"/>
                </a:cubicBezTo>
                <a:cubicBezTo>
                  <a:pt x="849" y="611"/>
                  <a:pt x="851" y="612"/>
                  <a:pt x="853" y="613"/>
                </a:cubicBezTo>
                <a:cubicBezTo>
                  <a:pt x="855" y="611"/>
                  <a:pt x="851" y="609"/>
                  <a:pt x="850" y="607"/>
                </a:cubicBezTo>
                <a:cubicBezTo>
                  <a:pt x="850" y="604"/>
                  <a:pt x="851" y="602"/>
                  <a:pt x="849" y="598"/>
                </a:cubicBezTo>
                <a:cubicBezTo>
                  <a:pt x="846" y="595"/>
                  <a:pt x="848" y="590"/>
                  <a:pt x="845" y="585"/>
                </a:cubicBezTo>
                <a:cubicBezTo>
                  <a:pt x="846" y="581"/>
                  <a:pt x="853" y="592"/>
                  <a:pt x="849" y="593"/>
                </a:cubicBezTo>
                <a:cubicBezTo>
                  <a:pt x="850" y="594"/>
                  <a:pt x="852" y="595"/>
                  <a:pt x="854" y="596"/>
                </a:cubicBezTo>
                <a:cubicBezTo>
                  <a:pt x="854" y="596"/>
                  <a:pt x="855" y="595"/>
                  <a:pt x="855" y="594"/>
                </a:cubicBezTo>
                <a:cubicBezTo>
                  <a:pt x="855" y="597"/>
                  <a:pt x="855" y="597"/>
                  <a:pt x="858" y="599"/>
                </a:cubicBezTo>
                <a:cubicBezTo>
                  <a:pt x="855" y="599"/>
                  <a:pt x="857" y="602"/>
                  <a:pt x="854" y="600"/>
                </a:cubicBezTo>
                <a:close/>
                <a:moveTo>
                  <a:pt x="940" y="190"/>
                </a:moveTo>
                <a:cubicBezTo>
                  <a:pt x="941" y="191"/>
                  <a:pt x="943" y="193"/>
                  <a:pt x="942" y="194"/>
                </a:cubicBezTo>
                <a:cubicBezTo>
                  <a:pt x="940" y="194"/>
                  <a:pt x="938" y="192"/>
                  <a:pt x="940" y="190"/>
                </a:cubicBezTo>
                <a:close/>
                <a:moveTo>
                  <a:pt x="922" y="150"/>
                </a:moveTo>
                <a:cubicBezTo>
                  <a:pt x="921" y="149"/>
                  <a:pt x="921" y="150"/>
                  <a:pt x="920" y="150"/>
                </a:cubicBezTo>
                <a:cubicBezTo>
                  <a:pt x="919" y="149"/>
                  <a:pt x="917" y="148"/>
                  <a:pt x="917" y="145"/>
                </a:cubicBezTo>
                <a:cubicBezTo>
                  <a:pt x="920" y="145"/>
                  <a:pt x="921" y="147"/>
                  <a:pt x="922" y="150"/>
                </a:cubicBezTo>
                <a:close/>
                <a:moveTo>
                  <a:pt x="905" y="180"/>
                </a:moveTo>
                <a:cubicBezTo>
                  <a:pt x="906" y="182"/>
                  <a:pt x="910" y="180"/>
                  <a:pt x="909" y="184"/>
                </a:cubicBezTo>
                <a:cubicBezTo>
                  <a:pt x="907" y="185"/>
                  <a:pt x="907" y="183"/>
                  <a:pt x="905" y="184"/>
                </a:cubicBezTo>
                <a:lnTo>
                  <a:pt x="905" y="180"/>
                </a:lnTo>
                <a:close/>
                <a:moveTo>
                  <a:pt x="898" y="427"/>
                </a:moveTo>
                <a:cubicBezTo>
                  <a:pt x="895" y="429"/>
                  <a:pt x="894" y="425"/>
                  <a:pt x="893" y="423"/>
                </a:cubicBezTo>
                <a:cubicBezTo>
                  <a:pt x="895" y="424"/>
                  <a:pt x="897" y="425"/>
                  <a:pt x="898" y="427"/>
                </a:cubicBezTo>
                <a:close/>
                <a:moveTo>
                  <a:pt x="895" y="252"/>
                </a:moveTo>
                <a:cubicBezTo>
                  <a:pt x="887" y="252"/>
                  <a:pt x="880" y="251"/>
                  <a:pt x="880" y="243"/>
                </a:cubicBezTo>
                <a:cubicBezTo>
                  <a:pt x="886" y="247"/>
                  <a:pt x="894" y="243"/>
                  <a:pt x="895" y="252"/>
                </a:cubicBezTo>
                <a:close/>
                <a:moveTo>
                  <a:pt x="880" y="121"/>
                </a:moveTo>
                <a:cubicBezTo>
                  <a:pt x="877" y="119"/>
                  <a:pt x="875" y="119"/>
                  <a:pt x="874" y="116"/>
                </a:cubicBezTo>
                <a:cubicBezTo>
                  <a:pt x="876" y="119"/>
                  <a:pt x="880" y="115"/>
                  <a:pt x="880" y="121"/>
                </a:cubicBezTo>
                <a:close/>
                <a:moveTo>
                  <a:pt x="860" y="272"/>
                </a:moveTo>
                <a:cubicBezTo>
                  <a:pt x="863" y="273"/>
                  <a:pt x="865" y="273"/>
                  <a:pt x="866" y="275"/>
                </a:cubicBezTo>
                <a:cubicBezTo>
                  <a:pt x="865" y="280"/>
                  <a:pt x="859" y="277"/>
                  <a:pt x="860" y="272"/>
                </a:cubicBezTo>
                <a:close/>
                <a:moveTo>
                  <a:pt x="866" y="111"/>
                </a:moveTo>
                <a:cubicBezTo>
                  <a:pt x="868" y="106"/>
                  <a:pt x="872" y="112"/>
                  <a:pt x="872" y="114"/>
                </a:cubicBezTo>
                <a:cubicBezTo>
                  <a:pt x="871" y="116"/>
                  <a:pt x="867" y="112"/>
                  <a:pt x="866" y="111"/>
                </a:cubicBezTo>
                <a:close/>
                <a:moveTo>
                  <a:pt x="870" y="277"/>
                </a:moveTo>
                <a:cubicBezTo>
                  <a:pt x="876" y="278"/>
                  <a:pt x="879" y="282"/>
                  <a:pt x="881" y="288"/>
                </a:cubicBezTo>
                <a:cubicBezTo>
                  <a:pt x="876" y="286"/>
                  <a:pt x="873" y="281"/>
                  <a:pt x="870" y="277"/>
                </a:cubicBezTo>
                <a:close/>
                <a:moveTo>
                  <a:pt x="890" y="266"/>
                </a:moveTo>
                <a:cubicBezTo>
                  <a:pt x="885" y="261"/>
                  <a:pt x="879" y="265"/>
                  <a:pt x="874" y="259"/>
                </a:cubicBezTo>
                <a:cubicBezTo>
                  <a:pt x="875" y="258"/>
                  <a:pt x="878" y="258"/>
                  <a:pt x="876" y="256"/>
                </a:cubicBezTo>
                <a:cubicBezTo>
                  <a:pt x="877" y="256"/>
                  <a:pt x="889" y="259"/>
                  <a:pt x="893" y="263"/>
                </a:cubicBezTo>
                <a:cubicBezTo>
                  <a:pt x="893" y="266"/>
                  <a:pt x="889" y="263"/>
                  <a:pt x="890" y="266"/>
                </a:cubicBezTo>
                <a:close/>
                <a:moveTo>
                  <a:pt x="898" y="438"/>
                </a:moveTo>
                <a:cubicBezTo>
                  <a:pt x="894" y="437"/>
                  <a:pt x="894" y="432"/>
                  <a:pt x="893" y="428"/>
                </a:cubicBezTo>
                <a:cubicBezTo>
                  <a:pt x="896" y="430"/>
                  <a:pt x="900" y="434"/>
                  <a:pt x="898" y="438"/>
                </a:cubicBezTo>
                <a:close/>
                <a:moveTo>
                  <a:pt x="902" y="444"/>
                </a:moveTo>
                <a:cubicBezTo>
                  <a:pt x="903" y="444"/>
                  <a:pt x="904" y="444"/>
                  <a:pt x="904" y="443"/>
                </a:cubicBezTo>
                <a:cubicBezTo>
                  <a:pt x="906" y="444"/>
                  <a:pt x="905" y="448"/>
                  <a:pt x="908" y="447"/>
                </a:cubicBezTo>
                <a:cubicBezTo>
                  <a:pt x="905" y="450"/>
                  <a:pt x="909" y="453"/>
                  <a:pt x="911" y="456"/>
                </a:cubicBezTo>
                <a:cubicBezTo>
                  <a:pt x="906" y="457"/>
                  <a:pt x="904" y="448"/>
                  <a:pt x="902" y="444"/>
                </a:cubicBezTo>
                <a:close/>
                <a:moveTo>
                  <a:pt x="904" y="301"/>
                </a:moveTo>
                <a:cubicBezTo>
                  <a:pt x="906" y="302"/>
                  <a:pt x="907" y="302"/>
                  <a:pt x="908" y="304"/>
                </a:cubicBezTo>
                <a:cubicBezTo>
                  <a:pt x="907" y="306"/>
                  <a:pt x="903" y="304"/>
                  <a:pt x="904" y="301"/>
                </a:cubicBezTo>
                <a:close/>
                <a:moveTo>
                  <a:pt x="917" y="342"/>
                </a:moveTo>
                <a:cubicBezTo>
                  <a:pt x="920" y="340"/>
                  <a:pt x="924" y="345"/>
                  <a:pt x="924" y="340"/>
                </a:cubicBezTo>
                <a:cubicBezTo>
                  <a:pt x="928" y="340"/>
                  <a:pt x="931" y="340"/>
                  <a:pt x="933" y="342"/>
                </a:cubicBezTo>
                <a:cubicBezTo>
                  <a:pt x="931" y="347"/>
                  <a:pt x="935" y="347"/>
                  <a:pt x="935" y="351"/>
                </a:cubicBezTo>
                <a:cubicBezTo>
                  <a:pt x="930" y="347"/>
                  <a:pt x="919" y="349"/>
                  <a:pt x="917" y="342"/>
                </a:cubicBezTo>
                <a:close/>
                <a:moveTo>
                  <a:pt x="921" y="248"/>
                </a:moveTo>
                <a:cubicBezTo>
                  <a:pt x="921" y="246"/>
                  <a:pt x="921" y="246"/>
                  <a:pt x="921" y="246"/>
                </a:cubicBezTo>
                <a:cubicBezTo>
                  <a:pt x="925" y="246"/>
                  <a:pt x="925" y="250"/>
                  <a:pt x="927" y="252"/>
                </a:cubicBezTo>
                <a:cubicBezTo>
                  <a:pt x="924" y="250"/>
                  <a:pt x="924" y="248"/>
                  <a:pt x="921" y="248"/>
                </a:cubicBezTo>
                <a:close/>
                <a:moveTo>
                  <a:pt x="928" y="252"/>
                </a:moveTo>
                <a:cubicBezTo>
                  <a:pt x="931" y="252"/>
                  <a:pt x="932" y="253"/>
                  <a:pt x="932" y="256"/>
                </a:cubicBezTo>
                <a:cubicBezTo>
                  <a:pt x="930" y="255"/>
                  <a:pt x="928" y="255"/>
                  <a:pt x="928" y="252"/>
                </a:cubicBezTo>
                <a:close/>
                <a:moveTo>
                  <a:pt x="936" y="253"/>
                </a:moveTo>
                <a:cubicBezTo>
                  <a:pt x="926" y="239"/>
                  <a:pt x="908" y="238"/>
                  <a:pt x="898" y="224"/>
                </a:cubicBezTo>
                <a:cubicBezTo>
                  <a:pt x="905" y="226"/>
                  <a:pt x="909" y="228"/>
                  <a:pt x="917" y="230"/>
                </a:cubicBezTo>
                <a:cubicBezTo>
                  <a:pt x="916" y="233"/>
                  <a:pt x="923" y="237"/>
                  <a:pt x="925" y="236"/>
                </a:cubicBezTo>
                <a:cubicBezTo>
                  <a:pt x="929" y="247"/>
                  <a:pt x="942" y="246"/>
                  <a:pt x="946" y="256"/>
                </a:cubicBezTo>
                <a:cubicBezTo>
                  <a:pt x="942" y="256"/>
                  <a:pt x="940" y="251"/>
                  <a:pt x="936" y="253"/>
                </a:cubicBezTo>
                <a:close/>
                <a:moveTo>
                  <a:pt x="952" y="227"/>
                </a:moveTo>
                <a:cubicBezTo>
                  <a:pt x="951" y="228"/>
                  <a:pt x="955" y="231"/>
                  <a:pt x="955" y="234"/>
                </a:cubicBezTo>
                <a:cubicBezTo>
                  <a:pt x="951" y="234"/>
                  <a:pt x="949" y="230"/>
                  <a:pt x="946" y="228"/>
                </a:cubicBezTo>
                <a:cubicBezTo>
                  <a:pt x="946" y="230"/>
                  <a:pt x="943" y="232"/>
                  <a:pt x="942" y="230"/>
                </a:cubicBezTo>
                <a:cubicBezTo>
                  <a:pt x="941" y="232"/>
                  <a:pt x="942" y="232"/>
                  <a:pt x="943" y="233"/>
                </a:cubicBezTo>
                <a:cubicBezTo>
                  <a:pt x="941" y="235"/>
                  <a:pt x="939" y="229"/>
                  <a:pt x="937" y="233"/>
                </a:cubicBezTo>
                <a:cubicBezTo>
                  <a:pt x="934" y="225"/>
                  <a:pt x="924" y="220"/>
                  <a:pt x="920" y="211"/>
                </a:cubicBezTo>
                <a:cubicBezTo>
                  <a:pt x="923" y="211"/>
                  <a:pt x="923" y="211"/>
                  <a:pt x="923" y="211"/>
                </a:cubicBezTo>
                <a:cubicBezTo>
                  <a:pt x="922" y="208"/>
                  <a:pt x="919" y="208"/>
                  <a:pt x="919" y="205"/>
                </a:cubicBezTo>
                <a:cubicBezTo>
                  <a:pt x="925" y="209"/>
                  <a:pt x="933" y="210"/>
                  <a:pt x="938" y="214"/>
                </a:cubicBezTo>
                <a:cubicBezTo>
                  <a:pt x="938" y="219"/>
                  <a:pt x="940" y="220"/>
                  <a:pt x="944" y="220"/>
                </a:cubicBezTo>
                <a:cubicBezTo>
                  <a:pt x="943" y="219"/>
                  <a:pt x="940" y="220"/>
                  <a:pt x="941" y="217"/>
                </a:cubicBezTo>
                <a:cubicBezTo>
                  <a:pt x="942" y="217"/>
                  <a:pt x="943" y="217"/>
                  <a:pt x="943" y="216"/>
                </a:cubicBezTo>
                <a:cubicBezTo>
                  <a:pt x="943" y="214"/>
                  <a:pt x="942" y="213"/>
                  <a:pt x="940" y="213"/>
                </a:cubicBezTo>
                <a:cubicBezTo>
                  <a:pt x="953" y="206"/>
                  <a:pt x="955" y="226"/>
                  <a:pt x="963" y="229"/>
                </a:cubicBezTo>
                <a:cubicBezTo>
                  <a:pt x="963" y="232"/>
                  <a:pt x="964" y="232"/>
                  <a:pt x="964" y="235"/>
                </a:cubicBezTo>
                <a:cubicBezTo>
                  <a:pt x="959" y="234"/>
                  <a:pt x="957" y="229"/>
                  <a:pt x="952" y="227"/>
                </a:cubicBezTo>
                <a:close/>
                <a:moveTo>
                  <a:pt x="966" y="256"/>
                </a:moveTo>
                <a:cubicBezTo>
                  <a:pt x="965" y="257"/>
                  <a:pt x="962" y="254"/>
                  <a:pt x="963" y="250"/>
                </a:cubicBezTo>
                <a:cubicBezTo>
                  <a:pt x="965" y="251"/>
                  <a:pt x="966" y="252"/>
                  <a:pt x="967" y="255"/>
                </a:cubicBezTo>
                <a:cubicBezTo>
                  <a:pt x="965" y="254"/>
                  <a:pt x="965" y="256"/>
                  <a:pt x="966" y="256"/>
                </a:cubicBezTo>
                <a:close/>
                <a:moveTo>
                  <a:pt x="966" y="199"/>
                </a:moveTo>
                <a:cubicBezTo>
                  <a:pt x="970" y="199"/>
                  <a:pt x="972" y="202"/>
                  <a:pt x="975" y="204"/>
                </a:cubicBezTo>
                <a:cubicBezTo>
                  <a:pt x="972" y="208"/>
                  <a:pt x="967" y="202"/>
                  <a:pt x="966" y="199"/>
                </a:cubicBezTo>
                <a:close/>
                <a:moveTo>
                  <a:pt x="880" y="807"/>
                </a:moveTo>
                <a:cubicBezTo>
                  <a:pt x="880" y="802"/>
                  <a:pt x="882" y="800"/>
                  <a:pt x="884" y="798"/>
                </a:cubicBezTo>
                <a:cubicBezTo>
                  <a:pt x="886" y="802"/>
                  <a:pt x="883" y="806"/>
                  <a:pt x="880" y="807"/>
                </a:cubicBezTo>
                <a:close/>
                <a:moveTo>
                  <a:pt x="890" y="805"/>
                </a:moveTo>
                <a:cubicBezTo>
                  <a:pt x="891" y="801"/>
                  <a:pt x="892" y="802"/>
                  <a:pt x="896" y="802"/>
                </a:cubicBezTo>
                <a:cubicBezTo>
                  <a:pt x="896" y="805"/>
                  <a:pt x="893" y="807"/>
                  <a:pt x="890" y="805"/>
                </a:cubicBezTo>
                <a:close/>
                <a:moveTo>
                  <a:pt x="854" y="904"/>
                </a:moveTo>
                <a:cubicBezTo>
                  <a:pt x="849" y="906"/>
                  <a:pt x="844" y="912"/>
                  <a:pt x="838" y="910"/>
                </a:cubicBezTo>
                <a:cubicBezTo>
                  <a:pt x="843" y="903"/>
                  <a:pt x="848" y="893"/>
                  <a:pt x="859" y="896"/>
                </a:cubicBezTo>
                <a:cubicBezTo>
                  <a:pt x="857" y="899"/>
                  <a:pt x="855" y="898"/>
                  <a:pt x="854" y="904"/>
                </a:cubicBezTo>
                <a:close/>
                <a:moveTo>
                  <a:pt x="873" y="877"/>
                </a:moveTo>
                <a:cubicBezTo>
                  <a:pt x="870" y="877"/>
                  <a:pt x="870" y="880"/>
                  <a:pt x="866" y="880"/>
                </a:cubicBezTo>
                <a:cubicBezTo>
                  <a:pt x="867" y="875"/>
                  <a:pt x="869" y="872"/>
                  <a:pt x="874" y="872"/>
                </a:cubicBezTo>
                <a:cubicBezTo>
                  <a:pt x="874" y="874"/>
                  <a:pt x="873" y="874"/>
                  <a:pt x="873" y="877"/>
                </a:cubicBezTo>
                <a:close/>
                <a:moveTo>
                  <a:pt x="916" y="832"/>
                </a:moveTo>
                <a:cubicBezTo>
                  <a:pt x="913" y="834"/>
                  <a:pt x="911" y="832"/>
                  <a:pt x="910" y="830"/>
                </a:cubicBezTo>
                <a:cubicBezTo>
                  <a:pt x="911" y="823"/>
                  <a:pt x="920" y="824"/>
                  <a:pt x="916" y="832"/>
                </a:cubicBezTo>
                <a:close/>
                <a:moveTo>
                  <a:pt x="885" y="951"/>
                </a:moveTo>
                <a:cubicBezTo>
                  <a:pt x="888" y="949"/>
                  <a:pt x="889" y="945"/>
                  <a:pt x="893" y="944"/>
                </a:cubicBezTo>
                <a:cubicBezTo>
                  <a:pt x="891" y="947"/>
                  <a:pt x="888" y="952"/>
                  <a:pt x="885" y="951"/>
                </a:cubicBezTo>
                <a:close/>
                <a:moveTo>
                  <a:pt x="892" y="915"/>
                </a:moveTo>
                <a:cubicBezTo>
                  <a:pt x="885" y="920"/>
                  <a:pt x="879" y="926"/>
                  <a:pt x="870" y="928"/>
                </a:cubicBezTo>
                <a:cubicBezTo>
                  <a:pt x="870" y="924"/>
                  <a:pt x="873" y="923"/>
                  <a:pt x="876" y="922"/>
                </a:cubicBezTo>
                <a:cubicBezTo>
                  <a:pt x="884" y="918"/>
                  <a:pt x="890" y="910"/>
                  <a:pt x="900" y="908"/>
                </a:cubicBezTo>
                <a:cubicBezTo>
                  <a:pt x="901" y="912"/>
                  <a:pt x="897" y="917"/>
                  <a:pt x="892" y="915"/>
                </a:cubicBezTo>
                <a:close/>
                <a:moveTo>
                  <a:pt x="899" y="940"/>
                </a:moveTo>
                <a:cubicBezTo>
                  <a:pt x="902" y="928"/>
                  <a:pt x="913" y="924"/>
                  <a:pt x="921" y="917"/>
                </a:cubicBezTo>
                <a:cubicBezTo>
                  <a:pt x="919" y="928"/>
                  <a:pt x="905" y="932"/>
                  <a:pt x="899" y="940"/>
                </a:cubicBezTo>
                <a:close/>
                <a:moveTo>
                  <a:pt x="924" y="887"/>
                </a:moveTo>
                <a:cubicBezTo>
                  <a:pt x="920" y="886"/>
                  <a:pt x="920" y="890"/>
                  <a:pt x="916" y="889"/>
                </a:cubicBezTo>
                <a:cubicBezTo>
                  <a:pt x="918" y="886"/>
                  <a:pt x="920" y="883"/>
                  <a:pt x="924" y="883"/>
                </a:cubicBezTo>
                <a:lnTo>
                  <a:pt x="924" y="887"/>
                </a:lnTo>
                <a:close/>
                <a:moveTo>
                  <a:pt x="944" y="754"/>
                </a:moveTo>
                <a:cubicBezTo>
                  <a:pt x="941" y="752"/>
                  <a:pt x="946" y="750"/>
                  <a:pt x="946" y="748"/>
                </a:cubicBezTo>
                <a:cubicBezTo>
                  <a:pt x="948" y="750"/>
                  <a:pt x="943" y="751"/>
                  <a:pt x="944" y="754"/>
                </a:cubicBezTo>
                <a:close/>
                <a:moveTo>
                  <a:pt x="946" y="747"/>
                </a:moveTo>
                <a:cubicBezTo>
                  <a:pt x="945" y="745"/>
                  <a:pt x="944" y="739"/>
                  <a:pt x="947" y="736"/>
                </a:cubicBezTo>
                <a:cubicBezTo>
                  <a:pt x="949" y="740"/>
                  <a:pt x="950" y="745"/>
                  <a:pt x="946" y="747"/>
                </a:cubicBezTo>
                <a:close/>
                <a:moveTo>
                  <a:pt x="809" y="1015"/>
                </a:moveTo>
                <a:cubicBezTo>
                  <a:pt x="808" y="1011"/>
                  <a:pt x="814" y="1011"/>
                  <a:pt x="814" y="1014"/>
                </a:cubicBezTo>
                <a:cubicBezTo>
                  <a:pt x="812" y="1014"/>
                  <a:pt x="811" y="1016"/>
                  <a:pt x="809" y="1015"/>
                </a:cubicBezTo>
                <a:close/>
                <a:moveTo>
                  <a:pt x="864" y="1003"/>
                </a:moveTo>
                <a:cubicBezTo>
                  <a:pt x="863" y="1000"/>
                  <a:pt x="867" y="995"/>
                  <a:pt x="872" y="995"/>
                </a:cubicBezTo>
                <a:cubicBezTo>
                  <a:pt x="870" y="999"/>
                  <a:pt x="866" y="1000"/>
                  <a:pt x="864" y="1003"/>
                </a:cubicBezTo>
                <a:close/>
                <a:moveTo>
                  <a:pt x="859" y="1053"/>
                </a:moveTo>
                <a:cubicBezTo>
                  <a:pt x="863" y="1048"/>
                  <a:pt x="869" y="1047"/>
                  <a:pt x="875" y="1045"/>
                </a:cubicBezTo>
                <a:cubicBezTo>
                  <a:pt x="873" y="1050"/>
                  <a:pt x="865" y="1053"/>
                  <a:pt x="859" y="1053"/>
                </a:cubicBezTo>
                <a:close/>
                <a:moveTo>
                  <a:pt x="906" y="981"/>
                </a:moveTo>
                <a:cubicBezTo>
                  <a:pt x="903" y="981"/>
                  <a:pt x="904" y="979"/>
                  <a:pt x="902" y="979"/>
                </a:cubicBezTo>
                <a:cubicBezTo>
                  <a:pt x="901" y="976"/>
                  <a:pt x="903" y="976"/>
                  <a:pt x="903" y="973"/>
                </a:cubicBezTo>
                <a:cubicBezTo>
                  <a:pt x="906" y="973"/>
                  <a:pt x="906" y="973"/>
                  <a:pt x="906" y="973"/>
                </a:cubicBezTo>
                <a:cubicBezTo>
                  <a:pt x="905" y="977"/>
                  <a:pt x="907" y="979"/>
                  <a:pt x="906" y="981"/>
                </a:cubicBezTo>
                <a:close/>
                <a:moveTo>
                  <a:pt x="907" y="1053"/>
                </a:moveTo>
                <a:cubicBezTo>
                  <a:pt x="908" y="1050"/>
                  <a:pt x="910" y="1050"/>
                  <a:pt x="913" y="1050"/>
                </a:cubicBezTo>
                <a:cubicBezTo>
                  <a:pt x="913" y="1053"/>
                  <a:pt x="910" y="1053"/>
                  <a:pt x="907" y="1053"/>
                </a:cubicBezTo>
                <a:close/>
                <a:moveTo>
                  <a:pt x="919" y="954"/>
                </a:moveTo>
                <a:cubicBezTo>
                  <a:pt x="920" y="951"/>
                  <a:pt x="923" y="949"/>
                  <a:pt x="927" y="948"/>
                </a:cubicBezTo>
                <a:cubicBezTo>
                  <a:pt x="925" y="952"/>
                  <a:pt x="922" y="954"/>
                  <a:pt x="919" y="954"/>
                </a:cubicBezTo>
                <a:close/>
                <a:moveTo>
                  <a:pt x="961" y="1042"/>
                </a:moveTo>
                <a:cubicBezTo>
                  <a:pt x="961" y="1039"/>
                  <a:pt x="961" y="1039"/>
                  <a:pt x="961" y="1039"/>
                </a:cubicBezTo>
                <a:cubicBezTo>
                  <a:pt x="965" y="1040"/>
                  <a:pt x="964" y="1035"/>
                  <a:pt x="968" y="1036"/>
                </a:cubicBezTo>
                <a:cubicBezTo>
                  <a:pt x="967" y="1040"/>
                  <a:pt x="963" y="1043"/>
                  <a:pt x="961" y="1042"/>
                </a:cubicBezTo>
                <a:close/>
                <a:moveTo>
                  <a:pt x="968" y="1029"/>
                </a:moveTo>
                <a:cubicBezTo>
                  <a:pt x="969" y="1026"/>
                  <a:pt x="971" y="1027"/>
                  <a:pt x="972" y="1025"/>
                </a:cubicBezTo>
                <a:cubicBezTo>
                  <a:pt x="974" y="1026"/>
                  <a:pt x="971" y="1029"/>
                  <a:pt x="968" y="1029"/>
                </a:cubicBezTo>
                <a:close/>
                <a:moveTo>
                  <a:pt x="972" y="1011"/>
                </a:moveTo>
                <a:cubicBezTo>
                  <a:pt x="971" y="1003"/>
                  <a:pt x="977" y="1001"/>
                  <a:pt x="983" y="1000"/>
                </a:cubicBezTo>
                <a:cubicBezTo>
                  <a:pt x="980" y="1005"/>
                  <a:pt x="977" y="1009"/>
                  <a:pt x="972" y="1011"/>
                </a:cubicBezTo>
                <a:close/>
                <a:moveTo>
                  <a:pt x="990" y="1016"/>
                </a:moveTo>
                <a:cubicBezTo>
                  <a:pt x="986" y="1015"/>
                  <a:pt x="982" y="1019"/>
                  <a:pt x="982" y="1013"/>
                </a:cubicBezTo>
                <a:cubicBezTo>
                  <a:pt x="987" y="1014"/>
                  <a:pt x="988" y="1009"/>
                  <a:pt x="992" y="1011"/>
                </a:cubicBezTo>
                <a:cubicBezTo>
                  <a:pt x="992" y="1014"/>
                  <a:pt x="990" y="1014"/>
                  <a:pt x="990" y="1016"/>
                </a:cubicBezTo>
                <a:close/>
                <a:moveTo>
                  <a:pt x="1021" y="515"/>
                </a:moveTo>
                <a:cubicBezTo>
                  <a:pt x="1028" y="517"/>
                  <a:pt x="1023" y="525"/>
                  <a:pt x="1024" y="527"/>
                </a:cubicBezTo>
                <a:cubicBezTo>
                  <a:pt x="1022" y="528"/>
                  <a:pt x="1021" y="533"/>
                  <a:pt x="1018" y="531"/>
                </a:cubicBezTo>
                <a:cubicBezTo>
                  <a:pt x="1016" y="532"/>
                  <a:pt x="1017" y="538"/>
                  <a:pt x="1014" y="539"/>
                </a:cubicBezTo>
                <a:cubicBezTo>
                  <a:pt x="1012" y="529"/>
                  <a:pt x="1014" y="518"/>
                  <a:pt x="1021" y="515"/>
                </a:cubicBezTo>
                <a:close/>
                <a:moveTo>
                  <a:pt x="1008" y="607"/>
                </a:moveTo>
                <a:cubicBezTo>
                  <a:pt x="1007" y="606"/>
                  <a:pt x="1006" y="605"/>
                  <a:pt x="1006" y="603"/>
                </a:cubicBezTo>
                <a:cubicBezTo>
                  <a:pt x="1007" y="602"/>
                  <a:pt x="1009" y="602"/>
                  <a:pt x="1009" y="600"/>
                </a:cubicBezTo>
                <a:cubicBezTo>
                  <a:pt x="1011" y="602"/>
                  <a:pt x="1009" y="605"/>
                  <a:pt x="1008" y="607"/>
                </a:cubicBezTo>
                <a:close/>
                <a:moveTo>
                  <a:pt x="1012" y="965"/>
                </a:moveTo>
                <a:cubicBezTo>
                  <a:pt x="1014" y="964"/>
                  <a:pt x="1015" y="965"/>
                  <a:pt x="1017" y="965"/>
                </a:cubicBezTo>
                <a:cubicBezTo>
                  <a:pt x="1018" y="968"/>
                  <a:pt x="1016" y="968"/>
                  <a:pt x="1016" y="970"/>
                </a:cubicBezTo>
                <a:cubicBezTo>
                  <a:pt x="1014" y="969"/>
                  <a:pt x="1012" y="968"/>
                  <a:pt x="1012" y="965"/>
                </a:cubicBezTo>
                <a:close/>
                <a:moveTo>
                  <a:pt x="1014" y="1005"/>
                </a:moveTo>
                <a:cubicBezTo>
                  <a:pt x="1015" y="1001"/>
                  <a:pt x="1018" y="999"/>
                  <a:pt x="1022" y="998"/>
                </a:cubicBezTo>
                <a:cubicBezTo>
                  <a:pt x="1021" y="1002"/>
                  <a:pt x="1018" y="1004"/>
                  <a:pt x="1014" y="1005"/>
                </a:cubicBezTo>
                <a:close/>
                <a:moveTo>
                  <a:pt x="1022" y="997"/>
                </a:moveTo>
                <a:cubicBezTo>
                  <a:pt x="1022" y="996"/>
                  <a:pt x="1024" y="997"/>
                  <a:pt x="1024" y="995"/>
                </a:cubicBezTo>
                <a:cubicBezTo>
                  <a:pt x="1026" y="996"/>
                  <a:pt x="1026" y="997"/>
                  <a:pt x="1027" y="997"/>
                </a:cubicBezTo>
                <a:cubicBezTo>
                  <a:pt x="1026" y="1000"/>
                  <a:pt x="1023" y="998"/>
                  <a:pt x="1022" y="997"/>
                </a:cubicBezTo>
                <a:close/>
                <a:moveTo>
                  <a:pt x="1041" y="247"/>
                </a:moveTo>
                <a:cubicBezTo>
                  <a:pt x="1043" y="247"/>
                  <a:pt x="1043" y="247"/>
                  <a:pt x="1043" y="247"/>
                </a:cubicBezTo>
                <a:cubicBezTo>
                  <a:pt x="1042" y="254"/>
                  <a:pt x="1048" y="254"/>
                  <a:pt x="1048" y="260"/>
                </a:cubicBezTo>
                <a:cubicBezTo>
                  <a:pt x="1040" y="263"/>
                  <a:pt x="1036" y="254"/>
                  <a:pt x="1041" y="247"/>
                </a:cubicBezTo>
                <a:close/>
                <a:moveTo>
                  <a:pt x="1062" y="978"/>
                </a:moveTo>
                <a:cubicBezTo>
                  <a:pt x="1063" y="978"/>
                  <a:pt x="1063" y="979"/>
                  <a:pt x="1064" y="979"/>
                </a:cubicBezTo>
                <a:cubicBezTo>
                  <a:pt x="1064" y="974"/>
                  <a:pt x="1063" y="973"/>
                  <a:pt x="1064" y="970"/>
                </a:cubicBezTo>
                <a:cubicBezTo>
                  <a:pt x="1070" y="970"/>
                  <a:pt x="1064" y="983"/>
                  <a:pt x="1062" y="978"/>
                </a:cubicBezTo>
                <a:close/>
                <a:moveTo>
                  <a:pt x="1079" y="277"/>
                </a:moveTo>
                <a:cubicBezTo>
                  <a:pt x="1078" y="280"/>
                  <a:pt x="1082" y="283"/>
                  <a:pt x="1080" y="287"/>
                </a:cubicBezTo>
                <a:cubicBezTo>
                  <a:pt x="1077" y="286"/>
                  <a:pt x="1070" y="280"/>
                  <a:pt x="1076" y="279"/>
                </a:cubicBezTo>
                <a:cubicBezTo>
                  <a:pt x="1076" y="277"/>
                  <a:pt x="1072" y="279"/>
                  <a:pt x="1071" y="278"/>
                </a:cubicBezTo>
                <a:cubicBezTo>
                  <a:pt x="1070" y="275"/>
                  <a:pt x="1069" y="274"/>
                  <a:pt x="1067" y="272"/>
                </a:cubicBezTo>
                <a:cubicBezTo>
                  <a:pt x="1067" y="271"/>
                  <a:pt x="1068" y="271"/>
                  <a:pt x="1068" y="270"/>
                </a:cubicBezTo>
                <a:cubicBezTo>
                  <a:pt x="1070" y="270"/>
                  <a:pt x="1072" y="271"/>
                  <a:pt x="1072" y="267"/>
                </a:cubicBezTo>
                <a:cubicBezTo>
                  <a:pt x="1076" y="270"/>
                  <a:pt x="1079" y="273"/>
                  <a:pt x="1082" y="277"/>
                </a:cubicBezTo>
                <a:cubicBezTo>
                  <a:pt x="1083" y="277"/>
                  <a:pt x="1083" y="276"/>
                  <a:pt x="1083" y="275"/>
                </a:cubicBezTo>
                <a:cubicBezTo>
                  <a:pt x="1087" y="276"/>
                  <a:pt x="1085" y="280"/>
                  <a:pt x="1086" y="284"/>
                </a:cubicBezTo>
                <a:cubicBezTo>
                  <a:pt x="1082" y="283"/>
                  <a:pt x="1082" y="279"/>
                  <a:pt x="1079" y="277"/>
                </a:cubicBezTo>
                <a:close/>
                <a:moveTo>
                  <a:pt x="1090" y="289"/>
                </a:moveTo>
                <a:cubicBezTo>
                  <a:pt x="1096" y="290"/>
                  <a:pt x="1098" y="297"/>
                  <a:pt x="1099" y="304"/>
                </a:cubicBezTo>
                <a:cubicBezTo>
                  <a:pt x="1093" y="300"/>
                  <a:pt x="1094" y="294"/>
                  <a:pt x="1090" y="289"/>
                </a:cubicBezTo>
                <a:close/>
                <a:moveTo>
                  <a:pt x="1100" y="904"/>
                </a:moveTo>
                <a:cubicBezTo>
                  <a:pt x="1098" y="904"/>
                  <a:pt x="1098" y="903"/>
                  <a:pt x="1096" y="902"/>
                </a:cubicBezTo>
                <a:cubicBezTo>
                  <a:pt x="1097" y="895"/>
                  <a:pt x="1101" y="892"/>
                  <a:pt x="1105" y="888"/>
                </a:cubicBezTo>
                <a:cubicBezTo>
                  <a:pt x="1106" y="889"/>
                  <a:pt x="1106" y="889"/>
                  <a:pt x="1107" y="890"/>
                </a:cubicBezTo>
                <a:cubicBezTo>
                  <a:pt x="1106" y="896"/>
                  <a:pt x="1101" y="898"/>
                  <a:pt x="1100" y="904"/>
                </a:cubicBezTo>
                <a:close/>
                <a:moveTo>
                  <a:pt x="1172" y="461"/>
                </a:moveTo>
                <a:cubicBezTo>
                  <a:pt x="1169" y="460"/>
                  <a:pt x="1169" y="452"/>
                  <a:pt x="1169" y="449"/>
                </a:cubicBezTo>
                <a:cubicBezTo>
                  <a:pt x="1172" y="452"/>
                  <a:pt x="1172" y="456"/>
                  <a:pt x="1172" y="461"/>
                </a:cubicBezTo>
                <a:close/>
                <a:moveTo>
                  <a:pt x="1198" y="684"/>
                </a:moveTo>
                <a:cubicBezTo>
                  <a:pt x="1198" y="683"/>
                  <a:pt x="1198" y="683"/>
                  <a:pt x="1199" y="682"/>
                </a:cubicBezTo>
                <a:cubicBezTo>
                  <a:pt x="1198" y="683"/>
                  <a:pt x="1198" y="683"/>
                  <a:pt x="1198" y="684"/>
                </a:cubicBezTo>
                <a:close/>
                <a:moveTo>
                  <a:pt x="274" y="93"/>
                </a:moveTo>
                <a:cubicBezTo>
                  <a:pt x="274" y="92"/>
                  <a:pt x="275" y="92"/>
                  <a:pt x="275" y="92"/>
                </a:cubicBezTo>
                <a:cubicBezTo>
                  <a:pt x="274" y="92"/>
                  <a:pt x="274" y="92"/>
                  <a:pt x="274" y="93"/>
                </a:cubicBezTo>
                <a:close/>
                <a:moveTo>
                  <a:pt x="298" y="99"/>
                </a:moveTo>
                <a:cubicBezTo>
                  <a:pt x="301" y="99"/>
                  <a:pt x="305" y="94"/>
                  <a:pt x="306" y="93"/>
                </a:cubicBezTo>
                <a:cubicBezTo>
                  <a:pt x="302" y="94"/>
                  <a:pt x="300" y="96"/>
                  <a:pt x="298" y="99"/>
                </a:cubicBezTo>
                <a:close/>
                <a:moveTo>
                  <a:pt x="306" y="93"/>
                </a:moveTo>
                <a:cubicBezTo>
                  <a:pt x="306" y="93"/>
                  <a:pt x="306" y="93"/>
                  <a:pt x="306" y="93"/>
                </a:cubicBezTo>
                <a:cubicBezTo>
                  <a:pt x="306" y="92"/>
                  <a:pt x="306" y="92"/>
                  <a:pt x="306" y="93"/>
                </a:cubicBezTo>
                <a:close/>
                <a:moveTo>
                  <a:pt x="957" y="97"/>
                </a:moveTo>
                <a:cubicBezTo>
                  <a:pt x="966" y="98"/>
                  <a:pt x="963" y="95"/>
                  <a:pt x="955" y="93"/>
                </a:cubicBezTo>
                <a:cubicBezTo>
                  <a:pt x="953" y="95"/>
                  <a:pt x="957" y="95"/>
                  <a:pt x="957" y="97"/>
                </a:cubicBezTo>
                <a:close/>
                <a:moveTo>
                  <a:pt x="307" y="136"/>
                </a:moveTo>
                <a:cubicBezTo>
                  <a:pt x="310" y="133"/>
                  <a:pt x="315" y="131"/>
                  <a:pt x="318" y="127"/>
                </a:cubicBezTo>
                <a:cubicBezTo>
                  <a:pt x="311" y="127"/>
                  <a:pt x="310" y="132"/>
                  <a:pt x="307" y="136"/>
                </a:cubicBezTo>
                <a:close/>
                <a:moveTo>
                  <a:pt x="1024" y="152"/>
                </a:moveTo>
                <a:cubicBezTo>
                  <a:pt x="1027" y="152"/>
                  <a:pt x="1029" y="151"/>
                  <a:pt x="1030" y="150"/>
                </a:cubicBezTo>
                <a:cubicBezTo>
                  <a:pt x="1030" y="150"/>
                  <a:pt x="1031" y="151"/>
                  <a:pt x="1032" y="150"/>
                </a:cubicBezTo>
                <a:cubicBezTo>
                  <a:pt x="1032" y="146"/>
                  <a:pt x="1029" y="150"/>
                  <a:pt x="1028" y="150"/>
                </a:cubicBezTo>
                <a:cubicBezTo>
                  <a:pt x="1028" y="149"/>
                  <a:pt x="1024" y="146"/>
                  <a:pt x="1022" y="143"/>
                </a:cubicBezTo>
                <a:cubicBezTo>
                  <a:pt x="1022" y="145"/>
                  <a:pt x="1021" y="145"/>
                  <a:pt x="1020" y="146"/>
                </a:cubicBezTo>
                <a:cubicBezTo>
                  <a:pt x="1025" y="146"/>
                  <a:pt x="1024" y="150"/>
                  <a:pt x="1024" y="152"/>
                </a:cubicBezTo>
                <a:close/>
                <a:moveTo>
                  <a:pt x="941" y="152"/>
                </a:moveTo>
                <a:cubicBezTo>
                  <a:pt x="940" y="148"/>
                  <a:pt x="943" y="152"/>
                  <a:pt x="945" y="151"/>
                </a:cubicBezTo>
                <a:cubicBezTo>
                  <a:pt x="945" y="150"/>
                  <a:pt x="944" y="149"/>
                  <a:pt x="945" y="149"/>
                </a:cubicBezTo>
                <a:cubicBezTo>
                  <a:pt x="954" y="148"/>
                  <a:pt x="955" y="162"/>
                  <a:pt x="963" y="160"/>
                </a:cubicBezTo>
                <a:cubicBezTo>
                  <a:pt x="957" y="154"/>
                  <a:pt x="950" y="145"/>
                  <a:pt x="941" y="145"/>
                </a:cubicBezTo>
                <a:cubicBezTo>
                  <a:pt x="939" y="146"/>
                  <a:pt x="942" y="147"/>
                  <a:pt x="940" y="148"/>
                </a:cubicBezTo>
                <a:cubicBezTo>
                  <a:pt x="937" y="149"/>
                  <a:pt x="937" y="143"/>
                  <a:pt x="935" y="145"/>
                </a:cubicBezTo>
                <a:cubicBezTo>
                  <a:pt x="936" y="148"/>
                  <a:pt x="938" y="151"/>
                  <a:pt x="941" y="152"/>
                </a:cubicBezTo>
                <a:close/>
                <a:moveTo>
                  <a:pt x="959" y="161"/>
                </a:moveTo>
                <a:cubicBezTo>
                  <a:pt x="959" y="164"/>
                  <a:pt x="956" y="166"/>
                  <a:pt x="959" y="167"/>
                </a:cubicBezTo>
                <a:cubicBezTo>
                  <a:pt x="959" y="163"/>
                  <a:pt x="966" y="167"/>
                  <a:pt x="965" y="165"/>
                </a:cubicBezTo>
                <a:cubicBezTo>
                  <a:pt x="962" y="164"/>
                  <a:pt x="963" y="160"/>
                  <a:pt x="959" y="161"/>
                </a:cubicBezTo>
                <a:close/>
                <a:moveTo>
                  <a:pt x="313" y="176"/>
                </a:moveTo>
                <a:cubicBezTo>
                  <a:pt x="311" y="174"/>
                  <a:pt x="308" y="175"/>
                  <a:pt x="306" y="174"/>
                </a:cubicBezTo>
                <a:cubicBezTo>
                  <a:pt x="306" y="172"/>
                  <a:pt x="308" y="171"/>
                  <a:pt x="306" y="170"/>
                </a:cubicBezTo>
                <a:cubicBezTo>
                  <a:pt x="304" y="169"/>
                  <a:pt x="304" y="171"/>
                  <a:pt x="301" y="171"/>
                </a:cubicBezTo>
                <a:cubicBezTo>
                  <a:pt x="301" y="169"/>
                  <a:pt x="305" y="168"/>
                  <a:pt x="302" y="167"/>
                </a:cubicBezTo>
                <a:cubicBezTo>
                  <a:pt x="301" y="169"/>
                  <a:pt x="298" y="168"/>
                  <a:pt x="296" y="170"/>
                </a:cubicBezTo>
                <a:cubicBezTo>
                  <a:pt x="300" y="178"/>
                  <a:pt x="289" y="178"/>
                  <a:pt x="292" y="185"/>
                </a:cubicBezTo>
                <a:cubicBezTo>
                  <a:pt x="289" y="184"/>
                  <a:pt x="290" y="188"/>
                  <a:pt x="287" y="187"/>
                </a:cubicBezTo>
                <a:cubicBezTo>
                  <a:pt x="285" y="187"/>
                  <a:pt x="285" y="185"/>
                  <a:pt x="283" y="185"/>
                </a:cubicBezTo>
                <a:cubicBezTo>
                  <a:pt x="282" y="188"/>
                  <a:pt x="281" y="188"/>
                  <a:pt x="282" y="192"/>
                </a:cubicBezTo>
                <a:cubicBezTo>
                  <a:pt x="279" y="191"/>
                  <a:pt x="278" y="193"/>
                  <a:pt x="278" y="194"/>
                </a:cubicBezTo>
                <a:cubicBezTo>
                  <a:pt x="281" y="195"/>
                  <a:pt x="278" y="198"/>
                  <a:pt x="280" y="199"/>
                </a:cubicBezTo>
                <a:cubicBezTo>
                  <a:pt x="279" y="201"/>
                  <a:pt x="276" y="200"/>
                  <a:pt x="277" y="203"/>
                </a:cubicBezTo>
                <a:cubicBezTo>
                  <a:pt x="281" y="204"/>
                  <a:pt x="281" y="200"/>
                  <a:pt x="284" y="200"/>
                </a:cubicBezTo>
                <a:cubicBezTo>
                  <a:pt x="285" y="202"/>
                  <a:pt x="281" y="205"/>
                  <a:pt x="283" y="203"/>
                </a:cubicBezTo>
                <a:cubicBezTo>
                  <a:pt x="284" y="202"/>
                  <a:pt x="287" y="201"/>
                  <a:pt x="287" y="204"/>
                </a:cubicBezTo>
                <a:cubicBezTo>
                  <a:pt x="297" y="201"/>
                  <a:pt x="301" y="191"/>
                  <a:pt x="314" y="191"/>
                </a:cubicBezTo>
                <a:cubicBezTo>
                  <a:pt x="315" y="188"/>
                  <a:pt x="318" y="188"/>
                  <a:pt x="319" y="186"/>
                </a:cubicBezTo>
                <a:cubicBezTo>
                  <a:pt x="320" y="183"/>
                  <a:pt x="317" y="183"/>
                  <a:pt x="318" y="180"/>
                </a:cubicBezTo>
                <a:cubicBezTo>
                  <a:pt x="314" y="179"/>
                  <a:pt x="312" y="183"/>
                  <a:pt x="311" y="179"/>
                </a:cubicBezTo>
                <a:cubicBezTo>
                  <a:pt x="311" y="178"/>
                  <a:pt x="313" y="178"/>
                  <a:pt x="313" y="176"/>
                </a:cubicBezTo>
                <a:close/>
                <a:moveTo>
                  <a:pt x="287" y="201"/>
                </a:moveTo>
                <a:cubicBezTo>
                  <a:pt x="289" y="199"/>
                  <a:pt x="290" y="196"/>
                  <a:pt x="295" y="196"/>
                </a:cubicBezTo>
                <a:cubicBezTo>
                  <a:pt x="292" y="198"/>
                  <a:pt x="291" y="201"/>
                  <a:pt x="287" y="201"/>
                </a:cubicBezTo>
                <a:close/>
                <a:moveTo>
                  <a:pt x="296" y="185"/>
                </a:moveTo>
                <a:cubicBezTo>
                  <a:pt x="297" y="183"/>
                  <a:pt x="298" y="181"/>
                  <a:pt x="301" y="181"/>
                </a:cubicBezTo>
                <a:cubicBezTo>
                  <a:pt x="300" y="183"/>
                  <a:pt x="299" y="185"/>
                  <a:pt x="296" y="185"/>
                </a:cubicBezTo>
                <a:close/>
                <a:moveTo>
                  <a:pt x="995" y="203"/>
                </a:moveTo>
                <a:cubicBezTo>
                  <a:pt x="992" y="205"/>
                  <a:pt x="999" y="209"/>
                  <a:pt x="997" y="207"/>
                </a:cubicBezTo>
                <a:cubicBezTo>
                  <a:pt x="995" y="206"/>
                  <a:pt x="998" y="204"/>
                  <a:pt x="995" y="203"/>
                </a:cubicBezTo>
                <a:close/>
                <a:moveTo>
                  <a:pt x="1047" y="224"/>
                </a:moveTo>
                <a:cubicBezTo>
                  <a:pt x="1043" y="221"/>
                  <a:pt x="1039" y="213"/>
                  <a:pt x="1035" y="213"/>
                </a:cubicBezTo>
                <a:cubicBezTo>
                  <a:pt x="1039" y="216"/>
                  <a:pt x="1044" y="223"/>
                  <a:pt x="1047" y="224"/>
                </a:cubicBezTo>
                <a:close/>
                <a:moveTo>
                  <a:pt x="1039" y="227"/>
                </a:moveTo>
                <a:cubicBezTo>
                  <a:pt x="1041" y="228"/>
                  <a:pt x="1046" y="232"/>
                  <a:pt x="1042" y="235"/>
                </a:cubicBezTo>
                <a:cubicBezTo>
                  <a:pt x="1044" y="236"/>
                  <a:pt x="1047" y="235"/>
                  <a:pt x="1049" y="235"/>
                </a:cubicBezTo>
                <a:cubicBezTo>
                  <a:pt x="1047" y="232"/>
                  <a:pt x="1042" y="227"/>
                  <a:pt x="1039" y="227"/>
                </a:cubicBezTo>
                <a:close/>
                <a:moveTo>
                  <a:pt x="1051" y="248"/>
                </a:moveTo>
                <a:cubicBezTo>
                  <a:pt x="1051" y="245"/>
                  <a:pt x="1049" y="243"/>
                  <a:pt x="1047" y="242"/>
                </a:cubicBezTo>
                <a:cubicBezTo>
                  <a:pt x="1047" y="243"/>
                  <a:pt x="1046" y="242"/>
                  <a:pt x="1046" y="242"/>
                </a:cubicBezTo>
                <a:cubicBezTo>
                  <a:pt x="1045" y="245"/>
                  <a:pt x="1050" y="242"/>
                  <a:pt x="1049" y="247"/>
                </a:cubicBezTo>
                <a:cubicBezTo>
                  <a:pt x="1050" y="247"/>
                  <a:pt x="1051" y="247"/>
                  <a:pt x="1051" y="248"/>
                </a:cubicBezTo>
                <a:close/>
                <a:moveTo>
                  <a:pt x="6" y="590"/>
                </a:moveTo>
                <a:cubicBezTo>
                  <a:pt x="10" y="589"/>
                  <a:pt x="10" y="594"/>
                  <a:pt x="13" y="596"/>
                </a:cubicBezTo>
                <a:cubicBezTo>
                  <a:pt x="13" y="597"/>
                  <a:pt x="12" y="603"/>
                  <a:pt x="13" y="605"/>
                </a:cubicBezTo>
                <a:cubicBezTo>
                  <a:pt x="15" y="604"/>
                  <a:pt x="19" y="609"/>
                  <a:pt x="21" y="605"/>
                </a:cubicBezTo>
                <a:cubicBezTo>
                  <a:pt x="20" y="611"/>
                  <a:pt x="25" y="611"/>
                  <a:pt x="26" y="615"/>
                </a:cubicBezTo>
                <a:cubicBezTo>
                  <a:pt x="26" y="610"/>
                  <a:pt x="30" y="609"/>
                  <a:pt x="35" y="610"/>
                </a:cubicBezTo>
                <a:cubicBezTo>
                  <a:pt x="34" y="603"/>
                  <a:pt x="38" y="604"/>
                  <a:pt x="41" y="602"/>
                </a:cubicBezTo>
                <a:cubicBezTo>
                  <a:pt x="43" y="603"/>
                  <a:pt x="41" y="609"/>
                  <a:pt x="43" y="610"/>
                </a:cubicBezTo>
                <a:cubicBezTo>
                  <a:pt x="44" y="607"/>
                  <a:pt x="42" y="601"/>
                  <a:pt x="45" y="601"/>
                </a:cubicBezTo>
                <a:cubicBezTo>
                  <a:pt x="46" y="603"/>
                  <a:pt x="47" y="607"/>
                  <a:pt x="50" y="607"/>
                </a:cubicBezTo>
                <a:cubicBezTo>
                  <a:pt x="48" y="613"/>
                  <a:pt x="55" y="618"/>
                  <a:pt x="52" y="625"/>
                </a:cubicBezTo>
                <a:cubicBezTo>
                  <a:pt x="56" y="626"/>
                  <a:pt x="55" y="620"/>
                  <a:pt x="58" y="619"/>
                </a:cubicBezTo>
                <a:cubicBezTo>
                  <a:pt x="58" y="625"/>
                  <a:pt x="61" y="628"/>
                  <a:pt x="61" y="632"/>
                </a:cubicBezTo>
                <a:cubicBezTo>
                  <a:pt x="63" y="630"/>
                  <a:pt x="59" y="625"/>
                  <a:pt x="65" y="625"/>
                </a:cubicBezTo>
                <a:cubicBezTo>
                  <a:pt x="65" y="628"/>
                  <a:pt x="69" y="623"/>
                  <a:pt x="68" y="629"/>
                </a:cubicBezTo>
                <a:cubicBezTo>
                  <a:pt x="72" y="629"/>
                  <a:pt x="72" y="629"/>
                  <a:pt x="72" y="629"/>
                </a:cubicBezTo>
                <a:cubicBezTo>
                  <a:pt x="71" y="628"/>
                  <a:pt x="65" y="621"/>
                  <a:pt x="69" y="616"/>
                </a:cubicBezTo>
                <a:cubicBezTo>
                  <a:pt x="72" y="616"/>
                  <a:pt x="71" y="617"/>
                  <a:pt x="73" y="616"/>
                </a:cubicBezTo>
                <a:cubicBezTo>
                  <a:pt x="73" y="613"/>
                  <a:pt x="70" y="609"/>
                  <a:pt x="73" y="607"/>
                </a:cubicBezTo>
                <a:cubicBezTo>
                  <a:pt x="75" y="607"/>
                  <a:pt x="77" y="608"/>
                  <a:pt x="78" y="610"/>
                </a:cubicBezTo>
                <a:cubicBezTo>
                  <a:pt x="74" y="613"/>
                  <a:pt x="82" y="624"/>
                  <a:pt x="74" y="623"/>
                </a:cubicBezTo>
                <a:cubicBezTo>
                  <a:pt x="76" y="628"/>
                  <a:pt x="72" y="635"/>
                  <a:pt x="78" y="637"/>
                </a:cubicBezTo>
                <a:cubicBezTo>
                  <a:pt x="78" y="633"/>
                  <a:pt x="81" y="632"/>
                  <a:pt x="83" y="631"/>
                </a:cubicBezTo>
                <a:cubicBezTo>
                  <a:pt x="86" y="624"/>
                  <a:pt x="77" y="607"/>
                  <a:pt x="87" y="605"/>
                </a:cubicBezTo>
                <a:cubicBezTo>
                  <a:pt x="87" y="612"/>
                  <a:pt x="87" y="615"/>
                  <a:pt x="89" y="621"/>
                </a:cubicBezTo>
                <a:cubicBezTo>
                  <a:pt x="89" y="619"/>
                  <a:pt x="94" y="618"/>
                  <a:pt x="95" y="619"/>
                </a:cubicBezTo>
                <a:cubicBezTo>
                  <a:pt x="93" y="609"/>
                  <a:pt x="95" y="604"/>
                  <a:pt x="92" y="597"/>
                </a:cubicBezTo>
                <a:cubicBezTo>
                  <a:pt x="91" y="599"/>
                  <a:pt x="91" y="605"/>
                  <a:pt x="92" y="607"/>
                </a:cubicBezTo>
                <a:cubicBezTo>
                  <a:pt x="90" y="606"/>
                  <a:pt x="91" y="610"/>
                  <a:pt x="89" y="610"/>
                </a:cubicBezTo>
                <a:cubicBezTo>
                  <a:pt x="88" y="607"/>
                  <a:pt x="90" y="602"/>
                  <a:pt x="89" y="602"/>
                </a:cubicBezTo>
                <a:cubicBezTo>
                  <a:pt x="88" y="603"/>
                  <a:pt x="89" y="605"/>
                  <a:pt x="87" y="604"/>
                </a:cubicBezTo>
                <a:cubicBezTo>
                  <a:pt x="83" y="603"/>
                  <a:pt x="86" y="595"/>
                  <a:pt x="89" y="599"/>
                </a:cubicBezTo>
                <a:cubicBezTo>
                  <a:pt x="88" y="596"/>
                  <a:pt x="90" y="597"/>
                  <a:pt x="90" y="594"/>
                </a:cubicBezTo>
                <a:cubicBezTo>
                  <a:pt x="86" y="592"/>
                  <a:pt x="84" y="591"/>
                  <a:pt x="86" y="585"/>
                </a:cubicBezTo>
                <a:cubicBezTo>
                  <a:pt x="83" y="583"/>
                  <a:pt x="83" y="589"/>
                  <a:pt x="79" y="588"/>
                </a:cubicBezTo>
                <a:cubicBezTo>
                  <a:pt x="80" y="572"/>
                  <a:pt x="85" y="555"/>
                  <a:pt x="86" y="539"/>
                </a:cubicBezTo>
                <a:cubicBezTo>
                  <a:pt x="83" y="533"/>
                  <a:pt x="77" y="531"/>
                  <a:pt x="74" y="526"/>
                </a:cubicBezTo>
                <a:cubicBezTo>
                  <a:pt x="75" y="530"/>
                  <a:pt x="70" y="535"/>
                  <a:pt x="72" y="532"/>
                </a:cubicBezTo>
                <a:cubicBezTo>
                  <a:pt x="68" y="536"/>
                  <a:pt x="68" y="546"/>
                  <a:pt x="64" y="551"/>
                </a:cubicBezTo>
                <a:cubicBezTo>
                  <a:pt x="60" y="549"/>
                  <a:pt x="64" y="544"/>
                  <a:pt x="60" y="542"/>
                </a:cubicBezTo>
                <a:cubicBezTo>
                  <a:pt x="60" y="545"/>
                  <a:pt x="59" y="547"/>
                  <a:pt x="58" y="548"/>
                </a:cubicBezTo>
                <a:cubicBezTo>
                  <a:pt x="49" y="543"/>
                  <a:pt x="54" y="530"/>
                  <a:pt x="54" y="518"/>
                </a:cubicBezTo>
                <a:cubicBezTo>
                  <a:pt x="51" y="518"/>
                  <a:pt x="51" y="515"/>
                  <a:pt x="49" y="516"/>
                </a:cubicBezTo>
                <a:cubicBezTo>
                  <a:pt x="50" y="512"/>
                  <a:pt x="53" y="503"/>
                  <a:pt x="47" y="502"/>
                </a:cubicBezTo>
                <a:cubicBezTo>
                  <a:pt x="46" y="505"/>
                  <a:pt x="49" y="507"/>
                  <a:pt x="45" y="508"/>
                </a:cubicBezTo>
                <a:cubicBezTo>
                  <a:pt x="46" y="505"/>
                  <a:pt x="46" y="501"/>
                  <a:pt x="48" y="498"/>
                </a:cubicBezTo>
                <a:cubicBezTo>
                  <a:pt x="40" y="501"/>
                  <a:pt x="42" y="512"/>
                  <a:pt x="37" y="517"/>
                </a:cubicBezTo>
                <a:cubicBezTo>
                  <a:pt x="38" y="516"/>
                  <a:pt x="38" y="511"/>
                  <a:pt x="36" y="511"/>
                </a:cubicBezTo>
                <a:cubicBezTo>
                  <a:pt x="34" y="525"/>
                  <a:pt x="26" y="529"/>
                  <a:pt x="17" y="539"/>
                </a:cubicBezTo>
                <a:cubicBezTo>
                  <a:pt x="18" y="534"/>
                  <a:pt x="14" y="539"/>
                  <a:pt x="13" y="536"/>
                </a:cubicBezTo>
                <a:cubicBezTo>
                  <a:pt x="17" y="533"/>
                  <a:pt x="16" y="528"/>
                  <a:pt x="15" y="524"/>
                </a:cubicBezTo>
                <a:cubicBezTo>
                  <a:pt x="15" y="531"/>
                  <a:pt x="7" y="534"/>
                  <a:pt x="8" y="539"/>
                </a:cubicBezTo>
                <a:cubicBezTo>
                  <a:pt x="10" y="538"/>
                  <a:pt x="16" y="541"/>
                  <a:pt x="17" y="540"/>
                </a:cubicBezTo>
                <a:cubicBezTo>
                  <a:pt x="15" y="545"/>
                  <a:pt x="14" y="550"/>
                  <a:pt x="16" y="554"/>
                </a:cubicBezTo>
                <a:cubicBezTo>
                  <a:pt x="15" y="554"/>
                  <a:pt x="14" y="555"/>
                  <a:pt x="13" y="555"/>
                </a:cubicBezTo>
                <a:cubicBezTo>
                  <a:pt x="15" y="559"/>
                  <a:pt x="11" y="565"/>
                  <a:pt x="13" y="571"/>
                </a:cubicBezTo>
                <a:cubicBezTo>
                  <a:pt x="16" y="573"/>
                  <a:pt x="17" y="570"/>
                  <a:pt x="18" y="573"/>
                </a:cubicBezTo>
                <a:cubicBezTo>
                  <a:pt x="15" y="576"/>
                  <a:pt x="18" y="581"/>
                  <a:pt x="14" y="582"/>
                </a:cubicBezTo>
                <a:cubicBezTo>
                  <a:pt x="14" y="578"/>
                  <a:pt x="14" y="576"/>
                  <a:pt x="12" y="575"/>
                </a:cubicBezTo>
                <a:cubicBezTo>
                  <a:pt x="11" y="576"/>
                  <a:pt x="11" y="576"/>
                  <a:pt x="10" y="575"/>
                </a:cubicBezTo>
                <a:cubicBezTo>
                  <a:pt x="9" y="577"/>
                  <a:pt x="9" y="580"/>
                  <a:pt x="8" y="581"/>
                </a:cubicBezTo>
                <a:cubicBezTo>
                  <a:pt x="7" y="580"/>
                  <a:pt x="8" y="578"/>
                  <a:pt x="7" y="578"/>
                </a:cubicBezTo>
                <a:cubicBezTo>
                  <a:pt x="4" y="581"/>
                  <a:pt x="8" y="585"/>
                  <a:pt x="6" y="590"/>
                </a:cubicBezTo>
                <a:close/>
                <a:moveTo>
                  <a:pt x="50" y="518"/>
                </a:moveTo>
                <a:cubicBezTo>
                  <a:pt x="52" y="519"/>
                  <a:pt x="54" y="524"/>
                  <a:pt x="50" y="524"/>
                </a:cubicBezTo>
                <a:cubicBezTo>
                  <a:pt x="49" y="521"/>
                  <a:pt x="50" y="522"/>
                  <a:pt x="50" y="518"/>
                </a:cubicBezTo>
                <a:close/>
                <a:moveTo>
                  <a:pt x="47" y="590"/>
                </a:moveTo>
                <a:cubicBezTo>
                  <a:pt x="49" y="592"/>
                  <a:pt x="49" y="592"/>
                  <a:pt x="52" y="591"/>
                </a:cubicBezTo>
                <a:cubicBezTo>
                  <a:pt x="52" y="596"/>
                  <a:pt x="50" y="600"/>
                  <a:pt x="49" y="603"/>
                </a:cubicBezTo>
                <a:cubicBezTo>
                  <a:pt x="47" y="602"/>
                  <a:pt x="47" y="594"/>
                  <a:pt x="47" y="590"/>
                </a:cubicBezTo>
                <a:close/>
                <a:moveTo>
                  <a:pt x="34" y="583"/>
                </a:moveTo>
                <a:cubicBezTo>
                  <a:pt x="37" y="583"/>
                  <a:pt x="37" y="583"/>
                  <a:pt x="37" y="583"/>
                </a:cubicBezTo>
                <a:cubicBezTo>
                  <a:pt x="37" y="586"/>
                  <a:pt x="37" y="588"/>
                  <a:pt x="34" y="588"/>
                </a:cubicBezTo>
                <a:cubicBezTo>
                  <a:pt x="36" y="586"/>
                  <a:pt x="35" y="585"/>
                  <a:pt x="34" y="583"/>
                </a:cubicBezTo>
                <a:close/>
                <a:moveTo>
                  <a:pt x="33" y="595"/>
                </a:moveTo>
                <a:cubicBezTo>
                  <a:pt x="35" y="595"/>
                  <a:pt x="36" y="598"/>
                  <a:pt x="34" y="600"/>
                </a:cubicBezTo>
                <a:cubicBezTo>
                  <a:pt x="32" y="599"/>
                  <a:pt x="32" y="597"/>
                  <a:pt x="33" y="595"/>
                </a:cubicBezTo>
                <a:close/>
                <a:moveTo>
                  <a:pt x="10" y="583"/>
                </a:moveTo>
                <a:cubicBezTo>
                  <a:pt x="11" y="582"/>
                  <a:pt x="14" y="583"/>
                  <a:pt x="15" y="584"/>
                </a:cubicBezTo>
                <a:cubicBezTo>
                  <a:pt x="15" y="587"/>
                  <a:pt x="12" y="586"/>
                  <a:pt x="10" y="587"/>
                </a:cubicBezTo>
                <a:lnTo>
                  <a:pt x="10" y="583"/>
                </a:lnTo>
                <a:close/>
                <a:moveTo>
                  <a:pt x="13" y="522"/>
                </a:moveTo>
                <a:cubicBezTo>
                  <a:pt x="15" y="519"/>
                  <a:pt x="16" y="520"/>
                  <a:pt x="15" y="515"/>
                </a:cubicBezTo>
                <a:cubicBezTo>
                  <a:pt x="16" y="513"/>
                  <a:pt x="16" y="515"/>
                  <a:pt x="19" y="515"/>
                </a:cubicBezTo>
                <a:cubicBezTo>
                  <a:pt x="19" y="512"/>
                  <a:pt x="18" y="510"/>
                  <a:pt x="17" y="510"/>
                </a:cubicBezTo>
                <a:cubicBezTo>
                  <a:pt x="14" y="515"/>
                  <a:pt x="14" y="514"/>
                  <a:pt x="11" y="518"/>
                </a:cubicBezTo>
                <a:cubicBezTo>
                  <a:pt x="17" y="518"/>
                  <a:pt x="11" y="520"/>
                  <a:pt x="13" y="522"/>
                </a:cubicBezTo>
                <a:close/>
                <a:moveTo>
                  <a:pt x="898" y="610"/>
                </a:moveTo>
                <a:cubicBezTo>
                  <a:pt x="898" y="609"/>
                  <a:pt x="899" y="608"/>
                  <a:pt x="899" y="606"/>
                </a:cubicBezTo>
                <a:cubicBezTo>
                  <a:pt x="899" y="605"/>
                  <a:pt x="898" y="602"/>
                  <a:pt x="897" y="604"/>
                </a:cubicBezTo>
                <a:cubicBezTo>
                  <a:pt x="901" y="606"/>
                  <a:pt x="896" y="609"/>
                  <a:pt x="898" y="610"/>
                </a:cubicBezTo>
                <a:close/>
                <a:moveTo>
                  <a:pt x="870" y="710"/>
                </a:moveTo>
                <a:cubicBezTo>
                  <a:pt x="869" y="704"/>
                  <a:pt x="874" y="703"/>
                  <a:pt x="875" y="699"/>
                </a:cubicBezTo>
                <a:cubicBezTo>
                  <a:pt x="875" y="697"/>
                  <a:pt x="874" y="693"/>
                  <a:pt x="875" y="691"/>
                </a:cubicBezTo>
                <a:cubicBezTo>
                  <a:pt x="877" y="685"/>
                  <a:pt x="883" y="681"/>
                  <a:pt x="885" y="676"/>
                </a:cubicBezTo>
                <a:cubicBezTo>
                  <a:pt x="886" y="675"/>
                  <a:pt x="884" y="673"/>
                  <a:pt x="885" y="673"/>
                </a:cubicBezTo>
                <a:cubicBezTo>
                  <a:pt x="885" y="671"/>
                  <a:pt x="887" y="671"/>
                  <a:pt x="887" y="670"/>
                </a:cubicBezTo>
                <a:cubicBezTo>
                  <a:pt x="887" y="668"/>
                  <a:pt x="882" y="666"/>
                  <a:pt x="886" y="663"/>
                </a:cubicBezTo>
                <a:cubicBezTo>
                  <a:pt x="885" y="666"/>
                  <a:pt x="889" y="667"/>
                  <a:pt x="887" y="666"/>
                </a:cubicBezTo>
                <a:cubicBezTo>
                  <a:pt x="888" y="660"/>
                  <a:pt x="886" y="657"/>
                  <a:pt x="888" y="654"/>
                </a:cubicBezTo>
                <a:cubicBezTo>
                  <a:pt x="888" y="655"/>
                  <a:pt x="888" y="656"/>
                  <a:pt x="889" y="656"/>
                </a:cubicBezTo>
                <a:cubicBezTo>
                  <a:pt x="890" y="648"/>
                  <a:pt x="892" y="648"/>
                  <a:pt x="891" y="641"/>
                </a:cubicBezTo>
                <a:cubicBezTo>
                  <a:pt x="889" y="640"/>
                  <a:pt x="887" y="643"/>
                  <a:pt x="889" y="643"/>
                </a:cubicBezTo>
                <a:cubicBezTo>
                  <a:pt x="889" y="641"/>
                  <a:pt x="891" y="643"/>
                  <a:pt x="890" y="645"/>
                </a:cubicBezTo>
                <a:cubicBezTo>
                  <a:pt x="887" y="644"/>
                  <a:pt x="887" y="647"/>
                  <a:pt x="888" y="649"/>
                </a:cubicBezTo>
                <a:cubicBezTo>
                  <a:pt x="882" y="649"/>
                  <a:pt x="887" y="659"/>
                  <a:pt x="880" y="663"/>
                </a:cubicBezTo>
                <a:cubicBezTo>
                  <a:pt x="879" y="660"/>
                  <a:pt x="883" y="659"/>
                  <a:pt x="881" y="658"/>
                </a:cubicBezTo>
                <a:cubicBezTo>
                  <a:pt x="879" y="659"/>
                  <a:pt x="882" y="661"/>
                  <a:pt x="878" y="660"/>
                </a:cubicBezTo>
                <a:cubicBezTo>
                  <a:pt x="878" y="662"/>
                  <a:pt x="879" y="662"/>
                  <a:pt x="879" y="664"/>
                </a:cubicBezTo>
                <a:cubicBezTo>
                  <a:pt x="878" y="664"/>
                  <a:pt x="877" y="663"/>
                  <a:pt x="876" y="664"/>
                </a:cubicBezTo>
                <a:cubicBezTo>
                  <a:pt x="871" y="677"/>
                  <a:pt x="875" y="697"/>
                  <a:pt x="867" y="708"/>
                </a:cubicBezTo>
                <a:cubicBezTo>
                  <a:pt x="870" y="706"/>
                  <a:pt x="868" y="711"/>
                  <a:pt x="870" y="710"/>
                </a:cubicBezTo>
                <a:close/>
                <a:moveTo>
                  <a:pt x="866" y="651"/>
                </a:moveTo>
                <a:cubicBezTo>
                  <a:pt x="867" y="651"/>
                  <a:pt x="867" y="653"/>
                  <a:pt x="867" y="654"/>
                </a:cubicBezTo>
                <a:cubicBezTo>
                  <a:pt x="869" y="655"/>
                  <a:pt x="869" y="652"/>
                  <a:pt x="869" y="651"/>
                </a:cubicBezTo>
                <a:cubicBezTo>
                  <a:pt x="868" y="650"/>
                  <a:pt x="867" y="650"/>
                  <a:pt x="866" y="651"/>
                </a:cubicBezTo>
                <a:close/>
                <a:moveTo>
                  <a:pt x="129" y="651"/>
                </a:moveTo>
                <a:cubicBezTo>
                  <a:pt x="129" y="660"/>
                  <a:pt x="125" y="663"/>
                  <a:pt x="124" y="670"/>
                </a:cubicBezTo>
                <a:cubicBezTo>
                  <a:pt x="127" y="670"/>
                  <a:pt x="125" y="659"/>
                  <a:pt x="129" y="664"/>
                </a:cubicBezTo>
                <a:cubicBezTo>
                  <a:pt x="129" y="661"/>
                  <a:pt x="131" y="655"/>
                  <a:pt x="129" y="651"/>
                </a:cubicBezTo>
                <a:close/>
                <a:moveTo>
                  <a:pt x="35" y="686"/>
                </a:moveTo>
                <a:cubicBezTo>
                  <a:pt x="35" y="688"/>
                  <a:pt x="33" y="692"/>
                  <a:pt x="35" y="694"/>
                </a:cubicBezTo>
                <a:cubicBezTo>
                  <a:pt x="36" y="691"/>
                  <a:pt x="38" y="695"/>
                  <a:pt x="40" y="694"/>
                </a:cubicBezTo>
                <a:cubicBezTo>
                  <a:pt x="42" y="711"/>
                  <a:pt x="41" y="728"/>
                  <a:pt x="47" y="745"/>
                </a:cubicBezTo>
                <a:cubicBezTo>
                  <a:pt x="47" y="744"/>
                  <a:pt x="47" y="742"/>
                  <a:pt x="48" y="743"/>
                </a:cubicBezTo>
                <a:cubicBezTo>
                  <a:pt x="51" y="743"/>
                  <a:pt x="47" y="747"/>
                  <a:pt x="52" y="747"/>
                </a:cubicBezTo>
                <a:cubicBezTo>
                  <a:pt x="50" y="742"/>
                  <a:pt x="51" y="738"/>
                  <a:pt x="52" y="732"/>
                </a:cubicBezTo>
                <a:cubicBezTo>
                  <a:pt x="56" y="733"/>
                  <a:pt x="57" y="730"/>
                  <a:pt x="55" y="728"/>
                </a:cubicBezTo>
                <a:cubicBezTo>
                  <a:pt x="58" y="729"/>
                  <a:pt x="59" y="730"/>
                  <a:pt x="63" y="729"/>
                </a:cubicBezTo>
                <a:cubicBezTo>
                  <a:pt x="66" y="732"/>
                  <a:pt x="61" y="739"/>
                  <a:pt x="65" y="742"/>
                </a:cubicBezTo>
                <a:cubicBezTo>
                  <a:pt x="65" y="740"/>
                  <a:pt x="67" y="740"/>
                  <a:pt x="68" y="738"/>
                </a:cubicBezTo>
                <a:cubicBezTo>
                  <a:pt x="66" y="736"/>
                  <a:pt x="64" y="729"/>
                  <a:pt x="67" y="728"/>
                </a:cubicBezTo>
                <a:cubicBezTo>
                  <a:pt x="69" y="732"/>
                  <a:pt x="73" y="730"/>
                  <a:pt x="74" y="727"/>
                </a:cubicBezTo>
                <a:cubicBezTo>
                  <a:pt x="75" y="729"/>
                  <a:pt x="72" y="731"/>
                  <a:pt x="75" y="731"/>
                </a:cubicBezTo>
                <a:cubicBezTo>
                  <a:pt x="77" y="730"/>
                  <a:pt x="75" y="726"/>
                  <a:pt x="78" y="726"/>
                </a:cubicBezTo>
                <a:cubicBezTo>
                  <a:pt x="88" y="725"/>
                  <a:pt x="79" y="740"/>
                  <a:pt x="84" y="745"/>
                </a:cubicBezTo>
                <a:cubicBezTo>
                  <a:pt x="84" y="736"/>
                  <a:pt x="88" y="728"/>
                  <a:pt x="87" y="722"/>
                </a:cubicBezTo>
                <a:cubicBezTo>
                  <a:pt x="86" y="721"/>
                  <a:pt x="84" y="721"/>
                  <a:pt x="84" y="721"/>
                </a:cubicBezTo>
                <a:cubicBezTo>
                  <a:pt x="82" y="717"/>
                  <a:pt x="83" y="713"/>
                  <a:pt x="82" y="710"/>
                </a:cubicBezTo>
                <a:cubicBezTo>
                  <a:pt x="82" y="711"/>
                  <a:pt x="82" y="712"/>
                  <a:pt x="81" y="713"/>
                </a:cubicBezTo>
                <a:cubicBezTo>
                  <a:pt x="81" y="712"/>
                  <a:pt x="81" y="711"/>
                  <a:pt x="80" y="711"/>
                </a:cubicBezTo>
                <a:cubicBezTo>
                  <a:pt x="80" y="716"/>
                  <a:pt x="79" y="720"/>
                  <a:pt x="78" y="722"/>
                </a:cubicBezTo>
                <a:cubicBezTo>
                  <a:pt x="77" y="721"/>
                  <a:pt x="77" y="719"/>
                  <a:pt x="76" y="717"/>
                </a:cubicBezTo>
                <a:cubicBezTo>
                  <a:pt x="81" y="713"/>
                  <a:pt x="76" y="703"/>
                  <a:pt x="84" y="702"/>
                </a:cubicBezTo>
                <a:cubicBezTo>
                  <a:pt x="84" y="704"/>
                  <a:pt x="83" y="704"/>
                  <a:pt x="85" y="704"/>
                </a:cubicBezTo>
                <a:cubicBezTo>
                  <a:pt x="85" y="703"/>
                  <a:pt x="85" y="701"/>
                  <a:pt x="84" y="701"/>
                </a:cubicBezTo>
                <a:cubicBezTo>
                  <a:pt x="84" y="703"/>
                  <a:pt x="82" y="701"/>
                  <a:pt x="82" y="699"/>
                </a:cubicBezTo>
                <a:cubicBezTo>
                  <a:pt x="81" y="699"/>
                  <a:pt x="79" y="701"/>
                  <a:pt x="78" y="699"/>
                </a:cubicBezTo>
                <a:cubicBezTo>
                  <a:pt x="77" y="701"/>
                  <a:pt x="79" y="701"/>
                  <a:pt x="78" y="703"/>
                </a:cubicBezTo>
                <a:cubicBezTo>
                  <a:pt x="74" y="701"/>
                  <a:pt x="75" y="709"/>
                  <a:pt x="71" y="704"/>
                </a:cubicBezTo>
                <a:cubicBezTo>
                  <a:pt x="72" y="706"/>
                  <a:pt x="73" y="712"/>
                  <a:pt x="69" y="712"/>
                </a:cubicBezTo>
                <a:cubicBezTo>
                  <a:pt x="68" y="706"/>
                  <a:pt x="68" y="698"/>
                  <a:pt x="65" y="693"/>
                </a:cubicBezTo>
                <a:cubicBezTo>
                  <a:pt x="69" y="689"/>
                  <a:pt x="67" y="672"/>
                  <a:pt x="64" y="665"/>
                </a:cubicBezTo>
                <a:cubicBezTo>
                  <a:pt x="63" y="669"/>
                  <a:pt x="60" y="680"/>
                  <a:pt x="63" y="681"/>
                </a:cubicBezTo>
                <a:cubicBezTo>
                  <a:pt x="60" y="683"/>
                  <a:pt x="62" y="692"/>
                  <a:pt x="56" y="692"/>
                </a:cubicBezTo>
                <a:cubicBezTo>
                  <a:pt x="58" y="689"/>
                  <a:pt x="56" y="690"/>
                  <a:pt x="55" y="688"/>
                </a:cubicBezTo>
                <a:cubicBezTo>
                  <a:pt x="57" y="688"/>
                  <a:pt x="57" y="689"/>
                  <a:pt x="58" y="687"/>
                </a:cubicBezTo>
                <a:cubicBezTo>
                  <a:pt x="51" y="684"/>
                  <a:pt x="50" y="674"/>
                  <a:pt x="47" y="667"/>
                </a:cubicBezTo>
                <a:cubicBezTo>
                  <a:pt x="38" y="670"/>
                  <a:pt x="46" y="657"/>
                  <a:pt x="41" y="652"/>
                </a:cubicBezTo>
                <a:cubicBezTo>
                  <a:pt x="41" y="654"/>
                  <a:pt x="41" y="657"/>
                  <a:pt x="39" y="657"/>
                </a:cubicBezTo>
                <a:cubicBezTo>
                  <a:pt x="39" y="669"/>
                  <a:pt x="29" y="674"/>
                  <a:pt x="35" y="686"/>
                </a:cubicBezTo>
                <a:close/>
                <a:moveTo>
                  <a:pt x="60" y="689"/>
                </a:moveTo>
                <a:cubicBezTo>
                  <a:pt x="62" y="689"/>
                  <a:pt x="62" y="688"/>
                  <a:pt x="64" y="688"/>
                </a:cubicBezTo>
                <a:cubicBezTo>
                  <a:pt x="61" y="692"/>
                  <a:pt x="64" y="691"/>
                  <a:pt x="65" y="695"/>
                </a:cubicBezTo>
                <a:cubicBezTo>
                  <a:pt x="64" y="695"/>
                  <a:pt x="63" y="695"/>
                  <a:pt x="63" y="696"/>
                </a:cubicBezTo>
                <a:cubicBezTo>
                  <a:pt x="60" y="696"/>
                  <a:pt x="60" y="693"/>
                  <a:pt x="60" y="689"/>
                </a:cubicBezTo>
                <a:close/>
                <a:moveTo>
                  <a:pt x="60" y="717"/>
                </a:moveTo>
                <a:cubicBezTo>
                  <a:pt x="61" y="722"/>
                  <a:pt x="58" y="723"/>
                  <a:pt x="56" y="726"/>
                </a:cubicBezTo>
                <a:cubicBezTo>
                  <a:pt x="55" y="725"/>
                  <a:pt x="55" y="722"/>
                  <a:pt x="55" y="719"/>
                </a:cubicBezTo>
                <a:cubicBezTo>
                  <a:pt x="57" y="718"/>
                  <a:pt x="58" y="717"/>
                  <a:pt x="60" y="717"/>
                </a:cubicBezTo>
                <a:close/>
                <a:moveTo>
                  <a:pt x="894" y="690"/>
                </a:moveTo>
                <a:cubicBezTo>
                  <a:pt x="894" y="689"/>
                  <a:pt x="897" y="691"/>
                  <a:pt x="898" y="692"/>
                </a:cubicBezTo>
                <a:cubicBezTo>
                  <a:pt x="897" y="698"/>
                  <a:pt x="899" y="701"/>
                  <a:pt x="898" y="706"/>
                </a:cubicBezTo>
                <a:cubicBezTo>
                  <a:pt x="901" y="706"/>
                  <a:pt x="900" y="700"/>
                  <a:pt x="901" y="696"/>
                </a:cubicBezTo>
                <a:cubicBezTo>
                  <a:pt x="903" y="697"/>
                  <a:pt x="904" y="696"/>
                  <a:pt x="905" y="695"/>
                </a:cubicBezTo>
                <a:cubicBezTo>
                  <a:pt x="908" y="697"/>
                  <a:pt x="903" y="703"/>
                  <a:pt x="906" y="705"/>
                </a:cubicBezTo>
                <a:cubicBezTo>
                  <a:pt x="909" y="688"/>
                  <a:pt x="916" y="676"/>
                  <a:pt x="919" y="659"/>
                </a:cubicBezTo>
                <a:cubicBezTo>
                  <a:pt x="916" y="659"/>
                  <a:pt x="915" y="659"/>
                  <a:pt x="913" y="662"/>
                </a:cubicBezTo>
                <a:cubicBezTo>
                  <a:pt x="910" y="662"/>
                  <a:pt x="910" y="657"/>
                  <a:pt x="909" y="656"/>
                </a:cubicBezTo>
                <a:cubicBezTo>
                  <a:pt x="908" y="657"/>
                  <a:pt x="909" y="660"/>
                  <a:pt x="907" y="660"/>
                </a:cubicBezTo>
                <a:cubicBezTo>
                  <a:pt x="905" y="658"/>
                  <a:pt x="906" y="662"/>
                  <a:pt x="903" y="662"/>
                </a:cubicBezTo>
                <a:cubicBezTo>
                  <a:pt x="905" y="659"/>
                  <a:pt x="905" y="659"/>
                  <a:pt x="903" y="659"/>
                </a:cubicBezTo>
                <a:cubicBezTo>
                  <a:pt x="905" y="658"/>
                  <a:pt x="905" y="655"/>
                  <a:pt x="904" y="654"/>
                </a:cubicBezTo>
                <a:cubicBezTo>
                  <a:pt x="903" y="661"/>
                  <a:pt x="896" y="669"/>
                  <a:pt x="899" y="678"/>
                </a:cubicBezTo>
                <a:cubicBezTo>
                  <a:pt x="897" y="678"/>
                  <a:pt x="896" y="681"/>
                  <a:pt x="894" y="681"/>
                </a:cubicBezTo>
                <a:cubicBezTo>
                  <a:pt x="895" y="687"/>
                  <a:pt x="893" y="686"/>
                  <a:pt x="894" y="690"/>
                </a:cubicBezTo>
                <a:close/>
                <a:moveTo>
                  <a:pt x="906" y="675"/>
                </a:moveTo>
                <a:cubicBezTo>
                  <a:pt x="908" y="675"/>
                  <a:pt x="908" y="675"/>
                  <a:pt x="908" y="675"/>
                </a:cubicBezTo>
                <a:cubicBezTo>
                  <a:pt x="907" y="677"/>
                  <a:pt x="909" y="680"/>
                  <a:pt x="907" y="681"/>
                </a:cubicBezTo>
                <a:cubicBezTo>
                  <a:pt x="905" y="681"/>
                  <a:pt x="906" y="677"/>
                  <a:pt x="906" y="675"/>
                </a:cubicBezTo>
                <a:close/>
                <a:moveTo>
                  <a:pt x="677" y="731"/>
                </a:moveTo>
                <a:cubicBezTo>
                  <a:pt x="677" y="732"/>
                  <a:pt x="677" y="732"/>
                  <a:pt x="678" y="733"/>
                </a:cubicBezTo>
                <a:cubicBezTo>
                  <a:pt x="676" y="733"/>
                  <a:pt x="675" y="735"/>
                  <a:pt x="675" y="736"/>
                </a:cubicBezTo>
                <a:cubicBezTo>
                  <a:pt x="675" y="736"/>
                  <a:pt x="678" y="738"/>
                  <a:pt x="678" y="736"/>
                </a:cubicBezTo>
                <a:cubicBezTo>
                  <a:pt x="676" y="735"/>
                  <a:pt x="681" y="731"/>
                  <a:pt x="677" y="731"/>
                </a:cubicBezTo>
                <a:close/>
                <a:moveTo>
                  <a:pt x="793" y="807"/>
                </a:moveTo>
                <a:cubicBezTo>
                  <a:pt x="788" y="816"/>
                  <a:pt x="781" y="824"/>
                  <a:pt x="773" y="831"/>
                </a:cubicBezTo>
                <a:cubicBezTo>
                  <a:pt x="770" y="834"/>
                  <a:pt x="762" y="836"/>
                  <a:pt x="763" y="843"/>
                </a:cubicBezTo>
                <a:cubicBezTo>
                  <a:pt x="775" y="831"/>
                  <a:pt x="787" y="820"/>
                  <a:pt x="798" y="809"/>
                </a:cubicBezTo>
                <a:cubicBezTo>
                  <a:pt x="804" y="807"/>
                  <a:pt x="807" y="804"/>
                  <a:pt x="808" y="798"/>
                </a:cubicBezTo>
                <a:cubicBezTo>
                  <a:pt x="813" y="795"/>
                  <a:pt x="821" y="783"/>
                  <a:pt x="828" y="779"/>
                </a:cubicBezTo>
                <a:cubicBezTo>
                  <a:pt x="831" y="777"/>
                  <a:pt x="837" y="774"/>
                  <a:pt x="837" y="779"/>
                </a:cubicBezTo>
                <a:cubicBezTo>
                  <a:pt x="835" y="782"/>
                  <a:pt x="839" y="781"/>
                  <a:pt x="838" y="785"/>
                </a:cubicBezTo>
                <a:cubicBezTo>
                  <a:pt x="838" y="784"/>
                  <a:pt x="839" y="784"/>
                  <a:pt x="841" y="784"/>
                </a:cubicBezTo>
                <a:cubicBezTo>
                  <a:pt x="839" y="779"/>
                  <a:pt x="844" y="777"/>
                  <a:pt x="845" y="772"/>
                </a:cubicBezTo>
                <a:cubicBezTo>
                  <a:pt x="843" y="772"/>
                  <a:pt x="842" y="771"/>
                  <a:pt x="842" y="769"/>
                </a:cubicBezTo>
                <a:cubicBezTo>
                  <a:pt x="844" y="766"/>
                  <a:pt x="845" y="771"/>
                  <a:pt x="846" y="769"/>
                </a:cubicBezTo>
                <a:cubicBezTo>
                  <a:pt x="845" y="767"/>
                  <a:pt x="848" y="760"/>
                  <a:pt x="845" y="757"/>
                </a:cubicBezTo>
                <a:cubicBezTo>
                  <a:pt x="851" y="757"/>
                  <a:pt x="853" y="753"/>
                  <a:pt x="855" y="750"/>
                </a:cubicBezTo>
                <a:cubicBezTo>
                  <a:pt x="851" y="750"/>
                  <a:pt x="852" y="755"/>
                  <a:pt x="847" y="754"/>
                </a:cubicBezTo>
                <a:cubicBezTo>
                  <a:pt x="845" y="749"/>
                  <a:pt x="850" y="746"/>
                  <a:pt x="853" y="743"/>
                </a:cubicBezTo>
                <a:cubicBezTo>
                  <a:pt x="848" y="742"/>
                  <a:pt x="843" y="737"/>
                  <a:pt x="840" y="741"/>
                </a:cubicBezTo>
                <a:cubicBezTo>
                  <a:pt x="834" y="753"/>
                  <a:pt x="820" y="764"/>
                  <a:pt x="811" y="774"/>
                </a:cubicBezTo>
                <a:cubicBezTo>
                  <a:pt x="812" y="784"/>
                  <a:pt x="800" y="784"/>
                  <a:pt x="802" y="791"/>
                </a:cubicBezTo>
                <a:cubicBezTo>
                  <a:pt x="802" y="790"/>
                  <a:pt x="804" y="787"/>
                  <a:pt x="805" y="789"/>
                </a:cubicBezTo>
                <a:cubicBezTo>
                  <a:pt x="804" y="796"/>
                  <a:pt x="796" y="798"/>
                  <a:pt x="798" y="805"/>
                </a:cubicBezTo>
                <a:cubicBezTo>
                  <a:pt x="796" y="805"/>
                  <a:pt x="795" y="806"/>
                  <a:pt x="793" y="807"/>
                </a:cubicBezTo>
                <a:close/>
                <a:moveTo>
                  <a:pt x="840" y="772"/>
                </a:moveTo>
                <a:cubicBezTo>
                  <a:pt x="843" y="772"/>
                  <a:pt x="843" y="772"/>
                  <a:pt x="843" y="772"/>
                </a:cubicBezTo>
                <a:cubicBezTo>
                  <a:pt x="843" y="774"/>
                  <a:pt x="842" y="775"/>
                  <a:pt x="840" y="775"/>
                </a:cubicBezTo>
                <a:lnTo>
                  <a:pt x="840" y="772"/>
                </a:lnTo>
                <a:close/>
                <a:moveTo>
                  <a:pt x="918" y="766"/>
                </a:moveTo>
                <a:cubicBezTo>
                  <a:pt x="913" y="765"/>
                  <a:pt x="909" y="777"/>
                  <a:pt x="909" y="778"/>
                </a:cubicBezTo>
                <a:cubicBezTo>
                  <a:pt x="912" y="774"/>
                  <a:pt x="916" y="771"/>
                  <a:pt x="918" y="766"/>
                </a:cubicBezTo>
                <a:close/>
                <a:moveTo>
                  <a:pt x="19" y="768"/>
                </a:moveTo>
                <a:cubicBezTo>
                  <a:pt x="19" y="769"/>
                  <a:pt x="19" y="769"/>
                  <a:pt x="18" y="769"/>
                </a:cubicBezTo>
                <a:cubicBezTo>
                  <a:pt x="18" y="769"/>
                  <a:pt x="18" y="768"/>
                  <a:pt x="17" y="768"/>
                </a:cubicBezTo>
                <a:cubicBezTo>
                  <a:pt x="18" y="777"/>
                  <a:pt x="20" y="783"/>
                  <a:pt x="19" y="769"/>
                </a:cubicBezTo>
                <a:cubicBezTo>
                  <a:pt x="19" y="769"/>
                  <a:pt x="20" y="768"/>
                  <a:pt x="19" y="768"/>
                </a:cubicBezTo>
                <a:close/>
                <a:moveTo>
                  <a:pt x="105" y="833"/>
                </a:moveTo>
                <a:cubicBezTo>
                  <a:pt x="105" y="830"/>
                  <a:pt x="105" y="830"/>
                  <a:pt x="105" y="830"/>
                </a:cubicBezTo>
                <a:cubicBezTo>
                  <a:pt x="104" y="829"/>
                  <a:pt x="103" y="831"/>
                  <a:pt x="102" y="830"/>
                </a:cubicBezTo>
                <a:cubicBezTo>
                  <a:pt x="96" y="821"/>
                  <a:pt x="97" y="805"/>
                  <a:pt x="88" y="799"/>
                </a:cubicBezTo>
                <a:cubicBezTo>
                  <a:pt x="87" y="803"/>
                  <a:pt x="91" y="806"/>
                  <a:pt x="88" y="809"/>
                </a:cubicBezTo>
                <a:cubicBezTo>
                  <a:pt x="83" y="805"/>
                  <a:pt x="87" y="799"/>
                  <a:pt x="82" y="795"/>
                </a:cubicBezTo>
                <a:cubicBezTo>
                  <a:pt x="82" y="801"/>
                  <a:pt x="79" y="797"/>
                  <a:pt x="78" y="801"/>
                </a:cubicBezTo>
                <a:cubicBezTo>
                  <a:pt x="77" y="799"/>
                  <a:pt x="73" y="800"/>
                  <a:pt x="73" y="798"/>
                </a:cubicBezTo>
                <a:cubicBezTo>
                  <a:pt x="74" y="798"/>
                  <a:pt x="74" y="797"/>
                  <a:pt x="73" y="795"/>
                </a:cubicBezTo>
                <a:cubicBezTo>
                  <a:pt x="75" y="795"/>
                  <a:pt x="76" y="796"/>
                  <a:pt x="77" y="795"/>
                </a:cubicBezTo>
                <a:cubicBezTo>
                  <a:pt x="74" y="795"/>
                  <a:pt x="74" y="793"/>
                  <a:pt x="71" y="794"/>
                </a:cubicBezTo>
                <a:cubicBezTo>
                  <a:pt x="71" y="797"/>
                  <a:pt x="72" y="801"/>
                  <a:pt x="69" y="802"/>
                </a:cubicBezTo>
                <a:cubicBezTo>
                  <a:pt x="69" y="802"/>
                  <a:pt x="68" y="801"/>
                  <a:pt x="67" y="800"/>
                </a:cubicBezTo>
                <a:cubicBezTo>
                  <a:pt x="66" y="802"/>
                  <a:pt x="69" y="803"/>
                  <a:pt x="67" y="804"/>
                </a:cubicBezTo>
                <a:cubicBezTo>
                  <a:pt x="64" y="796"/>
                  <a:pt x="60" y="786"/>
                  <a:pt x="62" y="780"/>
                </a:cubicBezTo>
                <a:cubicBezTo>
                  <a:pt x="57" y="781"/>
                  <a:pt x="62" y="785"/>
                  <a:pt x="60" y="788"/>
                </a:cubicBezTo>
                <a:cubicBezTo>
                  <a:pt x="56" y="789"/>
                  <a:pt x="58" y="783"/>
                  <a:pt x="54" y="783"/>
                </a:cubicBezTo>
                <a:cubicBezTo>
                  <a:pt x="53" y="785"/>
                  <a:pt x="53" y="790"/>
                  <a:pt x="51" y="787"/>
                </a:cubicBezTo>
                <a:cubicBezTo>
                  <a:pt x="55" y="809"/>
                  <a:pt x="55" y="833"/>
                  <a:pt x="61" y="849"/>
                </a:cubicBezTo>
                <a:cubicBezTo>
                  <a:pt x="62" y="843"/>
                  <a:pt x="65" y="846"/>
                  <a:pt x="68" y="845"/>
                </a:cubicBezTo>
                <a:cubicBezTo>
                  <a:pt x="66" y="838"/>
                  <a:pt x="66" y="826"/>
                  <a:pt x="64" y="814"/>
                </a:cubicBezTo>
                <a:cubicBezTo>
                  <a:pt x="66" y="813"/>
                  <a:pt x="69" y="809"/>
                  <a:pt x="71" y="813"/>
                </a:cubicBezTo>
                <a:cubicBezTo>
                  <a:pt x="71" y="814"/>
                  <a:pt x="70" y="815"/>
                  <a:pt x="70" y="816"/>
                </a:cubicBezTo>
                <a:cubicBezTo>
                  <a:pt x="69" y="816"/>
                  <a:pt x="69" y="814"/>
                  <a:pt x="67" y="815"/>
                </a:cubicBezTo>
                <a:cubicBezTo>
                  <a:pt x="67" y="818"/>
                  <a:pt x="67" y="821"/>
                  <a:pt x="69" y="823"/>
                </a:cubicBezTo>
                <a:cubicBezTo>
                  <a:pt x="68" y="821"/>
                  <a:pt x="69" y="820"/>
                  <a:pt x="71" y="820"/>
                </a:cubicBezTo>
                <a:cubicBezTo>
                  <a:pt x="72" y="822"/>
                  <a:pt x="71" y="826"/>
                  <a:pt x="73" y="826"/>
                </a:cubicBezTo>
                <a:cubicBezTo>
                  <a:pt x="74" y="822"/>
                  <a:pt x="79" y="821"/>
                  <a:pt x="77" y="816"/>
                </a:cubicBezTo>
                <a:cubicBezTo>
                  <a:pt x="79" y="818"/>
                  <a:pt x="80" y="816"/>
                  <a:pt x="82" y="816"/>
                </a:cubicBezTo>
                <a:cubicBezTo>
                  <a:pt x="83" y="823"/>
                  <a:pt x="87" y="826"/>
                  <a:pt x="85" y="832"/>
                </a:cubicBezTo>
                <a:cubicBezTo>
                  <a:pt x="83" y="832"/>
                  <a:pt x="83" y="830"/>
                  <a:pt x="82" y="830"/>
                </a:cubicBezTo>
                <a:cubicBezTo>
                  <a:pt x="80" y="834"/>
                  <a:pt x="79" y="835"/>
                  <a:pt x="77" y="837"/>
                </a:cubicBezTo>
                <a:cubicBezTo>
                  <a:pt x="75" y="838"/>
                  <a:pt x="76" y="834"/>
                  <a:pt x="73" y="835"/>
                </a:cubicBezTo>
                <a:cubicBezTo>
                  <a:pt x="73" y="839"/>
                  <a:pt x="74" y="843"/>
                  <a:pt x="75" y="846"/>
                </a:cubicBezTo>
                <a:cubicBezTo>
                  <a:pt x="75" y="841"/>
                  <a:pt x="77" y="845"/>
                  <a:pt x="78" y="846"/>
                </a:cubicBezTo>
                <a:cubicBezTo>
                  <a:pt x="78" y="844"/>
                  <a:pt x="80" y="843"/>
                  <a:pt x="82" y="841"/>
                </a:cubicBezTo>
                <a:cubicBezTo>
                  <a:pt x="80" y="848"/>
                  <a:pt x="87" y="847"/>
                  <a:pt x="87" y="852"/>
                </a:cubicBezTo>
                <a:cubicBezTo>
                  <a:pt x="87" y="845"/>
                  <a:pt x="89" y="839"/>
                  <a:pt x="86" y="831"/>
                </a:cubicBezTo>
                <a:cubicBezTo>
                  <a:pt x="88" y="831"/>
                  <a:pt x="88" y="830"/>
                  <a:pt x="91" y="830"/>
                </a:cubicBezTo>
                <a:cubicBezTo>
                  <a:pt x="91" y="840"/>
                  <a:pt x="92" y="844"/>
                  <a:pt x="92" y="852"/>
                </a:cubicBezTo>
                <a:cubicBezTo>
                  <a:pt x="94" y="853"/>
                  <a:pt x="95" y="854"/>
                  <a:pt x="97" y="854"/>
                </a:cubicBezTo>
                <a:cubicBezTo>
                  <a:pt x="97" y="852"/>
                  <a:pt x="97" y="850"/>
                  <a:pt x="100" y="851"/>
                </a:cubicBezTo>
                <a:cubicBezTo>
                  <a:pt x="104" y="851"/>
                  <a:pt x="102" y="859"/>
                  <a:pt x="106" y="860"/>
                </a:cubicBezTo>
                <a:cubicBezTo>
                  <a:pt x="103" y="860"/>
                  <a:pt x="102" y="859"/>
                  <a:pt x="101" y="862"/>
                </a:cubicBezTo>
                <a:cubicBezTo>
                  <a:pt x="104" y="862"/>
                  <a:pt x="104" y="869"/>
                  <a:pt x="107" y="866"/>
                </a:cubicBezTo>
                <a:cubicBezTo>
                  <a:pt x="105" y="866"/>
                  <a:pt x="104" y="865"/>
                  <a:pt x="104" y="863"/>
                </a:cubicBezTo>
                <a:cubicBezTo>
                  <a:pt x="107" y="863"/>
                  <a:pt x="108" y="864"/>
                  <a:pt x="110" y="863"/>
                </a:cubicBezTo>
                <a:cubicBezTo>
                  <a:pt x="103" y="858"/>
                  <a:pt x="105" y="846"/>
                  <a:pt x="100" y="841"/>
                </a:cubicBezTo>
                <a:cubicBezTo>
                  <a:pt x="103" y="840"/>
                  <a:pt x="102" y="835"/>
                  <a:pt x="104" y="834"/>
                </a:cubicBezTo>
                <a:cubicBezTo>
                  <a:pt x="102" y="834"/>
                  <a:pt x="101" y="834"/>
                  <a:pt x="102" y="831"/>
                </a:cubicBezTo>
                <a:cubicBezTo>
                  <a:pt x="105" y="830"/>
                  <a:pt x="103" y="834"/>
                  <a:pt x="105" y="833"/>
                </a:cubicBezTo>
                <a:close/>
                <a:moveTo>
                  <a:pt x="58" y="790"/>
                </a:moveTo>
                <a:cubicBezTo>
                  <a:pt x="60" y="787"/>
                  <a:pt x="60" y="794"/>
                  <a:pt x="61" y="795"/>
                </a:cubicBezTo>
                <a:cubicBezTo>
                  <a:pt x="59" y="799"/>
                  <a:pt x="59" y="791"/>
                  <a:pt x="58" y="790"/>
                </a:cubicBezTo>
                <a:close/>
                <a:moveTo>
                  <a:pt x="81" y="809"/>
                </a:moveTo>
                <a:cubicBezTo>
                  <a:pt x="79" y="808"/>
                  <a:pt x="78" y="804"/>
                  <a:pt x="79" y="802"/>
                </a:cubicBezTo>
                <a:cubicBezTo>
                  <a:pt x="80" y="805"/>
                  <a:pt x="82" y="806"/>
                  <a:pt x="81" y="809"/>
                </a:cubicBezTo>
                <a:close/>
                <a:moveTo>
                  <a:pt x="82" y="804"/>
                </a:moveTo>
                <a:cubicBezTo>
                  <a:pt x="82" y="803"/>
                  <a:pt x="82" y="801"/>
                  <a:pt x="81" y="801"/>
                </a:cubicBezTo>
                <a:cubicBezTo>
                  <a:pt x="82" y="798"/>
                  <a:pt x="86" y="805"/>
                  <a:pt x="82" y="804"/>
                </a:cubicBezTo>
                <a:close/>
                <a:moveTo>
                  <a:pt x="83" y="809"/>
                </a:moveTo>
                <a:cubicBezTo>
                  <a:pt x="83" y="806"/>
                  <a:pt x="85" y="810"/>
                  <a:pt x="87" y="809"/>
                </a:cubicBezTo>
                <a:cubicBezTo>
                  <a:pt x="87" y="814"/>
                  <a:pt x="87" y="814"/>
                  <a:pt x="87" y="814"/>
                </a:cubicBezTo>
                <a:cubicBezTo>
                  <a:pt x="83" y="814"/>
                  <a:pt x="84" y="809"/>
                  <a:pt x="83" y="809"/>
                </a:cubicBezTo>
                <a:close/>
                <a:moveTo>
                  <a:pt x="88" y="825"/>
                </a:moveTo>
                <a:cubicBezTo>
                  <a:pt x="87" y="825"/>
                  <a:pt x="87" y="824"/>
                  <a:pt x="87" y="823"/>
                </a:cubicBezTo>
                <a:cubicBezTo>
                  <a:pt x="87" y="822"/>
                  <a:pt x="87" y="823"/>
                  <a:pt x="87" y="823"/>
                </a:cubicBezTo>
                <a:cubicBezTo>
                  <a:pt x="86" y="823"/>
                  <a:pt x="86" y="823"/>
                  <a:pt x="87" y="823"/>
                </a:cubicBezTo>
                <a:cubicBezTo>
                  <a:pt x="84" y="821"/>
                  <a:pt x="86" y="820"/>
                  <a:pt x="88" y="820"/>
                </a:cubicBezTo>
                <a:lnTo>
                  <a:pt x="88" y="825"/>
                </a:lnTo>
                <a:close/>
                <a:moveTo>
                  <a:pt x="115" y="817"/>
                </a:moveTo>
                <a:cubicBezTo>
                  <a:pt x="115" y="818"/>
                  <a:pt x="115" y="819"/>
                  <a:pt x="114" y="819"/>
                </a:cubicBezTo>
                <a:cubicBezTo>
                  <a:pt x="110" y="813"/>
                  <a:pt x="111" y="807"/>
                  <a:pt x="106" y="802"/>
                </a:cubicBezTo>
                <a:cubicBezTo>
                  <a:pt x="108" y="810"/>
                  <a:pt x="105" y="823"/>
                  <a:pt x="112" y="827"/>
                </a:cubicBezTo>
                <a:cubicBezTo>
                  <a:pt x="115" y="824"/>
                  <a:pt x="116" y="829"/>
                  <a:pt x="119" y="830"/>
                </a:cubicBezTo>
                <a:cubicBezTo>
                  <a:pt x="119" y="828"/>
                  <a:pt x="119" y="826"/>
                  <a:pt x="118" y="825"/>
                </a:cubicBezTo>
                <a:cubicBezTo>
                  <a:pt x="122" y="825"/>
                  <a:pt x="120" y="823"/>
                  <a:pt x="122" y="822"/>
                </a:cubicBezTo>
                <a:cubicBezTo>
                  <a:pt x="123" y="824"/>
                  <a:pt x="128" y="826"/>
                  <a:pt x="130" y="823"/>
                </a:cubicBezTo>
                <a:cubicBezTo>
                  <a:pt x="129" y="823"/>
                  <a:pt x="127" y="823"/>
                  <a:pt x="126" y="822"/>
                </a:cubicBezTo>
                <a:cubicBezTo>
                  <a:pt x="128" y="820"/>
                  <a:pt x="128" y="818"/>
                  <a:pt x="129" y="816"/>
                </a:cubicBezTo>
                <a:cubicBezTo>
                  <a:pt x="124" y="811"/>
                  <a:pt x="126" y="799"/>
                  <a:pt x="121" y="793"/>
                </a:cubicBezTo>
                <a:cubicBezTo>
                  <a:pt x="119" y="801"/>
                  <a:pt x="125" y="801"/>
                  <a:pt x="123" y="809"/>
                </a:cubicBezTo>
                <a:cubicBezTo>
                  <a:pt x="119" y="809"/>
                  <a:pt x="120" y="805"/>
                  <a:pt x="117" y="804"/>
                </a:cubicBezTo>
                <a:cubicBezTo>
                  <a:pt x="117" y="813"/>
                  <a:pt x="125" y="818"/>
                  <a:pt x="119" y="823"/>
                </a:cubicBezTo>
                <a:cubicBezTo>
                  <a:pt x="115" y="823"/>
                  <a:pt x="117" y="818"/>
                  <a:pt x="115" y="817"/>
                </a:cubicBezTo>
                <a:close/>
                <a:moveTo>
                  <a:pt x="111" y="854"/>
                </a:moveTo>
                <a:cubicBezTo>
                  <a:pt x="114" y="854"/>
                  <a:pt x="110" y="866"/>
                  <a:pt x="115" y="866"/>
                </a:cubicBezTo>
                <a:cubicBezTo>
                  <a:pt x="113" y="864"/>
                  <a:pt x="115" y="861"/>
                  <a:pt x="115" y="858"/>
                </a:cubicBezTo>
                <a:cubicBezTo>
                  <a:pt x="116" y="859"/>
                  <a:pt x="116" y="860"/>
                  <a:pt x="117" y="859"/>
                </a:cubicBezTo>
                <a:cubicBezTo>
                  <a:pt x="118" y="854"/>
                  <a:pt x="118" y="850"/>
                  <a:pt x="121" y="851"/>
                </a:cubicBezTo>
                <a:cubicBezTo>
                  <a:pt x="120" y="846"/>
                  <a:pt x="125" y="843"/>
                  <a:pt x="121" y="841"/>
                </a:cubicBezTo>
                <a:cubicBezTo>
                  <a:pt x="122" y="844"/>
                  <a:pt x="119" y="842"/>
                  <a:pt x="118" y="844"/>
                </a:cubicBezTo>
                <a:cubicBezTo>
                  <a:pt x="114" y="840"/>
                  <a:pt x="115" y="831"/>
                  <a:pt x="112" y="827"/>
                </a:cubicBezTo>
                <a:cubicBezTo>
                  <a:pt x="110" y="838"/>
                  <a:pt x="123" y="851"/>
                  <a:pt x="111" y="854"/>
                </a:cubicBezTo>
                <a:close/>
                <a:moveTo>
                  <a:pt x="747" y="809"/>
                </a:moveTo>
                <a:cubicBezTo>
                  <a:pt x="745" y="811"/>
                  <a:pt x="744" y="815"/>
                  <a:pt x="741" y="817"/>
                </a:cubicBezTo>
                <a:cubicBezTo>
                  <a:pt x="745" y="816"/>
                  <a:pt x="755" y="809"/>
                  <a:pt x="749" y="806"/>
                </a:cubicBezTo>
                <a:cubicBezTo>
                  <a:pt x="748" y="808"/>
                  <a:pt x="750" y="808"/>
                  <a:pt x="750" y="809"/>
                </a:cubicBezTo>
                <a:cubicBezTo>
                  <a:pt x="749" y="810"/>
                  <a:pt x="748" y="810"/>
                  <a:pt x="747" y="809"/>
                </a:cubicBezTo>
                <a:close/>
                <a:moveTo>
                  <a:pt x="132" y="816"/>
                </a:moveTo>
                <a:cubicBezTo>
                  <a:pt x="133" y="816"/>
                  <a:pt x="132" y="812"/>
                  <a:pt x="130" y="812"/>
                </a:cubicBezTo>
                <a:cubicBezTo>
                  <a:pt x="129" y="814"/>
                  <a:pt x="131" y="813"/>
                  <a:pt x="130" y="816"/>
                </a:cubicBezTo>
                <a:cubicBezTo>
                  <a:pt x="134" y="814"/>
                  <a:pt x="130" y="819"/>
                  <a:pt x="132" y="816"/>
                </a:cubicBezTo>
                <a:close/>
                <a:moveTo>
                  <a:pt x="837" y="826"/>
                </a:moveTo>
                <a:cubicBezTo>
                  <a:pt x="832" y="827"/>
                  <a:pt x="832" y="832"/>
                  <a:pt x="826" y="831"/>
                </a:cubicBezTo>
                <a:cubicBezTo>
                  <a:pt x="827" y="835"/>
                  <a:pt x="821" y="841"/>
                  <a:pt x="824" y="844"/>
                </a:cubicBezTo>
                <a:cubicBezTo>
                  <a:pt x="823" y="845"/>
                  <a:pt x="823" y="843"/>
                  <a:pt x="821" y="844"/>
                </a:cubicBezTo>
                <a:cubicBezTo>
                  <a:pt x="820" y="848"/>
                  <a:pt x="814" y="850"/>
                  <a:pt x="809" y="849"/>
                </a:cubicBezTo>
                <a:cubicBezTo>
                  <a:pt x="796" y="854"/>
                  <a:pt x="793" y="870"/>
                  <a:pt x="784" y="879"/>
                </a:cubicBezTo>
                <a:cubicBezTo>
                  <a:pt x="782" y="879"/>
                  <a:pt x="782" y="877"/>
                  <a:pt x="781" y="879"/>
                </a:cubicBezTo>
                <a:cubicBezTo>
                  <a:pt x="783" y="879"/>
                  <a:pt x="778" y="884"/>
                  <a:pt x="780" y="885"/>
                </a:cubicBezTo>
                <a:cubicBezTo>
                  <a:pt x="790" y="880"/>
                  <a:pt x="798" y="871"/>
                  <a:pt x="806" y="864"/>
                </a:cubicBezTo>
                <a:cubicBezTo>
                  <a:pt x="807" y="860"/>
                  <a:pt x="807" y="861"/>
                  <a:pt x="806" y="858"/>
                </a:cubicBezTo>
                <a:cubicBezTo>
                  <a:pt x="811" y="854"/>
                  <a:pt x="814" y="848"/>
                  <a:pt x="819" y="851"/>
                </a:cubicBezTo>
                <a:cubicBezTo>
                  <a:pt x="819" y="845"/>
                  <a:pt x="830" y="844"/>
                  <a:pt x="833" y="840"/>
                </a:cubicBezTo>
                <a:cubicBezTo>
                  <a:pt x="831" y="840"/>
                  <a:pt x="828" y="843"/>
                  <a:pt x="827" y="840"/>
                </a:cubicBezTo>
                <a:cubicBezTo>
                  <a:pt x="829" y="837"/>
                  <a:pt x="831" y="835"/>
                  <a:pt x="831" y="831"/>
                </a:cubicBezTo>
                <a:cubicBezTo>
                  <a:pt x="833" y="831"/>
                  <a:pt x="833" y="833"/>
                  <a:pt x="835" y="832"/>
                </a:cubicBezTo>
                <a:cubicBezTo>
                  <a:pt x="836" y="831"/>
                  <a:pt x="837" y="829"/>
                  <a:pt x="837" y="826"/>
                </a:cubicBezTo>
                <a:close/>
                <a:moveTo>
                  <a:pt x="529" y="858"/>
                </a:moveTo>
                <a:cubicBezTo>
                  <a:pt x="526" y="858"/>
                  <a:pt x="528" y="856"/>
                  <a:pt x="531" y="855"/>
                </a:cubicBezTo>
                <a:cubicBezTo>
                  <a:pt x="521" y="850"/>
                  <a:pt x="512" y="845"/>
                  <a:pt x="502" y="844"/>
                </a:cubicBezTo>
                <a:cubicBezTo>
                  <a:pt x="505" y="845"/>
                  <a:pt x="503" y="847"/>
                  <a:pt x="502" y="849"/>
                </a:cubicBezTo>
                <a:cubicBezTo>
                  <a:pt x="509" y="854"/>
                  <a:pt x="519" y="865"/>
                  <a:pt x="529" y="858"/>
                </a:cubicBezTo>
                <a:close/>
                <a:moveTo>
                  <a:pt x="754" y="850"/>
                </a:moveTo>
                <a:cubicBezTo>
                  <a:pt x="756" y="846"/>
                  <a:pt x="760" y="846"/>
                  <a:pt x="762" y="843"/>
                </a:cubicBezTo>
                <a:cubicBezTo>
                  <a:pt x="759" y="844"/>
                  <a:pt x="756" y="845"/>
                  <a:pt x="754" y="846"/>
                </a:cubicBezTo>
                <a:cubicBezTo>
                  <a:pt x="756" y="848"/>
                  <a:pt x="752" y="850"/>
                  <a:pt x="754" y="850"/>
                </a:cubicBezTo>
                <a:close/>
                <a:moveTo>
                  <a:pt x="539" y="857"/>
                </a:moveTo>
                <a:cubicBezTo>
                  <a:pt x="541" y="858"/>
                  <a:pt x="544" y="863"/>
                  <a:pt x="546" y="861"/>
                </a:cubicBezTo>
                <a:cubicBezTo>
                  <a:pt x="543" y="861"/>
                  <a:pt x="541" y="855"/>
                  <a:pt x="539" y="857"/>
                </a:cubicBezTo>
                <a:close/>
                <a:moveTo>
                  <a:pt x="627" y="916"/>
                </a:moveTo>
                <a:cubicBezTo>
                  <a:pt x="637" y="908"/>
                  <a:pt x="650" y="920"/>
                  <a:pt x="658" y="909"/>
                </a:cubicBezTo>
                <a:cubicBezTo>
                  <a:pt x="662" y="911"/>
                  <a:pt x="667" y="906"/>
                  <a:pt x="671" y="905"/>
                </a:cubicBezTo>
                <a:cubicBezTo>
                  <a:pt x="663" y="906"/>
                  <a:pt x="657" y="905"/>
                  <a:pt x="651" y="908"/>
                </a:cubicBezTo>
                <a:cubicBezTo>
                  <a:pt x="651" y="907"/>
                  <a:pt x="652" y="907"/>
                  <a:pt x="650" y="907"/>
                </a:cubicBezTo>
                <a:cubicBezTo>
                  <a:pt x="630" y="914"/>
                  <a:pt x="599" y="905"/>
                  <a:pt x="578" y="896"/>
                </a:cubicBezTo>
                <a:cubicBezTo>
                  <a:pt x="571" y="897"/>
                  <a:pt x="558" y="892"/>
                  <a:pt x="553" y="885"/>
                </a:cubicBezTo>
                <a:cubicBezTo>
                  <a:pt x="556" y="887"/>
                  <a:pt x="560" y="888"/>
                  <a:pt x="565" y="886"/>
                </a:cubicBezTo>
                <a:cubicBezTo>
                  <a:pt x="550" y="880"/>
                  <a:pt x="534" y="875"/>
                  <a:pt x="519" y="869"/>
                </a:cubicBezTo>
                <a:cubicBezTo>
                  <a:pt x="509" y="877"/>
                  <a:pt x="497" y="862"/>
                  <a:pt x="489" y="860"/>
                </a:cubicBezTo>
                <a:cubicBezTo>
                  <a:pt x="492" y="862"/>
                  <a:pt x="486" y="859"/>
                  <a:pt x="487" y="861"/>
                </a:cubicBezTo>
                <a:cubicBezTo>
                  <a:pt x="490" y="861"/>
                  <a:pt x="490" y="865"/>
                  <a:pt x="491" y="867"/>
                </a:cubicBezTo>
                <a:cubicBezTo>
                  <a:pt x="496" y="869"/>
                  <a:pt x="501" y="871"/>
                  <a:pt x="504" y="876"/>
                </a:cubicBezTo>
                <a:cubicBezTo>
                  <a:pt x="524" y="879"/>
                  <a:pt x="529" y="891"/>
                  <a:pt x="550" y="891"/>
                </a:cubicBezTo>
                <a:cubicBezTo>
                  <a:pt x="563" y="895"/>
                  <a:pt x="577" y="902"/>
                  <a:pt x="590" y="903"/>
                </a:cubicBezTo>
                <a:cubicBezTo>
                  <a:pt x="600" y="910"/>
                  <a:pt x="614" y="909"/>
                  <a:pt x="624" y="910"/>
                </a:cubicBezTo>
                <a:cubicBezTo>
                  <a:pt x="624" y="913"/>
                  <a:pt x="626" y="915"/>
                  <a:pt x="627" y="916"/>
                </a:cubicBezTo>
                <a:close/>
                <a:moveTo>
                  <a:pt x="789" y="863"/>
                </a:moveTo>
                <a:cubicBezTo>
                  <a:pt x="782" y="864"/>
                  <a:pt x="779" y="873"/>
                  <a:pt x="777" y="877"/>
                </a:cubicBezTo>
                <a:cubicBezTo>
                  <a:pt x="783" y="875"/>
                  <a:pt x="785" y="868"/>
                  <a:pt x="789" y="863"/>
                </a:cubicBezTo>
                <a:close/>
                <a:moveTo>
                  <a:pt x="731" y="865"/>
                </a:moveTo>
                <a:cubicBezTo>
                  <a:pt x="727" y="865"/>
                  <a:pt x="725" y="867"/>
                  <a:pt x="723" y="869"/>
                </a:cubicBezTo>
                <a:cubicBezTo>
                  <a:pt x="725" y="867"/>
                  <a:pt x="729" y="867"/>
                  <a:pt x="731" y="865"/>
                </a:cubicBezTo>
                <a:close/>
                <a:moveTo>
                  <a:pt x="45" y="876"/>
                </a:moveTo>
                <a:cubicBezTo>
                  <a:pt x="46" y="874"/>
                  <a:pt x="41" y="866"/>
                  <a:pt x="39" y="866"/>
                </a:cubicBezTo>
                <a:cubicBezTo>
                  <a:pt x="40" y="867"/>
                  <a:pt x="40" y="870"/>
                  <a:pt x="40" y="873"/>
                </a:cubicBezTo>
                <a:cubicBezTo>
                  <a:pt x="43" y="874"/>
                  <a:pt x="42" y="874"/>
                  <a:pt x="45" y="876"/>
                </a:cubicBezTo>
                <a:close/>
                <a:moveTo>
                  <a:pt x="570" y="871"/>
                </a:moveTo>
                <a:cubicBezTo>
                  <a:pt x="576" y="872"/>
                  <a:pt x="579" y="876"/>
                  <a:pt x="584" y="877"/>
                </a:cubicBezTo>
                <a:cubicBezTo>
                  <a:pt x="581" y="874"/>
                  <a:pt x="575" y="869"/>
                  <a:pt x="570" y="871"/>
                </a:cubicBezTo>
                <a:close/>
                <a:moveTo>
                  <a:pt x="591" y="886"/>
                </a:moveTo>
                <a:cubicBezTo>
                  <a:pt x="591" y="888"/>
                  <a:pt x="592" y="888"/>
                  <a:pt x="593" y="890"/>
                </a:cubicBezTo>
                <a:cubicBezTo>
                  <a:pt x="596" y="891"/>
                  <a:pt x="598" y="889"/>
                  <a:pt x="601" y="889"/>
                </a:cubicBezTo>
                <a:cubicBezTo>
                  <a:pt x="603" y="885"/>
                  <a:pt x="608" y="884"/>
                  <a:pt x="610" y="880"/>
                </a:cubicBezTo>
                <a:cubicBezTo>
                  <a:pt x="605" y="882"/>
                  <a:pt x="600" y="874"/>
                  <a:pt x="601" y="880"/>
                </a:cubicBezTo>
                <a:cubicBezTo>
                  <a:pt x="598" y="882"/>
                  <a:pt x="600" y="878"/>
                  <a:pt x="597" y="879"/>
                </a:cubicBezTo>
                <a:cubicBezTo>
                  <a:pt x="597" y="881"/>
                  <a:pt x="596" y="880"/>
                  <a:pt x="593" y="881"/>
                </a:cubicBezTo>
                <a:cubicBezTo>
                  <a:pt x="594" y="885"/>
                  <a:pt x="594" y="885"/>
                  <a:pt x="591" y="886"/>
                </a:cubicBezTo>
                <a:close/>
                <a:moveTo>
                  <a:pt x="815" y="881"/>
                </a:moveTo>
                <a:cubicBezTo>
                  <a:pt x="814" y="884"/>
                  <a:pt x="809" y="885"/>
                  <a:pt x="811" y="887"/>
                </a:cubicBezTo>
                <a:cubicBezTo>
                  <a:pt x="811" y="885"/>
                  <a:pt x="812" y="886"/>
                  <a:pt x="814" y="886"/>
                </a:cubicBezTo>
                <a:cubicBezTo>
                  <a:pt x="813" y="884"/>
                  <a:pt x="817" y="882"/>
                  <a:pt x="815" y="881"/>
                </a:cubicBezTo>
                <a:close/>
                <a:moveTo>
                  <a:pt x="51" y="895"/>
                </a:moveTo>
                <a:cubicBezTo>
                  <a:pt x="54" y="899"/>
                  <a:pt x="58" y="901"/>
                  <a:pt x="62" y="900"/>
                </a:cubicBezTo>
                <a:cubicBezTo>
                  <a:pt x="61" y="896"/>
                  <a:pt x="59" y="894"/>
                  <a:pt x="57" y="892"/>
                </a:cubicBezTo>
                <a:cubicBezTo>
                  <a:pt x="56" y="895"/>
                  <a:pt x="59" y="894"/>
                  <a:pt x="59" y="897"/>
                </a:cubicBezTo>
                <a:cubicBezTo>
                  <a:pt x="55" y="895"/>
                  <a:pt x="52" y="881"/>
                  <a:pt x="47" y="888"/>
                </a:cubicBezTo>
                <a:cubicBezTo>
                  <a:pt x="47" y="885"/>
                  <a:pt x="47" y="885"/>
                  <a:pt x="47" y="885"/>
                </a:cubicBezTo>
                <a:cubicBezTo>
                  <a:pt x="45" y="883"/>
                  <a:pt x="41" y="886"/>
                  <a:pt x="43" y="887"/>
                </a:cubicBezTo>
                <a:cubicBezTo>
                  <a:pt x="47" y="883"/>
                  <a:pt x="46" y="896"/>
                  <a:pt x="49" y="893"/>
                </a:cubicBezTo>
                <a:cubicBezTo>
                  <a:pt x="49" y="894"/>
                  <a:pt x="50" y="894"/>
                  <a:pt x="50" y="894"/>
                </a:cubicBezTo>
                <a:cubicBezTo>
                  <a:pt x="50" y="896"/>
                  <a:pt x="49" y="896"/>
                  <a:pt x="49" y="898"/>
                </a:cubicBezTo>
                <a:cubicBezTo>
                  <a:pt x="53" y="899"/>
                  <a:pt x="48" y="896"/>
                  <a:pt x="51" y="895"/>
                </a:cubicBezTo>
                <a:close/>
                <a:moveTo>
                  <a:pt x="52" y="893"/>
                </a:moveTo>
                <a:cubicBezTo>
                  <a:pt x="55" y="892"/>
                  <a:pt x="56" y="894"/>
                  <a:pt x="56" y="896"/>
                </a:cubicBezTo>
                <a:cubicBezTo>
                  <a:pt x="55" y="895"/>
                  <a:pt x="52" y="896"/>
                  <a:pt x="52" y="893"/>
                </a:cubicBezTo>
                <a:close/>
                <a:moveTo>
                  <a:pt x="48" y="890"/>
                </a:moveTo>
                <a:cubicBezTo>
                  <a:pt x="49" y="889"/>
                  <a:pt x="50" y="889"/>
                  <a:pt x="52" y="890"/>
                </a:cubicBezTo>
                <a:cubicBezTo>
                  <a:pt x="51" y="893"/>
                  <a:pt x="51" y="892"/>
                  <a:pt x="52" y="894"/>
                </a:cubicBezTo>
                <a:cubicBezTo>
                  <a:pt x="50" y="893"/>
                  <a:pt x="50" y="891"/>
                  <a:pt x="48" y="890"/>
                </a:cubicBezTo>
                <a:close/>
                <a:moveTo>
                  <a:pt x="680" y="901"/>
                </a:moveTo>
                <a:cubicBezTo>
                  <a:pt x="680" y="904"/>
                  <a:pt x="684" y="899"/>
                  <a:pt x="688" y="901"/>
                </a:cubicBezTo>
                <a:cubicBezTo>
                  <a:pt x="687" y="895"/>
                  <a:pt x="683" y="901"/>
                  <a:pt x="680" y="901"/>
                </a:cubicBezTo>
                <a:close/>
                <a:moveTo>
                  <a:pt x="88" y="919"/>
                </a:moveTo>
                <a:cubicBezTo>
                  <a:pt x="89" y="917"/>
                  <a:pt x="91" y="917"/>
                  <a:pt x="92" y="915"/>
                </a:cubicBezTo>
                <a:cubicBezTo>
                  <a:pt x="87" y="911"/>
                  <a:pt x="83" y="903"/>
                  <a:pt x="81" y="899"/>
                </a:cubicBezTo>
                <a:cubicBezTo>
                  <a:pt x="78" y="905"/>
                  <a:pt x="86" y="906"/>
                  <a:pt x="87" y="912"/>
                </a:cubicBezTo>
                <a:cubicBezTo>
                  <a:pt x="83" y="913"/>
                  <a:pt x="85" y="919"/>
                  <a:pt x="88" y="919"/>
                </a:cubicBezTo>
                <a:close/>
                <a:moveTo>
                  <a:pt x="897" y="900"/>
                </a:moveTo>
                <a:cubicBezTo>
                  <a:pt x="894" y="902"/>
                  <a:pt x="889" y="903"/>
                  <a:pt x="887" y="906"/>
                </a:cubicBezTo>
                <a:cubicBezTo>
                  <a:pt x="891" y="905"/>
                  <a:pt x="897" y="902"/>
                  <a:pt x="897" y="900"/>
                </a:cubicBezTo>
                <a:close/>
                <a:moveTo>
                  <a:pt x="885" y="906"/>
                </a:moveTo>
                <a:cubicBezTo>
                  <a:pt x="885" y="909"/>
                  <a:pt x="878" y="909"/>
                  <a:pt x="880" y="912"/>
                </a:cubicBezTo>
                <a:cubicBezTo>
                  <a:pt x="881" y="910"/>
                  <a:pt x="887" y="908"/>
                  <a:pt x="885" y="906"/>
                </a:cubicBezTo>
                <a:close/>
                <a:moveTo>
                  <a:pt x="66" y="947"/>
                </a:moveTo>
                <a:cubicBezTo>
                  <a:pt x="63" y="947"/>
                  <a:pt x="63" y="943"/>
                  <a:pt x="62" y="941"/>
                </a:cubicBezTo>
                <a:cubicBezTo>
                  <a:pt x="64" y="943"/>
                  <a:pt x="67" y="943"/>
                  <a:pt x="66" y="947"/>
                </a:cubicBezTo>
                <a:close/>
                <a:moveTo>
                  <a:pt x="181" y="984"/>
                </a:moveTo>
                <a:cubicBezTo>
                  <a:pt x="184" y="986"/>
                  <a:pt x="188" y="990"/>
                  <a:pt x="187" y="994"/>
                </a:cubicBezTo>
                <a:cubicBezTo>
                  <a:pt x="182" y="993"/>
                  <a:pt x="182" y="988"/>
                  <a:pt x="181" y="984"/>
                </a:cubicBezTo>
                <a:close/>
                <a:moveTo>
                  <a:pt x="202" y="1015"/>
                </a:moveTo>
                <a:cubicBezTo>
                  <a:pt x="199" y="1009"/>
                  <a:pt x="191" y="1004"/>
                  <a:pt x="191" y="998"/>
                </a:cubicBezTo>
                <a:cubicBezTo>
                  <a:pt x="195" y="1001"/>
                  <a:pt x="199" y="1005"/>
                  <a:pt x="204" y="1009"/>
                </a:cubicBezTo>
                <a:cubicBezTo>
                  <a:pt x="203" y="1011"/>
                  <a:pt x="203" y="1014"/>
                  <a:pt x="202" y="1015"/>
                </a:cubicBezTo>
                <a:close/>
                <a:moveTo>
                  <a:pt x="1077" y="966"/>
                </a:moveTo>
                <a:cubicBezTo>
                  <a:pt x="1073" y="968"/>
                  <a:pt x="1075" y="971"/>
                  <a:pt x="1075" y="975"/>
                </a:cubicBezTo>
                <a:cubicBezTo>
                  <a:pt x="1072" y="974"/>
                  <a:pt x="1070" y="984"/>
                  <a:pt x="1069" y="986"/>
                </a:cubicBezTo>
                <a:cubicBezTo>
                  <a:pt x="1071" y="983"/>
                  <a:pt x="1067" y="991"/>
                  <a:pt x="1071" y="991"/>
                </a:cubicBezTo>
                <a:cubicBezTo>
                  <a:pt x="1069" y="990"/>
                  <a:pt x="1068" y="995"/>
                  <a:pt x="1069" y="996"/>
                </a:cubicBezTo>
                <a:cubicBezTo>
                  <a:pt x="1073" y="990"/>
                  <a:pt x="1073" y="982"/>
                  <a:pt x="1073" y="976"/>
                </a:cubicBezTo>
                <a:cubicBezTo>
                  <a:pt x="1076" y="976"/>
                  <a:pt x="1077" y="974"/>
                  <a:pt x="1077" y="972"/>
                </a:cubicBezTo>
                <a:cubicBezTo>
                  <a:pt x="1075" y="970"/>
                  <a:pt x="1076" y="969"/>
                  <a:pt x="1077" y="966"/>
                </a:cubicBezTo>
                <a:close/>
                <a:moveTo>
                  <a:pt x="661" y="973"/>
                </a:moveTo>
                <a:cubicBezTo>
                  <a:pt x="660" y="976"/>
                  <a:pt x="654" y="972"/>
                  <a:pt x="654" y="975"/>
                </a:cubicBezTo>
                <a:cubicBezTo>
                  <a:pt x="655" y="975"/>
                  <a:pt x="655" y="975"/>
                  <a:pt x="655" y="977"/>
                </a:cubicBezTo>
                <a:cubicBezTo>
                  <a:pt x="658" y="977"/>
                  <a:pt x="662" y="975"/>
                  <a:pt x="661" y="973"/>
                </a:cubicBezTo>
                <a:close/>
                <a:moveTo>
                  <a:pt x="1065" y="992"/>
                </a:moveTo>
                <a:cubicBezTo>
                  <a:pt x="1066" y="994"/>
                  <a:pt x="1063" y="997"/>
                  <a:pt x="1065" y="998"/>
                </a:cubicBezTo>
                <a:cubicBezTo>
                  <a:pt x="1065" y="995"/>
                  <a:pt x="1067" y="995"/>
                  <a:pt x="1068" y="993"/>
                </a:cubicBezTo>
                <a:cubicBezTo>
                  <a:pt x="1066" y="993"/>
                  <a:pt x="1067" y="991"/>
                  <a:pt x="1065" y="992"/>
                </a:cubicBezTo>
                <a:close/>
                <a:moveTo>
                  <a:pt x="247" y="1014"/>
                </a:moveTo>
                <a:cubicBezTo>
                  <a:pt x="249" y="1013"/>
                  <a:pt x="249" y="1017"/>
                  <a:pt x="251" y="1014"/>
                </a:cubicBezTo>
                <a:cubicBezTo>
                  <a:pt x="251" y="1012"/>
                  <a:pt x="245" y="1009"/>
                  <a:pt x="248" y="1011"/>
                </a:cubicBezTo>
                <a:cubicBezTo>
                  <a:pt x="248" y="1012"/>
                  <a:pt x="248" y="1012"/>
                  <a:pt x="248" y="1013"/>
                </a:cubicBezTo>
                <a:cubicBezTo>
                  <a:pt x="248" y="1013"/>
                  <a:pt x="247" y="1013"/>
                  <a:pt x="247" y="1014"/>
                </a:cubicBezTo>
                <a:close/>
                <a:moveTo>
                  <a:pt x="325" y="1020"/>
                </a:moveTo>
                <a:cubicBezTo>
                  <a:pt x="322" y="1019"/>
                  <a:pt x="321" y="1021"/>
                  <a:pt x="318" y="1021"/>
                </a:cubicBezTo>
                <a:cubicBezTo>
                  <a:pt x="313" y="1017"/>
                  <a:pt x="311" y="1010"/>
                  <a:pt x="305" y="1008"/>
                </a:cubicBezTo>
                <a:cubicBezTo>
                  <a:pt x="305" y="1011"/>
                  <a:pt x="302" y="1011"/>
                  <a:pt x="300" y="1011"/>
                </a:cubicBezTo>
                <a:cubicBezTo>
                  <a:pt x="301" y="1014"/>
                  <a:pt x="303" y="1016"/>
                  <a:pt x="305" y="1018"/>
                </a:cubicBezTo>
                <a:cubicBezTo>
                  <a:pt x="309" y="1015"/>
                  <a:pt x="309" y="1022"/>
                  <a:pt x="313" y="1022"/>
                </a:cubicBezTo>
                <a:cubicBezTo>
                  <a:pt x="314" y="1021"/>
                  <a:pt x="314" y="1019"/>
                  <a:pt x="315" y="1019"/>
                </a:cubicBezTo>
                <a:cubicBezTo>
                  <a:pt x="317" y="1020"/>
                  <a:pt x="317" y="1023"/>
                  <a:pt x="318" y="1025"/>
                </a:cubicBezTo>
                <a:cubicBezTo>
                  <a:pt x="323" y="1023"/>
                  <a:pt x="332" y="1040"/>
                  <a:pt x="338" y="1032"/>
                </a:cubicBezTo>
                <a:cubicBezTo>
                  <a:pt x="333" y="1028"/>
                  <a:pt x="326" y="1027"/>
                  <a:pt x="325" y="1020"/>
                </a:cubicBezTo>
                <a:close/>
                <a:moveTo>
                  <a:pt x="319" y="1029"/>
                </a:moveTo>
                <a:cubicBezTo>
                  <a:pt x="318" y="1029"/>
                  <a:pt x="313" y="1024"/>
                  <a:pt x="314" y="1027"/>
                </a:cubicBezTo>
                <a:cubicBezTo>
                  <a:pt x="315" y="1028"/>
                  <a:pt x="317" y="1033"/>
                  <a:pt x="319" y="1029"/>
                </a:cubicBezTo>
                <a:close/>
                <a:moveTo>
                  <a:pt x="699" y="1055"/>
                </a:moveTo>
                <a:cubicBezTo>
                  <a:pt x="697" y="1052"/>
                  <a:pt x="703" y="1051"/>
                  <a:pt x="703" y="1048"/>
                </a:cubicBezTo>
                <a:cubicBezTo>
                  <a:pt x="708" y="1046"/>
                  <a:pt x="711" y="1048"/>
                  <a:pt x="714" y="1044"/>
                </a:cubicBezTo>
                <a:cubicBezTo>
                  <a:pt x="704" y="1040"/>
                  <a:pt x="690" y="1052"/>
                  <a:pt x="688" y="1043"/>
                </a:cubicBezTo>
                <a:cubicBezTo>
                  <a:pt x="694" y="1038"/>
                  <a:pt x="702" y="1040"/>
                  <a:pt x="707" y="1036"/>
                </a:cubicBezTo>
                <a:cubicBezTo>
                  <a:pt x="703" y="1036"/>
                  <a:pt x="703" y="1032"/>
                  <a:pt x="698" y="1033"/>
                </a:cubicBezTo>
                <a:cubicBezTo>
                  <a:pt x="696" y="1041"/>
                  <a:pt x="676" y="1034"/>
                  <a:pt x="676" y="1042"/>
                </a:cubicBezTo>
                <a:cubicBezTo>
                  <a:pt x="673" y="1043"/>
                  <a:pt x="672" y="1038"/>
                  <a:pt x="670" y="1041"/>
                </a:cubicBezTo>
                <a:cubicBezTo>
                  <a:pt x="674" y="1041"/>
                  <a:pt x="671" y="1043"/>
                  <a:pt x="670" y="1044"/>
                </a:cubicBezTo>
                <a:cubicBezTo>
                  <a:pt x="673" y="1044"/>
                  <a:pt x="672" y="1047"/>
                  <a:pt x="672" y="1050"/>
                </a:cubicBezTo>
                <a:cubicBezTo>
                  <a:pt x="657" y="1057"/>
                  <a:pt x="641" y="1047"/>
                  <a:pt x="627" y="1050"/>
                </a:cubicBezTo>
                <a:cubicBezTo>
                  <a:pt x="628" y="1052"/>
                  <a:pt x="628" y="1054"/>
                  <a:pt x="628" y="1057"/>
                </a:cubicBezTo>
                <a:cubicBezTo>
                  <a:pt x="631" y="1056"/>
                  <a:pt x="633" y="1055"/>
                  <a:pt x="636" y="1057"/>
                </a:cubicBezTo>
                <a:cubicBezTo>
                  <a:pt x="636" y="1056"/>
                  <a:pt x="635" y="1054"/>
                  <a:pt x="636" y="1054"/>
                </a:cubicBezTo>
                <a:cubicBezTo>
                  <a:pt x="645" y="1054"/>
                  <a:pt x="658" y="1059"/>
                  <a:pt x="662" y="1053"/>
                </a:cubicBezTo>
                <a:cubicBezTo>
                  <a:pt x="664" y="1053"/>
                  <a:pt x="666" y="1055"/>
                  <a:pt x="664" y="1057"/>
                </a:cubicBezTo>
                <a:cubicBezTo>
                  <a:pt x="671" y="1057"/>
                  <a:pt x="677" y="1059"/>
                  <a:pt x="683" y="1061"/>
                </a:cubicBezTo>
                <a:cubicBezTo>
                  <a:pt x="684" y="1059"/>
                  <a:pt x="681" y="1058"/>
                  <a:pt x="683" y="1057"/>
                </a:cubicBezTo>
                <a:cubicBezTo>
                  <a:pt x="683" y="1059"/>
                  <a:pt x="685" y="1058"/>
                  <a:pt x="685" y="1059"/>
                </a:cubicBezTo>
                <a:cubicBezTo>
                  <a:pt x="686" y="1053"/>
                  <a:pt x="697" y="1055"/>
                  <a:pt x="699" y="1055"/>
                </a:cubicBezTo>
                <a:close/>
                <a:moveTo>
                  <a:pt x="489" y="1081"/>
                </a:moveTo>
                <a:cubicBezTo>
                  <a:pt x="490" y="1085"/>
                  <a:pt x="494" y="1086"/>
                  <a:pt x="496" y="1085"/>
                </a:cubicBezTo>
                <a:cubicBezTo>
                  <a:pt x="492" y="1085"/>
                  <a:pt x="494" y="1080"/>
                  <a:pt x="489" y="1081"/>
                </a:cubicBezTo>
                <a:close/>
                <a:moveTo>
                  <a:pt x="517" y="1092"/>
                </a:moveTo>
                <a:cubicBezTo>
                  <a:pt x="510" y="1092"/>
                  <a:pt x="502" y="1087"/>
                  <a:pt x="496" y="1089"/>
                </a:cubicBezTo>
                <a:cubicBezTo>
                  <a:pt x="504" y="1090"/>
                  <a:pt x="509" y="1094"/>
                  <a:pt x="517" y="1092"/>
                </a:cubicBezTo>
                <a:close/>
                <a:moveTo>
                  <a:pt x="823" y="1101"/>
                </a:moveTo>
                <a:cubicBezTo>
                  <a:pt x="823" y="1104"/>
                  <a:pt x="818" y="1101"/>
                  <a:pt x="818" y="1103"/>
                </a:cubicBezTo>
                <a:cubicBezTo>
                  <a:pt x="819" y="1105"/>
                  <a:pt x="825" y="1103"/>
                  <a:pt x="823" y="1101"/>
                </a:cubicBezTo>
                <a:close/>
                <a:moveTo>
                  <a:pt x="593" y="1118"/>
                </a:moveTo>
                <a:cubicBezTo>
                  <a:pt x="597" y="1118"/>
                  <a:pt x="603" y="1124"/>
                  <a:pt x="606" y="1120"/>
                </a:cubicBezTo>
                <a:cubicBezTo>
                  <a:pt x="603" y="1118"/>
                  <a:pt x="592" y="1117"/>
                  <a:pt x="593" y="1118"/>
                </a:cubicBezTo>
                <a:close/>
                <a:moveTo>
                  <a:pt x="818" y="1126"/>
                </a:moveTo>
                <a:cubicBezTo>
                  <a:pt x="814" y="1127"/>
                  <a:pt x="806" y="1126"/>
                  <a:pt x="810" y="1131"/>
                </a:cubicBezTo>
                <a:cubicBezTo>
                  <a:pt x="796" y="1134"/>
                  <a:pt x="784" y="1133"/>
                  <a:pt x="775" y="1139"/>
                </a:cubicBezTo>
                <a:cubicBezTo>
                  <a:pt x="771" y="1134"/>
                  <a:pt x="767" y="1141"/>
                  <a:pt x="764" y="1143"/>
                </a:cubicBezTo>
                <a:cubicBezTo>
                  <a:pt x="781" y="1141"/>
                  <a:pt x="801" y="1137"/>
                  <a:pt x="817" y="1129"/>
                </a:cubicBezTo>
                <a:cubicBezTo>
                  <a:pt x="815" y="1129"/>
                  <a:pt x="814" y="1127"/>
                  <a:pt x="818" y="1126"/>
                </a:cubicBezTo>
                <a:close/>
                <a:moveTo>
                  <a:pt x="916" y="627"/>
                </a:moveTo>
                <a:cubicBezTo>
                  <a:pt x="917" y="623"/>
                  <a:pt x="917" y="618"/>
                  <a:pt x="916" y="616"/>
                </a:cubicBezTo>
                <a:cubicBezTo>
                  <a:pt x="915" y="619"/>
                  <a:pt x="914" y="621"/>
                  <a:pt x="914" y="625"/>
                </a:cubicBezTo>
                <a:cubicBezTo>
                  <a:pt x="917" y="623"/>
                  <a:pt x="914" y="627"/>
                  <a:pt x="916" y="627"/>
                </a:cubicBezTo>
                <a:close/>
                <a:moveTo>
                  <a:pt x="912" y="748"/>
                </a:moveTo>
                <a:cubicBezTo>
                  <a:pt x="920" y="748"/>
                  <a:pt x="918" y="735"/>
                  <a:pt x="924" y="736"/>
                </a:cubicBezTo>
                <a:cubicBezTo>
                  <a:pt x="926" y="732"/>
                  <a:pt x="927" y="727"/>
                  <a:pt x="931" y="725"/>
                </a:cubicBezTo>
                <a:cubicBezTo>
                  <a:pt x="931" y="732"/>
                  <a:pt x="936" y="727"/>
                  <a:pt x="933" y="734"/>
                </a:cubicBezTo>
                <a:cubicBezTo>
                  <a:pt x="938" y="734"/>
                  <a:pt x="936" y="726"/>
                  <a:pt x="937" y="722"/>
                </a:cubicBezTo>
                <a:cubicBezTo>
                  <a:pt x="938" y="721"/>
                  <a:pt x="940" y="721"/>
                  <a:pt x="940" y="720"/>
                </a:cubicBezTo>
                <a:cubicBezTo>
                  <a:pt x="943" y="714"/>
                  <a:pt x="942" y="700"/>
                  <a:pt x="946" y="706"/>
                </a:cubicBezTo>
                <a:cubicBezTo>
                  <a:pt x="946" y="698"/>
                  <a:pt x="953" y="691"/>
                  <a:pt x="949" y="686"/>
                </a:cubicBezTo>
                <a:cubicBezTo>
                  <a:pt x="950" y="685"/>
                  <a:pt x="950" y="683"/>
                  <a:pt x="952" y="684"/>
                </a:cubicBezTo>
                <a:cubicBezTo>
                  <a:pt x="949" y="677"/>
                  <a:pt x="953" y="673"/>
                  <a:pt x="950" y="666"/>
                </a:cubicBezTo>
                <a:cubicBezTo>
                  <a:pt x="942" y="666"/>
                  <a:pt x="938" y="682"/>
                  <a:pt x="933" y="676"/>
                </a:cubicBezTo>
                <a:cubicBezTo>
                  <a:pt x="931" y="685"/>
                  <a:pt x="926" y="690"/>
                  <a:pt x="928" y="702"/>
                </a:cubicBezTo>
                <a:cubicBezTo>
                  <a:pt x="926" y="702"/>
                  <a:pt x="925" y="704"/>
                  <a:pt x="924" y="705"/>
                </a:cubicBezTo>
                <a:cubicBezTo>
                  <a:pt x="924" y="708"/>
                  <a:pt x="926" y="708"/>
                  <a:pt x="926" y="711"/>
                </a:cubicBezTo>
                <a:cubicBezTo>
                  <a:pt x="923" y="709"/>
                  <a:pt x="926" y="715"/>
                  <a:pt x="925" y="718"/>
                </a:cubicBezTo>
                <a:cubicBezTo>
                  <a:pt x="922" y="725"/>
                  <a:pt x="918" y="729"/>
                  <a:pt x="918" y="738"/>
                </a:cubicBezTo>
                <a:cubicBezTo>
                  <a:pt x="916" y="741"/>
                  <a:pt x="912" y="742"/>
                  <a:pt x="912" y="748"/>
                </a:cubicBezTo>
                <a:close/>
                <a:moveTo>
                  <a:pt x="932" y="685"/>
                </a:moveTo>
                <a:cubicBezTo>
                  <a:pt x="935" y="685"/>
                  <a:pt x="932" y="691"/>
                  <a:pt x="930" y="691"/>
                </a:cubicBezTo>
                <a:cubicBezTo>
                  <a:pt x="930" y="688"/>
                  <a:pt x="931" y="687"/>
                  <a:pt x="932" y="685"/>
                </a:cubicBezTo>
                <a:close/>
                <a:moveTo>
                  <a:pt x="125" y="832"/>
                </a:moveTo>
                <a:cubicBezTo>
                  <a:pt x="126" y="837"/>
                  <a:pt x="126" y="836"/>
                  <a:pt x="126" y="842"/>
                </a:cubicBezTo>
                <a:cubicBezTo>
                  <a:pt x="131" y="842"/>
                  <a:pt x="129" y="834"/>
                  <a:pt x="133" y="834"/>
                </a:cubicBezTo>
                <a:cubicBezTo>
                  <a:pt x="132" y="831"/>
                  <a:pt x="133" y="828"/>
                  <a:pt x="132" y="827"/>
                </a:cubicBezTo>
                <a:cubicBezTo>
                  <a:pt x="131" y="830"/>
                  <a:pt x="129" y="823"/>
                  <a:pt x="128" y="827"/>
                </a:cubicBezTo>
                <a:cubicBezTo>
                  <a:pt x="129" y="827"/>
                  <a:pt x="129" y="834"/>
                  <a:pt x="125" y="832"/>
                </a:cubicBezTo>
                <a:close/>
                <a:moveTo>
                  <a:pt x="548" y="863"/>
                </a:moveTo>
                <a:cubicBezTo>
                  <a:pt x="551" y="868"/>
                  <a:pt x="557" y="871"/>
                  <a:pt x="561" y="875"/>
                </a:cubicBezTo>
                <a:cubicBezTo>
                  <a:pt x="559" y="870"/>
                  <a:pt x="565" y="873"/>
                  <a:pt x="565" y="870"/>
                </a:cubicBezTo>
                <a:cubicBezTo>
                  <a:pt x="561" y="864"/>
                  <a:pt x="554" y="860"/>
                  <a:pt x="549" y="855"/>
                </a:cubicBezTo>
                <a:cubicBezTo>
                  <a:pt x="547" y="862"/>
                  <a:pt x="556" y="860"/>
                  <a:pt x="557" y="866"/>
                </a:cubicBezTo>
                <a:cubicBezTo>
                  <a:pt x="552" y="867"/>
                  <a:pt x="551" y="864"/>
                  <a:pt x="548" y="863"/>
                </a:cubicBezTo>
                <a:close/>
                <a:moveTo>
                  <a:pt x="738" y="887"/>
                </a:moveTo>
                <a:cubicBezTo>
                  <a:pt x="739" y="890"/>
                  <a:pt x="739" y="891"/>
                  <a:pt x="738" y="894"/>
                </a:cubicBezTo>
                <a:cubicBezTo>
                  <a:pt x="740" y="894"/>
                  <a:pt x="741" y="893"/>
                  <a:pt x="742" y="893"/>
                </a:cubicBezTo>
                <a:cubicBezTo>
                  <a:pt x="743" y="895"/>
                  <a:pt x="742" y="896"/>
                  <a:pt x="745" y="898"/>
                </a:cubicBezTo>
                <a:cubicBezTo>
                  <a:pt x="748" y="893"/>
                  <a:pt x="754" y="892"/>
                  <a:pt x="758" y="888"/>
                </a:cubicBezTo>
                <a:cubicBezTo>
                  <a:pt x="757" y="885"/>
                  <a:pt x="756" y="882"/>
                  <a:pt x="753" y="881"/>
                </a:cubicBezTo>
                <a:cubicBezTo>
                  <a:pt x="750" y="885"/>
                  <a:pt x="743" y="885"/>
                  <a:pt x="738" y="887"/>
                </a:cubicBezTo>
                <a:close/>
                <a:moveTo>
                  <a:pt x="136" y="922"/>
                </a:moveTo>
                <a:cubicBezTo>
                  <a:pt x="137" y="922"/>
                  <a:pt x="138" y="923"/>
                  <a:pt x="138" y="925"/>
                </a:cubicBezTo>
                <a:cubicBezTo>
                  <a:pt x="134" y="926"/>
                  <a:pt x="131" y="923"/>
                  <a:pt x="129" y="926"/>
                </a:cubicBezTo>
                <a:cubicBezTo>
                  <a:pt x="130" y="928"/>
                  <a:pt x="132" y="929"/>
                  <a:pt x="132" y="932"/>
                </a:cubicBezTo>
                <a:cubicBezTo>
                  <a:pt x="142" y="932"/>
                  <a:pt x="144" y="940"/>
                  <a:pt x="152" y="941"/>
                </a:cubicBezTo>
                <a:cubicBezTo>
                  <a:pt x="151" y="936"/>
                  <a:pt x="150" y="933"/>
                  <a:pt x="148" y="929"/>
                </a:cubicBezTo>
                <a:cubicBezTo>
                  <a:pt x="151" y="928"/>
                  <a:pt x="148" y="924"/>
                  <a:pt x="152" y="924"/>
                </a:cubicBezTo>
                <a:cubicBezTo>
                  <a:pt x="150" y="919"/>
                  <a:pt x="142" y="920"/>
                  <a:pt x="139" y="916"/>
                </a:cubicBezTo>
                <a:cubicBezTo>
                  <a:pt x="138" y="920"/>
                  <a:pt x="141" y="921"/>
                  <a:pt x="139" y="923"/>
                </a:cubicBezTo>
                <a:cubicBezTo>
                  <a:pt x="138" y="923"/>
                  <a:pt x="137" y="919"/>
                  <a:pt x="136" y="922"/>
                </a:cubicBezTo>
                <a:close/>
                <a:moveTo>
                  <a:pt x="638" y="991"/>
                </a:moveTo>
                <a:cubicBezTo>
                  <a:pt x="639" y="988"/>
                  <a:pt x="637" y="988"/>
                  <a:pt x="638" y="986"/>
                </a:cubicBezTo>
                <a:cubicBezTo>
                  <a:pt x="631" y="982"/>
                  <a:pt x="628" y="988"/>
                  <a:pt x="619" y="987"/>
                </a:cubicBezTo>
                <a:cubicBezTo>
                  <a:pt x="620" y="994"/>
                  <a:pt x="631" y="990"/>
                  <a:pt x="634" y="995"/>
                </a:cubicBezTo>
                <a:cubicBezTo>
                  <a:pt x="633" y="992"/>
                  <a:pt x="635" y="991"/>
                  <a:pt x="638" y="991"/>
                </a:cubicBezTo>
                <a:close/>
                <a:moveTo>
                  <a:pt x="675" y="1018"/>
                </a:moveTo>
                <a:cubicBezTo>
                  <a:pt x="677" y="1018"/>
                  <a:pt x="680" y="1017"/>
                  <a:pt x="680" y="1019"/>
                </a:cubicBezTo>
                <a:cubicBezTo>
                  <a:pt x="679" y="1019"/>
                  <a:pt x="676" y="1018"/>
                  <a:pt x="677" y="1021"/>
                </a:cubicBezTo>
                <a:cubicBezTo>
                  <a:pt x="677" y="1024"/>
                  <a:pt x="682" y="1020"/>
                  <a:pt x="684" y="1022"/>
                </a:cubicBezTo>
                <a:cubicBezTo>
                  <a:pt x="685" y="1017"/>
                  <a:pt x="685" y="1016"/>
                  <a:pt x="688" y="1014"/>
                </a:cubicBezTo>
                <a:cubicBezTo>
                  <a:pt x="682" y="1013"/>
                  <a:pt x="677" y="1013"/>
                  <a:pt x="675" y="1018"/>
                </a:cubicBezTo>
                <a:close/>
                <a:moveTo>
                  <a:pt x="847" y="1109"/>
                </a:moveTo>
                <a:cubicBezTo>
                  <a:pt x="841" y="1112"/>
                  <a:pt x="836" y="1115"/>
                  <a:pt x="835" y="1120"/>
                </a:cubicBezTo>
                <a:cubicBezTo>
                  <a:pt x="833" y="1118"/>
                  <a:pt x="837" y="1116"/>
                  <a:pt x="833" y="1116"/>
                </a:cubicBezTo>
                <a:cubicBezTo>
                  <a:pt x="833" y="1121"/>
                  <a:pt x="833" y="1121"/>
                  <a:pt x="833" y="1121"/>
                </a:cubicBezTo>
                <a:cubicBezTo>
                  <a:pt x="840" y="1122"/>
                  <a:pt x="847" y="1119"/>
                  <a:pt x="850" y="1114"/>
                </a:cubicBezTo>
                <a:cubicBezTo>
                  <a:pt x="849" y="1113"/>
                  <a:pt x="847" y="1112"/>
                  <a:pt x="847" y="110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62222" y="2981913"/>
            <a:ext cx="1200329" cy="923330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6000" spc="1200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 dir="u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占位符 28"/>
          <p:cNvPicPr>
            <a:picLocks noGrp="1" noChangeAspect="1"/>
          </p:cNvPicPr>
          <p:nvPr>
            <p:ph type="pic" sz="quarter" idx="28"/>
          </p:nvPr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438" y="3365500"/>
            <a:ext cx="4906962" cy="2717800"/>
          </a:xfrm>
          <a:ln w="76200">
            <a:solidFill>
              <a:schemeClr val="tx1"/>
            </a:solidFill>
          </a:ln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7995" y="4741863"/>
            <a:ext cx="6937035" cy="1805068"/>
          </a:xfrm>
          <a:prstGeom prst="rect">
            <a:avLst/>
          </a:prstGeom>
        </p:spPr>
      </p:pic>
      <p:sp>
        <p:nvSpPr>
          <p:cNvPr id="10" name="任意多边形: 形状 9"/>
          <p:cNvSpPr/>
          <p:nvPr/>
        </p:nvSpPr>
        <p:spPr>
          <a:xfrm rot="5400000" flipV="1">
            <a:off x="6058422" y="5274183"/>
            <a:ext cx="1285681" cy="640529"/>
          </a:xfrm>
          <a:custGeom>
            <a:avLst/>
            <a:gdLst>
              <a:gd name="connsiteX0" fmla="*/ 1403227 w 2806455"/>
              <a:gd name="connsiteY0" fmla="*/ 0 h 1398182"/>
              <a:gd name="connsiteX1" fmla="*/ 2799477 w 2806455"/>
              <a:gd name="connsiteY1" fmla="*/ 1259997 h 1398182"/>
              <a:gd name="connsiteX2" fmla="*/ 2806455 w 2806455"/>
              <a:gd name="connsiteY2" fmla="*/ 1398182 h 1398182"/>
              <a:gd name="connsiteX3" fmla="*/ 0 w 2806455"/>
              <a:gd name="connsiteY3" fmla="*/ 1398182 h 1398182"/>
              <a:gd name="connsiteX4" fmla="*/ 6977 w 2806455"/>
              <a:gd name="connsiteY4" fmla="*/ 1259997 h 1398182"/>
              <a:gd name="connsiteX5" fmla="*/ 1403227 w 2806455"/>
              <a:gd name="connsiteY5" fmla="*/ 0 h 1398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6455" h="1398182">
                <a:moveTo>
                  <a:pt x="1403227" y="0"/>
                </a:moveTo>
                <a:cubicBezTo>
                  <a:pt x="2129911" y="0"/>
                  <a:pt x="2727604" y="552276"/>
                  <a:pt x="2799477" y="1259997"/>
                </a:cubicBezTo>
                <a:lnTo>
                  <a:pt x="2806455" y="1398182"/>
                </a:lnTo>
                <a:lnTo>
                  <a:pt x="0" y="1398182"/>
                </a:lnTo>
                <a:lnTo>
                  <a:pt x="6977" y="1259997"/>
                </a:lnTo>
                <a:cubicBezTo>
                  <a:pt x="78850" y="552276"/>
                  <a:pt x="676544" y="0"/>
                  <a:pt x="1403227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noFill/>
            <a:prstDash val="solid"/>
            <a:round/>
          </a:ln>
          <a:effectLst>
            <a:outerShdw blurRad="254000" dist="127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6541066" y="5105051"/>
            <a:ext cx="4969897" cy="97879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rnd">
            <a:noFill/>
            <a:prstDash val="solid"/>
            <a:round/>
          </a:ln>
          <a:effectLst>
            <a:outerShdw blurRad="254000" dist="127000" algn="ctr" rotWithShape="0">
              <a:schemeClr val="bg1">
                <a:lumMod val="6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iconfont-10123-4910609"/>
          <p:cNvSpPr/>
          <p:nvPr/>
        </p:nvSpPr>
        <p:spPr>
          <a:xfrm>
            <a:off x="7108568" y="5343708"/>
            <a:ext cx="356810" cy="447524"/>
          </a:xfrm>
          <a:custGeom>
            <a:avLst/>
            <a:gdLst>
              <a:gd name="connsiteX0" fmla="*/ 253338 w 483514"/>
              <a:gd name="connsiteY0" fmla="*/ 416124 h 606439"/>
              <a:gd name="connsiteX1" fmla="*/ 396788 w 483514"/>
              <a:gd name="connsiteY1" fmla="*/ 416124 h 606439"/>
              <a:gd name="connsiteX2" fmla="*/ 436657 w 483514"/>
              <a:gd name="connsiteY2" fmla="*/ 455944 h 606439"/>
              <a:gd name="connsiteX3" fmla="*/ 436657 w 483514"/>
              <a:gd name="connsiteY3" fmla="*/ 529284 h 606439"/>
              <a:gd name="connsiteX4" fmla="*/ 462697 w 483514"/>
              <a:gd name="connsiteY4" fmla="*/ 566619 h 606439"/>
              <a:gd name="connsiteX5" fmla="*/ 422769 w 483514"/>
              <a:gd name="connsiteY5" fmla="*/ 606439 h 606439"/>
              <a:gd name="connsiteX6" fmla="*/ 161736 w 483514"/>
              <a:gd name="connsiteY6" fmla="*/ 606439 h 606439"/>
              <a:gd name="connsiteX7" fmla="*/ 121866 w 483514"/>
              <a:gd name="connsiteY7" fmla="*/ 566619 h 606439"/>
              <a:gd name="connsiteX8" fmla="*/ 161736 w 483514"/>
              <a:gd name="connsiteY8" fmla="*/ 526799 h 606439"/>
              <a:gd name="connsiteX9" fmla="*/ 213468 w 483514"/>
              <a:gd name="connsiteY9" fmla="*/ 526799 h 606439"/>
              <a:gd name="connsiteX10" fmla="*/ 213468 w 483514"/>
              <a:gd name="connsiteY10" fmla="*/ 455944 h 606439"/>
              <a:gd name="connsiteX11" fmla="*/ 253338 w 483514"/>
              <a:gd name="connsiteY11" fmla="*/ 416124 h 606439"/>
              <a:gd name="connsiteX12" fmla="*/ 10995 w 483514"/>
              <a:gd name="connsiteY12" fmla="*/ 381265 h 606439"/>
              <a:gd name="connsiteX13" fmla="*/ 170134 w 483514"/>
              <a:gd name="connsiteY13" fmla="*/ 381265 h 606439"/>
              <a:gd name="connsiteX14" fmla="*/ 181071 w 483514"/>
              <a:gd name="connsiteY14" fmla="*/ 392188 h 606439"/>
              <a:gd name="connsiteX15" fmla="*/ 181071 w 483514"/>
              <a:gd name="connsiteY15" fmla="*/ 513502 h 606439"/>
              <a:gd name="connsiteX16" fmla="*/ 161743 w 483514"/>
              <a:gd name="connsiteY16" fmla="*/ 513502 h 606439"/>
              <a:gd name="connsiteX17" fmla="*/ 160354 w 483514"/>
              <a:gd name="connsiteY17" fmla="*/ 513560 h 606439"/>
              <a:gd name="connsiteX18" fmla="*/ 160354 w 483514"/>
              <a:gd name="connsiteY18" fmla="*/ 405308 h 606439"/>
              <a:gd name="connsiteX19" fmla="*/ 20775 w 483514"/>
              <a:gd name="connsiteY19" fmla="*/ 405308 h 606439"/>
              <a:gd name="connsiteX20" fmla="*/ 20775 w 483514"/>
              <a:gd name="connsiteY20" fmla="*/ 548064 h 606439"/>
              <a:gd name="connsiteX21" fmla="*/ 111976 w 483514"/>
              <a:gd name="connsiteY21" fmla="*/ 548064 h 606439"/>
              <a:gd name="connsiteX22" fmla="*/ 108619 w 483514"/>
              <a:gd name="connsiteY22" fmla="*/ 566616 h 606439"/>
              <a:gd name="connsiteX23" fmla="*/ 111339 w 483514"/>
              <a:gd name="connsiteY23" fmla="*/ 583435 h 606439"/>
              <a:gd name="connsiteX24" fmla="*/ 10995 w 483514"/>
              <a:gd name="connsiteY24" fmla="*/ 583435 h 606439"/>
              <a:gd name="connsiteX25" fmla="*/ 0 w 483514"/>
              <a:gd name="connsiteY25" fmla="*/ 572512 h 606439"/>
              <a:gd name="connsiteX26" fmla="*/ 0 w 483514"/>
              <a:gd name="connsiteY26" fmla="*/ 392188 h 606439"/>
              <a:gd name="connsiteX27" fmla="*/ 10995 w 483514"/>
              <a:gd name="connsiteY27" fmla="*/ 381265 h 606439"/>
              <a:gd name="connsiteX28" fmla="*/ 325060 w 483514"/>
              <a:gd name="connsiteY28" fmla="*/ 224892 h 606439"/>
              <a:gd name="connsiteX29" fmla="*/ 416831 w 483514"/>
              <a:gd name="connsiteY29" fmla="*/ 316521 h 606439"/>
              <a:gd name="connsiteX30" fmla="*/ 325060 w 483514"/>
              <a:gd name="connsiteY30" fmla="*/ 408150 h 606439"/>
              <a:gd name="connsiteX31" fmla="*/ 233289 w 483514"/>
              <a:gd name="connsiteY31" fmla="*/ 316521 h 606439"/>
              <a:gd name="connsiteX32" fmla="*/ 325060 w 483514"/>
              <a:gd name="connsiteY32" fmla="*/ 224892 h 606439"/>
              <a:gd name="connsiteX33" fmla="*/ 196031 w 483514"/>
              <a:gd name="connsiteY33" fmla="*/ 170204 h 606439"/>
              <a:gd name="connsiteX34" fmla="*/ 244015 w 483514"/>
              <a:gd name="connsiteY34" fmla="*/ 170204 h 606439"/>
              <a:gd name="connsiteX35" fmla="*/ 244015 w 483514"/>
              <a:gd name="connsiteY35" fmla="*/ 249703 h 606439"/>
              <a:gd name="connsiteX36" fmla="*/ 234812 w 483514"/>
              <a:gd name="connsiteY36" fmla="*/ 262645 h 606439"/>
              <a:gd name="connsiteX37" fmla="*/ 196031 w 483514"/>
              <a:gd name="connsiteY37" fmla="*/ 262645 h 606439"/>
              <a:gd name="connsiteX38" fmla="*/ 352897 w 483514"/>
              <a:gd name="connsiteY38" fmla="*/ 149316 h 606439"/>
              <a:gd name="connsiteX39" fmla="*/ 400881 w 483514"/>
              <a:gd name="connsiteY39" fmla="*/ 149316 h 606439"/>
              <a:gd name="connsiteX40" fmla="*/ 400881 w 483514"/>
              <a:gd name="connsiteY40" fmla="*/ 243944 h 606439"/>
              <a:gd name="connsiteX41" fmla="*/ 352897 w 483514"/>
              <a:gd name="connsiteY41" fmla="*/ 215348 h 606439"/>
              <a:gd name="connsiteX42" fmla="*/ 274429 w 483514"/>
              <a:gd name="connsiteY42" fmla="*/ 113469 h 606439"/>
              <a:gd name="connsiteX43" fmla="*/ 322413 w 483514"/>
              <a:gd name="connsiteY43" fmla="*/ 113469 h 606439"/>
              <a:gd name="connsiteX44" fmla="*/ 322413 w 483514"/>
              <a:gd name="connsiteY44" fmla="*/ 211675 h 606439"/>
              <a:gd name="connsiteX45" fmla="*/ 274429 w 483514"/>
              <a:gd name="connsiteY45" fmla="*/ 224680 h 606439"/>
              <a:gd name="connsiteX46" fmla="*/ 117632 w 483514"/>
              <a:gd name="connsiteY46" fmla="*/ 77692 h 606439"/>
              <a:gd name="connsiteX47" fmla="*/ 165616 w 483514"/>
              <a:gd name="connsiteY47" fmla="*/ 77692 h 606439"/>
              <a:gd name="connsiteX48" fmla="*/ 165616 w 483514"/>
              <a:gd name="connsiteY48" fmla="*/ 262644 h 606439"/>
              <a:gd name="connsiteX49" fmla="*/ 117632 w 483514"/>
              <a:gd name="connsiteY49" fmla="*/ 262644 h 606439"/>
              <a:gd name="connsiteX50" fmla="*/ 68875 w 483514"/>
              <a:gd name="connsiteY50" fmla="*/ 0 h 606439"/>
              <a:gd name="connsiteX51" fmla="*/ 443641 w 483514"/>
              <a:gd name="connsiteY51" fmla="*/ 0 h 606439"/>
              <a:gd name="connsiteX52" fmla="*/ 483514 w 483514"/>
              <a:gd name="connsiteY52" fmla="*/ 39813 h 606439"/>
              <a:gd name="connsiteX53" fmla="*/ 483514 w 483514"/>
              <a:gd name="connsiteY53" fmla="*/ 300594 h 606439"/>
              <a:gd name="connsiteX54" fmla="*/ 443641 w 483514"/>
              <a:gd name="connsiteY54" fmla="*/ 340407 h 606439"/>
              <a:gd name="connsiteX55" fmla="*/ 427322 w 483514"/>
              <a:gd name="connsiteY55" fmla="*/ 340407 h 606439"/>
              <a:gd name="connsiteX56" fmla="*/ 430100 w 483514"/>
              <a:gd name="connsiteY56" fmla="*/ 316542 h 606439"/>
              <a:gd name="connsiteX57" fmla="*/ 429405 w 483514"/>
              <a:gd name="connsiteY57" fmla="*/ 304581 h 606439"/>
              <a:gd name="connsiteX58" fmla="*/ 439706 w 483514"/>
              <a:gd name="connsiteY58" fmla="*/ 304581 h 606439"/>
              <a:gd name="connsiteX59" fmla="*/ 439706 w 483514"/>
              <a:gd name="connsiteY59" fmla="*/ 35826 h 606439"/>
              <a:gd name="connsiteX60" fmla="*/ 72810 w 483514"/>
              <a:gd name="connsiteY60" fmla="*/ 35826 h 606439"/>
              <a:gd name="connsiteX61" fmla="*/ 72810 w 483514"/>
              <a:gd name="connsiteY61" fmla="*/ 304581 h 606439"/>
              <a:gd name="connsiteX62" fmla="*/ 220668 w 483514"/>
              <a:gd name="connsiteY62" fmla="*/ 304581 h 606439"/>
              <a:gd name="connsiteX63" fmla="*/ 220031 w 483514"/>
              <a:gd name="connsiteY63" fmla="*/ 316542 h 606439"/>
              <a:gd name="connsiteX64" fmla="*/ 222751 w 483514"/>
              <a:gd name="connsiteY64" fmla="*/ 340407 h 606439"/>
              <a:gd name="connsiteX65" fmla="*/ 68875 w 483514"/>
              <a:gd name="connsiteY65" fmla="*/ 340407 h 606439"/>
              <a:gd name="connsiteX66" fmla="*/ 29002 w 483514"/>
              <a:gd name="connsiteY66" fmla="*/ 300594 h 606439"/>
              <a:gd name="connsiteX67" fmla="*/ 29002 w 483514"/>
              <a:gd name="connsiteY67" fmla="*/ 39813 h 606439"/>
              <a:gd name="connsiteX68" fmla="*/ 68875 w 483514"/>
              <a:gd name="connsiteY68" fmla="*/ 0 h 606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483514" h="606439">
                <a:moveTo>
                  <a:pt x="253338" y="416124"/>
                </a:moveTo>
                <a:lnTo>
                  <a:pt x="396788" y="416124"/>
                </a:lnTo>
                <a:cubicBezTo>
                  <a:pt x="418835" y="416124"/>
                  <a:pt x="436657" y="433982"/>
                  <a:pt x="436657" y="455944"/>
                </a:cubicBezTo>
                <a:lnTo>
                  <a:pt x="436657" y="529284"/>
                </a:lnTo>
                <a:cubicBezTo>
                  <a:pt x="451876" y="534890"/>
                  <a:pt x="462697" y="549512"/>
                  <a:pt x="462697" y="566619"/>
                </a:cubicBezTo>
                <a:cubicBezTo>
                  <a:pt x="462697" y="588639"/>
                  <a:pt x="444816" y="606439"/>
                  <a:pt x="422769" y="606439"/>
                </a:cubicBezTo>
                <a:lnTo>
                  <a:pt x="161736" y="606439"/>
                </a:lnTo>
                <a:cubicBezTo>
                  <a:pt x="139747" y="606439"/>
                  <a:pt x="121866" y="588639"/>
                  <a:pt x="121866" y="566619"/>
                </a:cubicBezTo>
                <a:cubicBezTo>
                  <a:pt x="121866" y="544657"/>
                  <a:pt x="139747" y="526799"/>
                  <a:pt x="161736" y="526799"/>
                </a:cubicBezTo>
                <a:lnTo>
                  <a:pt x="213468" y="526799"/>
                </a:lnTo>
                <a:lnTo>
                  <a:pt x="213468" y="455944"/>
                </a:lnTo>
                <a:cubicBezTo>
                  <a:pt x="213468" y="433982"/>
                  <a:pt x="231291" y="416124"/>
                  <a:pt x="253338" y="416124"/>
                </a:cubicBezTo>
                <a:close/>
                <a:moveTo>
                  <a:pt x="10995" y="381265"/>
                </a:moveTo>
                <a:lnTo>
                  <a:pt x="170134" y="381265"/>
                </a:lnTo>
                <a:cubicBezTo>
                  <a:pt x="176210" y="381265"/>
                  <a:pt x="181071" y="386120"/>
                  <a:pt x="181071" y="392188"/>
                </a:cubicBezTo>
                <a:lnTo>
                  <a:pt x="181071" y="513502"/>
                </a:lnTo>
                <a:lnTo>
                  <a:pt x="161743" y="513502"/>
                </a:lnTo>
                <a:cubicBezTo>
                  <a:pt x="161280" y="513502"/>
                  <a:pt x="160817" y="513560"/>
                  <a:pt x="160354" y="513560"/>
                </a:cubicBezTo>
                <a:lnTo>
                  <a:pt x="160354" y="405308"/>
                </a:lnTo>
                <a:lnTo>
                  <a:pt x="20775" y="405308"/>
                </a:lnTo>
                <a:lnTo>
                  <a:pt x="20775" y="548064"/>
                </a:lnTo>
                <a:lnTo>
                  <a:pt x="111976" y="548064"/>
                </a:lnTo>
                <a:cubicBezTo>
                  <a:pt x="109777" y="553843"/>
                  <a:pt x="108619" y="560085"/>
                  <a:pt x="108619" y="566616"/>
                </a:cubicBezTo>
                <a:cubicBezTo>
                  <a:pt x="108619" y="572512"/>
                  <a:pt x="109545" y="578176"/>
                  <a:pt x="111339" y="583435"/>
                </a:cubicBezTo>
                <a:lnTo>
                  <a:pt x="10995" y="583435"/>
                </a:lnTo>
                <a:cubicBezTo>
                  <a:pt x="4919" y="583435"/>
                  <a:pt x="0" y="578580"/>
                  <a:pt x="0" y="572512"/>
                </a:cubicBezTo>
                <a:lnTo>
                  <a:pt x="0" y="392188"/>
                </a:lnTo>
                <a:cubicBezTo>
                  <a:pt x="0" y="386120"/>
                  <a:pt x="4919" y="381265"/>
                  <a:pt x="10995" y="381265"/>
                </a:cubicBezTo>
                <a:close/>
                <a:moveTo>
                  <a:pt x="325060" y="224892"/>
                </a:moveTo>
                <a:cubicBezTo>
                  <a:pt x="375744" y="224892"/>
                  <a:pt x="416831" y="265916"/>
                  <a:pt x="416831" y="316521"/>
                </a:cubicBezTo>
                <a:cubicBezTo>
                  <a:pt x="416831" y="367126"/>
                  <a:pt x="375744" y="408150"/>
                  <a:pt x="325060" y="408150"/>
                </a:cubicBezTo>
                <a:cubicBezTo>
                  <a:pt x="274376" y="408150"/>
                  <a:pt x="233289" y="367126"/>
                  <a:pt x="233289" y="316521"/>
                </a:cubicBezTo>
                <a:cubicBezTo>
                  <a:pt x="233289" y="265916"/>
                  <a:pt x="274376" y="224892"/>
                  <a:pt x="325060" y="224892"/>
                </a:cubicBezTo>
                <a:close/>
                <a:moveTo>
                  <a:pt x="196031" y="170204"/>
                </a:moveTo>
                <a:lnTo>
                  <a:pt x="244015" y="170204"/>
                </a:lnTo>
                <a:lnTo>
                  <a:pt x="244015" y="249703"/>
                </a:lnTo>
                <a:cubicBezTo>
                  <a:pt x="240658" y="253748"/>
                  <a:pt x="237590" y="258081"/>
                  <a:pt x="234812" y="262645"/>
                </a:cubicBezTo>
                <a:lnTo>
                  <a:pt x="196031" y="262645"/>
                </a:lnTo>
                <a:close/>
                <a:moveTo>
                  <a:pt x="352897" y="149316"/>
                </a:moveTo>
                <a:lnTo>
                  <a:pt x="400881" y="149316"/>
                </a:lnTo>
                <a:lnTo>
                  <a:pt x="400881" y="243944"/>
                </a:lnTo>
                <a:cubicBezTo>
                  <a:pt x="387915" y="230483"/>
                  <a:pt x="371419" y="220431"/>
                  <a:pt x="352897" y="215348"/>
                </a:cubicBezTo>
                <a:close/>
                <a:moveTo>
                  <a:pt x="274429" y="113469"/>
                </a:moveTo>
                <a:lnTo>
                  <a:pt x="322413" y="113469"/>
                </a:lnTo>
                <a:lnTo>
                  <a:pt x="322413" y="211675"/>
                </a:lnTo>
                <a:cubicBezTo>
                  <a:pt x="305048" y="212137"/>
                  <a:pt x="288726" y="216761"/>
                  <a:pt x="274429" y="224680"/>
                </a:cubicBezTo>
                <a:close/>
                <a:moveTo>
                  <a:pt x="117632" y="77692"/>
                </a:moveTo>
                <a:lnTo>
                  <a:pt x="165616" y="77692"/>
                </a:lnTo>
                <a:lnTo>
                  <a:pt x="165616" y="262644"/>
                </a:lnTo>
                <a:lnTo>
                  <a:pt x="117632" y="262644"/>
                </a:lnTo>
                <a:close/>
                <a:moveTo>
                  <a:pt x="68875" y="0"/>
                </a:moveTo>
                <a:lnTo>
                  <a:pt x="443641" y="0"/>
                </a:lnTo>
                <a:cubicBezTo>
                  <a:pt x="465632" y="0"/>
                  <a:pt x="483514" y="17855"/>
                  <a:pt x="483514" y="39813"/>
                </a:cubicBezTo>
                <a:lnTo>
                  <a:pt x="483514" y="300594"/>
                </a:lnTo>
                <a:cubicBezTo>
                  <a:pt x="483514" y="322609"/>
                  <a:pt x="465632" y="340407"/>
                  <a:pt x="443641" y="340407"/>
                </a:cubicBezTo>
                <a:lnTo>
                  <a:pt x="427322" y="340407"/>
                </a:lnTo>
                <a:cubicBezTo>
                  <a:pt x="429116" y="332722"/>
                  <a:pt x="430100" y="324747"/>
                  <a:pt x="430100" y="316542"/>
                </a:cubicBezTo>
                <a:cubicBezTo>
                  <a:pt x="430100" y="312497"/>
                  <a:pt x="429868" y="308510"/>
                  <a:pt x="429405" y="304581"/>
                </a:cubicBezTo>
                <a:lnTo>
                  <a:pt x="439706" y="304581"/>
                </a:lnTo>
                <a:lnTo>
                  <a:pt x="439706" y="35826"/>
                </a:lnTo>
                <a:lnTo>
                  <a:pt x="72810" y="35826"/>
                </a:lnTo>
                <a:lnTo>
                  <a:pt x="72810" y="304581"/>
                </a:lnTo>
                <a:lnTo>
                  <a:pt x="220668" y="304581"/>
                </a:lnTo>
                <a:cubicBezTo>
                  <a:pt x="220263" y="308510"/>
                  <a:pt x="220031" y="312497"/>
                  <a:pt x="220031" y="316542"/>
                </a:cubicBezTo>
                <a:cubicBezTo>
                  <a:pt x="220031" y="324747"/>
                  <a:pt x="220957" y="332722"/>
                  <a:pt x="222751" y="340407"/>
                </a:cubicBezTo>
                <a:lnTo>
                  <a:pt x="68875" y="340407"/>
                </a:lnTo>
                <a:cubicBezTo>
                  <a:pt x="46826" y="340407"/>
                  <a:pt x="29002" y="322609"/>
                  <a:pt x="29002" y="300594"/>
                </a:cubicBezTo>
                <a:lnTo>
                  <a:pt x="29002" y="39813"/>
                </a:lnTo>
                <a:cubicBezTo>
                  <a:pt x="29002" y="17855"/>
                  <a:pt x="46826" y="0"/>
                  <a:pt x="6887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477069" y="5165040"/>
            <a:ext cx="1256754" cy="3600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pc="160" dirty="0">
                <a:solidFill>
                  <a:schemeClr val="bg1">
                    <a:lumMod val="25000"/>
                  </a:schemeClr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  <a:endParaRPr lang="zh-CN" altLang="en-US" spc="160" dirty="0">
              <a:solidFill>
                <a:schemeClr val="bg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896827" y="5533032"/>
            <a:ext cx="3088347" cy="4578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30000"/>
              </a:lnSpc>
              <a:spcAft>
                <a:spcPts val="600"/>
              </a:spcAft>
            </a:pPr>
            <a:r>
              <a:rPr lang="zh-CN" altLang="en-US" sz="1200" spc="16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单击此处输入你的正文，文字是您思想的提炼，请言简意赅的阐述观点。</a:t>
            </a:r>
          </a:p>
        </p:txBody>
      </p:sp>
      <p:sp>
        <p:nvSpPr>
          <p:cNvPr id="15" name="任意多边形: 形状 14"/>
          <p:cNvSpPr/>
          <p:nvPr/>
        </p:nvSpPr>
        <p:spPr>
          <a:xfrm rot="5400000" flipV="1">
            <a:off x="6058422" y="3534283"/>
            <a:ext cx="1285681" cy="640529"/>
          </a:xfrm>
          <a:custGeom>
            <a:avLst/>
            <a:gdLst>
              <a:gd name="connsiteX0" fmla="*/ 1403227 w 2806455"/>
              <a:gd name="connsiteY0" fmla="*/ 0 h 1398182"/>
              <a:gd name="connsiteX1" fmla="*/ 2799477 w 2806455"/>
              <a:gd name="connsiteY1" fmla="*/ 1259997 h 1398182"/>
              <a:gd name="connsiteX2" fmla="*/ 2806455 w 2806455"/>
              <a:gd name="connsiteY2" fmla="*/ 1398182 h 1398182"/>
              <a:gd name="connsiteX3" fmla="*/ 0 w 2806455"/>
              <a:gd name="connsiteY3" fmla="*/ 1398182 h 1398182"/>
              <a:gd name="connsiteX4" fmla="*/ 6977 w 2806455"/>
              <a:gd name="connsiteY4" fmla="*/ 1259997 h 1398182"/>
              <a:gd name="connsiteX5" fmla="*/ 1403227 w 2806455"/>
              <a:gd name="connsiteY5" fmla="*/ 0 h 1398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6455" h="1398182">
                <a:moveTo>
                  <a:pt x="1403227" y="0"/>
                </a:moveTo>
                <a:cubicBezTo>
                  <a:pt x="2129911" y="0"/>
                  <a:pt x="2727604" y="552276"/>
                  <a:pt x="2799477" y="1259997"/>
                </a:cubicBezTo>
                <a:lnTo>
                  <a:pt x="2806455" y="1398182"/>
                </a:lnTo>
                <a:lnTo>
                  <a:pt x="0" y="1398182"/>
                </a:lnTo>
                <a:lnTo>
                  <a:pt x="6977" y="1259997"/>
                </a:lnTo>
                <a:cubicBezTo>
                  <a:pt x="78850" y="552276"/>
                  <a:pt x="676544" y="0"/>
                  <a:pt x="1403227" y="0"/>
                </a:cubicBezTo>
                <a:close/>
              </a:path>
            </a:pathLst>
          </a:custGeom>
          <a:solidFill>
            <a:schemeClr val="tx2"/>
          </a:solidFill>
          <a:ln w="38100" cap="rnd">
            <a:noFill/>
            <a:prstDash val="solid"/>
            <a:round/>
          </a:ln>
          <a:effectLst>
            <a:outerShdw blurRad="254000" dist="127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6541066" y="3365151"/>
            <a:ext cx="4969897" cy="97879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rnd">
            <a:noFill/>
            <a:prstDash val="solid"/>
            <a:round/>
          </a:ln>
          <a:effectLst>
            <a:outerShdw blurRad="254000" dist="127000" algn="ctr" rotWithShape="0">
              <a:schemeClr val="bg1">
                <a:lumMod val="6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iconfont-10123-4910609"/>
          <p:cNvSpPr/>
          <p:nvPr/>
        </p:nvSpPr>
        <p:spPr>
          <a:xfrm>
            <a:off x="7063211" y="3665690"/>
            <a:ext cx="402167" cy="364916"/>
          </a:xfrm>
          <a:custGeom>
            <a:avLst/>
            <a:gdLst>
              <a:gd name="connsiteX0" fmla="*/ 116112 w 607919"/>
              <a:gd name="connsiteY0" fmla="*/ 473652 h 551610"/>
              <a:gd name="connsiteX1" fmla="*/ 118901 w 607919"/>
              <a:gd name="connsiteY1" fmla="*/ 480423 h 551610"/>
              <a:gd name="connsiteX2" fmla="*/ 118901 w 607919"/>
              <a:gd name="connsiteY2" fmla="*/ 551610 h 551610"/>
              <a:gd name="connsiteX3" fmla="*/ 55604 w 607919"/>
              <a:gd name="connsiteY3" fmla="*/ 551610 h 551610"/>
              <a:gd name="connsiteX4" fmla="*/ 55604 w 607919"/>
              <a:gd name="connsiteY4" fmla="*/ 540851 h 551610"/>
              <a:gd name="connsiteX5" fmla="*/ 65255 w 607919"/>
              <a:gd name="connsiteY5" fmla="*/ 520583 h 551610"/>
              <a:gd name="connsiteX6" fmla="*/ 83555 w 607919"/>
              <a:gd name="connsiteY6" fmla="*/ 502317 h 551610"/>
              <a:gd name="connsiteX7" fmla="*/ 109375 w 607919"/>
              <a:gd name="connsiteY7" fmla="*/ 476545 h 551610"/>
              <a:gd name="connsiteX8" fmla="*/ 116112 w 607919"/>
              <a:gd name="connsiteY8" fmla="*/ 473652 h 551610"/>
              <a:gd name="connsiteX9" fmla="*/ 199155 w 607919"/>
              <a:gd name="connsiteY9" fmla="*/ 390799 h 551610"/>
              <a:gd name="connsiteX10" fmla="*/ 201956 w 607919"/>
              <a:gd name="connsiteY10" fmla="*/ 397632 h 551610"/>
              <a:gd name="connsiteX11" fmla="*/ 201956 w 607919"/>
              <a:gd name="connsiteY11" fmla="*/ 551610 h 551610"/>
              <a:gd name="connsiteX12" fmla="*/ 145363 w 607919"/>
              <a:gd name="connsiteY12" fmla="*/ 551610 h 551610"/>
              <a:gd name="connsiteX13" fmla="*/ 145363 w 607919"/>
              <a:gd name="connsiteY13" fmla="*/ 454170 h 551610"/>
              <a:gd name="connsiteX14" fmla="*/ 154879 w 607919"/>
              <a:gd name="connsiteY14" fmla="*/ 431030 h 551610"/>
              <a:gd name="connsiteX15" fmla="*/ 192315 w 607919"/>
              <a:gd name="connsiteY15" fmla="*/ 393630 h 551610"/>
              <a:gd name="connsiteX16" fmla="*/ 199155 w 607919"/>
              <a:gd name="connsiteY16" fmla="*/ 390799 h 551610"/>
              <a:gd name="connsiteX17" fmla="*/ 231082 w 607919"/>
              <a:gd name="connsiteY17" fmla="*/ 388245 h 551610"/>
              <a:gd name="connsiteX18" fmla="*/ 237930 w 607919"/>
              <a:gd name="connsiteY18" fmla="*/ 391091 h 551610"/>
              <a:gd name="connsiteX19" fmla="*/ 266763 w 607919"/>
              <a:gd name="connsiteY19" fmla="*/ 419867 h 551610"/>
              <a:gd name="connsiteX20" fmla="*/ 275915 w 607919"/>
              <a:gd name="connsiteY20" fmla="*/ 428875 h 551610"/>
              <a:gd name="connsiteX21" fmla="*/ 284941 w 607919"/>
              <a:gd name="connsiteY21" fmla="*/ 451520 h 551610"/>
              <a:gd name="connsiteX22" fmla="*/ 284941 w 607919"/>
              <a:gd name="connsiteY22" fmla="*/ 551610 h 551610"/>
              <a:gd name="connsiteX23" fmla="*/ 228277 w 607919"/>
              <a:gd name="connsiteY23" fmla="*/ 551610 h 551610"/>
              <a:gd name="connsiteX24" fmla="*/ 228277 w 607919"/>
              <a:gd name="connsiteY24" fmla="*/ 394969 h 551610"/>
              <a:gd name="connsiteX25" fmla="*/ 231082 w 607919"/>
              <a:gd name="connsiteY25" fmla="*/ 388245 h 551610"/>
              <a:gd name="connsiteX26" fmla="*/ 365148 w 607919"/>
              <a:gd name="connsiteY26" fmla="*/ 381336 h 551610"/>
              <a:gd name="connsiteX27" fmla="*/ 367997 w 607919"/>
              <a:gd name="connsiteY27" fmla="*/ 388122 h 551610"/>
              <a:gd name="connsiteX28" fmla="*/ 367997 w 607919"/>
              <a:gd name="connsiteY28" fmla="*/ 551610 h 551610"/>
              <a:gd name="connsiteX29" fmla="*/ 311262 w 607919"/>
              <a:gd name="connsiteY29" fmla="*/ 551610 h 551610"/>
              <a:gd name="connsiteX30" fmla="*/ 311262 w 607919"/>
              <a:gd name="connsiteY30" fmla="*/ 444661 h 551610"/>
              <a:gd name="connsiteX31" fmla="*/ 316898 w 607919"/>
              <a:gd name="connsiteY31" fmla="*/ 425523 h 551610"/>
              <a:gd name="connsiteX32" fmla="*/ 322534 w 607919"/>
              <a:gd name="connsiteY32" fmla="*/ 419894 h 551610"/>
              <a:gd name="connsiteX33" fmla="*/ 358353 w 607919"/>
              <a:gd name="connsiteY33" fmla="*/ 384120 h 551610"/>
              <a:gd name="connsiteX34" fmla="*/ 365148 w 607919"/>
              <a:gd name="connsiteY34" fmla="*/ 381336 h 551610"/>
              <a:gd name="connsiteX35" fmla="*/ 448177 w 607919"/>
              <a:gd name="connsiteY35" fmla="*/ 298352 h 551610"/>
              <a:gd name="connsiteX36" fmla="*/ 450982 w 607919"/>
              <a:gd name="connsiteY36" fmla="*/ 305139 h 551610"/>
              <a:gd name="connsiteX37" fmla="*/ 450982 w 607919"/>
              <a:gd name="connsiteY37" fmla="*/ 551610 h 551610"/>
              <a:gd name="connsiteX38" fmla="*/ 394318 w 607919"/>
              <a:gd name="connsiteY38" fmla="*/ 551610 h 551610"/>
              <a:gd name="connsiteX39" fmla="*/ 394318 w 607919"/>
              <a:gd name="connsiteY39" fmla="*/ 361815 h 551610"/>
              <a:gd name="connsiteX40" fmla="*/ 403846 w 607919"/>
              <a:gd name="connsiteY40" fmla="*/ 338669 h 551610"/>
              <a:gd name="connsiteX41" fmla="*/ 441329 w 607919"/>
              <a:gd name="connsiteY41" fmla="*/ 301136 h 551610"/>
              <a:gd name="connsiteX42" fmla="*/ 448177 w 607919"/>
              <a:gd name="connsiteY42" fmla="*/ 298352 h 551610"/>
              <a:gd name="connsiteX43" fmla="*/ 527085 w 607919"/>
              <a:gd name="connsiteY43" fmla="*/ 219452 h 551610"/>
              <a:gd name="connsiteX44" fmla="*/ 529874 w 607919"/>
              <a:gd name="connsiteY44" fmla="*/ 226177 h 551610"/>
              <a:gd name="connsiteX45" fmla="*/ 529874 w 607919"/>
              <a:gd name="connsiteY45" fmla="*/ 551610 h 551610"/>
              <a:gd name="connsiteX46" fmla="*/ 477232 w 607919"/>
              <a:gd name="connsiteY46" fmla="*/ 551610 h 551610"/>
              <a:gd name="connsiteX47" fmla="*/ 477232 w 607919"/>
              <a:gd name="connsiteY47" fmla="*/ 278727 h 551610"/>
              <a:gd name="connsiteX48" fmla="*/ 486883 w 607919"/>
              <a:gd name="connsiteY48" fmla="*/ 255580 h 551610"/>
              <a:gd name="connsiteX49" fmla="*/ 520348 w 607919"/>
              <a:gd name="connsiteY49" fmla="*/ 222298 h 551610"/>
              <a:gd name="connsiteX50" fmla="*/ 527085 w 607919"/>
              <a:gd name="connsiteY50" fmla="*/ 219452 h 551610"/>
              <a:gd name="connsiteX51" fmla="*/ 387769 w 607919"/>
              <a:gd name="connsiteY51" fmla="*/ 0 h 551610"/>
              <a:gd name="connsiteX52" fmla="*/ 580729 w 607919"/>
              <a:gd name="connsiteY52" fmla="*/ 0 h 551610"/>
              <a:gd name="connsiteX53" fmla="*/ 607919 w 607919"/>
              <a:gd name="connsiteY53" fmla="*/ 26022 h 551610"/>
              <a:gd name="connsiteX54" fmla="*/ 607919 w 607919"/>
              <a:gd name="connsiteY54" fmla="*/ 219812 h 551610"/>
              <a:gd name="connsiteX55" fmla="*/ 598271 w 607919"/>
              <a:gd name="connsiteY55" fmla="*/ 223815 h 551610"/>
              <a:gd name="connsiteX56" fmla="*/ 530610 w 607919"/>
              <a:gd name="connsiteY56" fmla="*/ 156258 h 551610"/>
              <a:gd name="connsiteX57" fmla="*/ 304320 w 607919"/>
              <a:gd name="connsiteY57" fmla="*/ 382325 h 551610"/>
              <a:gd name="connsiteX58" fmla="*/ 285024 w 607919"/>
              <a:gd name="connsiteY58" fmla="*/ 382325 h 551610"/>
              <a:gd name="connsiteX59" fmla="*/ 216360 w 607919"/>
              <a:gd name="connsiteY59" fmla="*/ 313767 h 551610"/>
              <a:gd name="connsiteX60" fmla="*/ 94068 w 607919"/>
              <a:gd name="connsiteY60" fmla="*/ 435996 h 551610"/>
              <a:gd name="connsiteX61" fmla="*/ 17260 w 607919"/>
              <a:gd name="connsiteY61" fmla="*/ 435996 h 551610"/>
              <a:gd name="connsiteX62" fmla="*/ 15882 w 607919"/>
              <a:gd name="connsiteY62" fmla="*/ 434745 h 551610"/>
              <a:gd name="connsiteX63" fmla="*/ 15882 w 607919"/>
              <a:gd name="connsiteY63" fmla="*/ 358055 h 551610"/>
              <a:gd name="connsiteX64" fmla="*/ 206837 w 607919"/>
              <a:gd name="connsiteY64" fmla="*/ 167267 h 551610"/>
              <a:gd name="connsiteX65" fmla="*/ 226008 w 607919"/>
              <a:gd name="connsiteY65" fmla="*/ 167267 h 551610"/>
              <a:gd name="connsiteX66" fmla="*/ 294672 w 607919"/>
              <a:gd name="connsiteY66" fmla="*/ 235701 h 551610"/>
              <a:gd name="connsiteX67" fmla="*/ 424481 w 607919"/>
              <a:gd name="connsiteY67" fmla="*/ 105965 h 551610"/>
              <a:gd name="connsiteX68" fmla="*/ 452423 w 607919"/>
              <a:gd name="connsiteY68" fmla="*/ 78192 h 551610"/>
              <a:gd name="connsiteX69" fmla="*/ 383885 w 607919"/>
              <a:gd name="connsiteY69" fmla="*/ 9633 h 551610"/>
              <a:gd name="connsiteX70" fmla="*/ 387769 w 607919"/>
              <a:gd name="connsiteY70" fmla="*/ 0 h 55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607919" h="551610">
                <a:moveTo>
                  <a:pt x="116112" y="473652"/>
                </a:moveTo>
                <a:cubicBezTo>
                  <a:pt x="117836" y="474356"/>
                  <a:pt x="118901" y="476670"/>
                  <a:pt x="118901" y="480423"/>
                </a:cubicBezTo>
                <a:lnTo>
                  <a:pt x="118901" y="551610"/>
                </a:lnTo>
                <a:lnTo>
                  <a:pt x="55604" y="551610"/>
                </a:lnTo>
                <a:lnTo>
                  <a:pt x="55604" y="540851"/>
                </a:lnTo>
                <a:cubicBezTo>
                  <a:pt x="55604" y="534971"/>
                  <a:pt x="59991" y="525838"/>
                  <a:pt x="65255" y="520583"/>
                </a:cubicBezTo>
                <a:lnTo>
                  <a:pt x="83555" y="502317"/>
                </a:lnTo>
                <a:lnTo>
                  <a:pt x="109375" y="476545"/>
                </a:lnTo>
                <a:cubicBezTo>
                  <a:pt x="112007" y="473855"/>
                  <a:pt x="114389" y="472948"/>
                  <a:pt x="116112" y="473652"/>
                </a:cubicBezTo>
                <a:close/>
                <a:moveTo>
                  <a:pt x="199155" y="390799"/>
                </a:moveTo>
                <a:cubicBezTo>
                  <a:pt x="200892" y="391534"/>
                  <a:pt x="201956" y="393880"/>
                  <a:pt x="201956" y="397632"/>
                </a:cubicBezTo>
                <a:lnTo>
                  <a:pt x="201956" y="551610"/>
                </a:lnTo>
                <a:lnTo>
                  <a:pt x="145363" y="551610"/>
                </a:lnTo>
                <a:lnTo>
                  <a:pt x="145363" y="454170"/>
                </a:lnTo>
                <a:cubicBezTo>
                  <a:pt x="145363" y="446665"/>
                  <a:pt x="149620" y="436283"/>
                  <a:pt x="154879" y="431030"/>
                </a:cubicBezTo>
                <a:lnTo>
                  <a:pt x="192315" y="393630"/>
                </a:lnTo>
                <a:cubicBezTo>
                  <a:pt x="195007" y="390941"/>
                  <a:pt x="197417" y="390065"/>
                  <a:pt x="199155" y="390799"/>
                </a:cubicBezTo>
                <a:close/>
                <a:moveTo>
                  <a:pt x="231082" y="388245"/>
                </a:moveTo>
                <a:cubicBezTo>
                  <a:pt x="232822" y="387525"/>
                  <a:pt x="235235" y="388401"/>
                  <a:pt x="237930" y="391091"/>
                </a:cubicBezTo>
                <a:lnTo>
                  <a:pt x="266763" y="419867"/>
                </a:lnTo>
                <a:lnTo>
                  <a:pt x="275915" y="428875"/>
                </a:lnTo>
                <a:cubicBezTo>
                  <a:pt x="280929" y="433879"/>
                  <a:pt x="284941" y="444013"/>
                  <a:pt x="284941" y="451520"/>
                </a:cubicBezTo>
                <a:lnTo>
                  <a:pt x="284941" y="551610"/>
                </a:lnTo>
                <a:lnTo>
                  <a:pt x="228277" y="551610"/>
                </a:lnTo>
                <a:lnTo>
                  <a:pt x="228277" y="394969"/>
                </a:lnTo>
                <a:cubicBezTo>
                  <a:pt x="228277" y="391278"/>
                  <a:pt x="229343" y="388964"/>
                  <a:pt x="231082" y="388245"/>
                </a:cubicBezTo>
                <a:close/>
                <a:moveTo>
                  <a:pt x="365148" y="381336"/>
                </a:moveTo>
                <a:cubicBezTo>
                  <a:pt x="366901" y="382055"/>
                  <a:pt x="367997" y="384370"/>
                  <a:pt x="367997" y="388122"/>
                </a:cubicBezTo>
                <a:lnTo>
                  <a:pt x="367997" y="551610"/>
                </a:lnTo>
                <a:lnTo>
                  <a:pt x="311262" y="551610"/>
                </a:lnTo>
                <a:lnTo>
                  <a:pt x="311262" y="444661"/>
                </a:lnTo>
                <a:cubicBezTo>
                  <a:pt x="311262" y="437156"/>
                  <a:pt x="313767" y="428650"/>
                  <a:pt x="316898" y="425523"/>
                </a:cubicBezTo>
                <a:cubicBezTo>
                  <a:pt x="320029" y="422396"/>
                  <a:pt x="322534" y="419894"/>
                  <a:pt x="322534" y="419894"/>
                </a:cubicBezTo>
                <a:lnTo>
                  <a:pt x="358353" y="384120"/>
                </a:lnTo>
                <a:cubicBezTo>
                  <a:pt x="360983" y="381493"/>
                  <a:pt x="363394" y="380617"/>
                  <a:pt x="365148" y="381336"/>
                </a:cubicBezTo>
                <a:close/>
                <a:moveTo>
                  <a:pt x="448177" y="298352"/>
                </a:moveTo>
                <a:cubicBezTo>
                  <a:pt x="449916" y="299071"/>
                  <a:pt x="450982" y="301386"/>
                  <a:pt x="450982" y="305139"/>
                </a:cubicBezTo>
                <a:lnTo>
                  <a:pt x="450982" y="551610"/>
                </a:lnTo>
                <a:lnTo>
                  <a:pt x="394318" y="551610"/>
                </a:lnTo>
                <a:lnTo>
                  <a:pt x="394318" y="361815"/>
                </a:lnTo>
                <a:cubicBezTo>
                  <a:pt x="394318" y="354308"/>
                  <a:pt x="398580" y="343924"/>
                  <a:pt x="403846" y="338669"/>
                </a:cubicBezTo>
                <a:lnTo>
                  <a:pt x="441329" y="301136"/>
                </a:lnTo>
                <a:cubicBezTo>
                  <a:pt x="444024" y="298508"/>
                  <a:pt x="446438" y="297633"/>
                  <a:pt x="448177" y="298352"/>
                </a:cubicBezTo>
                <a:close/>
                <a:moveTo>
                  <a:pt x="527085" y="219452"/>
                </a:moveTo>
                <a:cubicBezTo>
                  <a:pt x="528809" y="220171"/>
                  <a:pt x="529874" y="222486"/>
                  <a:pt x="529874" y="226177"/>
                </a:cubicBezTo>
                <a:lnTo>
                  <a:pt x="529874" y="551610"/>
                </a:lnTo>
                <a:lnTo>
                  <a:pt x="477232" y="551610"/>
                </a:lnTo>
                <a:lnTo>
                  <a:pt x="477232" y="278727"/>
                </a:lnTo>
                <a:cubicBezTo>
                  <a:pt x="477232" y="271345"/>
                  <a:pt x="481494" y="260960"/>
                  <a:pt x="486883" y="255580"/>
                </a:cubicBezTo>
                <a:lnTo>
                  <a:pt x="520348" y="222298"/>
                </a:lnTo>
                <a:cubicBezTo>
                  <a:pt x="522980" y="219608"/>
                  <a:pt x="525362" y="218732"/>
                  <a:pt x="527085" y="219452"/>
                </a:cubicBezTo>
                <a:close/>
                <a:moveTo>
                  <a:pt x="387769" y="0"/>
                </a:moveTo>
                <a:lnTo>
                  <a:pt x="580729" y="0"/>
                </a:lnTo>
                <a:cubicBezTo>
                  <a:pt x="594512" y="0"/>
                  <a:pt x="607919" y="12135"/>
                  <a:pt x="607919" y="26022"/>
                </a:cubicBezTo>
                <a:lnTo>
                  <a:pt x="607919" y="219812"/>
                </a:lnTo>
                <a:cubicBezTo>
                  <a:pt x="607919" y="227318"/>
                  <a:pt x="603534" y="229070"/>
                  <a:pt x="598271" y="223815"/>
                </a:cubicBezTo>
                <a:lnTo>
                  <a:pt x="530610" y="156258"/>
                </a:lnTo>
                <a:lnTo>
                  <a:pt x="304320" y="382325"/>
                </a:lnTo>
                <a:cubicBezTo>
                  <a:pt x="298932" y="387580"/>
                  <a:pt x="290412" y="387580"/>
                  <a:pt x="285024" y="382325"/>
                </a:cubicBezTo>
                <a:lnTo>
                  <a:pt x="216360" y="313767"/>
                </a:lnTo>
                <a:lnTo>
                  <a:pt x="94068" y="435996"/>
                </a:lnTo>
                <a:cubicBezTo>
                  <a:pt x="72767" y="457264"/>
                  <a:pt x="38435" y="457264"/>
                  <a:pt x="17260" y="435996"/>
                </a:cubicBezTo>
                <a:lnTo>
                  <a:pt x="15882" y="434745"/>
                </a:lnTo>
                <a:cubicBezTo>
                  <a:pt x="-5294" y="413477"/>
                  <a:pt x="-5294" y="379198"/>
                  <a:pt x="15882" y="358055"/>
                </a:cubicBezTo>
                <a:lnTo>
                  <a:pt x="206837" y="167267"/>
                </a:lnTo>
                <a:cubicBezTo>
                  <a:pt x="212100" y="161888"/>
                  <a:pt x="220745" y="161888"/>
                  <a:pt x="226008" y="167267"/>
                </a:cubicBezTo>
                <a:lnTo>
                  <a:pt x="294672" y="235701"/>
                </a:lnTo>
                <a:lnTo>
                  <a:pt x="424481" y="105965"/>
                </a:lnTo>
                <a:lnTo>
                  <a:pt x="452423" y="78192"/>
                </a:lnTo>
                <a:lnTo>
                  <a:pt x="383885" y="9633"/>
                </a:lnTo>
                <a:cubicBezTo>
                  <a:pt x="378497" y="4379"/>
                  <a:pt x="380376" y="0"/>
                  <a:pt x="387769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477069" y="3425140"/>
            <a:ext cx="1256754" cy="3600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pc="160" dirty="0">
                <a:solidFill>
                  <a:schemeClr val="bg1">
                    <a:lumMod val="25000"/>
                  </a:schemeClr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  <a:endParaRPr lang="zh-CN" altLang="en-US" spc="160" dirty="0">
              <a:solidFill>
                <a:schemeClr val="bg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896827" y="3793132"/>
            <a:ext cx="3088347" cy="4578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30000"/>
              </a:lnSpc>
              <a:spcAft>
                <a:spcPts val="600"/>
              </a:spcAft>
            </a:pPr>
            <a:r>
              <a:rPr lang="zh-CN" altLang="en-US" sz="1200" spc="16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单击此处输入你的正文，文字是您思想的提炼，请言简意赅的阐述观点。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003768" y="893763"/>
            <a:ext cx="2764859" cy="7201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60" dirty="0">
                <a:solidFill>
                  <a:schemeClr val="bg1">
                    <a:lumMod val="25000"/>
                  </a:schemeClr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  <a:endParaRPr lang="en-US" altLang="zh-CN" spc="160" dirty="0">
              <a:solidFill>
                <a:schemeClr val="bg1">
                  <a:lumMod val="25000"/>
                </a:schemeClr>
              </a:solidFill>
              <a:latin typeface="思源宋体 CN Heavy" pitchFamily="18" charset="-122"/>
              <a:ea typeface="思源宋体 CN Heavy" pitchFamily="18" charset="-122"/>
              <a:sym typeface="HarmonyOS Sans SC Black" panose="00000A00000000000000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pc="160" dirty="0">
                <a:solidFill>
                  <a:schemeClr val="bg1">
                    <a:lumMod val="25000"/>
                  </a:schemeClr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单击此处添加副标题内容</a:t>
            </a:r>
            <a:endParaRPr lang="zh-CN" altLang="en-US" spc="160" dirty="0">
              <a:solidFill>
                <a:schemeClr val="bg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81038" y="1751879"/>
            <a:ext cx="10804524" cy="10942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spc="16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您的正文已经简明扼要，字字珠玑，但信息却错综复杂，需要用更多的文字来表述；但请您尽可能提炼思想的精髓，否则容易造成观者的阅读压力，适得其反。单击此处输入你的正文，文字是您思想的提炼，为了最终演示发布的良好效果，请尽量言简意赅的阐述观点；根据需要可酌情增减。</a:t>
            </a:r>
          </a:p>
        </p:txBody>
      </p:sp>
      <p:sp>
        <p:nvSpPr>
          <p:cNvPr id="25" name="矩形 24"/>
          <p:cNvSpPr/>
          <p:nvPr/>
        </p:nvSpPr>
        <p:spPr>
          <a:xfrm>
            <a:off x="700370" y="944563"/>
            <a:ext cx="143436" cy="635926"/>
          </a:xfrm>
          <a:prstGeom prst="rect">
            <a:avLst/>
          </a:prstGeom>
          <a:solidFill>
            <a:schemeClr val="accent1"/>
          </a:solidFill>
          <a:ln w="31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958737" y="152400"/>
            <a:ext cx="2799556" cy="61277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222466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请添加标题</a:t>
            </a: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3918631" y="152400"/>
            <a:ext cx="8273369" cy="612775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4488180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请添加副标题</a:t>
            </a:r>
          </a:p>
        </p:txBody>
      </p:sp>
      <p:grpSp>
        <p:nvGrpSpPr>
          <p:cNvPr id="6" name="组合 5"/>
          <p:cNvGrpSpPr/>
          <p:nvPr>
            <p:custDataLst>
              <p:tags r:id="rId6"/>
            </p:custDataLst>
          </p:nvPr>
        </p:nvGrpSpPr>
        <p:grpSpPr>
          <a:xfrm>
            <a:off x="0" y="152400"/>
            <a:ext cx="650082" cy="612775"/>
            <a:chOff x="71437" y="388144"/>
            <a:chExt cx="650082" cy="416719"/>
          </a:xfrm>
        </p:grpSpPr>
        <p:sp>
          <p:nvSpPr>
            <p:cNvPr id="7" name="矩形 6"/>
            <p:cNvSpPr/>
            <p:nvPr/>
          </p:nvSpPr>
          <p:spPr>
            <a:xfrm>
              <a:off x="71437" y="388144"/>
              <a:ext cx="352426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485775" y="388144"/>
              <a:ext cx="114300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50081" y="388144"/>
              <a:ext cx="71438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等腰三角形 23"/>
          <p:cNvSpPr/>
          <p:nvPr>
            <p:custDataLst>
              <p:tags r:id="rId7"/>
            </p:custDataLst>
          </p:nvPr>
        </p:nvSpPr>
        <p:spPr>
          <a:xfrm rot="5400000">
            <a:off x="11420353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等腰三角形 25"/>
          <p:cNvSpPr/>
          <p:nvPr>
            <p:custDataLst>
              <p:tags r:id="rId8"/>
            </p:custDataLst>
          </p:nvPr>
        </p:nvSpPr>
        <p:spPr>
          <a:xfrm rot="5400000">
            <a:off x="11339391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等腰三角形 26"/>
          <p:cNvSpPr/>
          <p:nvPr>
            <p:custDataLst>
              <p:tags r:id="rId9"/>
            </p:custDataLst>
          </p:nvPr>
        </p:nvSpPr>
        <p:spPr>
          <a:xfrm rot="5400000">
            <a:off x="11258429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8637"/>
          <p:cNvSpPr/>
          <p:nvPr/>
        </p:nvSpPr>
        <p:spPr>
          <a:xfrm rot="18900000">
            <a:off x="1404255" y="1868455"/>
            <a:ext cx="3484340" cy="3484340"/>
          </a:xfrm>
          <a:prstGeom prst="rect">
            <a:avLst/>
          </a:prstGeom>
          <a:solidFill>
            <a:srgbClr val="E5E5E5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18638"/>
          <p:cNvSpPr/>
          <p:nvPr/>
        </p:nvSpPr>
        <p:spPr>
          <a:xfrm>
            <a:off x="1351971" y="1895679"/>
            <a:ext cx="1741217" cy="1663666"/>
          </a:xfrm>
          <a:prstGeom prst="roundRect">
            <a:avLst>
              <a:gd name="adj" fmla="val 14492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>
            <a:lvl1pPr defTabSz="584200">
              <a:lnSpc>
                <a:spcPct val="110000"/>
              </a:lnSpc>
              <a:spcBef>
                <a:spcPts val="3000"/>
              </a:spcBef>
              <a:defRPr sz="2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HarmonyOS Sans SC" panose="00000500000000000000" pitchFamily="2" charset="-122"/>
              <a:sym typeface="HarmonyOS Sans SC" panose="00000500000000000000" pitchFamily="2" charset="-122"/>
            </a:endParaRPr>
          </a:p>
        </p:txBody>
      </p:sp>
      <p:sp>
        <p:nvSpPr>
          <p:cNvPr id="6" name="Shape 18639"/>
          <p:cNvSpPr/>
          <p:nvPr/>
        </p:nvSpPr>
        <p:spPr>
          <a:xfrm>
            <a:off x="1351971" y="3661905"/>
            <a:ext cx="1741217" cy="1663667"/>
          </a:xfrm>
          <a:prstGeom prst="roundRect">
            <a:avLst>
              <a:gd name="adj" fmla="val 14492"/>
            </a:avLst>
          </a:prstGeom>
          <a:solidFill>
            <a:schemeClr val="tx2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>
            <a:lvl1pPr defTabSz="584200">
              <a:lnSpc>
                <a:spcPct val="110000"/>
              </a:lnSpc>
              <a:spcBef>
                <a:spcPts val="3000"/>
              </a:spcBef>
              <a:defRPr sz="2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HarmonyOS Sans SC" panose="00000500000000000000" pitchFamily="2" charset="-122"/>
              <a:sym typeface="HarmonyOS Sans SC" panose="00000500000000000000" pitchFamily="2" charset="-122"/>
            </a:endParaRPr>
          </a:p>
        </p:txBody>
      </p:sp>
      <p:sp>
        <p:nvSpPr>
          <p:cNvPr id="7" name="Shape 18640"/>
          <p:cNvSpPr/>
          <p:nvPr/>
        </p:nvSpPr>
        <p:spPr>
          <a:xfrm>
            <a:off x="3199663" y="3661905"/>
            <a:ext cx="1741218" cy="1663667"/>
          </a:xfrm>
          <a:prstGeom prst="roundRect">
            <a:avLst>
              <a:gd name="adj" fmla="val 14492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>
            <a:lvl1pPr defTabSz="584200">
              <a:lnSpc>
                <a:spcPct val="110000"/>
              </a:lnSpc>
              <a:spcBef>
                <a:spcPts val="3000"/>
              </a:spcBef>
              <a:defRPr sz="2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HarmonyOS Sans SC" panose="00000500000000000000" pitchFamily="2" charset="-122"/>
              <a:sym typeface="HarmonyOS Sans SC" panose="00000500000000000000" pitchFamily="2" charset="-122"/>
            </a:endParaRPr>
          </a:p>
        </p:txBody>
      </p:sp>
      <p:sp>
        <p:nvSpPr>
          <p:cNvPr id="8" name="Shape 18641"/>
          <p:cNvSpPr/>
          <p:nvPr/>
        </p:nvSpPr>
        <p:spPr>
          <a:xfrm>
            <a:off x="3199663" y="1895679"/>
            <a:ext cx="1741218" cy="1663666"/>
          </a:xfrm>
          <a:prstGeom prst="roundRect">
            <a:avLst>
              <a:gd name="adj" fmla="val 14492"/>
            </a:avLst>
          </a:prstGeom>
          <a:solidFill>
            <a:schemeClr val="tx2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>
            <a:lvl1pPr defTabSz="584200">
              <a:lnSpc>
                <a:spcPct val="110000"/>
              </a:lnSpc>
              <a:spcBef>
                <a:spcPts val="3000"/>
              </a:spcBef>
              <a:defRPr sz="2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HarmonyOS Sans SC" panose="00000500000000000000" pitchFamily="2" charset="-122"/>
              <a:sym typeface="HarmonyOS Sans SC" panose="000005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46540" y="1442232"/>
            <a:ext cx="849766" cy="849834"/>
          </a:xfrm>
          <a:prstGeom prst="rect">
            <a:avLst/>
          </a:prstGeom>
          <a:solidFill>
            <a:schemeClr val="accent1"/>
          </a:solidFill>
          <a:ln w="31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01</a:t>
            </a:r>
            <a:endParaRPr lang="zh-CN" altLang="en-US" dirty="0">
              <a:latin typeface="思源宋体 CN Heavy" pitchFamily="18" charset="-122"/>
              <a:ea typeface="思源宋体 CN Heavy" pitchFamily="18" charset="-122"/>
              <a:sym typeface="HarmonyOS Sans SC Black" panose="00000A00000000000000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57563" y="1377824"/>
            <a:ext cx="1930399" cy="3600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pc="160" dirty="0">
                <a:solidFill>
                  <a:schemeClr val="bg1">
                    <a:lumMod val="25000"/>
                  </a:schemeClr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  <a:endParaRPr lang="zh-CN" altLang="en-US" spc="160" dirty="0">
              <a:solidFill>
                <a:schemeClr val="bg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257564" y="1796488"/>
            <a:ext cx="4202600" cy="534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spc="16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单击此处输入你的正文，为了最终演示发布的良好效果，请言简意赅的阐述观点，以便传达信息。</a:t>
            </a:r>
          </a:p>
        </p:txBody>
      </p:sp>
      <p:sp>
        <p:nvSpPr>
          <p:cNvPr id="12" name="矩形 11"/>
          <p:cNvSpPr/>
          <p:nvPr/>
        </p:nvSpPr>
        <p:spPr>
          <a:xfrm>
            <a:off x="6146540" y="2546983"/>
            <a:ext cx="849766" cy="849834"/>
          </a:xfrm>
          <a:prstGeom prst="rect">
            <a:avLst/>
          </a:prstGeom>
          <a:solidFill>
            <a:schemeClr val="bg1">
              <a:lumMod val="2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02</a:t>
            </a:r>
            <a:endParaRPr lang="zh-CN" altLang="en-US" dirty="0">
              <a:latin typeface="思源宋体 CN Heavy" pitchFamily="18" charset="-122"/>
              <a:ea typeface="思源宋体 CN Heavy" pitchFamily="18" charset="-122"/>
              <a:sym typeface="HarmonyOS Sans SC Black" panose="00000A00000000000000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57563" y="2482575"/>
            <a:ext cx="1930399" cy="3600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pc="160" dirty="0">
                <a:solidFill>
                  <a:schemeClr val="bg1">
                    <a:lumMod val="25000"/>
                  </a:schemeClr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  <a:endParaRPr lang="zh-CN" altLang="en-US" spc="160" dirty="0">
              <a:solidFill>
                <a:schemeClr val="bg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257564" y="2901239"/>
            <a:ext cx="4202600" cy="534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spc="16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单击此处输入你的正文，为了最终演示发布的良好效果，请言简意赅的阐述观点，以便传达信息。</a:t>
            </a:r>
          </a:p>
        </p:txBody>
      </p:sp>
      <p:sp>
        <p:nvSpPr>
          <p:cNvPr id="15" name="矩形 14"/>
          <p:cNvSpPr/>
          <p:nvPr/>
        </p:nvSpPr>
        <p:spPr>
          <a:xfrm>
            <a:off x="6146540" y="3651734"/>
            <a:ext cx="849766" cy="849834"/>
          </a:xfrm>
          <a:prstGeom prst="rect">
            <a:avLst/>
          </a:prstGeom>
          <a:solidFill>
            <a:schemeClr val="accent1"/>
          </a:solidFill>
          <a:ln w="31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03</a:t>
            </a:r>
            <a:endParaRPr lang="zh-CN" altLang="en-US" dirty="0">
              <a:latin typeface="思源宋体 CN Heavy" pitchFamily="18" charset="-122"/>
              <a:ea typeface="思源宋体 CN Heavy" pitchFamily="18" charset="-122"/>
              <a:sym typeface="HarmonyOS Sans SC Black" panose="00000A00000000000000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257563" y="3587326"/>
            <a:ext cx="1930399" cy="3600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pc="160" dirty="0">
                <a:solidFill>
                  <a:schemeClr val="bg1">
                    <a:lumMod val="25000"/>
                  </a:schemeClr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  <a:endParaRPr lang="zh-CN" altLang="en-US" spc="160" dirty="0">
              <a:solidFill>
                <a:schemeClr val="bg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257564" y="4005990"/>
            <a:ext cx="4202600" cy="534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spc="16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单击此处输入你的正文，为了最终演示发布的良好效果，请言简意赅的阐述观点，以便传达信息。</a:t>
            </a:r>
          </a:p>
        </p:txBody>
      </p:sp>
      <p:sp>
        <p:nvSpPr>
          <p:cNvPr id="18" name="矩形 17"/>
          <p:cNvSpPr/>
          <p:nvPr/>
        </p:nvSpPr>
        <p:spPr>
          <a:xfrm>
            <a:off x="6146540" y="4756485"/>
            <a:ext cx="849766" cy="849834"/>
          </a:xfrm>
          <a:prstGeom prst="rect">
            <a:avLst/>
          </a:prstGeom>
          <a:solidFill>
            <a:schemeClr val="bg1">
              <a:lumMod val="2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04</a:t>
            </a:r>
            <a:endParaRPr lang="zh-CN" altLang="en-US" dirty="0">
              <a:latin typeface="思源宋体 CN Heavy" pitchFamily="18" charset="-122"/>
              <a:ea typeface="思源宋体 CN Heavy" pitchFamily="18" charset="-122"/>
              <a:sym typeface="HarmonyOS Sans SC Black" panose="00000A00000000000000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257563" y="4692077"/>
            <a:ext cx="1930399" cy="3600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pc="160" dirty="0">
                <a:solidFill>
                  <a:schemeClr val="bg1">
                    <a:lumMod val="25000"/>
                  </a:schemeClr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  <a:endParaRPr lang="zh-CN" altLang="en-US" spc="160" dirty="0">
              <a:solidFill>
                <a:schemeClr val="bg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257564" y="5110741"/>
            <a:ext cx="4202600" cy="534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spc="16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单击此处输入你的正文，为了最终演示发布的良好效果，请言简意赅的阐述观点，以便传达信息。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924839" y="2065673"/>
            <a:ext cx="582852" cy="6526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lang="en-US" altLang="zh-CN" sz="3600" spc="16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01</a:t>
            </a:r>
            <a:endParaRPr lang="zh-CN" altLang="en-US" sz="3600" spc="16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 Light" panose="00000400000000000000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79615" y="2864061"/>
            <a:ext cx="2273300" cy="45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lang="zh-CN" altLang="en-US" spc="16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  <a:endParaRPr lang="zh-CN" altLang="en-US" spc="16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804439" y="2065673"/>
            <a:ext cx="582852" cy="6526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lang="en-US" altLang="zh-CN" sz="3600" spc="16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02</a:t>
            </a:r>
            <a:endParaRPr lang="zh-CN" altLang="en-US" sz="3600" spc="16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 Light" panose="00000400000000000000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959215" y="2864061"/>
            <a:ext cx="2273300" cy="45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lang="zh-CN" altLang="en-US" spc="16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  <a:endParaRPr lang="zh-CN" altLang="en-US" spc="16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924839" y="3767473"/>
            <a:ext cx="582852" cy="6526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lang="en-US" altLang="zh-CN" sz="3600" spc="16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03</a:t>
            </a:r>
            <a:endParaRPr lang="zh-CN" altLang="en-US" sz="3600" spc="16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 Light" panose="00000400000000000000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79615" y="4565861"/>
            <a:ext cx="2273300" cy="45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lang="zh-CN" altLang="en-US" spc="16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  <a:endParaRPr lang="zh-CN" altLang="en-US" spc="16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804439" y="3767473"/>
            <a:ext cx="582852" cy="6526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lang="en-US" altLang="zh-CN" sz="3600" spc="16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04</a:t>
            </a:r>
            <a:endParaRPr lang="zh-CN" altLang="en-US" sz="3600" spc="16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 Light" panose="00000400000000000000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959215" y="4565861"/>
            <a:ext cx="2273300" cy="45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lang="zh-CN" altLang="en-US" spc="16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  <a:endParaRPr lang="zh-CN" altLang="en-US" spc="16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958737" y="152400"/>
            <a:ext cx="2799556" cy="61277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22466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请添加标题</a:t>
            </a:r>
          </a:p>
        </p:txBody>
      </p:sp>
      <p:sp>
        <p:nvSpPr>
          <p:cNvPr id="22" name="矩形 21"/>
          <p:cNvSpPr/>
          <p:nvPr>
            <p:custDataLst>
              <p:tags r:id="rId3"/>
            </p:custDataLst>
          </p:nvPr>
        </p:nvSpPr>
        <p:spPr>
          <a:xfrm>
            <a:off x="3918631" y="152400"/>
            <a:ext cx="8273369" cy="612775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4"/>
            </p:custDataLst>
          </p:nvPr>
        </p:nvSpPr>
        <p:spPr>
          <a:xfrm>
            <a:off x="4488180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请添加副标题</a:t>
            </a:r>
          </a:p>
        </p:txBody>
      </p:sp>
      <p:grpSp>
        <p:nvGrpSpPr>
          <p:cNvPr id="31" name="组合 30"/>
          <p:cNvGrpSpPr/>
          <p:nvPr>
            <p:custDataLst>
              <p:tags r:id="rId5"/>
            </p:custDataLst>
          </p:nvPr>
        </p:nvGrpSpPr>
        <p:grpSpPr>
          <a:xfrm>
            <a:off x="0" y="152400"/>
            <a:ext cx="650082" cy="612775"/>
            <a:chOff x="71437" y="388144"/>
            <a:chExt cx="650082" cy="416719"/>
          </a:xfrm>
        </p:grpSpPr>
        <p:sp>
          <p:nvSpPr>
            <p:cNvPr id="32" name="矩形 31"/>
            <p:cNvSpPr/>
            <p:nvPr/>
          </p:nvSpPr>
          <p:spPr>
            <a:xfrm>
              <a:off x="71437" y="388144"/>
              <a:ext cx="352426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485775" y="388144"/>
              <a:ext cx="114300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650081" y="388144"/>
              <a:ext cx="71438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" name="等腰三角形 34"/>
          <p:cNvSpPr/>
          <p:nvPr>
            <p:custDataLst>
              <p:tags r:id="rId6"/>
            </p:custDataLst>
          </p:nvPr>
        </p:nvSpPr>
        <p:spPr>
          <a:xfrm rot="5400000">
            <a:off x="11420353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等腰三角形 35"/>
          <p:cNvSpPr/>
          <p:nvPr>
            <p:custDataLst>
              <p:tags r:id="rId7"/>
            </p:custDataLst>
          </p:nvPr>
        </p:nvSpPr>
        <p:spPr>
          <a:xfrm rot="5400000">
            <a:off x="11339391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等腰三角形 36"/>
          <p:cNvSpPr/>
          <p:nvPr>
            <p:custDataLst>
              <p:tags r:id="rId8"/>
            </p:custDataLst>
          </p:nvPr>
        </p:nvSpPr>
        <p:spPr>
          <a:xfrm rot="5400000">
            <a:off x="11258429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ll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pull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3778"/>
          <p:cNvSpPr/>
          <p:nvPr/>
        </p:nvSpPr>
        <p:spPr>
          <a:xfrm>
            <a:off x="682625" y="3741930"/>
            <a:ext cx="927711" cy="20749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195" y="0"/>
                </a:moveTo>
                <a:lnTo>
                  <a:pt x="1296" y="544"/>
                </a:lnTo>
                <a:cubicBezTo>
                  <a:pt x="451" y="2099"/>
                  <a:pt x="0" y="3723"/>
                  <a:pt x="0" y="5394"/>
                </a:cubicBezTo>
                <a:cubicBezTo>
                  <a:pt x="0" y="11988"/>
                  <a:pt x="6967" y="17852"/>
                  <a:pt x="17788" y="21600"/>
                </a:cubicBezTo>
                <a:lnTo>
                  <a:pt x="21584" y="14840"/>
                </a:lnTo>
                <a:lnTo>
                  <a:pt x="21600" y="14834"/>
                </a:lnTo>
                <a:cubicBezTo>
                  <a:pt x="16711" y="12321"/>
                  <a:pt x="13749" y="9039"/>
                  <a:pt x="13761" y="5448"/>
                </a:cubicBezTo>
                <a:cubicBezTo>
                  <a:pt x="13768" y="3518"/>
                  <a:pt x="14636" y="1678"/>
                  <a:pt x="16195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HarmonyOS Sans SC" panose="00000500000000000000" pitchFamily="2" charset="-122"/>
              <a:sym typeface="HarmonyOS Sans SC" panose="00000500000000000000" pitchFamily="2" charset="-122"/>
            </a:endParaRPr>
          </a:p>
        </p:txBody>
      </p:sp>
      <p:sp>
        <p:nvSpPr>
          <p:cNvPr id="3" name="Shape 23779"/>
          <p:cNvSpPr/>
          <p:nvPr/>
        </p:nvSpPr>
        <p:spPr>
          <a:xfrm>
            <a:off x="1273405" y="3738645"/>
            <a:ext cx="984826" cy="14285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381" y="11538"/>
                </a:moveTo>
                <a:lnTo>
                  <a:pt x="2372" y="0"/>
                </a:lnTo>
                <a:lnTo>
                  <a:pt x="2292" y="5"/>
                </a:lnTo>
                <a:cubicBezTo>
                  <a:pt x="818" y="2458"/>
                  <a:pt x="0" y="5146"/>
                  <a:pt x="0" y="7967"/>
                </a:cubicBezTo>
                <a:cubicBezTo>
                  <a:pt x="0" y="13183"/>
                  <a:pt x="2788" y="17947"/>
                  <a:pt x="7384" y="21600"/>
                </a:cubicBezTo>
                <a:lnTo>
                  <a:pt x="21600" y="19079"/>
                </a:lnTo>
                <a:cubicBezTo>
                  <a:pt x="19631" y="18223"/>
                  <a:pt x="17904" y="17127"/>
                  <a:pt x="16506" y="15850"/>
                </a:cubicBezTo>
                <a:cubicBezTo>
                  <a:pt x="15107" y="14573"/>
                  <a:pt x="14037" y="13116"/>
                  <a:pt x="13381" y="11538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HarmonyOS Sans SC" panose="00000500000000000000" pitchFamily="2" charset="-122"/>
              <a:sym typeface="HarmonyOS Sans SC" panose="00000500000000000000" pitchFamily="2" charset="-122"/>
            </a:endParaRPr>
          </a:p>
        </p:txBody>
      </p:sp>
      <p:sp>
        <p:nvSpPr>
          <p:cNvPr id="4" name="Shape 23783"/>
          <p:cNvSpPr/>
          <p:nvPr/>
        </p:nvSpPr>
        <p:spPr>
          <a:xfrm>
            <a:off x="781088" y="2310927"/>
            <a:ext cx="1940164" cy="13403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809" y="9450"/>
                </a:moveTo>
                <a:cubicBezTo>
                  <a:pt x="21074" y="9449"/>
                  <a:pt x="21338" y="9459"/>
                  <a:pt x="21600" y="9479"/>
                </a:cubicBezTo>
                <a:lnTo>
                  <a:pt x="18616" y="0"/>
                </a:lnTo>
                <a:cubicBezTo>
                  <a:pt x="14251" y="628"/>
                  <a:pt x="10263" y="3109"/>
                  <a:pt x="7034" y="6893"/>
                </a:cubicBezTo>
                <a:cubicBezTo>
                  <a:pt x="3804" y="10677"/>
                  <a:pt x="1333" y="15763"/>
                  <a:pt x="0" y="21600"/>
                </a:cubicBezTo>
                <a:lnTo>
                  <a:pt x="7524" y="20660"/>
                </a:lnTo>
                <a:cubicBezTo>
                  <a:pt x="8854" y="17347"/>
                  <a:pt x="10748" y="14567"/>
                  <a:pt x="13015" y="12599"/>
                </a:cubicBezTo>
                <a:cubicBezTo>
                  <a:pt x="15294" y="10619"/>
                  <a:pt x="17957" y="9453"/>
                  <a:pt x="20809" y="9450"/>
                </a:cubicBezTo>
                <a:close/>
              </a:path>
            </a:pathLst>
          </a:custGeom>
          <a:solidFill>
            <a:schemeClr val="tx2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HarmonyOS Sans SC" panose="00000500000000000000" pitchFamily="2" charset="-122"/>
              <a:sym typeface="HarmonyOS Sans SC" panose="00000500000000000000" pitchFamily="2" charset="-122"/>
            </a:endParaRPr>
          </a:p>
        </p:txBody>
      </p:sp>
      <p:sp>
        <p:nvSpPr>
          <p:cNvPr id="5" name="Shape 23784"/>
          <p:cNvSpPr/>
          <p:nvPr/>
        </p:nvSpPr>
        <p:spPr>
          <a:xfrm>
            <a:off x="1453920" y="2896547"/>
            <a:ext cx="1267955" cy="12979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794" y="21600"/>
                </a:moveTo>
                <a:cubicBezTo>
                  <a:pt x="6987" y="19351"/>
                  <a:pt x="7704" y="17248"/>
                  <a:pt x="8823" y="15405"/>
                </a:cubicBezTo>
                <a:cubicBezTo>
                  <a:pt x="9942" y="13563"/>
                  <a:pt x="11468" y="11984"/>
                  <a:pt x="13277" y="10784"/>
                </a:cubicBezTo>
                <a:lnTo>
                  <a:pt x="21600" y="43"/>
                </a:lnTo>
                <a:lnTo>
                  <a:pt x="21594" y="30"/>
                </a:lnTo>
                <a:cubicBezTo>
                  <a:pt x="21191" y="10"/>
                  <a:pt x="20787" y="0"/>
                  <a:pt x="20383" y="0"/>
                </a:cubicBezTo>
                <a:cubicBezTo>
                  <a:pt x="11651" y="1"/>
                  <a:pt x="4039" y="4664"/>
                  <a:pt x="0" y="11577"/>
                </a:cubicBezTo>
                <a:lnTo>
                  <a:pt x="43" y="11573"/>
                </a:lnTo>
                <a:lnTo>
                  <a:pt x="6794" y="21600"/>
                </a:lnTo>
                <a:close/>
              </a:path>
            </a:pathLst>
          </a:custGeom>
          <a:solidFill>
            <a:schemeClr val="bg1">
              <a:lumMod val="10000"/>
            </a:schemeClr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HarmonyOS Sans SC" panose="00000500000000000000" pitchFamily="2" charset="-122"/>
              <a:sym typeface="HarmonyOS Sans SC" panose="00000500000000000000" pitchFamily="2" charset="-122"/>
            </a:endParaRPr>
          </a:p>
        </p:txBody>
      </p:sp>
      <p:sp>
        <p:nvSpPr>
          <p:cNvPr id="6" name="Shape 23788"/>
          <p:cNvSpPr/>
          <p:nvPr/>
        </p:nvSpPr>
        <p:spPr>
          <a:xfrm>
            <a:off x="2619067" y="2294517"/>
            <a:ext cx="1772998" cy="15067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61" y="21600"/>
                </a:moveTo>
                <a:lnTo>
                  <a:pt x="21600" y="14862"/>
                </a:lnTo>
                <a:cubicBezTo>
                  <a:pt x="17553" y="6014"/>
                  <a:pt x="9610" y="0"/>
                  <a:pt x="473" y="0"/>
                </a:cubicBezTo>
                <a:cubicBezTo>
                  <a:pt x="315" y="0"/>
                  <a:pt x="158" y="3"/>
                  <a:pt x="0" y="7"/>
                </a:cubicBezTo>
                <a:lnTo>
                  <a:pt x="3426" y="8854"/>
                </a:lnTo>
                <a:lnTo>
                  <a:pt x="3425" y="8857"/>
                </a:lnTo>
                <a:cubicBezTo>
                  <a:pt x="6404" y="9479"/>
                  <a:pt x="9112" y="11026"/>
                  <a:pt x="11325" y="13237"/>
                </a:cubicBezTo>
                <a:cubicBezTo>
                  <a:pt x="13539" y="15447"/>
                  <a:pt x="15258" y="18322"/>
                  <a:pt x="16261" y="2160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7" name="Shape 23789"/>
          <p:cNvSpPr/>
          <p:nvPr/>
        </p:nvSpPr>
        <p:spPr>
          <a:xfrm>
            <a:off x="2522704" y="2909913"/>
            <a:ext cx="1433345" cy="8895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178" y="11554"/>
                </a:moveTo>
                <a:cubicBezTo>
                  <a:pt x="6819" y="11554"/>
                  <a:pt x="10116" y="13933"/>
                  <a:pt x="12501" y="17780"/>
                </a:cubicBezTo>
                <a:lnTo>
                  <a:pt x="21592" y="21600"/>
                </a:lnTo>
                <a:lnTo>
                  <a:pt x="21600" y="21586"/>
                </a:lnTo>
                <a:cubicBezTo>
                  <a:pt x="20359" y="16033"/>
                  <a:pt x="18232" y="11164"/>
                  <a:pt x="15494" y="7419"/>
                </a:cubicBezTo>
                <a:cubicBezTo>
                  <a:pt x="12756" y="3675"/>
                  <a:pt x="9407" y="1055"/>
                  <a:pt x="5722" y="0"/>
                </a:cubicBezTo>
                <a:lnTo>
                  <a:pt x="0" y="12179"/>
                </a:lnTo>
                <a:cubicBezTo>
                  <a:pt x="1018" y="11773"/>
                  <a:pt x="2082" y="11554"/>
                  <a:pt x="3178" y="11554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8" name="Shape 23793"/>
          <p:cNvSpPr/>
          <p:nvPr/>
        </p:nvSpPr>
        <p:spPr>
          <a:xfrm>
            <a:off x="1585260" y="5297691"/>
            <a:ext cx="9925703" cy="9395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35" y="0"/>
                </a:moveTo>
                <a:lnTo>
                  <a:pt x="0" y="14255"/>
                </a:lnTo>
                <a:cubicBezTo>
                  <a:pt x="667" y="18511"/>
                  <a:pt x="1421" y="20999"/>
                  <a:pt x="2198" y="21506"/>
                </a:cubicBezTo>
                <a:cubicBezTo>
                  <a:pt x="2284" y="21561"/>
                  <a:pt x="2369" y="21593"/>
                  <a:pt x="2455" y="21600"/>
                </a:cubicBezTo>
                <a:lnTo>
                  <a:pt x="21600" y="21600"/>
                </a:lnTo>
                <a:lnTo>
                  <a:pt x="21600" y="8119"/>
                </a:lnTo>
                <a:lnTo>
                  <a:pt x="5388" y="8119"/>
                </a:lnTo>
                <a:lnTo>
                  <a:pt x="2339" y="8119"/>
                </a:lnTo>
                <a:cubicBezTo>
                  <a:pt x="1953" y="8119"/>
                  <a:pt x="1586" y="7357"/>
                  <a:pt x="1248" y="5957"/>
                </a:cubicBezTo>
                <a:cubicBezTo>
                  <a:pt x="909" y="4557"/>
                  <a:pt x="601" y="2524"/>
                  <a:pt x="335" y="0"/>
                </a:cubicBezTo>
                <a:close/>
              </a:path>
            </a:pathLst>
          </a:custGeom>
          <a:solidFill>
            <a:schemeClr val="tx2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9" name="Shape 23794"/>
          <p:cNvSpPr/>
          <p:nvPr/>
        </p:nvSpPr>
        <p:spPr>
          <a:xfrm>
            <a:off x="1737204" y="5100573"/>
            <a:ext cx="9773759" cy="556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5" extrusionOk="0">
                <a:moveTo>
                  <a:pt x="1625" y="0"/>
                </a:moveTo>
                <a:lnTo>
                  <a:pt x="0" y="7634"/>
                </a:lnTo>
                <a:lnTo>
                  <a:pt x="0" y="7650"/>
                </a:lnTo>
                <a:cubicBezTo>
                  <a:pt x="270" y="11983"/>
                  <a:pt x="585" y="15476"/>
                  <a:pt x="931" y="17882"/>
                </a:cubicBezTo>
                <a:cubicBezTo>
                  <a:pt x="1277" y="20288"/>
                  <a:pt x="1654" y="21600"/>
                  <a:pt x="2048" y="21595"/>
                </a:cubicBezTo>
                <a:lnTo>
                  <a:pt x="21600" y="21356"/>
                </a:lnTo>
                <a:lnTo>
                  <a:pt x="21600" y="1482"/>
                </a:lnTo>
                <a:lnTo>
                  <a:pt x="5126" y="1482"/>
                </a:lnTo>
                <a:lnTo>
                  <a:pt x="4394" y="1482"/>
                </a:lnTo>
                <a:lnTo>
                  <a:pt x="2388" y="1482"/>
                </a:lnTo>
                <a:cubicBezTo>
                  <a:pt x="2388" y="1482"/>
                  <a:pt x="2311" y="1482"/>
                  <a:pt x="2170" y="1482"/>
                </a:cubicBezTo>
                <a:cubicBezTo>
                  <a:pt x="1909" y="1482"/>
                  <a:pt x="1685" y="346"/>
                  <a:pt x="1625" y="0"/>
                </a:cubicBezTo>
                <a:close/>
              </a:path>
            </a:pathLst>
          </a:custGeom>
          <a:solidFill>
            <a:schemeClr val="bg1">
              <a:lumMod val="10000"/>
            </a:schemeClr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92957" y="3895848"/>
            <a:ext cx="656590" cy="74174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zh-CN" altLang="en-US" sz="2400" spc="160" dirty="0"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添加</a:t>
            </a:r>
            <a:endParaRPr lang="en-US" altLang="zh-CN" sz="2400" spc="160" dirty="0">
              <a:latin typeface="思源宋体 CN Heavy" pitchFamily="18" charset="-122"/>
              <a:ea typeface="思源宋体 CN Heavy" pitchFamily="18" charset="-122"/>
              <a:sym typeface="思源宋体 CN Heavy" panose="02020900000000000000" pitchFamily="18" charset="-122"/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zh-CN" altLang="en-US" sz="2400" spc="160" dirty="0"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标题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5549514" y="2233557"/>
            <a:ext cx="2651199" cy="1272848"/>
            <a:chOff x="4752901" y="1801757"/>
            <a:chExt cx="2651199" cy="1272848"/>
          </a:xfrm>
        </p:grpSpPr>
        <p:sp>
          <p:nvSpPr>
            <p:cNvPr id="13" name="文本框 12"/>
            <p:cNvSpPr txBox="1"/>
            <p:nvPr/>
          </p:nvSpPr>
          <p:spPr>
            <a:xfrm>
              <a:off x="4757664" y="1801757"/>
              <a:ext cx="1384995" cy="40011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spc="160" dirty="0">
                  <a:solidFill>
                    <a:schemeClr val="bg1">
                      <a:lumMod val="25000"/>
                    </a:schemeClr>
                  </a:solidFill>
                  <a:latin typeface="思源宋体 CN Heavy" pitchFamily="18" charset="-122"/>
                  <a:ea typeface="思源宋体 CN Heavy" pitchFamily="18" charset="-122"/>
                  <a:sym typeface="HarmonyOS Sans SC Black" panose="00000A00000000000000" pitchFamily="2" charset="-122"/>
                </a:rPr>
                <a:t>请添加标题</a:t>
              </a:r>
              <a:endParaRPr lang="zh-CN" altLang="en-US" sz="2000" spc="160" dirty="0">
                <a:solidFill>
                  <a:schemeClr val="bg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752901" y="2260408"/>
              <a:ext cx="2651199" cy="8141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1400" spc="16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HarmonyOS Sans SC Light" panose="00000400000000000000" pitchFamily="2" charset="-122"/>
                </a:rPr>
                <a:t>单击此处输入你的正文，为了最终演示发布的良好效果，可酌情增减文字。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8889614" y="2233557"/>
            <a:ext cx="2651199" cy="1272848"/>
            <a:chOff x="4752901" y="1801757"/>
            <a:chExt cx="2651199" cy="1272848"/>
          </a:xfrm>
        </p:grpSpPr>
        <p:sp>
          <p:nvSpPr>
            <p:cNvPr id="20" name="文本框 19"/>
            <p:cNvSpPr txBox="1"/>
            <p:nvPr/>
          </p:nvSpPr>
          <p:spPr>
            <a:xfrm>
              <a:off x="4757664" y="1801757"/>
              <a:ext cx="1384995" cy="40011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spc="160" dirty="0">
                  <a:solidFill>
                    <a:schemeClr val="bg1">
                      <a:lumMod val="25000"/>
                    </a:schemeClr>
                  </a:solidFill>
                  <a:latin typeface="思源宋体 CN Heavy" pitchFamily="18" charset="-122"/>
                  <a:ea typeface="思源宋体 CN Heavy" pitchFamily="18" charset="-122"/>
                  <a:sym typeface="HarmonyOS Sans SC Black" panose="00000A00000000000000" pitchFamily="2" charset="-122"/>
                </a:rPr>
                <a:t>请添加标题</a:t>
              </a:r>
              <a:endParaRPr lang="zh-CN" altLang="en-US" sz="2000" spc="160" dirty="0">
                <a:solidFill>
                  <a:schemeClr val="bg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4752901" y="2260408"/>
              <a:ext cx="2651199" cy="8141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1400" spc="16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HarmonyOS Sans SC Light" panose="00000400000000000000" pitchFamily="2" charset="-122"/>
                </a:rPr>
                <a:t>单击此处输入你的正文，为了最终演示发布的良好效果，可酌情增减文字。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549514" y="3668657"/>
            <a:ext cx="2651199" cy="1272848"/>
            <a:chOff x="4752901" y="1801757"/>
            <a:chExt cx="2651199" cy="1272848"/>
          </a:xfrm>
        </p:grpSpPr>
        <p:sp>
          <p:nvSpPr>
            <p:cNvPr id="23" name="文本框 22"/>
            <p:cNvSpPr txBox="1"/>
            <p:nvPr/>
          </p:nvSpPr>
          <p:spPr>
            <a:xfrm>
              <a:off x="4757664" y="1801757"/>
              <a:ext cx="1384995" cy="40011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spc="160" dirty="0">
                  <a:solidFill>
                    <a:schemeClr val="bg1">
                      <a:lumMod val="25000"/>
                    </a:schemeClr>
                  </a:solidFill>
                  <a:latin typeface="思源宋体 CN Heavy" pitchFamily="18" charset="-122"/>
                  <a:ea typeface="思源宋体 CN Heavy" pitchFamily="18" charset="-122"/>
                  <a:sym typeface="HarmonyOS Sans SC Black" panose="00000A00000000000000" pitchFamily="2" charset="-122"/>
                </a:rPr>
                <a:t>请添加标题</a:t>
              </a:r>
              <a:endParaRPr lang="zh-CN" altLang="en-US" sz="2000" spc="160" dirty="0">
                <a:solidFill>
                  <a:schemeClr val="bg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752901" y="2260408"/>
              <a:ext cx="2651199" cy="8141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1400" spc="16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HarmonyOS Sans SC Light" panose="00000400000000000000" pitchFamily="2" charset="-122"/>
                </a:rPr>
                <a:t>单击此处输入你的正文，为了最终演示发布的良好效果，可酌情增减文字。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8889614" y="3668657"/>
            <a:ext cx="2651199" cy="1272848"/>
            <a:chOff x="4752901" y="1801757"/>
            <a:chExt cx="2651199" cy="1272848"/>
          </a:xfrm>
        </p:grpSpPr>
        <p:sp>
          <p:nvSpPr>
            <p:cNvPr id="26" name="文本框 25"/>
            <p:cNvSpPr txBox="1"/>
            <p:nvPr/>
          </p:nvSpPr>
          <p:spPr>
            <a:xfrm>
              <a:off x="4757664" y="1801757"/>
              <a:ext cx="1384995" cy="40011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spc="160" dirty="0">
                  <a:solidFill>
                    <a:schemeClr val="bg1">
                      <a:lumMod val="25000"/>
                    </a:schemeClr>
                  </a:solidFill>
                  <a:latin typeface="思源宋体 CN Heavy" pitchFamily="18" charset="-122"/>
                  <a:ea typeface="思源宋体 CN Heavy" pitchFamily="18" charset="-122"/>
                  <a:sym typeface="HarmonyOS Sans SC Black" panose="00000A00000000000000" pitchFamily="2" charset="-122"/>
                </a:rPr>
                <a:t>请添加标题</a:t>
              </a:r>
              <a:endParaRPr lang="zh-CN" altLang="en-US" sz="2000" spc="160" dirty="0">
                <a:solidFill>
                  <a:schemeClr val="bg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752901" y="2260408"/>
              <a:ext cx="2651199" cy="8141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1400" spc="16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HarmonyOS Sans SC Light" panose="00000400000000000000" pitchFamily="2" charset="-122"/>
                </a:rPr>
                <a:t>单击此处输入你的正文，为了最终演示发布的良好效果，可酌情增减文字。</a:t>
              </a: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1828697" y="5622321"/>
            <a:ext cx="281487" cy="29007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sz="1600" spc="16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01</a:t>
            </a:r>
            <a:endParaRPr lang="zh-CN" altLang="en-US" sz="1600" spc="16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09363" y="4534406"/>
            <a:ext cx="281487" cy="29007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sz="1600" spc="16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02</a:t>
            </a:r>
            <a:endParaRPr lang="zh-CN" altLang="en-US" sz="1600" spc="16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487537" y="2768643"/>
            <a:ext cx="281487" cy="29007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sz="1600" spc="16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03</a:t>
            </a:r>
            <a:endParaRPr lang="zh-CN" altLang="en-US" sz="1600" spc="16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447362" y="2768643"/>
            <a:ext cx="281487" cy="29007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sz="1600" spc="16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04</a:t>
            </a:r>
            <a:endParaRPr lang="zh-CN" altLang="en-US" sz="1600" spc="16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146480" y="1237104"/>
            <a:ext cx="2764859" cy="7201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60" dirty="0">
                <a:solidFill>
                  <a:schemeClr val="bg1">
                    <a:lumMod val="25000"/>
                  </a:schemeClr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  <a:endParaRPr lang="en-US" altLang="zh-CN" spc="160" dirty="0">
              <a:solidFill>
                <a:schemeClr val="bg1">
                  <a:lumMod val="25000"/>
                </a:schemeClr>
              </a:solidFill>
              <a:latin typeface="思源宋体 CN Heavy" pitchFamily="18" charset="-122"/>
              <a:ea typeface="思源宋体 CN Heavy" pitchFamily="18" charset="-122"/>
              <a:sym typeface="HarmonyOS Sans SC Black" panose="00000A00000000000000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pc="160" dirty="0">
                <a:solidFill>
                  <a:schemeClr val="bg1">
                    <a:lumMod val="25000"/>
                  </a:schemeClr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单击此处添加副标题内容</a:t>
            </a:r>
            <a:endParaRPr lang="zh-CN" altLang="en-US" spc="160" dirty="0">
              <a:solidFill>
                <a:schemeClr val="bg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 flipH="1" flipV="1">
            <a:off x="781088" y="1384741"/>
            <a:ext cx="0" cy="438150"/>
          </a:xfrm>
          <a:prstGeom prst="line">
            <a:avLst/>
          </a:prstGeom>
          <a:ln w="1905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958737" y="152400"/>
            <a:ext cx="2799556" cy="61277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1222466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请添加标题</a:t>
            </a:r>
          </a:p>
        </p:txBody>
      </p:sp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3918631" y="152400"/>
            <a:ext cx="8273369" cy="612775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4488180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请添加副标题</a:t>
            </a:r>
          </a:p>
        </p:txBody>
      </p:sp>
      <p:grpSp>
        <p:nvGrpSpPr>
          <p:cNvPr id="17" name="组合 16"/>
          <p:cNvGrpSpPr/>
          <p:nvPr>
            <p:custDataLst>
              <p:tags r:id="rId5"/>
            </p:custDataLst>
          </p:nvPr>
        </p:nvGrpSpPr>
        <p:grpSpPr>
          <a:xfrm>
            <a:off x="0" y="152400"/>
            <a:ext cx="650082" cy="612775"/>
            <a:chOff x="71437" y="388144"/>
            <a:chExt cx="650082" cy="416719"/>
          </a:xfrm>
        </p:grpSpPr>
        <p:sp>
          <p:nvSpPr>
            <p:cNvPr id="34" name="矩形 33"/>
            <p:cNvSpPr/>
            <p:nvPr/>
          </p:nvSpPr>
          <p:spPr>
            <a:xfrm>
              <a:off x="71437" y="388144"/>
              <a:ext cx="352426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485775" y="388144"/>
              <a:ext cx="114300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650081" y="388144"/>
              <a:ext cx="71438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等腰三角形 36"/>
          <p:cNvSpPr/>
          <p:nvPr>
            <p:custDataLst>
              <p:tags r:id="rId6"/>
            </p:custDataLst>
          </p:nvPr>
        </p:nvSpPr>
        <p:spPr>
          <a:xfrm rot="5400000">
            <a:off x="11420353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等腰三角形 37"/>
          <p:cNvSpPr/>
          <p:nvPr>
            <p:custDataLst>
              <p:tags r:id="rId7"/>
            </p:custDataLst>
          </p:nvPr>
        </p:nvSpPr>
        <p:spPr>
          <a:xfrm rot="5400000">
            <a:off x="11339391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等腰三角形 38"/>
          <p:cNvSpPr/>
          <p:nvPr>
            <p:custDataLst>
              <p:tags r:id="rId8"/>
            </p:custDataLst>
          </p:nvPr>
        </p:nvSpPr>
        <p:spPr>
          <a:xfrm rot="5400000">
            <a:off x="11258429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gallery dir="l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/>
          <p:cNvPicPr>
            <a:picLocks noGrp="1" noChangeAspect="1"/>
          </p:cNvPicPr>
          <p:nvPr>
            <p:ph type="pic" sz="quarter" idx="10"/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719263"/>
            <a:ext cx="6096000" cy="3419475"/>
          </a:xfrm>
          <a:custGeom>
            <a:avLst/>
            <a:gdLst>
              <a:gd name="connsiteX0" fmla="*/ 0 w 6096000"/>
              <a:gd name="connsiteY0" fmla="*/ 0 h 3420191"/>
              <a:gd name="connsiteX1" fmla="*/ 6096000 w 6096000"/>
              <a:gd name="connsiteY1" fmla="*/ 0 h 3420191"/>
              <a:gd name="connsiteX2" fmla="*/ 6096000 w 6096000"/>
              <a:gd name="connsiteY2" fmla="*/ 3420191 h 3420191"/>
              <a:gd name="connsiteX3" fmla="*/ 2202393 w 6096000"/>
              <a:gd name="connsiteY3" fmla="*/ 3420191 h 3420191"/>
              <a:gd name="connsiteX4" fmla="*/ 0 w 6096000"/>
              <a:gd name="connsiteY4" fmla="*/ 1217798 h 3420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3420191">
                <a:moveTo>
                  <a:pt x="0" y="0"/>
                </a:moveTo>
                <a:lnTo>
                  <a:pt x="6096000" y="0"/>
                </a:lnTo>
                <a:lnTo>
                  <a:pt x="6096000" y="3420191"/>
                </a:lnTo>
                <a:lnTo>
                  <a:pt x="2202393" y="3420191"/>
                </a:lnTo>
                <a:lnTo>
                  <a:pt x="0" y="1217798"/>
                </a:lnTo>
                <a:close/>
              </a:path>
            </a:pathLst>
          </a:custGeom>
          <a:solidFill>
            <a:schemeClr val="tx2"/>
          </a:solidFill>
        </p:spPr>
      </p:pic>
      <p:sp>
        <p:nvSpPr>
          <p:cNvPr id="48" name="PA-任意多边形 47"/>
          <p:cNvSpPr/>
          <p:nvPr>
            <p:custDataLst>
              <p:tags r:id="rId1"/>
            </p:custDataLst>
          </p:nvPr>
        </p:nvSpPr>
        <p:spPr>
          <a:xfrm flipH="1">
            <a:off x="3058720" y="6781872"/>
            <a:ext cx="9133280" cy="76128"/>
          </a:xfrm>
          <a:custGeom>
            <a:avLst/>
            <a:gdLst>
              <a:gd name="connsiteX0" fmla="*/ 6792864 w 6849960"/>
              <a:gd name="connsiteY0" fmla="*/ 0 h 57096"/>
              <a:gd name="connsiteX1" fmla="*/ 0 w 6849960"/>
              <a:gd name="connsiteY1" fmla="*/ 0 h 57096"/>
              <a:gd name="connsiteX2" fmla="*/ 0 w 6849960"/>
              <a:gd name="connsiteY2" fmla="*/ 57096 h 57096"/>
              <a:gd name="connsiteX3" fmla="*/ 6849960 w 6849960"/>
              <a:gd name="connsiteY3" fmla="*/ 57096 h 5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9960" h="57096">
                <a:moveTo>
                  <a:pt x="6792864" y="0"/>
                </a:moveTo>
                <a:lnTo>
                  <a:pt x="0" y="0"/>
                </a:lnTo>
                <a:lnTo>
                  <a:pt x="0" y="57096"/>
                </a:lnTo>
                <a:lnTo>
                  <a:pt x="6849960" y="570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51" name="PA-文本框 50"/>
          <p:cNvSpPr txBox="1"/>
          <p:nvPr>
            <p:custDataLst>
              <p:tags r:id="rId2"/>
            </p:custDataLst>
          </p:nvPr>
        </p:nvSpPr>
        <p:spPr>
          <a:xfrm>
            <a:off x="1383625" y="4131820"/>
            <a:ext cx="4712375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dirty="0"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既往问题</a:t>
            </a:r>
          </a:p>
        </p:txBody>
      </p:sp>
      <p:sp>
        <p:nvSpPr>
          <p:cNvPr id="52" name="PA-文本框 51"/>
          <p:cNvSpPr txBox="1"/>
          <p:nvPr>
            <p:custDataLst>
              <p:tags r:id="rId3"/>
            </p:custDataLst>
          </p:nvPr>
        </p:nvSpPr>
        <p:spPr>
          <a:xfrm>
            <a:off x="1406485" y="4883635"/>
            <a:ext cx="473858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Please supplement the title with a further description here. the description should be short and to the point</a:t>
            </a:r>
          </a:p>
        </p:txBody>
      </p:sp>
      <p:sp>
        <p:nvSpPr>
          <p:cNvPr id="3" name="PA-矩形 2"/>
          <p:cNvSpPr/>
          <p:nvPr>
            <p:custDataLst>
              <p:tags r:id="rId4"/>
            </p:custDataLst>
          </p:nvPr>
        </p:nvSpPr>
        <p:spPr>
          <a:xfrm>
            <a:off x="0" y="3508456"/>
            <a:ext cx="139700" cy="1711243"/>
          </a:xfrm>
          <a:prstGeom prst="rect">
            <a:avLst/>
          </a:prstGeom>
          <a:solidFill>
            <a:schemeClr val="accent1"/>
          </a:solidFill>
          <a:ln w="31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4399" y="959173"/>
            <a:ext cx="321883" cy="32188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17285" y="1281056"/>
            <a:ext cx="217042" cy="21704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平行四边形 4"/>
          <p:cNvSpPr/>
          <p:nvPr/>
        </p:nvSpPr>
        <p:spPr>
          <a:xfrm flipH="1">
            <a:off x="4328694" y="2485499"/>
            <a:ext cx="4856328" cy="2975428"/>
          </a:xfrm>
          <a:prstGeom prst="parallelogram">
            <a:avLst>
              <a:gd name="adj" fmla="val 99333"/>
            </a:avLst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Freeform 5"/>
          <p:cNvSpPr>
            <a:spLocks noEditPoints="1"/>
          </p:cNvSpPr>
          <p:nvPr/>
        </p:nvSpPr>
        <p:spPr bwMode="auto">
          <a:xfrm>
            <a:off x="1505843" y="2726180"/>
            <a:ext cx="1399558" cy="1437462"/>
          </a:xfrm>
          <a:custGeom>
            <a:avLst/>
            <a:gdLst>
              <a:gd name="T0" fmla="*/ 984 w 1216"/>
              <a:gd name="T1" fmla="*/ 113 h 1249"/>
              <a:gd name="T2" fmla="*/ 1112 w 1216"/>
              <a:gd name="T3" fmla="*/ 259 h 1249"/>
              <a:gd name="T4" fmla="*/ 923 w 1216"/>
              <a:gd name="T5" fmla="*/ 612 h 1249"/>
              <a:gd name="T6" fmla="*/ 98 w 1216"/>
              <a:gd name="T7" fmla="*/ 754 h 1249"/>
              <a:gd name="T8" fmla="*/ 71 w 1216"/>
              <a:gd name="T9" fmla="*/ 785 h 1249"/>
              <a:gd name="T10" fmla="*/ 99 w 1216"/>
              <a:gd name="T11" fmla="*/ 865 h 1249"/>
              <a:gd name="T12" fmla="*/ 132 w 1216"/>
              <a:gd name="T13" fmla="*/ 906 h 1249"/>
              <a:gd name="T14" fmla="*/ 1048 w 1216"/>
              <a:gd name="T15" fmla="*/ 1009 h 1249"/>
              <a:gd name="T16" fmla="*/ 597 w 1216"/>
              <a:gd name="T17" fmla="*/ 1066 h 1249"/>
              <a:gd name="T18" fmla="*/ 630 w 1216"/>
              <a:gd name="T19" fmla="*/ 1124 h 1249"/>
              <a:gd name="T20" fmla="*/ 496 w 1216"/>
              <a:gd name="T21" fmla="*/ 1245 h 1249"/>
              <a:gd name="T22" fmla="*/ 1007 w 1216"/>
              <a:gd name="T23" fmla="*/ 227 h 1249"/>
              <a:gd name="T24" fmla="*/ 742 w 1216"/>
              <a:gd name="T25" fmla="*/ 47 h 1249"/>
              <a:gd name="T26" fmla="*/ 346 w 1216"/>
              <a:gd name="T27" fmla="*/ 133 h 1249"/>
              <a:gd name="T28" fmla="*/ 188 w 1216"/>
              <a:gd name="T29" fmla="*/ 252 h 1249"/>
              <a:gd name="T30" fmla="*/ 265 w 1216"/>
              <a:gd name="T31" fmla="*/ 123 h 1249"/>
              <a:gd name="T32" fmla="*/ 118 w 1216"/>
              <a:gd name="T33" fmla="*/ 258 h 1249"/>
              <a:gd name="T34" fmla="*/ 134 w 1216"/>
              <a:gd name="T35" fmla="*/ 484 h 1249"/>
              <a:gd name="T36" fmla="*/ 278 w 1216"/>
              <a:gd name="T37" fmla="*/ 987 h 1249"/>
              <a:gd name="T38" fmla="*/ 355 w 1216"/>
              <a:gd name="T39" fmla="*/ 1049 h 1249"/>
              <a:gd name="T40" fmla="*/ 662 w 1216"/>
              <a:gd name="T41" fmla="*/ 1017 h 1249"/>
              <a:gd name="T42" fmla="*/ 593 w 1216"/>
              <a:gd name="T43" fmla="*/ 922 h 1249"/>
              <a:gd name="T44" fmla="*/ 518 w 1216"/>
              <a:gd name="T45" fmla="*/ 708 h 1249"/>
              <a:gd name="T46" fmla="*/ 601 w 1216"/>
              <a:gd name="T47" fmla="*/ 844 h 1249"/>
              <a:gd name="T48" fmla="*/ 819 w 1216"/>
              <a:gd name="T49" fmla="*/ 744 h 1249"/>
              <a:gd name="T50" fmla="*/ 977 w 1216"/>
              <a:gd name="T51" fmla="*/ 533 h 1249"/>
              <a:gd name="T52" fmla="*/ 878 w 1216"/>
              <a:gd name="T53" fmla="*/ 830 h 1249"/>
              <a:gd name="T54" fmla="*/ 860 w 1216"/>
              <a:gd name="T55" fmla="*/ 905 h 1249"/>
              <a:gd name="T56" fmla="*/ 856 w 1216"/>
              <a:gd name="T57" fmla="*/ 992 h 1249"/>
              <a:gd name="T58" fmla="*/ 886 w 1216"/>
              <a:gd name="T59" fmla="*/ 1090 h 1249"/>
              <a:gd name="T60" fmla="*/ 1199 w 1216"/>
              <a:gd name="T61" fmla="*/ 650 h 1249"/>
              <a:gd name="T62" fmla="*/ 114 w 1216"/>
              <a:gd name="T63" fmla="*/ 287 h 1249"/>
              <a:gd name="T64" fmla="*/ 151 w 1216"/>
              <a:gd name="T65" fmla="*/ 219 h 1249"/>
              <a:gd name="T66" fmla="*/ 174 w 1216"/>
              <a:gd name="T67" fmla="*/ 256 h 1249"/>
              <a:gd name="T68" fmla="*/ 250 w 1216"/>
              <a:gd name="T69" fmla="*/ 954 h 1249"/>
              <a:gd name="T70" fmla="*/ 457 w 1216"/>
              <a:gd name="T71" fmla="*/ 1075 h 1249"/>
              <a:gd name="T72" fmla="*/ 720 w 1216"/>
              <a:gd name="T73" fmla="*/ 572 h 1249"/>
              <a:gd name="T74" fmla="*/ 658 w 1216"/>
              <a:gd name="T75" fmla="*/ 494 h 1249"/>
              <a:gd name="T76" fmla="*/ 611 w 1216"/>
              <a:gd name="T77" fmla="*/ 550 h 1249"/>
              <a:gd name="T78" fmla="*/ 584 w 1216"/>
              <a:gd name="T79" fmla="*/ 162 h 1249"/>
              <a:gd name="T80" fmla="*/ 490 w 1216"/>
              <a:gd name="T81" fmla="*/ 644 h 1249"/>
              <a:gd name="T82" fmla="*/ 529 w 1216"/>
              <a:gd name="T83" fmla="*/ 437 h 1249"/>
              <a:gd name="T84" fmla="*/ 567 w 1216"/>
              <a:gd name="T85" fmla="*/ 734 h 1249"/>
              <a:gd name="T86" fmla="*/ 731 w 1216"/>
              <a:gd name="T87" fmla="*/ 681 h 1249"/>
              <a:gd name="T88" fmla="*/ 784 w 1216"/>
              <a:gd name="T89" fmla="*/ 762 h 1249"/>
              <a:gd name="T90" fmla="*/ 823 w 1216"/>
              <a:gd name="T91" fmla="*/ 609 h 1249"/>
              <a:gd name="T92" fmla="*/ 880 w 1216"/>
              <a:gd name="T93" fmla="*/ 121 h 1249"/>
              <a:gd name="T94" fmla="*/ 919 w 1216"/>
              <a:gd name="T95" fmla="*/ 205 h 1249"/>
              <a:gd name="T96" fmla="*/ 809 w 1216"/>
              <a:gd name="T97" fmla="*/ 1015 h 1249"/>
              <a:gd name="T98" fmla="*/ 1041 w 1216"/>
              <a:gd name="T99" fmla="*/ 247 h 1249"/>
              <a:gd name="T100" fmla="*/ 1024 w 1216"/>
              <a:gd name="T101" fmla="*/ 152 h 1249"/>
              <a:gd name="T102" fmla="*/ 1051 w 1216"/>
              <a:gd name="T103" fmla="*/ 248 h 1249"/>
              <a:gd name="T104" fmla="*/ 16 w 1216"/>
              <a:gd name="T105" fmla="*/ 554 h 1249"/>
              <a:gd name="T106" fmla="*/ 878 w 1216"/>
              <a:gd name="T107" fmla="*/ 660 h 1249"/>
              <a:gd name="T108" fmla="*/ 60 w 1216"/>
              <a:gd name="T109" fmla="*/ 689 h 1249"/>
              <a:gd name="T110" fmla="*/ 798 w 1216"/>
              <a:gd name="T111" fmla="*/ 805 h 1249"/>
              <a:gd name="T112" fmla="*/ 97 w 1216"/>
              <a:gd name="T113" fmla="*/ 854 h 1249"/>
              <a:gd name="T114" fmla="*/ 747 w 1216"/>
              <a:gd name="T115" fmla="*/ 809 h 1249"/>
              <a:gd name="T116" fmla="*/ 789 w 1216"/>
              <a:gd name="T117" fmla="*/ 863 h 1249"/>
              <a:gd name="T118" fmla="*/ 885 w 1216"/>
              <a:gd name="T119" fmla="*/ 906 h 1249"/>
              <a:gd name="T120" fmla="*/ 670 w 1216"/>
              <a:gd name="T121" fmla="*/ 1041 h 1249"/>
              <a:gd name="T122" fmla="*/ 932 w 1216"/>
              <a:gd name="T123" fmla="*/ 685 h 1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216" h="1249">
                <a:moveTo>
                  <a:pt x="575" y="11"/>
                </a:moveTo>
                <a:cubicBezTo>
                  <a:pt x="573" y="12"/>
                  <a:pt x="569" y="12"/>
                  <a:pt x="568" y="14"/>
                </a:cubicBezTo>
                <a:cubicBezTo>
                  <a:pt x="571" y="14"/>
                  <a:pt x="574" y="13"/>
                  <a:pt x="575" y="11"/>
                </a:cubicBezTo>
                <a:close/>
                <a:moveTo>
                  <a:pt x="487" y="32"/>
                </a:moveTo>
                <a:cubicBezTo>
                  <a:pt x="488" y="37"/>
                  <a:pt x="482" y="33"/>
                  <a:pt x="482" y="36"/>
                </a:cubicBezTo>
                <a:cubicBezTo>
                  <a:pt x="488" y="36"/>
                  <a:pt x="498" y="36"/>
                  <a:pt x="505" y="33"/>
                </a:cubicBezTo>
                <a:cubicBezTo>
                  <a:pt x="499" y="30"/>
                  <a:pt x="496" y="33"/>
                  <a:pt x="487" y="32"/>
                </a:cubicBezTo>
                <a:close/>
                <a:moveTo>
                  <a:pt x="440" y="34"/>
                </a:moveTo>
                <a:cubicBezTo>
                  <a:pt x="442" y="34"/>
                  <a:pt x="444" y="33"/>
                  <a:pt x="445" y="32"/>
                </a:cubicBezTo>
                <a:cubicBezTo>
                  <a:pt x="443" y="31"/>
                  <a:pt x="441" y="32"/>
                  <a:pt x="440" y="34"/>
                </a:cubicBezTo>
                <a:close/>
                <a:moveTo>
                  <a:pt x="452" y="43"/>
                </a:moveTo>
                <a:cubicBezTo>
                  <a:pt x="464" y="43"/>
                  <a:pt x="469" y="39"/>
                  <a:pt x="478" y="36"/>
                </a:cubicBezTo>
                <a:cubicBezTo>
                  <a:pt x="469" y="39"/>
                  <a:pt x="457" y="37"/>
                  <a:pt x="452" y="43"/>
                </a:cubicBezTo>
                <a:close/>
                <a:moveTo>
                  <a:pt x="361" y="42"/>
                </a:moveTo>
                <a:cubicBezTo>
                  <a:pt x="362" y="43"/>
                  <a:pt x="365" y="42"/>
                  <a:pt x="366" y="39"/>
                </a:cubicBezTo>
                <a:cubicBezTo>
                  <a:pt x="364" y="40"/>
                  <a:pt x="361" y="40"/>
                  <a:pt x="361" y="42"/>
                </a:cubicBezTo>
                <a:close/>
                <a:moveTo>
                  <a:pt x="440" y="47"/>
                </a:moveTo>
                <a:cubicBezTo>
                  <a:pt x="443" y="48"/>
                  <a:pt x="446" y="47"/>
                  <a:pt x="447" y="44"/>
                </a:cubicBezTo>
                <a:cubicBezTo>
                  <a:pt x="443" y="44"/>
                  <a:pt x="442" y="44"/>
                  <a:pt x="440" y="47"/>
                </a:cubicBezTo>
                <a:close/>
                <a:moveTo>
                  <a:pt x="430" y="52"/>
                </a:moveTo>
                <a:cubicBezTo>
                  <a:pt x="427" y="52"/>
                  <a:pt x="421" y="50"/>
                  <a:pt x="426" y="47"/>
                </a:cubicBezTo>
                <a:cubicBezTo>
                  <a:pt x="425" y="47"/>
                  <a:pt x="424" y="47"/>
                  <a:pt x="423" y="46"/>
                </a:cubicBezTo>
                <a:cubicBezTo>
                  <a:pt x="424" y="51"/>
                  <a:pt x="420" y="49"/>
                  <a:pt x="422" y="54"/>
                </a:cubicBezTo>
                <a:cubicBezTo>
                  <a:pt x="421" y="55"/>
                  <a:pt x="416" y="52"/>
                  <a:pt x="417" y="56"/>
                </a:cubicBezTo>
                <a:cubicBezTo>
                  <a:pt x="422" y="56"/>
                  <a:pt x="427" y="54"/>
                  <a:pt x="430" y="52"/>
                </a:cubicBezTo>
                <a:close/>
                <a:moveTo>
                  <a:pt x="344" y="51"/>
                </a:moveTo>
                <a:cubicBezTo>
                  <a:pt x="347" y="51"/>
                  <a:pt x="350" y="50"/>
                  <a:pt x="351" y="47"/>
                </a:cubicBezTo>
                <a:cubicBezTo>
                  <a:pt x="347" y="47"/>
                  <a:pt x="345" y="49"/>
                  <a:pt x="344" y="51"/>
                </a:cubicBezTo>
                <a:close/>
                <a:moveTo>
                  <a:pt x="349" y="57"/>
                </a:moveTo>
                <a:cubicBezTo>
                  <a:pt x="353" y="58"/>
                  <a:pt x="353" y="56"/>
                  <a:pt x="356" y="56"/>
                </a:cubicBezTo>
                <a:cubicBezTo>
                  <a:pt x="356" y="54"/>
                  <a:pt x="357" y="51"/>
                  <a:pt x="354" y="52"/>
                </a:cubicBezTo>
                <a:cubicBezTo>
                  <a:pt x="353" y="55"/>
                  <a:pt x="349" y="54"/>
                  <a:pt x="349" y="57"/>
                </a:cubicBezTo>
                <a:close/>
                <a:moveTo>
                  <a:pt x="327" y="62"/>
                </a:moveTo>
                <a:cubicBezTo>
                  <a:pt x="332" y="61"/>
                  <a:pt x="338" y="57"/>
                  <a:pt x="337" y="53"/>
                </a:cubicBezTo>
                <a:cubicBezTo>
                  <a:pt x="335" y="57"/>
                  <a:pt x="328" y="56"/>
                  <a:pt x="327" y="62"/>
                </a:cubicBezTo>
                <a:close/>
                <a:moveTo>
                  <a:pt x="340" y="65"/>
                </a:moveTo>
                <a:cubicBezTo>
                  <a:pt x="342" y="63"/>
                  <a:pt x="344" y="61"/>
                  <a:pt x="347" y="60"/>
                </a:cubicBezTo>
                <a:cubicBezTo>
                  <a:pt x="343" y="59"/>
                  <a:pt x="338" y="62"/>
                  <a:pt x="340" y="65"/>
                </a:cubicBezTo>
                <a:close/>
                <a:moveTo>
                  <a:pt x="322" y="65"/>
                </a:moveTo>
                <a:cubicBezTo>
                  <a:pt x="323" y="64"/>
                  <a:pt x="325" y="64"/>
                  <a:pt x="326" y="62"/>
                </a:cubicBezTo>
                <a:cubicBezTo>
                  <a:pt x="323" y="61"/>
                  <a:pt x="320" y="64"/>
                  <a:pt x="322" y="65"/>
                </a:cubicBezTo>
                <a:close/>
                <a:moveTo>
                  <a:pt x="869" y="87"/>
                </a:moveTo>
                <a:cubicBezTo>
                  <a:pt x="869" y="89"/>
                  <a:pt x="868" y="89"/>
                  <a:pt x="867" y="91"/>
                </a:cubicBezTo>
                <a:cubicBezTo>
                  <a:pt x="871" y="92"/>
                  <a:pt x="873" y="94"/>
                  <a:pt x="876" y="96"/>
                </a:cubicBezTo>
                <a:cubicBezTo>
                  <a:pt x="874" y="92"/>
                  <a:pt x="874" y="88"/>
                  <a:pt x="869" y="87"/>
                </a:cubicBezTo>
                <a:close/>
                <a:moveTo>
                  <a:pt x="375" y="103"/>
                </a:moveTo>
                <a:cubicBezTo>
                  <a:pt x="374" y="103"/>
                  <a:pt x="373" y="101"/>
                  <a:pt x="372" y="100"/>
                </a:cubicBezTo>
                <a:cubicBezTo>
                  <a:pt x="371" y="99"/>
                  <a:pt x="370" y="101"/>
                  <a:pt x="369" y="100"/>
                </a:cubicBezTo>
                <a:cubicBezTo>
                  <a:pt x="368" y="104"/>
                  <a:pt x="375" y="106"/>
                  <a:pt x="375" y="103"/>
                </a:cubicBezTo>
                <a:close/>
                <a:moveTo>
                  <a:pt x="373" y="106"/>
                </a:moveTo>
                <a:cubicBezTo>
                  <a:pt x="373" y="107"/>
                  <a:pt x="370" y="109"/>
                  <a:pt x="372" y="110"/>
                </a:cubicBezTo>
                <a:cubicBezTo>
                  <a:pt x="372" y="108"/>
                  <a:pt x="375" y="109"/>
                  <a:pt x="374" y="107"/>
                </a:cubicBezTo>
                <a:cubicBezTo>
                  <a:pt x="373" y="107"/>
                  <a:pt x="374" y="106"/>
                  <a:pt x="373" y="106"/>
                </a:cubicBezTo>
                <a:close/>
                <a:moveTo>
                  <a:pt x="984" y="113"/>
                </a:moveTo>
                <a:cubicBezTo>
                  <a:pt x="983" y="110"/>
                  <a:pt x="979" y="110"/>
                  <a:pt x="977" y="107"/>
                </a:cubicBezTo>
                <a:cubicBezTo>
                  <a:pt x="975" y="111"/>
                  <a:pt x="981" y="111"/>
                  <a:pt x="984" y="113"/>
                </a:cubicBezTo>
                <a:close/>
                <a:moveTo>
                  <a:pt x="902" y="124"/>
                </a:moveTo>
                <a:cubicBezTo>
                  <a:pt x="908" y="121"/>
                  <a:pt x="911" y="128"/>
                  <a:pt x="913" y="133"/>
                </a:cubicBezTo>
                <a:cubicBezTo>
                  <a:pt x="925" y="129"/>
                  <a:pt x="926" y="148"/>
                  <a:pt x="933" y="139"/>
                </a:cubicBezTo>
                <a:cubicBezTo>
                  <a:pt x="930" y="131"/>
                  <a:pt x="918" y="131"/>
                  <a:pt x="914" y="124"/>
                </a:cubicBezTo>
                <a:cubicBezTo>
                  <a:pt x="907" y="126"/>
                  <a:pt x="901" y="115"/>
                  <a:pt x="897" y="119"/>
                </a:cubicBezTo>
                <a:cubicBezTo>
                  <a:pt x="898" y="121"/>
                  <a:pt x="902" y="121"/>
                  <a:pt x="902" y="124"/>
                </a:cubicBezTo>
                <a:close/>
                <a:moveTo>
                  <a:pt x="334" y="125"/>
                </a:moveTo>
                <a:cubicBezTo>
                  <a:pt x="334" y="123"/>
                  <a:pt x="338" y="124"/>
                  <a:pt x="337" y="121"/>
                </a:cubicBezTo>
                <a:cubicBezTo>
                  <a:pt x="335" y="121"/>
                  <a:pt x="333" y="121"/>
                  <a:pt x="334" y="118"/>
                </a:cubicBezTo>
                <a:cubicBezTo>
                  <a:pt x="329" y="117"/>
                  <a:pt x="328" y="122"/>
                  <a:pt x="326" y="124"/>
                </a:cubicBezTo>
                <a:cubicBezTo>
                  <a:pt x="329" y="126"/>
                  <a:pt x="331" y="119"/>
                  <a:pt x="334" y="125"/>
                </a:cubicBezTo>
                <a:close/>
                <a:moveTo>
                  <a:pt x="893" y="134"/>
                </a:moveTo>
                <a:cubicBezTo>
                  <a:pt x="892" y="130"/>
                  <a:pt x="888" y="127"/>
                  <a:pt x="885" y="128"/>
                </a:cubicBezTo>
                <a:cubicBezTo>
                  <a:pt x="886" y="132"/>
                  <a:pt x="890" y="132"/>
                  <a:pt x="893" y="134"/>
                </a:cubicBezTo>
                <a:close/>
                <a:moveTo>
                  <a:pt x="323" y="128"/>
                </a:moveTo>
                <a:cubicBezTo>
                  <a:pt x="320" y="128"/>
                  <a:pt x="319" y="129"/>
                  <a:pt x="318" y="131"/>
                </a:cubicBezTo>
                <a:cubicBezTo>
                  <a:pt x="321" y="131"/>
                  <a:pt x="323" y="131"/>
                  <a:pt x="323" y="128"/>
                </a:cubicBezTo>
                <a:close/>
                <a:moveTo>
                  <a:pt x="364" y="128"/>
                </a:moveTo>
                <a:cubicBezTo>
                  <a:pt x="362" y="129"/>
                  <a:pt x="359" y="130"/>
                  <a:pt x="357" y="131"/>
                </a:cubicBezTo>
                <a:cubicBezTo>
                  <a:pt x="361" y="131"/>
                  <a:pt x="363" y="131"/>
                  <a:pt x="364" y="128"/>
                </a:cubicBezTo>
                <a:close/>
                <a:moveTo>
                  <a:pt x="328" y="138"/>
                </a:moveTo>
                <a:cubicBezTo>
                  <a:pt x="325" y="138"/>
                  <a:pt x="324" y="139"/>
                  <a:pt x="322" y="141"/>
                </a:cubicBezTo>
                <a:cubicBezTo>
                  <a:pt x="326" y="141"/>
                  <a:pt x="327" y="139"/>
                  <a:pt x="328" y="138"/>
                </a:cubicBezTo>
                <a:close/>
                <a:moveTo>
                  <a:pt x="988" y="190"/>
                </a:moveTo>
                <a:cubicBezTo>
                  <a:pt x="981" y="186"/>
                  <a:pt x="984" y="183"/>
                  <a:pt x="976" y="180"/>
                </a:cubicBezTo>
                <a:cubicBezTo>
                  <a:pt x="976" y="183"/>
                  <a:pt x="978" y="182"/>
                  <a:pt x="976" y="184"/>
                </a:cubicBezTo>
                <a:cubicBezTo>
                  <a:pt x="983" y="183"/>
                  <a:pt x="982" y="193"/>
                  <a:pt x="988" y="190"/>
                </a:cubicBezTo>
                <a:close/>
                <a:moveTo>
                  <a:pt x="1004" y="185"/>
                </a:moveTo>
                <a:cubicBezTo>
                  <a:pt x="1003" y="184"/>
                  <a:pt x="1002" y="182"/>
                  <a:pt x="1002" y="180"/>
                </a:cubicBezTo>
                <a:cubicBezTo>
                  <a:pt x="1000" y="181"/>
                  <a:pt x="996" y="179"/>
                  <a:pt x="995" y="181"/>
                </a:cubicBezTo>
                <a:cubicBezTo>
                  <a:pt x="998" y="182"/>
                  <a:pt x="1000" y="188"/>
                  <a:pt x="1004" y="185"/>
                </a:cubicBezTo>
                <a:close/>
                <a:moveTo>
                  <a:pt x="998" y="192"/>
                </a:moveTo>
                <a:cubicBezTo>
                  <a:pt x="998" y="191"/>
                  <a:pt x="999" y="191"/>
                  <a:pt x="999" y="191"/>
                </a:cubicBezTo>
                <a:cubicBezTo>
                  <a:pt x="999" y="185"/>
                  <a:pt x="995" y="185"/>
                  <a:pt x="992" y="187"/>
                </a:cubicBezTo>
                <a:cubicBezTo>
                  <a:pt x="993" y="187"/>
                  <a:pt x="993" y="189"/>
                  <a:pt x="992" y="190"/>
                </a:cubicBezTo>
                <a:cubicBezTo>
                  <a:pt x="995" y="190"/>
                  <a:pt x="995" y="193"/>
                  <a:pt x="998" y="192"/>
                </a:cubicBezTo>
                <a:close/>
                <a:moveTo>
                  <a:pt x="1003" y="194"/>
                </a:moveTo>
                <a:cubicBezTo>
                  <a:pt x="1002" y="194"/>
                  <a:pt x="1001" y="194"/>
                  <a:pt x="1000" y="193"/>
                </a:cubicBezTo>
                <a:cubicBezTo>
                  <a:pt x="1001" y="196"/>
                  <a:pt x="1004" y="197"/>
                  <a:pt x="1006" y="199"/>
                </a:cubicBezTo>
                <a:cubicBezTo>
                  <a:pt x="1007" y="197"/>
                  <a:pt x="1006" y="193"/>
                  <a:pt x="1003" y="192"/>
                </a:cubicBezTo>
                <a:lnTo>
                  <a:pt x="1003" y="194"/>
                </a:lnTo>
                <a:close/>
                <a:moveTo>
                  <a:pt x="1091" y="232"/>
                </a:moveTo>
                <a:cubicBezTo>
                  <a:pt x="1092" y="230"/>
                  <a:pt x="1098" y="234"/>
                  <a:pt x="1099" y="232"/>
                </a:cubicBezTo>
                <a:cubicBezTo>
                  <a:pt x="1095" y="230"/>
                  <a:pt x="1095" y="224"/>
                  <a:pt x="1092" y="222"/>
                </a:cubicBezTo>
                <a:cubicBezTo>
                  <a:pt x="1092" y="225"/>
                  <a:pt x="1090" y="227"/>
                  <a:pt x="1089" y="228"/>
                </a:cubicBezTo>
                <a:cubicBezTo>
                  <a:pt x="1090" y="229"/>
                  <a:pt x="1090" y="232"/>
                  <a:pt x="1091" y="232"/>
                </a:cubicBezTo>
                <a:close/>
                <a:moveTo>
                  <a:pt x="1050" y="236"/>
                </a:moveTo>
                <a:cubicBezTo>
                  <a:pt x="1049" y="237"/>
                  <a:pt x="1049" y="238"/>
                  <a:pt x="1049" y="240"/>
                </a:cubicBezTo>
                <a:cubicBezTo>
                  <a:pt x="1053" y="239"/>
                  <a:pt x="1053" y="242"/>
                  <a:pt x="1056" y="242"/>
                </a:cubicBezTo>
                <a:cubicBezTo>
                  <a:pt x="1056" y="239"/>
                  <a:pt x="1052" y="238"/>
                  <a:pt x="1050" y="236"/>
                </a:cubicBezTo>
                <a:close/>
                <a:moveTo>
                  <a:pt x="1116" y="265"/>
                </a:moveTo>
                <a:cubicBezTo>
                  <a:pt x="1116" y="262"/>
                  <a:pt x="1114" y="261"/>
                  <a:pt x="1112" y="259"/>
                </a:cubicBezTo>
                <a:cubicBezTo>
                  <a:pt x="1110" y="263"/>
                  <a:pt x="1113" y="264"/>
                  <a:pt x="1116" y="265"/>
                </a:cubicBezTo>
                <a:close/>
                <a:moveTo>
                  <a:pt x="1135" y="273"/>
                </a:moveTo>
                <a:cubicBezTo>
                  <a:pt x="1135" y="269"/>
                  <a:pt x="1133" y="268"/>
                  <a:pt x="1130" y="267"/>
                </a:cubicBezTo>
                <a:cubicBezTo>
                  <a:pt x="1130" y="271"/>
                  <a:pt x="1132" y="273"/>
                  <a:pt x="1135" y="273"/>
                </a:cubicBezTo>
                <a:close/>
                <a:moveTo>
                  <a:pt x="1140" y="286"/>
                </a:moveTo>
                <a:cubicBezTo>
                  <a:pt x="1140" y="285"/>
                  <a:pt x="1139" y="284"/>
                  <a:pt x="1139" y="283"/>
                </a:cubicBezTo>
                <a:cubicBezTo>
                  <a:pt x="1137" y="283"/>
                  <a:pt x="1138" y="284"/>
                  <a:pt x="1136" y="283"/>
                </a:cubicBezTo>
                <a:cubicBezTo>
                  <a:pt x="1136" y="285"/>
                  <a:pt x="1138" y="286"/>
                  <a:pt x="1140" y="286"/>
                </a:cubicBezTo>
                <a:close/>
                <a:moveTo>
                  <a:pt x="1153" y="305"/>
                </a:moveTo>
                <a:cubicBezTo>
                  <a:pt x="1153" y="301"/>
                  <a:pt x="1151" y="301"/>
                  <a:pt x="1150" y="299"/>
                </a:cubicBezTo>
                <a:cubicBezTo>
                  <a:pt x="1148" y="302"/>
                  <a:pt x="1151" y="303"/>
                  <a:pt x="1153" y="305"/>
                </a:cubicBezTo>
                <a:close/>
                <a:moveTo>
                  <a:pt x="95" y="499"/>
                </a:moveTo>
                <a:cubicBezTo>
                  <a:pt x="96" y="499"/>
                  <a:pt x="97" y="499"/>
                  <a:pt x="98" y="498"/>
                </a:cubicBezTo>
                <a:cubicBezTo>
                  <a:pt x="98" y="497"/>
                  <a:pt x="98" y="495"/>
                  <a:pt x="95" y="495"/>
                </a:cubicBezTo>
                <a:cubicBezTo>
                  <a:pt x="96" y="497"/>
                  <a:pt x="94" y="497"/>
                  <a:pt x="95" y="499"/>
                </a:cubicBezTo>
                <a:close/>
                <a:moveTo>
                  <a:pt x="92" y="504"/>
                </a:moveTo>
                <a:cubicBezTo>
                  <a:pt x="91" y="507"/>
                  <a:pt x="91" y="511"/>
                  <a:pt x="94" y="512"/>
                </a:cubicBezTo>
                <a:cubicBezTo>
                  <a:pt x="95" y="510"/>
                  <a:pt x="94" y="506"/>
                  <a:pt x="92" y="504"/>
                </a:cubicBezTo>
                <a:close/>
                <a:moveTo>
                  <a:pt x="130" y="521"/>
                </a:moveTo>
                <a:cubicBezTo>
                  <a:pt x="130" y="520"/>
                  <a:pt x="131" y="520"/>
                  <a:pt x="132" y="521"/>
                </a:cubicBezTo>
                <a:cubicBezTo>
                  <a:pt x="132" y="519"/>
                  <a:pt x="132" y="517"/>
                  <a:pt x="130" y="517"/>
                </a:cubicBezTo>
                <a:cubicBezTo>
                  <a:pt x="130" y="518"/>
                  <a:pt x="127" y="520"/>
                  <a:pt x="130" y="521"/>
                </a:cubicBezTo>
                <a:close/>
                <a:moveTo>
                  <a:pt x="61" y="536"/>
                </a:moveTo>
                <a:cubicBezTo>
                  <a:pt x="63" y="534"/>
                  <a:pt x="62" y="530"/>
                  <a:pt x="60" y="528"/>
                </a:cubicBezTo>
                <a:cubicBezTo>
                  <a:pt x="61" y="530"/>
                  <a:pt x="59" y="535"/>
                  <a:pt x="61" y="536"/>
                </a:cubicBezTo>
                <a:close/>
                <a:moveTo>
                  <a:pt x="84" y="583"/>
                </a:moveTo>
                <a:cubicBezTo>
                  <a:pt x="86" y="583"/>
                  <a:pt x="87" y="582"/>
                  <a:pt x="88" y="583"/>
                </a:cubicBezTo>
                <a:cubicBezTo>
                  <a:pt x="93" y="568"/>
                  <a:pt x="93" y="553"/>
                  <a:pt x="98" y="536"/>
                </a:cubicBezTo>
                <a:cubicBezTo>
                  <a:pt x="97" y="535"/>
                  <a:pt x="98" y="533"/>
                  <a:pt x="96" y="532"/>
                </a:cubicBezTo>
                <a:cubicBezTo>
                  <a:pt x="94" y="546"/>
                  <a:pt x="83" y="557"/>
                  <a:pt x="87" y="569"/>
                </a:cubicBezTo>
                <a:cubicBezTo>
                  <a:pt x="84" y="572"/>
                  <a:pt x="83" y="579"/>
                  <a:pt x="84" y="583"/>
                </a:cubicBezTo>
                <a:close/>
                <a:moveTo>
                  <a:pt x="117" y="552"/>
                </a:moveTo>
                <a:cubicBezTo>
                  <a:pt x="117" y="555"/>
                  <a:pt x="116" y="556"/>
                  <a:pt x="117" y="560"/>
                </a:cubicBezTo>
                <a:cubicBezTo>
                  <a:pt x="119" y="560"/>
                  <a:pt x="118" y="552"/>
                  <a:pt x="117" y="552"/>
                </a:cubicBezTo>
                <a:close/>
                <a:moveTo>
                  <a:pt x="963" y="552"/>
                </a:moveTo>
                <a:cubicBezTo>
                  <a:pt x="963" y="558"/>
                  <a:pt x="964" y="562"/>
                  <a:pt x="963" y="566"/>
                </a:cubicBezTo>
                <a:cubicBezTo>
                  <a:pt x="968" y="565"/>
                  <a:pt x="967" y="553"/>
                  <a:pt x="963" y="552"/>
                </a:cubicBezTo>
                <a:close/>
                <a:moveTo>
                  <a:pt x="117" y="573"/>
                </a:moveTo>
                <a:cubicBezTo>
                  <a:pt x="116" y="576"/>
                  <a:pt x="117" y="577"/>
                  <a:pt x="119" y="578"/>
                </a:cubicBezTo>
                <a:cubicBezTo>
                  <a:pt x="119" y="576"/>
                  <a:pt x="120" y="574"/>
                  <a:pt x="121" y="573"/>
                </a:cubicBezTo>
                <a:cubicBezTo>
                  <a:pt x="118" y="572"/>
                  <a:pt x="118" y="574"/>
                  <a:pt x="117" y="573"/>
                </a:cubicBezTo>
                <a:close/>
                <a:moveTo>
                  <a:pt x="926" y="599"/>
                </a:moveTo>
                <a:cubicBezTo>
                  <a:pt x="925" y="599"/>
                  <a:pt x="925" y="597"/>
                  <a:pt x="925" y="596"/>
                </a:cubicBezTo>
                <a:cubicBezTo>
                  <a:pt x="924" y="596"/>
                  <a:pt x="923" y="595"/>
                  <a:pt x="923" y="596"/>
                </a:cubicBezTo>
                <a:cubicBezTo>
                  <a:pt x="924" y="597"/>
                  <a:pt x="923" y="598"/>
                  <a:pt x="923" y="599"/>
                </a:cubicBezTo>
                <a:cubicBezTo>
                  <a:pt x="924" y="598"/>
                  <a:pt x="926" y="602"/>
                  <a:pt x="926" y="599"/>
                </a:cubicBezTo>
                <a:close/>
                <a:moveTo>
                  <a:pt x="107" y="596"/>
                </a:moveTo>
                <a:cubicBezTo>
                  <a:pt x="103" y="603"/>
                  <a:pt x="106" y="621"/>
                  <a:pt x="112" y="617"/>
                </a:cubicBezTo>
                <a:cubicBezTo>
                  <a:pt x="110" y="610"/>
                  <a:pt x="111" y="598"/>
                  <a:pt x="107" y="596"/>
                </a:cubicBezTo>
                <a:close/>
                <a:moveTo>
                  <a:pt x="42" y="612"/>
                </a:moveTo>
                <a:cubicBezTo>
                  <a:pt x="40" y="619"/>
                  <a:pt x="37" y="634"/>
                  <a:pt x="42" y="640"/>
                </a:cubicBezTo>
                <a:cubicBezTo>
                  <a:pt x="43" y="630"/>
                  <a:pt x="43" y="618"/>
                  <a:pt x="42" y="612"/>
                </a:cubicBezTo>
                <a:close/>
                <a:moveTo>
                  <a:pt x="923" y="619"/>
                </a:moveTo>
                <a:cubicBezTo>
                  <a:pt x="922" y="617"/>
                  <a:pt x="925" y="614"/>
                  <a:pt x="923" y="612"/>
                </a:cubicBezTo>
                <a:cubicBezTo>
                  <a:pt x="923" y="615"/>
                  <a:pt x="920" y="618"/>
                  <a:pt x="923" y="619"/>
                </a:cubicBezTo>
                <a:close/>
                <a:moveTo>
                  <a:pt x="927" y="613"/>
                </a:moveTo>
                <a:cubicBezTo>
                  <a:pt x="927" y="616"/>
                  <a:pt x="925" y="618"/>
                  <a:pt x="924" y="621"/>
                </a:cubicBezTo>
                <a:cubicBezTo>
                  <a:pt x="927" y="621"/>
                  <a:pt x="930" y="614"/>
                  <a:pt x="927" y="613"/>
                </a:cubicBezTo>
                <a:close/>
                <a:moveTo>
                  <a:pt x="25" y="624"/>
                </a:moveTo>
                <a:cubicBezTo>
                  <a:pt x="25" y="619"/>
                  <a:pt x="26" y="618"/>
                  <a:pt x="22" y="617"/>
                </a:cubicBezTo>
                <a:cubicBezTo>
                  <a:pt x="21" y="618"/>
                  <a:pt x="20" y="619"/>
                  <a:pt x="17" y="618"/>
                </a:cubicBezTo>
                <a:cubicBezTo>
                  <a:pt x="17" y="623"/>
                  <a:pt x="19" y="624"/>
                  <a:pt x="21" y="626"/>
                </a:cubicBezTo>
                <a:cubicBezTo>
                  <a:pt x="21" y="624"/>
                  <a:pt x="24" y="625"/>
                  <a:pt x="25" y="624"/>
                </a:cubicBezTo>
                <a:close/>
                <a:moveTo>
                  <a:pt x="923" y="625"/>
                </a:moveTo>
                <a:cubicBezTo>
                  <a:pt x="922" y="632"/>
                  <a:pt x="921" y="635"/>
                  <a:pt x="920" y="643"/>
                </a:cubicBezTo>
                <a:cubicBezTo>
                  <a:pt x="923" y="638"/>
                  <a:pt x="927" y="629"/>
                  <a:pt x="923" y="625"/>
                </a:cubicBezTo>
                <a:close/>
                <a:moveTo>
                  <a:pt x="875" y="626"/>
                </a:moveTo>
                <a:cubicBezTo>
                  <a:pt x="875" y="632"/>
                  <a:pt x="872" y="634"/>
                  <a:pt x="872" y="639"/>
                </a:cubicBezTo>
                <a:cubicBezTo>
                  <a:pt x="877" y="639"/>
                  <a:pt x="878" y="628"/>
                  <a:pt x="875" y="626"/>
                </a:cubicBezTo>
                <a:close/>
                <a:moveTo>
                  <a:pt x="52" y="629"/>
                </a:moveTo>
                <a:cubicBezTo>
                  <a:pt x="50" y="630"/>
                  <a:pt x="51" y="636"/>
                  <a:pt x="53" y="636"/>
                </a:cubicBezTo>
                <a:cubicBezTo>
                  <a:pt x="53" y="633"/>
                  <a:pt x="53" y="631"/>
                  <a:pt x="52" y="629"/>
                </a:cubicBezTo>
                <a:close/>
                <a:moveTo>
                  <a:pt x="121" y="632"/>
                </a:moveTo>
                <a:cubicBezTo>
                  <a:pt x="119" y="634"/>
                  <a:pt x="119" y="640"/>
                  <a:pt x="122" y="639"/>
                </a:cubicBezTo>
                <a:cubicBezTo>
                  <a:pt x="122" y="637"/>
                  <a:pt x="123" y="633"/>
                  <a:pt x="121" y="632"/>
                </a:cubicBezTo>
                <a:close/>
                <a:moveTo>
                  <a:pt x="21" y="643"/>
                </a:moveTo>
                <a:cubicBezTo>
                  <a:pt x="20" y="641"/>
                  <a:pt x="21" y="638"/>
                  <a:pt x="18" y="638"/>
                </a:cubicBezTo>
                <a:cubicBezTo>
                  <a:pt x="18" y="640"/>
                  <a:pt x="18" y="643"/>
                  <a:pt x="21" y="643"/>
                </a:cubicBezTo>
                <a:close/>
                <a:moveTo>
                  <a:pt x="65" y="653"/>
                </a:moveTo>
                <a:cubicBezTo>
                  <a:pt x="65" y="652"/>
                  <a:pt x="66" y="646"/>
                  <a:pt x="65" y="646"/>
                </a:cubicBezTo>
                <a:cubicBezTo>
                  <a:pt x="64" y="646"/>
                  <a:pt x="63" y="652"/>
                  <a:pt x="65" y="653"/>
                </a:cubicBezTo>
                <a:close/>
                <a:moveTo>
                  <a:pt x="954" y="647"/>
                </a:moveTo>
                <a:cubicBezTo>
                  <a:pt x="954" y="650"/>
                  <a:pt x="951" y="653"/>
                  <a:pt x="953" y="654"/>
                </a:cubicBezTo>
                <a:cubicBezTo>
                  <a:pt x="953" y="653"/>
                  <a:pt x="956" y="649"/>
                  <a:pt x="954" y="647"/>
                </a:cubicBezTo>
                <a:close/>
                <a:moveTo>
                  <a:pt x="19" y="651"/>
                </a:moveTo>
                <a:cubicBezTo>
                  <a:pt x="19" y="657"/>
                  <a:pt x="18" y="660"/>
                  <a:pt x="21" y="664"/>
                </a:cubicBezTo>
                <a:cubicBezTo>
                  <a:pt x="19" y="659"/>
                  <a:pt x="22" y="654"/>
                  <a:pt x="19" y="651"/>
                </a:cubicBezTo>
                <a:close/>
                <a:moveTo>
                  <a:pt x="121" y="669"/>
                </a:moveTo>
                <a:cubicBezTo>
                  <a:pt x="122" y="672"/>
                  <a:pt x="118" y="677"/>
                  <a:pt x="122" y="677"/>
                </a:cubicBezTo>
                <a:cubicBezTo>
                  <a:pt x="120" y="675"/>
                  <a:pt x="126" y="670"/>
                  <a:pt x="121" y="669"/>
                </a:cubicBezTo>
                <a:close/>
                <a:moveTo>
                  <a:pt x="920" y="687"/>
                </a:moveTo>
                <a:cubicBezTo>
                  <a:pt x="924" y="686"/>
                  <a:pt x="927" y="676"/>
                  <a:pt x="924" y="674"/>
                </a:cubicBezTo>
                <a:cubicBezTo>
                  <a:pt x="922" y="677"/>
                  <a:pt x="919" y="683"/>
                  <a:pt x="920" y="687"/>
                </a:cubicBezTo>
                <a:close/>
                <a:moveTo>
                  <a:pt x="14" y="684"/>
                </a:moveTo>
                <a:cubicBezTo>
                  <a:pt x="10" y="684"/>
                  <a:pt x="13" y="676"/>
                  <a:pt x="9" y="676"/>
                </a:cubicBezTo>
                <a:cubicBezTo>
                  <a:pt x="9" y="679"/>
                  <a:pt x="11" y="680"/>
                  <a:pt x="10" y="683"/>
                </a:cubicBezTo>
                <a:cubicBezTo>
                  <a:pt x="11" y="683"/>
                  <a:pt x="13" y="686"/>
                  <a:pt x="14" y="684"/>
                </a:cubicBezTo>
                <a:close/>
                <a:moveTo>
                  <a:pt x="74" y="699"/>
                </a:moveTo>
                <a:cubicBezTo>
                  <a:pt x="80" y="695"/>
                  <a:pt x="74" y="682"/>
                  <a:pt x="74" y="679"/>
                </a:cubicBezTo>
                <a:cubicBezTo>
                  <a:pt x="73" y="683"/>
                  <a:pt x="72" y="687"/>
                  <a:pt x="72" y="692"/>
                </a:cubicBezTo>
                <a:cubicBezTo>
                  <a:pt x="76" y="691"/>
                  <a:pt x="74" y="696"/>
                  <a:pt x="74" y="699"/>
                </a:cubicBezTo>
                <a:close/>
                <a:moveTo>
                  <a:pt x="889" y="688"/>
                </a:moveTo>
                <a:cubicBezTo>
                  <a:pt x="890" y="686"/>
                  <a:pt x="892" y="682"/>
                  <a:pt x="890" y="681"/>
                </a:cubicBezTo>
                <a:cubicBezTo>
                  <a:pt x="890" y="682"/>
                  <a:pt x="888" y="687"/>
                  <a:pt x="889" y="688"/>
                </a:cubicBezTo>
                <a:close/>
                <a:moveTo>
                  <a:pt x="96" y="720"/>
                </a:moveTo>
                <a:cubicBezTo>
                  <a:pt x="94" y="732"/>
                  <a:pt x="96" y="741"/>
                  <a:pt x="98" y="752"/>
                </a:cubicBezTo>
                <a:cubicBezTo>
                  <a:pt x="98" y="751"/>
                  <a:pt x="100" y="749"/>
                  <a:pt x="100" y="751"/>
                </a:cubicBezTo>
                <a:cubicBezTo>
                  <a:pt x="101" y="755"/>
                  <a:pt x="97" y="751"/>
                  <a:pt x="98" y="754"/>
                </a:cubicBezTo>
                <a:cubicBezTo>
                  <a:pt x="99" y="756"/>
                  <a:pt x="99" y="758"/>
                  <a:pt x="101" y="759"/>
                </a:cubicBezTo>
                <a:cubicBezTo>
                  <a:pt x="104" y="748"/>
                  <a:pt x="99" y="738"/>
                  <a:pt x="102" y="731"/>
                </a:cubicBezTo>
                <a:cubicBezTo>
                  <a:pt x="98" y="730"/>
                  <a:pt x="99" y="723"/>
                  <a:pt x="96" y="720"/>
                </a:cubicBezTo>
                <a:close/>
                <a:moveTo>
                  <a:pt x="856" y="730"/>
                </a:moveTo>
                <a:cubicBezTo>
                  <a:pt x="855" y="733"/>
                  <a:pt x="851" y="734"/>
                  <a:pt x="850" y="738"/>
                </a:cubicBezTo>
                <a:cubicBezTo>
                  <a:pt x="854" y="736"/>
                  <a:pt x="858" y="735"/>
                  <a:pt x="859" y="734"/>
                </a:cubicBezTo>
                <a:cubicBezTo>
                  <a:pt x="858" y="734"/>
                  <a:pt x="859" y="730"/>
                  <a:pt x="856" y="730"/>
                </a:cubicBezTo>
                <a:close/>
                <a:moveTo>
                  <a:pt x="78" y="747"/>
                </a:moveTo>
                <a:cubicBezTo>
                  <a:pt x="78" y="744"/>
                  <a:pt x="76" y="737"/>
                  <a:pt x="73" y="739"/>
                </a:cubicBezTo>
                <a:cubicBezTo>
                  <a:pt x="75" y="741"/>
                  <a:pt x="76" y="743"/>
                  <a:pt x="77" y="745"/>
                </a:cubicBezTo>
                <a:cubicBezTo>
                  <a:pt x="75" y="745"/>
                  <a:pt x="73" y="749"/>
                  <a:pt x="75" y="750"/>
                </a:cubicBezTo>
                <a:cubicBezTo>
                  <a:pt x="74" y="747"/>
                  <a:pt x="78" y="749"/>
                  <a:pt x="78" y="747"/>
                </a:cubicBezTo>
                <a:close/>
                <a:moveTo>
                  <a:pt x="108" y="738"/>
                </a:moveTo>
                <a:cubicBezTo>
                  <a:pt x="108" y="746"/>
                  <a:pt x="110" y="752"/>
                  <a:pt x="113" y="757"/>
                </a:cubicBezTo>
                <a:cubicBezTo>
                  <a:pt x="113" y="751"/>
                  <a:pt x="113" y="749"/>
                  <a:pt x="113" y="743"/>
                </a:cubicBezTo>
                <a:cubicBezTo>
                  <a:pt x="109" y="745"/>
                  <a:pt x="111" y="740"/>
                  <a:pt x="108" y="738"/>
                </a:cubicBezTo>
                <a:close/>
                <a:moveTo>
                  <a:pt x="5" y="752"/>
                </a:moveTo>
                <a:cubicBezTo>
                  <a:pt x="4" y="749"/>
                  <a:pt x="2" y="746"/>
                  <a:pt x="0" y="744"/>
                </a:cubicBezTo>
                <a:cubicBezTo>
                  <a:pt x="0" y="752"/>
                  <a:pt x="0" y="752"/>
                  <a:pt x="0" y="752"/>
                </a:cubicBezTo>
                <a:cubicBezTo>
                  <a:pt x="3" y="751"/>
                  <a:pt x="3" y="753"/>
                  <a:pt x="5" y="752"/>
                </a:cubicBezTo>
                <a:close/>
                <a:moveTo>
                  <a:pt x="87" y="753"/>
                </a:moveTo>
                <a:cubicBezTo>
                  <a:pt x="85" y="750"/>
                  <a:pt x="87" y="748"/>
                  <a:pt x="85" y="746"/>
                </a:cubicBezTo>
                <a:cubicBezTo>
                  <a:pt x="85" y="747"/>
                  <a:pt x="84" y="747"/>
                  <a:pt x="82" y="747"/>
                </a:cubicBezTo>
                <a:cubicBezTo>
                  <a:pt x="83" y="751"/>
                  <a:pt x="81" y="753"/>
                  <a:pt x="82" y="757"/>
                </a:cubicBezTo>
                <a:cubicBezTo>
                  <a:pt x="83" y="757"/>
                  <a:pt x="84" y="758"/>
                  <a:pt x="85" y="759"/>
                </a:cubicBezTo>
                <a:cubicBezTo>
                  <a:pt x="86" y="756"/>
                  <a:pt x="85" y="755"/>
                  <a:pt x="84" y="752"/>
                </a:cubicBezTo>
                <a:cubicBezTo>
                  <a:pt x="86" y="751"/>
                  <a:pt x="86" y="753"/>
                  <a:pt x="87" y="753"/>
                </a:cubicBezTo>
                <a:close/>
                <a:moveTo>
                  <a:pt x="6" y="759"/>
                </a:moveTo>
                <a:cubicBezTo>
                  <a:pt x="10" y="761"/>
                  <a:pt x="7" y="750"/>
                  <a:pt x="6" y="755"/>
                </a:cubicBezTo>
                <a:cubicBezTo>
                  <a:pt x="6" y="754"/>
                  <a:pt x="6" y="753"/>
                  <a:pt x="5" y="753"/>
                </a:cubicBezTo>
                <a:cubicBezTo>
                  <a:pt x="4" y="756"/>
                  <a:pt x="6" y="757"/>
                  <a:pt x="6" y="759"/>
                </a:cubicBezTo>
                <a:close/>
                <a:moveTo>
                  <a:pt x="66" y="754"/>
                </a:moveTo>
                <a:cubicBezTo>
                  <a:pt x="67" y="771"/>
                  <a:pt x="69" y="755"/>
                  <a:pt x="66" y="754"/>
                </a:cubicBezTo>
                <a:close/>
                <a:moveTo>
                  <a:pt x="4" y="765"/>
                </a:moveTo>
                <a:cubicBezTo>
                  <a:pt x="2" y="768"/>
                  <a:pt x="3" y="771"/>
                  <a:pt x="4" y="773"/>
                </a:cubicBezTo>
                <a:cubicBezTo>
                  <a:pt x="5" y="772"/>
                  <a:pt x="5" y="766"/>
                  <a:pt x="4" y="765"/>
                </a:cubicBezTo>
                <a:close/>
                <a:moveTo>
                  <a:pt x="902" y="777"/>
                </a:moveTo>
                <a:cubicBezTo>
                  <a:pt x="904" y="777"/>
                  <a:pt x="903" y="779"/>
                  <a:pt x="904" y="780"/>
                </a:cubicBezTo>
                <a:cubicBezTo>
                  <a:pt x="905" y="775"/>
                  <a:pt x="908" y="774"/>
                  <a:pt x="909" y="769"/>
                </a:cubicBezTo>
                <a:cubicBezTo>
                  <a:pt x="905" y="770"/>
                  <a:pt x="906" y="776"/>
                  <a:pt x="902" y="777"/>
                </a:cubicBezTo>
                <a:close/>
                <a:moveTo>
                  <a:pt x="67" y="779"/>
                </a:moveTo>
                <a:cubicBezTo>
                  <a:pt x="67" y="778"/>
                  <a:pt x="67" y="777"/>
                  <a:pt x="68" y="777"/>
                </a:cubicBezTo>
                <a:cubicBezTo>
                  <a:pt x="68" y="778"/>
                  <a:pt x="68" y="778"/>
                  <a:pt x="69" y="778"/>
                </a:cubicBezTo>
                <a:cubicBezTo>
                  <a:pt x="70" y="775"/>
                  <a:pt x="69" y="770"/>
                  <a:pt x="68" y="772"/>
                </a:cubicBezTo>
                <a:cubicBezTo>
                  <a:pt x="68" y="773"/>
                  <a:pt x="68" y="773"/>
                  <a:pt x="68" y="773"/>
                </a:cubicBezTo>
                <a:cubicBezTo>
                  <a:pt x="67" y="772"/>
                  <a:pt x="66" y="773"/>
                  <a:pt x="65" y="774"/>
                </a:cubicBezTo>
                <a:cubicBezTo>
                  <a:pt x="70" y="774"/>
                  <a:pt x="64" y="778"/>
                  <a:pt x="67" y="779"/>
                </a:cubicBezTo>
                <a:close/>
                <a:moveTo>
                  <a:pt x="81" y="772"/>
                </a:moveTo>
                <a:cubicBezTo>
                  <a:pt x="81" y="775"/>
                  <a:pt x="81" y="779"/>
                  <a:pt x="83" y="780"/>
                </a:cubicBezTo>
                <a:cubicBezTo>
                  <a:pt x="83" y="776"/>
                  <a:pt x="83" y="773"/>
                  <a:pt x="81" y="772"/>
                </a:cubicBezTo>
                <a:close/>
                <a:moveTo>
                  <a:pt x="71" y="785"/>
                </a:moveTo>
                <a:cubicBezTo>
                  <a:pt x="71" y="783"/>
                  <a:pt x="71" y="782"/>
                  <a:pt x="69" y="781"/>
                </a:cubicBezTo>
                <a:cubicBezTo>
                  <a:pt x="70" y="783"/>
                  <a:pt x="67" y="782"/>
                  <a:pt x="67" y="784"/>
                </a:cubicBezTo>
                <a:cubicBezTo>
                  <a:pt x="69" y="784"/>
                  <a:pt x="69" y="786"/>
                  <a:pt x="71" y="785"/>
                </a:cubicBezTo>
                <a:close/>
                <a:moveTo>
                  <a:pt x="137" y="815"/>
                </a:moveTo>
                <a:cubicBezTo>
                  <a:pt x="136" y="802"/>
                  <a:pt x="133" y="793"/>
                  <a:pt x="127" y="787"/>
                </a:cubicBezTo>
                <a:cubicBezTo>
                  <a:pt x="129" y="798"/>
                  <a:pt x="133" y="806"/>
                  <a:pt x="137" y="815"/>
                </a:cubicBezTo>
                <a:close/>
                <a:moveTo>
                  <a:pt x="724" y="810"/>
                </a:moveTo>
                <a:cubicBezTo>
                  <a:pt x="726" y="810"/>
                  <a:pt x="725" y="813"/>
                  <a:pt x="726" y="813"/>
                </a:cubicBezTo>
                <a:cubicBezTo>
                  <a:pt x="730" y="810"/>
                  <a:pt x="736" y="804"/>
                  <a:pt x="735" y="800"/>
                </a:cubicBezTo>
                <a:cubicBezTo>
                  <a:pt x="731" y="803"/>
                  <a:pt x="726" y="805"/>
                  <a:pt x="724" y="810"/>
                </a:cubicBezTo>
                <a:close/>
                <a:moveTo>
                  <a:pt x="157" y="816"/>
                </a:moveTo>
                <a:cubicBezTo>
                  <a:pt x="152" y="816"/>
                  <a:pt x="154" y="809"/>
                  <a:pt x="150" y="808"/>
                </a:cubicBezTo>
                <a:cubicBezTo>
                  <a:pt x="151" y="811"/>
                  <a:pt x="151" y="815"/>
                  <a:pt x="152" y="817"/>
                </a:cubicBezTo>
                <a:cubicBezTo>
                  <a:pt x="152" y="814"/>
                  <a:pt x="156" y="820"/>
                  <a:pt x="157" y="816"/>
                </a:cubicBezTo>
                <a:close/>
                <a:moveTo>
                  <a:pt x="847" y="824"/>
                </a:moveTo>
                <a:cubicBezTo>
                  <a:pt x="851" y="822"/>
                  <a:pt x="857" y="818"/>
                  <a:pt x="856" y="813"/>
                </a:cubicBezTo>
                <a:cubicBezTo>
                  <a:pt x="854" y="816"/>
                  <a:pt x="851" y="818"/>
                  <a:pt x="847" y="819"/>
                </a:cubicBezTo>
                <a:lnTo>
                  <a:pt x="847" y="824"/>
                </a:lnTo>
                <a:close/>
                <a:moveTo>
                  <a:pt x="828" y="823"/>
                </a:moveTo>
                <a:cubicBezTo>
                  <a:pt x="826" y="823"/>
                  <a:pt x="824" y="823"/>
                  <a:pt x="824" y="827"/>
                </a:cubicBezTo>
                <a:cubicBezTo>
                  <a:pt x="826" y="826"/>
                  <a:pt x="827" y="824"/>
                  <a:pt x="828" y="823"/>
                </a:cubicBezTo>
                <a:close/>
                <a:moveTo>
                  <a:pt x="627" y="834"/>
                </a:moveTo>
                <a:cubicBezTo>
                  <a:pt x="628" y="836"/>
                  <a:pt x="627" y="836"/>
                  <a:pt x="627" y="837"/>
                </a:cubicBezTo>
                <a:cubicBezTo>
                  <a:pt x="630" y="840"/>
                  <a:pt x="641" y="838"/>
                  <a:pt x="641" y="831"/>
                </a:cubicBezTo>
                <a:cubicBezTo>
                  <a:pt x="636" y="834"/>
                  <a:pt x="634" y="835"/>
                  <a:pt x="627" y="834"/>
                </a:cubicBezTo>
                <a:close/>
                <a:moveTo>
                  <a:pt x="881" y="850"/>
                </a:moveTo>
                <a:cubicBezTo>
                  <a:pt x="882" y="849"/>
                  <a:pt x="886" y="849"/>
                  <a:pt x="885" y="844"/>
                </a:cubicBezTo>
                <a:cubicBezTo>
                  <a:pt x="883" y="844"/>
                  <a:pt x="883" y="843"/>
                  <a:pt x="880" y="844"/>
                </a:cubicBezTo>
                <a:cubicBezTo>
                  <a:pt x="881" y="845"/>
                  <a:pt x="879" y="849"/>
                  <a:pt x="881" y="850"/>
                </a:cubicBezTo>
                <a:close/>
                <a:moveTo>
                  <a:pt x="868" y="850"/>
                </a:moveTo>
                <a:cubicBezTo>
                  <a:pt x="867" y="847"/>
                  <a:pt x="860" y="848"/>
                  <a:pt x="862" y="855"/>
                </a:cubicBezTo>
                <a:cubicBezTo>
                  <a:pt x="865" y="855"/>
                  <a:pt x="867" y="852"/>
                  <a:pt x="868" y="850"/>
                </a:cubicBezTo>
                <a:close/>
                <a:moveTo>
                  <a:pt x="130" y="849"/>
                </a:moveTo>
                <a:cubicBezTo>
                  <a:pt x="130" y="852"/>
                  <a:pt x="131" y="853"/>
                  <a:pt x="130" y="857"/>
                </a:cubicBezTo>
                <a:cubicBezTo>
                  <a:pt x="134" y="856"/>
                  <a:pt x="132" y="849"/>
                  <a:pt x="130" y="849"/>
                </a:cubicBezTo>
                <a:close/>
                <a:moveTo>
                  <a:pt x="684" y="851"/>
                </a:moveTo>
                <a:cubicBezTo>
                  <a:pt x="683" y="850"/>
                  <a:pt x="683" y="849"/>
                  <a:pt x="682" y="849"/>
                </a:cubicBezTo>
                <a:cubicBezTo>
                  <a:pt x="677" y="851"/>
                  <a:pt x="668" y="852"/>
                  <a:pt x="660" y="853"/>
                </a:cubicBezTo>
                <a:cubicBezTo>
                  <a:pt x="660" y="859"/>
                  <a:pt x="660" y="859"/>
                  <a:pt x="660" y="859"/>
                </a:cubicBezTo>
                <a:cubicBezTo>
                  <a:pt x="667" y="860"/>
                  <a:pt x="679" y="858"/>
                  <a:pt x="684" y="851"/>
                </a:cubicBezTo>
                <a:close/>
                <a:moveTo>
                  <a:pt x="732" y="865"/>
                </a:moveTo>
                <a:cubicBezTo>
                  <a:pt x="735" y="863"/>
                  <a:pt x="748" y="856"/>
                  <a:pt x="747" y="852"/>
                </a:cubicBezTo>
                <a:cubicBezTo>
                  <a:pt x="743" y="857"/>
                  <a:pt x="733" y="860"/>
                  <a:pt x="732" y="865"/>
                </a:cubicBezTo>
                <a:close/>
                <a:moveTo>
                  <a:pt x="169" y="853"/>
                </a:moveTo>
                <a:cubicBezTo>
                  <a:pt x="171" y="856"/>
                  <a:pt x="170" y="860"/>
                  <a:pt x="174" y="861"/>
                </a:cubicBezTo>
                <a:cubicBezTo>
                  <a:pt x="173" y="858"/>
                  <a:pt x="172" y="854"/>
                  <a:pt x="169" y="853"/>
                </a:cubicBezTo>
                <a:close/>
                <a:moveTo>
                  <a:pt x="848" y="853"/>
                </a:moveTo>
                <a:cubicBezTo>
                  <a:pt x="845" y="854"/>
                  <a:pt x="843" y="855"/>
                  <a:pt x="842" y="858"/>
                </a:cubicBezTo>
                <a:cubicBezTo>
                  <a:pt x="845" y="858"/>
                  <a:pt x="848" y="857"/>
                  <a:pt x="848" y="853"/>
                </a:cubicBezTo>
                <a:close/>
                <a:moveTo>
                  <a:pt x="658" y="854"/>
                </a:moveTo>
                <a:cubicBezTo>
                  <a:pt x="655" y="854"/>
                  <a:pt x="652" y="856"/>
                  <a:pt x="653" y="860"/>
                </a:cubicBezTo>
                <a:cubicBezTo>
                  <a:pt x="655" y="860"/>
                  <a:pt x="656" y="859"/>
                  <a:pt x="658" y="858"/>
                </a:cubicBezTo>
                <a:cubicBezTo>
                  <a:pt x="657" y="856"/>
                  <a:pt x="659" y="856"/>
                  <a:pt x="658" y="854"/>
                </a:cubicBezTo>
                <a:close/>
                <a:moveTo>
                  <a:pt x="99" y="865"/>
                </a:moveTo>
                <a:cubicBezTo>
                  <a:pt x="99" y="862"/>
                  <a:pt x="99" y="860"/>
                  <a:pt x="98" y="859"/>
                </a:cubicBezTo>
                <a:cubicBezTo>
                  <a:pt x="95" y="859"/>
                  <a:pt x="95" y="859"/>
                  <a:pt x="95" y="859"/>
                </a:cubicBezTo>
                <a:cubicBezTo>
                  <a:pt x="95" y="863"/>
                  <a:pt x="97" y="863"/>
                  <a:pt x="99" y="865"/>
                </a:cubicBezTo>
                <a:close/>
                <a:moveTo>
                  <a:pt x="841" y="859"/>
                </a:moveTo>
                <a:cubicBezTo>
                  <a:pt x="832" y="869"/>
                  <a:pt x="818" y="878"/>
                  <a:pt x="815" y="892"/>
                </a:cubicBezTo>
                <a:cubicBezTo>
                  <a:pt x="820" y="887"/>
                  <a:pt x="824" y="883"/>
                  <a:pt x="828" y="878"/>
                </a:cubicBezTo>
                <a:cubicBezTo>
                  <a:pt x="837" y="876"/>
                  <a:pt x="840" y="868"/>
                  <a:pt x="843" y="860"/>
                </a:cubicBezTo>
                <a:cubicBezTo>
                  <a:pt x="843" y="860"/>
                  <a:pt x="842" y="859"/>
                  <a:pt x="841" y="859"/>
                </a:cubicBezTo>
                <a:close/>
                <a:moveTo>
                  <a:pt x="65" y="868"/>
                </a:moveTo>
                <a:cubicBezTo>
                  <a:pt x="65" y="873"/>
                  <a:pt x="68" y="875"/>
                  <a:pt x="71" y="878"/>
                </a:cubicBezTo>
                <a:cubicBezTo>
                  <a:pt x="69" y="874"/>
                  <a:pt x="68" y="870"/>
                  <a:pt x="65" y="868"/>
                </a:cubicBezTo>
                <a:close/>
                <a:moveTo>
                  <a:pt x="678" y="875"/>
                </a:moveTo>
                <a:cubicBezTo>
                  <a:pt x="678" y="873"/>
                  <a:pt x="677" y="873"/>
                  <a:pt x="678" y="872"/>
                </a:cubicBezTo>
                <a:cubicBezTo>
                  <a:pt x="673" y="871"/>
                  <a:pt x="674" y="871"/>
                  <a:pt x="670" y="872"/>
                </a:cubicBezTo>
                <a:cubicBezTo>
                  <a:pt x="670" y="876"/>
                  <a:pt x="670" y="876"/>
                  <a:pt x="670" y="876"/>
                </a:cubicBezTo>
                <a:cubicBezTo>
                  <a:pt x="673" y="874"/>
                  <a:pt x="673" y="873"/>
                  <a:pt x="678" y="875"/>
                </a:cubicBezTo>
                <a:close/>
                <a:moveTo>
                  <a:pt x="634" y="881"/>
                </a:moveTo>
                <a:cubicBezTo>
                  <a:pt x="632" y="873"/>
                  <a:pt x="621" y="879"/>
                  <a:pt x="619" y="881"/>
                </a:cubicBezTo>
                <a:cubicBezTo>
                  <a:pt x="622" y="881"/>
                  <a:pt x="626" y="881"/>
                  <a:pt x="628" y="880"/>
                </a:cubicBezTo>
                <a:cubicBezTo>
                  <a:pt x="628" y="882"/>
                  <a:pt x="632" y="883"/>
                  <a:pt x="634" y="881"/>
                </a:cubicBezTo>
                <a:close/>
                <a:moveTo>
                  <a:pt x="109" y="881"/>
                </a:moveTo>
                <a:cubicBezTo>
                  <a:pt x="107" y="881"/>
                  <a:pt x="107" y="878"/>
                  <a:pt x="105" y="878"/>
                </a:cubicBezTo>
                <a:cubicBezTo>
                  <a:pt x="107" y="882"/>
                  <a:pt x="105" y="889"/>
                  <a:pt x="109" y="889"/>
                </a:cubicBezTo>
                <a:cubicBezTo>
                  <a:pt x="109" y="886"/>
                  <a:pt x="105" y="882"/>
                  <a:pt x="109" y="881"/>
                </a:cubicBezTo>
                <a:close/>
                <a:moveTo>
                  <a:pt x="48" y="885"/>
                </a:moveTo>
                <a:cubicBezTo>
                  <a:pt x="48" y="883"/>
                  <a:pt x="49" y="883"/>
                  <a:pt x="49" y="881"/>
                </a:cubicBezTo>
                <a:cubicBezTo>
                  <a:pt x="47" y="882"/>
                  <a:pt x="47" y="880"/>
                  <a:pt x="45" y="880"/>
                </a:cubicBezTo>
                <a:cubicBezTo>
                  <a:pt x="44" y="884"/>
                  <a:pt x="48" y="883"/>
                  <a:pt x="48" y="885"/>
                </a:cubicBezTo>
                <a:close/>
                <a:moveTo>
                  <a:pt x="8" y="892"/>
                </a:moveTo>
                <a:cubicBezTo>
                  <a:pt x="7" y="889"/>
                  <a:pt x="5" y="887"/>
                  <a:pt x="7" y="884"/>
                </a:cubicBezTo>
                <a:cubicBezTo>
                  <a:pt x="5" y="884"/>
                  <a:pt x="5" y="883"/>
                  <a:pt x="4" y="882"/>
                </a:cubicBezTo>
                <a:cubicBezTo>
                  <a:pt x="5" y="885"/>
                  <a:pt x="3" y="884"/>
                  <a:pt x="4" y="887"/>
                </a:cubicBezTo>
                <a:cubicBezTo>
                  <a:pt x="7" y="886"/>
                  <a:pt x="5" y="892"/>
                  <a:pt x="8" y="892"/>
                </a:cubicBezTo>
                <a:close/>
                <a:moveTo>
                  <a:pt x="715" y="897"/>
                </a:moveTo>
                <a:cubicBezTo>
                  <a:pt x="717" y="897"/>
                  <a:pt x="717" y="900"/>
                  <a:pt x="719" y="900"/>
                </a:cubicBezTo>
                <a:cubicBezTo>
                  <a:pt x="722" y="897"/>
                  <a:pt x="728" y="899"/>
                  <a:pt x="728" y="894"/>
                </a:cubicBezTo>
                <a:cubicBezTo>
                  <a:pt x="728" y="892"/>
                  <a:pt x="725" y="892"/>
                  <a:pt x="727" y="890"/>
                </a:cubicBezTo>
                <a:cubicBezTo>
                  <a:pt x="723" y="890"/>
                  <a:pt x="720" y="890"/>
                  <a:pt x="717" y="891"/>
                </a:cubicBezTo>
                <a:cubicBezTo>
                  <a:pt x="717" y="893"/>
                  <a:pt x="716" y="894"/>
                  <a:pt x="715" y="897"/>
                </a:cubicBezTo>
                <a:close/>
                <a:moveTo>
                  <a:pt x="822" y="896"/>
                </a:moveTo>
                <a:cubicBezTo>
                  <a:pt x="823" y="895"/>
                  <a:pt x="824" y="894"/>
                  <a:pt x="824" y="892"/>
                </a:cubicBezTo>
                <a:cubicBezTo>
                  <a:pt x="822" y="891"/>
                  <a:pt x="820" y="895"/>
                  <a:pt x="822" y="896"/>
                </a:cubicBezTo>
                <a:close/>
                <a:moveTo>
                  <a:pt x="898" y="894"/>
                </a:moveTo>
                <a:cubicBezTo>
                  <a:pt x="896" y="895"/>
                  <a:pt x="893" y="895"/>
                  <a:pt x="893" y="897"/>
                </a:cubicBezTo>
                <a:cubicBezTo>
                  <a:pt x="895" y="897"/>
                  <a:pt x="898" y="897"/>
                  <a:pt x="898" y="894"/>
                </a:cubicBezTo>
                <a:close/>
                <a:moveTo>
                  <a:pt x="676" y="910"/>
                </a:moveTo>
                <a:cubicBezTo>
                  <a:pt x="681" y="909"/>
                  <a:pt x="686" y="907"/>
                  <a:pt x="688" y="903"/>
                </a:cubicBezTo>
                <a:cubicBezTo>
                  <a:pt x="683" y="901"/>
                  <a:pt x="677" y="904"/>
                  <a:pt x="673" y="905"/>
                </a:cubicBezTo>
                <a:cubicBezTo>
                  <a:pt x="676" y="905"/>
                  <a:pt x="675" y="908"/>
                  <a:pt x="676" y="910"/>
                </a:cubicBezTo>
                <a:close/>
                <a:moveTo>
                  <a:pt x="196" y="910"/>
                </a:moveTo>
                <a:cubicBezTo>
                  <a:pt x="196" y="907"/>
                  <a:pt x="198" y="906"/>
                  <a:pt x="196" y="903"/>
                </a:cubicBezTo>
                <a:cubicBezTo>
                  <a:pt x="194" y="903"/>
                  <a:pt x="194" y="903"/>
                  <a:pt x="194" y="903"/>
                </a:cubicBezTo>
                <a:cubicBezTo>
                  <a:pt x="194" y="907"/>
                  <a:pt x="191" y="911"/>
                  <a:pt x="196" y="910"/>
                </a:cubicBezTo>
                <a:close/>
                <a:moveTo>
                  <a:pt x="132" y="906"/>
                </a:moveTo>
                <a:cubicBezTo>
                  <a:pt x="131" y="906"/>
                  <a:pt x="131" y="905"/>
                  <a:pt x="131" y="904"/>
                </a:cubicBezTo>
                <a:cubicBezTo>
                  <a:pt x="128" y="904"/>
                  <a:pt x="128" y="904"/>
                  <a:pt x="128" y="904"/>
                </a:cubicBezTo>
                <a:cubicBezTo>
                  <a:pt x="127" y="908"/>
                  <a:pt x="132" y="909"/>
                  <a:pt x="132" y="906"/>
                </a:cubicBezTo>
                <a:close/>
                <a:moveTo>
                  <a:pt x="867" y="905"/>
                </a:moveTo>
                <a:cubicBezTo>
                  <a:pt x="865" y="906"/>
                  <a:pt x="862" y="907"/>
                  <a:pt x="861" y="909"/>
                </a:cubicBezTo>
                <a:cubicBezTo>
                  <a:pt x="864" y="909"/>
                  <a:pt x="866" y="908"/>
                  <a:pt x="867" y="905"/>
                </a:cubicBezTo>
                <a:close/>
                <a:moveTo>
                  <a:pt x="745" y="910"/>
                </a:moveTo>
                <a:cubicBezTo>
                  <a:pt x="749" y="909"/>
                  <a:pt x="747" y="909"/>
                  <a:pt x="747" y="913"/>
                </a:cubicBezTo>
                <a:cubicBezTo>
                  <a:pt x="751" y="912"/>
                  <a:pt x="748" y="909"/>
                  <a:pt x="751" y="908"/>
                </a:cubicBezTo>
                <a:cubicBezTo>
                  <a:pt x="748" y="908"/>
                  <a:pt x="747" y="907"/>
                  <a:pt x="745" y="910"/>
                </a:cubicBezTo>
                <a:close/>
                <a:moveTo>
                  <a:pt x="134" y="912"/>
                </a:moveTo>
                <a:cubicBezTo>
                  <a:pt x="135" y="909"/>
                  <a:pt x="134" y="908"/>
                  <a:pt x="131" y="908"/>
                </a:cubicBezTo>
                <a:cubicBezTo>
                  <a:pt x="131" y="911"/>
                  <a:pt x="133" y="911"/>
                  <a:pt x="134" y="912"/>
                </a:cubicBezTo>
                <a:close/>
                <a:moveTo>
                  <a:pt x="598" y="914"/>
                </a:moveTo>
                <a:cubicBezTo>
                  <a:pt x="597" y="912"/>
                  <a:pt x="595" y="911"/>
                  <a:pt x="593" y="911"/>
                </a:cubicBezTo>
                <a:cubicBezTo>
                  <a:pt x="593" y="913"/>
                  <a:pt x="597" y="916"/>
                  <a:pt x="598" y="914"/>
                </a:cubicBezTo>
                <a:close/>
                <a:moveTo>
                  <a:pt x="105" y="927"/>
                </a:moveTo>
                <a:cubicBezTo>
                  <a:pt x="108" y="927"/>
                  <a:pt x="108" y="927"/>
                  <a:pt x="108" y="927"/>
                </a:cubicBezTo>
                <a:cubicBezTo>
                  <a:pt x="109" y="924"/>
                  <a:pt x="106" y="924"/>
                  <a:pt x="104" y="922"/>
                </a:cubicBezTo>
                <a:cubicBezTo>
                  <a:pt x="103" y="927"/>
                  <a:pt x="109" y="924"/>
                  <a:pt x="105" y="927"/>
                </a:cubicBezTo>
                <a:close/>
                <a:moveTo>
                  <a:pt x="761" y="929"/>
                </a:moveTo>
                <a:cubicBezTo>
                  <a:pt x="761" y="928"/>
                  <a:pt x="765" y="929"/>
                  <a:pt x="764" y="927"/>
                </a:cubicBezTo>
                <a:cubicBezTo>
                  <a:pt x="763" y="927"/>
                  <a:pt x="763" y="925"/>
                  <a:pt x="762" y="925"/>
                </a:cubicBezTo>
                <a:cubicBezTo>
                  <a:pt x="761" y="926"/>
                  <a:pt x="758" y="928"/>
                  <a:pt x="761" y="929"/>
                </a:cubicBezTo>
                <a:close/>
                <a:moveTo>
                  <a:pt x="741" y="931"/>
                </a:moveTo>
                <a:cubicBezTo>
                  <a:pt x="744" y="933"/>
                  <a:pt x="748" y="931"/>
                  <a:pt x="750" y="928"/>
                </a:cubicBezTo>
                <a:cubicBezTo>
                  <a:pt x="747" y="929"/>
                  <a:pt x="741" y="927"/>
                  <a:pt x="741" y="931"/>
                </a:cubicBezTo>
                <a:close/>
                <a:moveTo>
                  <a:pt x="727" y="936"/>
                </a:moveTo>
                <a:cubicBezTo>
                  <a:pt x="729" y="935"/>
                  <a:pt x="728" y="939"/>
                  <a:pt x="731" y="937"/>
                </a:cubicBezTo>
                <a:cubicBezTo>
                  <a:pt x="730" y="935"/>
                  <a:pt x="732" y="934"/>
                  <a:pt x="732" y="932"/>
                </a:cubicBezTo>
                <a:cubicBezTo>
                  <a:pt x="729" y="932"/>
                  <a:pt x="728" y="934"/>
                  <a:pt x="727" y="936"/>
                </a:cubicBezTo>
                <a:close/>
                <a:moveTo>
                  <a:pt x="686" y="946"/>
                </a:moveTo>
                <a:cubicBezTo>
                  <a:pt x="690" y="948"/>
                  <a:pt x="696" y="945"/>
                  <a:pt x="698" y="943"/>
                </a:cubicBezTo>
                <a:cubicBezTo>
                  <a:pt x="695" y="942"/>
                  <a:pt x="687" y="943"/>
                  <a:pt x="686" y="946"/>
                </a:cubicBezTo>
                <a:close/>
                <a:moveTo>
                  <a:pt x="650" y="954"/>
                </a:moveTo>
                <a:cubicBezTo>
                  <a:pt x="646" y="955"/>
                  <a:pt x="642" y="956"/>
                  <a:pt x="640" y="959"/>
                </a:cubicBezTo>
                <a:cubicBezTo>
                  <a:pt x="644" y="959"/>
                  <a:pt x="649" y="958"/>
                  <a:pt x="650" y="954"/>
                </a:cubicBezTo>
                <a:close/>
                <a:moveTo>
                  <a:pt x="1081" y="965"/>
                </a:moveTo>
                <a:cubicBezTo>
                  <a:pt x="1082" y="963"/>
                  <a:pt x="1083" y="962"/>
                  <a:pt x="1083" y="959"/>
                </a:cubicBezTo>
                <a:cubicBezTo>
                  <a:pt x="1080" y="958"/>
                  <a:pt x="1080" y="964"/>
                  <a:pt x="1081" y="965"/>
                </a:cubicBezTo>
                <a:close/>
                <a:moveTo>
                  <a:pt x="632" y="966"/>
                </a:moveTo>
                <a:cubicBezTo>
                  <a:pt x="637" y="965"/>
                  <a:pt x="646" y="967"/>
                  <a:pt x="649" y="963"/>
                </a:cubicBezTo>
                <a:cubicBezTo>
                  <a:pt x="644" y="966"/>
                  <a:pt x="637" y="961"/>
                  <a:pt x="632" y="966"/>
                </a:cubicBezTo>
                <a:close/>
                <a:moveTo>
                  <a:pt x="230" y="979"/>
                </a:moveTo>
                <a:cubicBezTo>
                  <a:pt x="233" y="985"/>
                  <a:pt x="238" y="990"/>
                  <a:pt x="245" y="992"/>
                </a:cubicBezTo>
                <a:cubicBezTo>
                  <a:pt x="245" y="983"/>
                  <a:pt x="233" y="985"/>
                  <a:pt x="230" y="979"/>
                </a:cubicBezTo>
                <a:close/>
                <a:moveTo>
                  <a:pt x="1059" y="991"/>
                </a:moveTo>
                <a:cubicBezTo>
                  <a:pt x="1059" y="989"/>
                  <a:pt x="1059" y="989"/>
                  <a:pt x="1059" y="989"/>
                </a:cubicBezTo>
                <a:cubicBezTo>
                  <a:pt x="1059" y="989"/>
                  <a:pt x="1059" y="988"/>
                  <a:pt x="1058" y="988"/>
                </a:cubicBezTo>
                <a:cubicBezTo>
                  <a:pt x="1058" y="989"/>
                  <a:pt x="1053" y="988"/>
                  <a:pt x="1055" y="991"/>
                </a:cubicBezTo>
                <a:cubicBezTo>
                  <a:pt x="1056" y="989"/>
                  <a:pt x="1057" y="992"/>
                  <a:pt x="1059" y="991"/>
                </a:cubicBezTo>
                <a:close/>
                <a:moveTo>
                  <a:pt x="1054" y="994"/>
                </a:moveTo>
                <a:cubicBezTo>
                  <a:pt x="1054" y="994"/>
                  <a:pt x="1054" y="993"/>
                  <a:pt x="1053" y="993"/>
                </a:cubicBezTo>
                <a:cubicBezTo>
                  <a:pt x="1053" y="997"/>
                  <a:pt x="1053" y="997"/>
                  <a:pt x="1053" y="997"/>
                </a:cubicBezTo>
                <a:cubicBezTo>
                  <a:pt x="1054" y="997"/>
                  <a:pt x="1055" y="996"/>
                  <a:pt x="1055" y="997"/>
                </a:cubicBezTo>
                <a:cubicBezTo>
                  <a:pt x="1053" y="1000"/>
                  <a:pt x="1053" y="1005"/>
                  <a:pt x="1047" y="1004"/>
                </a:cubicBezTo>
                <a:cubicBezTo>
                  <a:pt x="1046" y="1007"/>
                  <a:pt x="1048" y="1006"/>
                  <a:pt x="1048" y="1009"/>
                </a:cubicBezTo>
                <a:cubicBezTo>
                  <a:pt x="1055" y="1007"/>
                  <a:pt x="1058" y="1002"/>
                  <a:pt x="1059" y="994"/>
                </a:cubicBezTo>
                <a:cubicBezTo>
                  <a:pt x="1058" y="992"/>
                  <a:pt x="1055" y="997"/>
                  <a:pt x="1054" y="994"/>
                </a:cubicBezTo>
                <a:close/>
                <a:moveTo>
                  <a:pt x="662" y="996"/>
                </a:moveTo>
                <a:cubicBezTo>
                  <a:pt x="658" y="995"/>
                  <a:pt x="651" y="995"/>
                  <a:pt x="648" y="999"/>
                </a:cubicBezTo>
                <a:cubicBezTo>
                  <a:pt x="653" y="999"/>
                  <a:pt x="658" y="999"/>
                  <a:pt x="662" y="996"/>
                </a:cubicBezTo>
                <a:close/>
                <a:moveTo>
                  <a:pt x="808" y="998"/>
                </a:moveTo>
                <a:cubicBezTo>
                  <a:pt x="808" y="1000"/>
                  <a:pt x="805" y="1001"/>
                  <a:pt x="806" y="1004"/>
                </a:cubicBezTo>
                <a:cubicBezTo>
                  <a:pt x="809" y="1003"/>
                  <a:pt x="812" y="1002"/>
                  <a:pt x="815" y="1000"/>
                </a:cubicBezTo>
                <a:cubicBezTo>
                  <a:pt x="813" y="998"/>
                  <a:pt x="810" y="999"/>
                  <a:pt x="808" y="998"/>
                </a:cubicBezTo>
                <a:close/>
                <a:moveTo>
                  <a:pt x="728" y="1008"/>
                </a:moveTo>
                <a:cubicBezTo>
                  <a:pt x="730" y="1008"/>
                  <a:pt x="733" y="1009"/>
                  <a:pt x="733" y="1007"/>
                </a:cubicBezTo>
                <a:cubicBezTo>
                  <a:pt x="732" y="1007"/>
                  <a:pt x="733" y="1005"/>
                  <a:pt x="732" y="1005"/>
                </a:cubicBezTo>
                <a:cubicBezTo>
                  <a:pt x="731" y="1007"/>
                  <a:pt x="727" y="1005"/>
                  <a:pt x="728" y="1008"/>
                </a:cubicBezTo>
                <a:close/>
                <a:moveTo>
                  <a:pt x="1023" y="1012"/>
                </a:moveTo>
                <a:cubicBezTo>
                  <a:pt x="1026" y="1011"/>
                  <a:pt x="1029" y="1009"/>
                  <a:pt x="1029" y="1005"/>
                </a:cubicBezTo>
                <a:cubicBezTo>
                  <a:pt x="1025" y="1005"/>
                  <a:pt x="1025" y="1005"/>
                  <a:pt x="1025" y="1005"/>
                </a:cubicBezTo>
                <a:cubicBezTo>
                  <a:pt x="1024" y="1007"/>
                  <a:pt x="1025" y="1011"/>
                  <a:pt x="1023" y="1012"/>
                </a:cubicBezTo>
                <a:close/>
                <a:moveTo>
                  <a:pt x="328" y="1014"/>
                </a:moveTo>
                <a:cubicBezTo>
                  <a:pt x="330" y="1016"/>
                  <a:pt x="331" y="1018"/>
                  <a:pt x="334" y="1019"/>
                </a:cubicBezTo>
                <a:cubicBezTo>
                  <a:pt x="334" y="1016"/>
                  <a:pt x="330" y="1013"/>
                  <a:pt x="328" y="1014"/>
                </a:cubicBezTo>
                <a:close/>
                <a:moveTo>
                  <a:pt x="787" y="1015"/>
                </a:moveTo>
                <a:cubicBezTo>
                  <a:pt x="784" y="1015"/>
                  <a:pt x="784" y="1015"/>
                  <a:pt x="784" y="1015"/>
                </a:cubicBezTo>
                <a:cubicBezTo>
                  <a:pt x="784" y="1017"/>
                  <a:pt x="785" y="1019"/>
                  <a:pt x="786" y="1019"/>
                </a:cubicBezTo>
                <a:cubicBezTo>
                  <a:pt x="786" y="1018"/>
                  <a:pt x="787" y="1017"/>
                  <a:pt x="787" y="1015"/>
                </a:cubicBezTo>
                <a:close/>
                <a:moveTo>
                  <a:pt x="676" y="1030"/>
                </a:moveTo>
                <a:cubicBezTo>
                  <a:pt x="683" y="1034"/>
                  <a:pt x="688" y="1034"/>
                  <a:pt x="697" y="1033"/>
                </a:cubicBezTo>
                <a:cubicBezTo>
                  <a:pt x="698" y="1029"/>
                  <a:pt x="695" y="1030"/>
                  <a:pt x="696" y="1027"/>
                </a:cubicBezTo>
                <a:cubicBezTo>
                  <a:pt x="690" y="1027"/>
                  <a:pt x="682" y="1027"/>
                  <a:pt x="676" y="1030"/>
                </a:cubicBezTo>
                <a:close/>
                <a:moveTo>
                  <a:pt x="309" y="1029"/>
                </a:moveTo>
                <a:cubicBezTo>
                  <a:pt x="309" y="1032"/>
                  <a:pt x="312" y="1032"/>
                  <a:pt x="314" y="1033"/>
                </a:cubicBezTo>
                <a:cubicBezTo>
                  <a:pt x="314" y="1030"/>
                  <a:pt x="312" y="1029"/>
                  <a:pt x="309" y="1029"/>
                </a:cubicBezTo>
                <a:close/>
                <a:moveTo>
                  <a:pt x="763" y="1050"/>
                </a:moveTo>
                <a:cubicBezTo>
                  <a:pt x="763" y="1050"/>
                  <a:pt x="763" y="1051"/>
                  <a:pt x="762" y="1050"/>
                </a:cubicBezTo>
                <a:cubicBezTo>
                  <a:pt x="761" y="1048"/>
                  <a:pt x="764" y="1049"/>
                  <a:pt x="764" y="1048"/>
                </a:cubicBezTo>
                <a:cubicBezTo>
                  <a:pt x="760" y="1046"/>
                  <a:pt x="753" y="1050"/>
                  <a:pt x="751" y="1043"/>
                </a:cubicBezTo>
                <a:cubicBezTo>
                  <a:pt x="754" y="1042"/>
                  <a:pt x="757" y="1041"/>
                  <a:pt x="758" y="1036"/>
                </a:cubicBezTo>
                <a:cubicBezTo>
                  <a:pt x="749" y="1033"/>
                  <a:pt x="734" y="1034"/>
                  <a:pt x="733" y="1043"/>
                </a:cubicBezTo>
                <a:cubicBezTo>
                  <a:pt x="732" y="1053"/>
                  <a:pt x="751" y="1052"/>
                  <a:pt x="762" y="1054"/>
                </a:cubicBezTo>
                <a:cubicBezTo>
                  <a:pt x="761" y="1051"/>
                  <a:pt x="766" y="1051"/>
                  <a:pt x="763" y="1050"/>
                </a:cubicBezTo>
                <a:close/>
                <a:moveTo>
                  <a:pt x="653" y="1047"/>
                </a:moveTo>
                <a:cubicBezTo>
                  <a:pt x="655" y="1039"/>
                  <a:pt x="665" y="1047"/>
                  <a:pt x="667" y="1040"/>
                </a:cubicBezTo>
                <a:cubicBezTo>
                  <a:pt x="655" y="1042"/>
                  <a:pt x="645" y="1041"/>
                  <a:pt x="636" y="1038"/>
                </a:cubicBezTo>
                <a:cubicBezTo>
                  <a:pt x="638" y="1041"/>
                  <a:pt x="636" y="1043"/>
                  <a:pt x="635" y="1046"/>
                </a:cubicBezTo>
                <a:cubicBezTo>
                  <a:pt x="642" y="1045"/>
                  <a:pt x="646" y="1047"/>
                  <a:pt x="653" y="1047"/>
                </a:cubicBezTo>
                <a:close/>
                <a:moveTo>
                  <a:pt x="978" y="1044"/>
                </a:moveTo>
                <a:cubicBezTo>
                  <a:pt x="978" y="1046"/>
                  <a:pt x="974" y="1045"/>
                  <a:pt x="975" y="1048"/>
                </a:cubicBezTo>
                <a:cubicBezTo>
                  <a:pt x="977" y="1049"/>
                  <a:pt x="980" y="1045"/>
                  <a:pt x="978" y="1044"/>
                </a:cubicBezTo>
                <a:close/>
                <a:moveTo>
                  <a:pt x="966" y="1050"/>
                </a:moveTo>
                <a:cubicBezTo>
                  <a:pt x="966" y="1055"/>
                  <a:pt x="972" y="1054"/>
                  <a:pt x="972" y="1050"/>
                </a:cubicBezTo>
                <a:cubicBezTo>
                  <a:pt x="968" y="1049"/>
                  <a:pt x="968" y="1051"/>
                  <a:pt x="966" y="1050"/>
                </a:cubicBezTo>
                <a:close/>
                <a:moveTo>
                  <a:pt x="603" y="1063"/>
                </a:moveTo>
                <a:cubicBezTo>
                  <a:pt x="606" y="1061"/>
                  <a:pt x="607" y="1062"/>
                  <a:pt x="610" y="1061"/>
                </a:cubicBezTo>
                <a:cubicBezTo>
                  <a:pt x="608" y="1060"/>
                  <a:pt x="603" y="1059"/>
                  <a:pt x="603" y="1063"/>
                </a:cubicBezTo>
                <a:close/>
                <a:moveTo>
                  <a:pt x="597" y="1066"/>
                </a:moveTo>
                <a:cubicBezTo>
                  <a:pt x="602" y="1064"/>
                  <a:pt x="612" y="1071"/>
                  <a:pt x="615" y="1064"/>
                </a:cubicBezTo>
                <a:cubicBezTo>
                  <a:pt x="608" y="1066"/>
                  <a:pt x="601" y="1061"/>
                  <a:pt x="597" y="1066"/>
                </a:cubicBezTo>
                <a:close/>
                <a:moveTo>
                  <a:pt x="405" y="1070"/>
                </a:moveTo>
                <a:cubicBezTo>
                  <a:pt x="401" y="1068"/>
                  <a:pt x="396" y="1067"/>
                  <a:pt x="392" y="1070"/>
                </a:cubicBezTo>
                <a:cubicBezTo>
                  <a:pt x="392" y="1075"/>
                  <a:pt x="399" y="1074"/>
                  <a:pt x="399" y="1079"/>
                </a:cubicBezTo>
                <a:cubicBezTo>
                  <a:pt x="401" y="1080"/>
                  <a:pt x="401" y="1078"/>
                  <a:pt x="402" y="1078"/>
                </a:cubicBezTo>
                <a:cubicBezTo>
                  <a:pt x="404" y="1080"/>
                  <a:pt x="404" y="1085"/>
                  <a:pt x="409" y="1084"/>
                </a:cubicBezTo>
                <a:cubicBezTo>
                  <a:pt x="409" y="1078"/>
                  <a:pt x="412" y="1084"/>
                  <a:pt x="414" y="1081"/>
                </a:cubicBezTo>
                <a:cubicBezTo>
                  <a:pt x="411" y="1078"/>
                  <a:pt x="405" y="1077"/>
                  <a:pt x="405" y="1070"/>
                </a:cubicBezTo>
                <a:close/>
                <a:moveTo>
                  <a:pt x="785" y="1073"/>
                </a:moveTo>
                <a:cubicBezTo>
                  <a:pt x="788" y="1073"/>
                  <a:pt x="790" y="1075"/>
                  <a:pt x="792" y="1072"/>
                </a:cubicBezTo>
                <a:cubicBezTo>
                  <a:pt x="791" y="1072"/>
                  <a:pt x="791" y="1072"/>
                  <a:pt x="791" y="1071"/>
                </a:cubicBezTo>
                <a:cubicBezTo>
                  <a:pt x="788" y="1070"/>
                  <a:pt x="786" y="1071"/>
                  <a:pt x="785" y="1073"/>
                </a:cubicBezTo>
                <a:close/>
                <a:moveTo>
                  <a:pt x="633" y="1080"/>
                </a:moveTo>
                <a:cubicBezTo>
                  <a:pt x="635" y="1080"/>
                  <a:pt x="641" y="1080"/>
                  <a:pt x="642" y="1076"/>
                </a:cubicBezTo>
                <a:cubicBezTo>
                  <a:pt x="639" y="1074"/>
                  <a:pt x="635" y="1073"/>
                  <a:pt x="630" y="1073"/>
                </a:cubicBezTo>
                <a:cubicBezTo>
                  <a:pt x="630" y="1077"/>
                  <a:pt x="633" y="1078"/>
                  <a:pt x="633" y="1080"/>
                </a:cubicBezTo>
                <a:close/>
                <a:moveTo>
                  <a:pt x="611" y="1083"/>
                </a:moveTo>
                <a:cubicBezTo>
                  <a:pt x="614" y="1084"/>
                  <a:pt x="618" y="1086"/>
                  <a:pt x="619" y="1082"/>
                </a:cubicBezTo>
                <a:cubicBezTo>
                  <a:pt x="617" y="1083"/>
                  <a:pt x="612" y="1081"/>
                  <a:pt x="611" y="1083"/>
                </a:cubicBezTo>
                <a:close/>
                <a:moveTo>
                  <a:pt x="431" y="1085"/>
                </a:moveTo>
                <a:cubicBezTo>
                  <a:pt x="428" y="1086"/>
                  <a:pt x="426" y="1082"/>
                  <a:pt x="424" y="1085"/>
                </a:cubicBezTo>
                <a:cubicBezTo>
                  <a:pt x="427" y="1086"/>
                  <a:pt x="427" y="1090"/>
                  <a:pt x="431" y="1088"/>
                </a:cubicBezTo>
                <a:cubicBezTo>
                  <a:pt x="429" y="1088"/>
                  <a:pt x="432" y="1087"/>
                  <a:pt x="431" y="1085"/>
                </a:cubicBezTo>
                <a:close/>
                <a:moveTo>
                  <a:pt x="299" y="1093"/>
                </a:moveTo>
                <a:cubicBezTo>
                  <a:pt x="306" y="1095"/>
                  <a:pt x="308" y="1106"/>
                  <a:pt x="316" y="1104"/>
                </a:cubicBezTo>
                <a:cubicBezTo>
                  <a:pt x="313" y="1103"/>
                  <a:pt x="317" y="1100"/>
                  <a:pt x="315" y="1099"/>
                </a:cubicBezTo>
                <a:cubicBezTo>
                  <a:pt x="308" y="1100"/>
                  <a:pt x="307" y="1090"/>
                  <a:pt x="299" y="1089"/>
                </a:cubicBezTo>
                <a:lnTo>
                  <a:pt x="299" y="1093"/>
                </a:lnTo>
                <a:close/>
                <a:moveTo>
                  <a:pt x="421" y="1094"/>
                </a:moveTo>
                <a:cubicBezTo>
                  <a:pt x="421" y="1095"/>
                  <a:pt x="420" y="1095"/>
                  <a:pt x="418" y="1095"/>
                </a:cubicBezTo>
                <a:cubicBezTo>
                  <a:pt x="420" y="1100"/>
                  <a:pt x="422" y="1104"/>
                  <a:pt x="429" y="1104"/>
                </a:cubicBezTo>
                <a:cubicBezTo>
                  <a:pt x="429" y="1098"/>
                  <a:pt x="422" y="1099"/>
                  <a:pt x="421" y="1094"/>
                </a:cubicBezTo>
                <a:close/>
                <a:moveTo>
                  <a:pt x="878" y="1103"/>
                </a:moveTo>
                <a:cubicBezTo>
                  <a:pt x="881" y="1101"/>
                  <a:pt x="882" y="1103"/>
                  <a:pt x="883" y="1099"/>
                </a:cubicBezTo>
                <a:cubicBezTo>
                  <a:pt x="881" y="1100"/>
                  <a:pt x="879" y="1101"/>
                  <a:pt x="878" y="1103"/>
                </a:cubicBezTo>
                <a:close/>
                <a:moveTo>
                  <a:pt x="448" y="1111"/>
                </a:moveTo>
                <a:cubicBezTo>
                  <a:pt x="450" y="1111"/>
                  <a:pt x="455" y="1117"/>
                  <a:pt x="456" y="1113"/>
                </a:cubicBezTo>
                <a:cubicBezTo>
                  <a:pt x="454" y="1112"/>
                  <a:pt x="450" y="1109"/>
                  <a:pt x="448" y="1111"/>
                </a:cubicBezTo>
                <a:close/>
                <a:moveTo>
                  <a:pt x="854" y="1114"/>
                </a:moveTo>
                <a:cubicBezTo>
                  <a:pt x="852" y="1113"/>
                  <a:pt x="857" y="1115"/>
                  <a:pt x="857" y="1110"/>
                </a:cubicBezTo>
                <a:cubicBezTo>
                  <a:pt x="855" y="1110"/>
                  <a:pt x="854" y="1112"/>
                  <a:pt x="852" y="1112"/>
                </a:cubicBezTo>
                <a:cubicBezTo>
                  <a:pt x="851" y="1114"/>
                  <a:pt x="853" y="1117"/>
                  <a:pt x="854" y="1114"/>
                </a:cubicBezTo>
                <a:close/>
                <a:moveTo>
                  <a:pt x="463" y="1121"/>
                </a:moveTo>
                <a:cubicBezTo>
                  <a:pt x="462" y="1121"/>
                  <a:pt x="461" y="1121"/>
                  <a:pt x="460" y="1121"/>
                </a:cubicBezTo>
                <a:cubicBezTo>
                  <a:pt x="459" y="1124"/>
                  <a:pt x="459" y="1130"/>
                  <a:pt x="463" y="1128"/>
                </a:cubicBezTo>
                <a:cubicBezTo>
                  <a:pt x="459" y="1126"/>
                  <a:pt x="464" y="1123"/>
                  <a:pt x="463" y="1121"/>
                </a:cubicBezTo>
                <a:close/>
                <a:moveTo>
                  <a:pt x="832" y="1122"/>
                </a:moveTo>
                <a:cubicBezTo>
                  <a:pt x="831" y="1121"/>
                  <a:pt x="827" y="1123"/>
                  <a:pt x="825" y="1124"/>
                </a:cubicBezTo>
                <a:cubicBezTo>
                  <a:pt x="827" y="1123"/>
                  <a:pt x="832" y="1126"/>
                  <a:pt x="832" y="1122"/>
                </a:cubicBezTo>
                <a:close/>
                <a:moveTo>
                  <a:pt x="630" y="1124"/>
                </a:moveTo>
                <a:cubicBezTo>
                  <a:pt x="629" y="1125"/>
                  <a:pt x="629" y="1127"/>
                  <a:pt x="630" y="1128"/>
                </a:cubicBezTo>
                <a:cubicBezTo>
                  <a:pt x="633" y="1128"/>
                  <a:pt x="636" y="1127"/>
                  <a:pt x="638" y="1126"/>
                </a:cubicBezTo>
                <a:cubicBezTo>
                  <a:pt x="634" y="1127"/>
                  <a:pt x="633" y="1124"/>
                  <a:pt x="630" y="1124"/>
                </a:cubicBezTo>
                <a:close/>
                <a:moveTo>
                  <a:pt x="829" y="1129"/>
                </a:moveTo>
                <a:cubicBezTo>
                  <a:pt x="833" y="1128"/>
                  <a:pt x="839" y="1129"/>
                  <a:pt x="840" y="1125"/>
                </a:cubicBezTo>
                <a:cubicBezTo>
                  <a:pt x="836" y="1126"/>
                  <a:pt x="831" y="1126"/>
                  <a:pt x="829" y="1129"/>
                </a:cubicBezTo>
                <a:close/>
                <a:moveTo>
                  <a:pt x="779" y="1129"/>
                </a:moveTo>
                <a:cubicBezTo>
                  <a:pt x="782" y="1129"/>
                  <a:pt x="784" y="1128"/>
                  <a:pt x="785" y="1127"/>
                </a:cubicBezTo>
                <a:cubicBezTo>
                  <a:pt x="782" y="1127"/>
                  <a:pt x="780" y="1127"/>
                  <a:pt x="779" y="1129"/>
                </a:cubicBezTo>
                <a:close/>
                <a:moveTo>
                  <a:pt x="706" y="1138"/>
                </a:moveTo>
                <a:cubicBezTo>
                  <a:pt x="710" y="1139"/>
                  <a:pt x="714" y="1136"/>
                  <a:pt x="712" y="1134"/>
                </a:cubicBezTo>
                <a:cubicBezTo>
                  <a:pt x="711" y="1136"/>
                  <a:pt x="706" y="1134"/>
                  <a:pt x="706" y="1138"/>
                </a:cubicBezTo>
                <a:close/>
                <a:moveTo>
                  <a:pt x="310" y="1139"/>
                </a:moveTo>
                <a:cubicBezTo>
                  <a:pt x="312" y="1140"/>
                  <a:pt x="316" y="1144"/>
                  <a:pt x="318" y="1142"/>
                </a:cubicBezTo>
                <a:cubicBezTo>
                  <a:pt x="316" y="1141"/>
                  <a:pt x="313" y="1137"/>
                  <a:pt x="310" y="1139"/>
                </a:cubicBezTo>
                <a:close/>
                <a:moveTo>
                  <a:pt x="511" y="1144"/>
                </a:moveTo>
                <a:cubicBezTo>
                  <a:pt x="517" y="1140"/>
                  <a:pt x="524" y="1144"/>
                  <a:pt x="528" y="1144"/>
                </a:cubicBezTo>
                <a:cubicBezTo>
                  <a:pt x="526" y="1140"/>
                  <a:pt x="512" y="1136"/>
                  <a:pt x="511" y="1144"/>
                </a:cubicBezTo>
                <a:close/>
                <a:moveTo>
                  <a:pt x="540" y="1142"/>
                </a:moveTo>
                <a:cubicBezTo>
                  <a:pt x="540" y="1144"/>
                  <a:pt x="544" y="1146"/>
                  <a:pt x="546" y="1143"/>
                </a:cubicBezTo>
                <a:cubicBezTo>
                  <a:pt x="544" y="1142"/>
                  <a:pt x="542" y="1138"/>
                  <a:pt x="540" y="1142"/>
                </a:cubicBezTo>
                <a:close/>
                <a:moveTo>
                  <a:pt x="343" y="1149"/>
                </a:moveTo>
                <a:cubicBezTo>
                  <a:pt x="342" y="1150"/>
                  <a:pt x="339" y="1148"/>
                  <a:pt x="339" y="1150"/>
                </a:cubicBezTo>
                <a:cubicBezTo>
                  <a:pt x="342" y="1153"/>
                  <a:pt x="343" y="1155"/>
                  <a:pt x="348" y="1155"/>
                </a:cubicBezTo>
                <a:cubicBezTo>
                  <a:pt x="348" y="1151"/>
                  <a:pt x="343" y="1153"/>
                  <a:pt x="343" y="1149"/>
                </a:cubicBezTo>
                <a:close/>
                <a:moveTo>
                  <a:pt x="589" y="1153"/>
                </a:moveTo>
                <a:cubicBezTo>
                  <a:pt x="592" y="1154"/>
                  <a:pt x="594" y="1158"/>
                  <a:pt x="597" y="1156"/>
                </a:cubicBezTo>
                <a:cubicBezTo>
                  <a:pt x="597" y="1152"/>
                  <a:pt x="591" y="1150"/>
                  <a:pt x="589" y="1153"/>
                </a:cubicBezTo>
                <a:close/>
                <a:moveTo>
                  <a:pt x="535" y="1217"/>
                </a:moveTo>
                <a:cubicBezTo>
                  <a:pt x="539" y="1215"/>
                  <a:pt x="543" y="1221"/>
                  <a:pt x="546" y="1216"/>
                </a:cubicBezTo>
                <a:cubicBezTo>
                  <a:pt x="543" y="1213"/>
                  <a:pt x="535" y="1215"/>
                  <a:pt x="532" y="1212"/>
                </a:cubicBezTo>
                <a:cubicBezTo>
                  <a:pt x="532" y="1215"/>
                  <a:pt x="536" y="1213"/>
                  <a:pt x="535" y="1217"/>
                </a:cubicBezTo>
                <a:close/>
                <a:moveTo>
                  <a:pt x="614" y="1221"/>
                </a:moveTo>
                <a:cubicBezTo>
                  <a:pt x="618" y="1221"/>
                  <a:pt x="619" y="1223"/>
                  <a:pt x="621" y="1220"/>
                </a:cubicBezTo>
                <a:cubicBezTo>
                  <a:pt x="620" y="1219"/>
                  <a:pt x="615" y="1219"/>
                  <a:pt x="614" y="1221"/>
                </a:cubicBezTo>
                <a:close/>
                <a:moveTo>
                  <a:pt x="689" y="1228"/>
                </a:moveTo>
                <a:cubicBezTo>
                  <a:pt x="693" y="1232"/>
                  <a:pt x="699" y="1230"/>
                  <a:pt x="704" y="1228"/>
                </a:cubicBezTo>
                <a:cubicBezTo>
                  <a:pt x="700" y="1225"/>
                  <a:pt x="695" y="1225"/>
                  <a:pt x="689" y="1228"/>
                </a:cubicBezTo>
                <a:close/>
                <a:moveTo>
                  <a:pt x="721" y="1229"/>
                </a:moveTo>
                <a:cubicBezTo>
                  <a:pt x="721" y="1228"/>
                  <a:pt x="720" y="1227"/>
                  <a:pt x="720" y="1226"/>
                </a:cubicBezTo>
                <a:cubicBezTo>
                  <a:pt x="718" y="1226"/>
                  <a:pt x="716" y="1225"/>
                  <a:pt x="715" y="1227"/>
                </a:cubicBezTo>
                <a:cubicBezTo>
                  <a:pt x="715" y="1230"/>
                  <a:pt x="718" y="1231"/>
                  <a:pt x="721" y="1229"/>
                </a:cubicBezTo>
                <a:close/>
                <a:moveTo>
                  <a:pt x="736" y="1227"/>
                </a:moveTo>
                <a:cubicBezTo>
                  <a:pt x="731" y="1230"/>
                  <a:pt x="729" y="1226"/>
                  <a:pt x="723" y="1226"/>
                </a:cubicBezTo>
                <a:cubicBezTo>
                  <a:pt x="725" y="1228"/>
                  <a:pt x="726" y="1230"/>
                  <a:pt x="726" y="1233"/>
                </a:cubicBezTo>
                <a:cubicBezTo>
                  <a:pt x="729" y="1233"/>
                  <a:pt x="733" y="1233"/>
                  <a:pt x="735" y="1234"/>
                </a:cubicBezTo>
                <a:cubicBezTo>
                  <a:pt x="728" y="1238"/>
                  <a:pt x="720" y="1235"/>
                  <a:pt x="714" y="1238"/>
                </a:cubicBezTo>
                <a:cubicBezTo>
                  <a:pt x="722" y="1241"/>
                  <a:pt x="731" y="1238"/>
                  <a:pt x="738" y="1241"/>
                </a:cubicBezTo>
                <a:cubicBezTo>
                  <a:pt x="740" y="1240"/>
                  <a:pt x="736" y="1239"/>
                  <a:pt x="737" y="1236"/>
                </a:cubicBezTo>
                <a:cubicBezTo>
                  <a:pt x="738" y="1236"/>
                  <a:pt x="742" y="1237"/>
                  <a:pt x="741" y="1235"/>
                </a:cubicBezTo>
                <a:cubicBezTo>
                  <a:pt x="738" y="1235"/>
                  <a:pt x="740" y="1229"/>
                  <a:pt x="736" y="1227"/>
                </a:cubicBezTo>
                <a:close/>
                <a:moveTo>
                  <a:pt x="771" y="1235"/>
                </a:moveTo>
                <a:cubicBezTo>
                  <a:pt x="770" y="1238"/>
                  <a:pt x="777" y="1238"/>
                  <a:pt x="776" y="1235"/>
                </a:cubicBezTo>
                <a:cubicBezTo>
                  <a:pt x="773" y="1236"/>
                  <a:pt x="774" y="1236"/>
                  <a:pt x="771" y="1235"/>
                </a:cubicBezTo>
                <a:close/>
                <a:moveTo>
                  <a:pt x="496" y="1245"/>
                </a:moveTo>
                <a:cubicBezTo>
                  <a:pt x="496" y="1247"/>
                  <a:pt x="501" y="1249"/>
                  <a:pt x="501" y="1248"/>
                </a:cubicBezTo>
                <a:cubicBezTo>
                  <a:pt x="500" y="1246"/>
                  <a:pt x="499" y="1244"/>
                  <a:pt x="496" y="1245"/>
                </a:cubicBezTo>
                <a:close/>
                <a:moveTo>
                  <a:pt x="384" y="0"/>
                </a:moveTo>
                <a:cubicBezTo>
                  <a:pt x="380" y="3"/>
                  <a:pt x="372" y="2"/>
                  <a:pt x="370" y="7"/>
                </a:cubicBezTo>
                <a:cubicBezTo>
                  <a:pt x="375" y="5"/>
                  <a:pt x="383" y="3"/>
                  <a:pt x="384" y="0"/>
                </a:cubicBezTo>
                <a:close/>
                <a:moveTo>
                  <a:pt x="363" y="14"/>
                </a:moveTo>
                <a:cubicBezTo>
                  <a:pt x="364" y="12"/>
                  <a:pt x="365" y="8"/>
                  <a:pt x="364" y="8"/>
                </a:cubicBezTo>
                <a:cubicBezTo>
                  <a:pt x="362" y="8"/>
                  <a:pt x="361" y="10"/>
                  <a:pt x="358" y="10"/>
                </a:cubicBezTo>
                <a:cubicBezTo>
                  <a:pt x="358" y="13"/>
                  <a:pt x="360" y="14"/>
                  <a:pt x="363" y="14"/>
                </a:cubicBezTo>
                <a:close/>
                <a:moveTo>
                  <a:pt x="605" y="1080"/>
                </a:moveTo>
                <a:cubicBezTo>
                  <a:pt x="604" y="1080"/>
                  <a:pt x="604" y="1080"/>
                  <a:pt x="603" y="1079"/>
                </a:cubicBezTo>
                <a:cubicBezTo>
                  <a:pt x="603" y="1080"/>
                  <a:pt x="604" y="1080"/>
                  <a:pt x="605" y="1080"/>
                </a:cubicBezTo>
                <a:close/>
                <a:moveTo>
                  <a:pt x="1210" y="547"/>
                </a:moveTo>
                <a:cubicBezTo>
                  <a:pt x="1210" y="546"/>
                  <a:pt x="1211" y="546"/>
                  <a:pt x="1211" y="544"/>
                </a:cubicBezTo>
                <a:cubicBezTo>
                  <a:pt x="1203" y="532"/>
                  <a:pt x="1208" y="514"/>
                  <a:pt x="1202" y="500"/>
                </a:cubicBezTo>
                <a:cubicBezTo>
                  <a:pt x="1201" y="501"/>
                  <a:pt x="1203" y="505"/>
                  <a:pt x="1201" y="504"/>
                </a:cubicBezTo>
                <a:cubicBezTo>
                  <a:pt x="1198" y="500"/>
                  <a:pt x="1196" y="493"/>
                  <a:pt x="1193" y="488"/>
                </a:cubicBezTo>
                <a:cubicBezTo>
                  <a:pt x="1192" y="493"/>
                  <a:pt x="1196" y="498"/>
                  <a:pt x="1194" y="502"/>
                </a:cubicBezTo>
                <a:cubicBezTo>
                  <a:pt x="1188" y="473"/>
                  <a:pt x="1181" y="444"/>
                  <a:pt x="1172" y="419"/>
                </a:cubicBezTo>
                <a:cubicBezTo>
                  <a:pt x="1174" y="431"/>
                  <a:pt x="1182" y="442"/>
                  <a:pt x="1179" y="454"/>
                </a:cubicBezTo>
                <a:cubicBezTo>
                  <a:pt x="1179" y="452"/>
                  <a:pt x="1177" y="453"/>
                  <a:pt x="1177" y="452"/>
                </a:cubicBezTo>
                <a:cubicBezTo>
                  <a:pt x="1174" y="433"/>
                  <a:pt x="1169" y="419"/>
                  <a:pt x="1162" y="404"/>
                </a:cubicBezTo>
                <a:cubicBezTo>
                  <a:pt x="1164" y="416"/>
                  <a:pt x="1172" y="426"/>
                  <a:pt x="1166" y="440"/>
                </a:cubicBezTo>
                <a:cubicBezTo>
                  <a:pt x="1166" y="439"/>
                  <a:pt x="1165" y="439"/>
                  <a:pt x="1164" y="440"/>
                </a:cubicBezTo>
                <a:cubicBezTo>
                  <a:pt x="1161" y="427"/>
                  <a:pt x="1153" y="415"/>
                  <a:pt x="1152" y="399"/>
                </a:cubicBezTo>
                <a:cubicBezTo>
                  <a:pt x="1154" y="399"/>
                  <a:pt x="1153" y="402"/>
                  <a:pt x="1155" y="401"/>
                </a:cubicBezTo>
                <a:cubicBezTo>
                  <a:pt x="1156" y="395"/>
                  <a:pt x="1151" y="392"/>
                  <a:pt x="1154" y="387"/>
                </a:cubicBezTo>
                <a:cubicBezTo>
                  <a:pt x="1155" y="390"/>
                  <a:pt x="1156" y="394"/>
                  <a:pt x="1159" y="396"/>
                </a:cubicBezTo>
                <a:cubicBezTo>
                  <a:pt x="1160" y="392"/>
                  <a:pt x="1158" y="391"/>
                  <a:pt x="1157" y="387"/>
                </a:cubicBezTo>
                <a:cubicBezTo>
                  <a:pt x="1160" y="386"/>
                  <a:pt x="1160" y="390"/>
                  <a:pt x="1161" y="388"/>
                </a:cubicBezTo>
                <a:cubicBezTo>
                  <a:pt x="1152" y="359"/>
                  <a:pt x="1141" y="327"/>
                  <a:pt x="1121" y="306"/>
                </a:cubicBezTo>
                <a:cubicBezTo>
                  <a:pt x="1121" y="304"/>
                  <a:pt x="1120" y="302"/>
                  <a:pt x="1119" y="300"/>
                </a:cubicBezTo>
                <a:cubicBezTo>
                  <a:pt x="1112" y="300"/>
                  <a:pt x="1112" y="291"/>
                  <a:pt x="1107" y="289"/>
                </a:cubicBezTo>
                <a:cubicBezTo>
                  <a:pt x="1093" y="268"/>
                  <a:pt x="1075" y="253"/>
                  <a:pt x="1060" y="234"/>
                </a:cubicBezTo>
                <a:cubicBezTo>
                  <a:pt x="1055" y="234"/>
                  <a:pt x="1055" y="229"/>
                  <a:pt x="1051" y="228"/>
                </a:cubicBezTo>
                <a:cubicBezTo>
                  <a:pt x="1059" y="241"/>
                  <a:pt x="1072" y="248"/>
                  <a:pt x="1080" y="263"/>
                </a:cubicBezTo>
                <a:cubicBezTo>
                  <a:pt x="1092" y="274"/>
                  <a:pt x="1103" y="285"/>
                  <a:pt x="1110" y="301"/>
                </a:cubicBezTo>
                <a:cubicBezTo>
                  <a:pt x="1109" y="301"/>
                  <a:pt x="1108" y="302"/>
                  <a:pt x="1107" y="302"/>
                </a:cubicBezTo>
                <a:cubicBezTo>
                  <a:pt x="1103" y="298"/>
                  <a:pt x="1102" y="291"/>
                  <a:pt x="1099" y="286"/>
                </a:cubicBezTo>
                <a:cubicBezTo>
                  <a:pt x="1096" y="286"/>
                  <a:pt x="1096" y="288"/>
                  <a:pt x="1094" y="286"/>
                </a:cubicBezTo>
                <a:cubicBezTo>
                  <a:pt x="1094" y="281"/>
                  <a:pt x="1094" y="281"/>
                  <a:pt x="1094" y="281"/>
                </a:cubicBezTo>
                <a:cubicBezTo>
                  <a:pt x="1081" y="269"/>
                  <a:pt x="1073" y="252"/>
                  <a:pt x="1057" y="243"/>
                </a:cubicBezTo>
                <a:cubicBezTo>
                  <a:pt x="1059" y="247"/>
                  <a:pt x="1063" y="256"/>
                  <a:pt x="1066" y="252"/>
                </a:cubicBezTo>
                <a:cubicBezTo>
                  <a:pt x="1068" y="260"/>
                  <a:pt x="1065" y="264"/>
                  <a:pt x="1066" y="270"/>
                </a:cubicBezTo>
                <a:cubicBezTo>
                  <a:pt x="1061" y="257"/>
                  <a:pt x="1047" y="253"/>
                  <a:pt x="1041" y="241"/>
                </a:cubicBezTo>
                <a:cubicBezTo>
                  <a:pt x="1043" y="240"/>
                  <a:pt x="1043" y="244"/>
                  <a:pt x="1045" y="242"/>
                </a:cubicBezTo>
                <a:cubicBezTo>
                  <a:pt x="1045" y="238"/>
                  <a:pt x="1042" y="238"/>
                  <a:pt x="1041" y="236"/>
                </a:cubicBezTo>
                <a:cubicBezTo>
                  <a:pt x="1041" y="237"/>
                  <a:pt x="1041" y="238"/>
                  <a:pt x="1039" y="238"/>
                </a:cubicBezTo>
                <a:cubicBezTo>
                  <a:pt x="1041" y="234"/>
                  <a:pt x="1036" y="235"/>
                  <a:pt x="1036" y="232"/>
                </a:cubicBezTo>
                <a:cubicBezTo>
                  <a:pt x="1034" y="232"/>
                  <a:pt x="1031" y="234"/>
                  <a:pt x="1029" y="232"/>
                </a:cubicBezTo>
                <a:cubicBezTo>
                  <a:pt x="1029" y="233"/>
                  <a:pt x="1030" y="234"/>
                  <a:pt x="1029" y="235"/>
                </a:cubicBezTo>
                <a:cubicBezTo>
                  <a:pt x="1026" y="234"/>
                  <a:pt x="1023" y="229"/>
                  <a:pt x="1021" y="233"/>
                </a:cubicBezTo>
                <a:cubicBezTo>
                  <a:pt x="1019" y="231"/>
                  <a:pt x="1017" y="228"/>
                  <a:pt x="1014" y="227"/>
                </a:cubicBezTo>
                <a:cubicBezTo>
                  <a:pt x="1016" y="233"/>
                  <a:pt x="1022" y="234"/>
                  <a:pt x="1024" y="241"/>
                </a:cubicBezTo>
                <a:cubicBezTo>
                  <a:pt x="1020" y="244"/>
                  <a:pt x="1017" y="237"/>
                  <a:pt x="1015" y="235"/>
                </a:cubicBezTo>
                <a:cubicBezTo>
                  <a:pt x="1010" y="230"/>
                  <a:pt x="1003" y="231"/>
                  <a:pt x="1007" y="227"/>
                </a:cubicBezTo>
                <a:cubicBezTo>
                  <a:pt x="1002" y="224"/>
                  <a:pt x="996" y="211"/>
                  <a:pt x="993" y="217"/>
                </a:cubicBezTo>
                <a:cubicBezTo>
                  <a:pt x="992" y="215"/>
                  <a:pt x="991" y="214"/>
                  <a:pt x="992" y="211"/>
                </a:cubicBezTo>
                <a:cubicBezTo>
                  <a:pt x="990" y="209"/>
                  <a:pt x="987" y="209"/>
                  <a:pt x="986" y="206"/>
                </a:cubicBezTo>
                <a:cubicBezTo>
                  <a:pt x="988" y="204"/>
                  <a:pt x="987" y="204"/>
                  <a:pt x="987" y="200"/>
                </a:cubicBezTo>
                <a:cubicBezTo>
                  <a:pt x="989" y="202"/>
                  <a:pt x="989" y="199"/>
                  <a:pt x="990" y="199"/>
                </a:cubicBezTo>
                <a:cubicBezTo>
                  <a:pt x="980" y="195"/>
                  <a:pt x="973" y="183"/>
                  <a:pt x="964" y="181"/>
                </a:cubicBezTo>
                <a:cubicBezTo>
                  <a:pt x="963" y="186"/>
                  <a:pt x="974" y="189"/>
                  <a:pt x="972" y="195"/>
                </a:cubicBezTo>
                <a:cubicBezTo>
                  <a:pt x="974" y="196"/>
                  <a:pt x="978" y="197"/>
                  <a:pt x="977" y="202"/>
                </a:cubicBezTo>
                <a:cubicBezTo>
                  <a:pt x="971" y="202"/>
                  <a:pt x="969" y="200"/>
                  <a:pt x="968" y="192"/>
                </a:cubicBezTo>
                <a:cubicBezTo>
                  <a:pt x="956" y="194"/>
                  <a:pt x="951" y="183"/>
                  <a:pt x="942" y="178"/>
                </a:cubicBezTo>
                <a:cubicBezTo>
                  <a:pt x="945" y="177"/>
                  <a:pt x="942" y="175"/>
                  <a:pt x="942" y="171"/>
                </a:cubicBezTo>
                <a:cubicBezTo>
                  <a:pt x="951" y="171"/>
                  <a:pt x="956" y="180"/>
                  <a:pt x="963" y="181"/>
                </a:cubicBezTo>
                <a:cubicBezTo>
                  <a:pt x="963" y="178"/>
                  <a:pt x="960" y="178"/>
                  <a:pt x="959" y="175"/>
                </a:cubicBezTo>
                <a:cubicBezTo>
                  <a:pt x="951" y="177"/>
                  <a:pt x="954" y="164"/>
                  <a:pt x="946" y="163"/>
                </a:cubicBezTo>
                <a:cubicBezTo>
                  <a:pt x="945" y="169"/>
                  <a:pt x="940" y="161"/>
                  <a:pt x="937" y="159"/>
                </a:cubicBezTo>
                <a:cubicBezTo>
                  <a:pt x="934" y="160"/>
                  <a:pt x="933" y="162"/>
                  <a:pt x="931" y="159"/>
                </a:cubicBezTo>
                <a:cubicBezTo>
                  <a:pt x="932" y="164"/>
                  <a:pt x="937" y="164"/>
                  <a:pt x="939" y="168"/>
                </a:cubicBezTo>
                <a:cubicBezTo>
                  <a:pt x="938" y="168"/>
                  <a:pt x="939" y="170"/>
                  <a:pt x="937" y="171"/>
                </a:cubicBezTo>
                <a:cubicBezTo>
                  <a:pt x="931" y="169"/>
                  <a:pt x="926" y="166"/>
                  <a:pt x="922" y="162"/>
                </a:cubicBezTo>
                <a:cubicBezTo>
                  <a:pt x="923" y="161"/>
                  <a:pt x="922" y="158"/>
                  <a:pt x="924" y="158"/>
                </a:cubicBezTo>
                <a:cubicBezTo>
                  <a:pt x="926" y="157"/>
                  <a:pt x="928" y="159"/>
                  <a:pt x="931" y="159"/>
                </a:cubicBezTo>
                <a:cubicBezTo>
                  <a:pt x="933" y="156"/>
                  <a:pt x="926" y="154"/>
                  <a:pt x="932" y="152"/>
                </a:cubicBezTo>
                <a:cubicBezTo>
                  <a:pt x="927" y="151"/>
                  <a:pt x="925" y="147"/>
                  <a:pt x="920" y="145"/>
                </a:cubicBezTo>
                <a:cubicBezTo>
                  <a:pt x="922" y="144"/>
                  <a:pt x="919" y="142"/>
                  <a:pt x="921" y="142"/>
                </a:cubicBezTo>
                <a:cubicBezTo>
                  <a:pt x="932" y="144"/>
                  <a:pt x="922" y="140"/>
                  <a:pt x="919" y="137"/>
                </a:cubicBezTo>
                <a:cubicBezTo>
                  <a:pt x="919" y="139"/>
                  <a:pt x="918" y="139"/>
                  <a:pt x="917" y="140"/>
                </a:cubicBezTo>
                <a:cubicBezTo>
                  <a:pt x="915" y="139"/>
                  <a:pt x="915" y="136"/>
                  <a:pt x="911" y="135"/>
                </a:cubicBezTo>
                <a:cubicBezTo>
                  <a:pt x="911" y="137"/>
                  <a:pt x="909" y="137"/>
                  <a:pt x="908" y="139"/>
                </a:cubicBezTo>
                <a:cubicBezTo>
                  <a:pt x="907" y="138"/>
                  <a:pt x="904" y="139"/>
                  <a:pt x="903" y="137"/>
                </a:cubicBezTo>
                <a:cubicBezTo>
                  <a:pt x="904" y="134"/>
                  <a:pt x="909" y="138"/>
                  <a:pt x="908" y="135"/>
                </a:cubicBezTo>
                <a:cubicBezTo>
                  <a:pt x="907" y="134"/>
                  <a:pt x="908" y="134"/>
                  <a:pt x="908" y="133"/>
                </a:cubicBezTo>
                <a:cubicBezTo>
                  <a:pt x="906" y="133"/>
                  <a:pt x="904" y="133"/>
                  <a:pt x="903" y="132"/>
                </a:cubicBezTo>
                <a:cubicBezTo>
                  <a:pt x="903" y="136"/>
                  <a:pt x="900" y="137"/>
                  <a:pt x="898" y="139"/>
                </a:cubicBezTo>
                <a:cubicBezTo>
                  <a:pt x="896" y="139"/>
                  <a:pt x="894" y="135"/>
                  <a:pt x="893" y="137"/>
                </a:cubicBezTo>
                <a:cubicBezTo>
                  <a:pt x="894" y="137"/>
                  <a:pt x="895" y="138"/>
                  <a:pt x="895" y="140"/>
                </a:cubicBezTo>
                <a:cubicBezTo>
                  <a:pt x="894" y="140"/>
                  <a:pt x="893" y="140"/>
                  <a:pt x="892" y="139"/>
                </a:cubicBezTo>
                <a:cubicBezTo>
                  <a:pt x="894" y="145"/>
                  <a:pt x="887" y="142"/>
                  <a:pt x="885" y="139"/>
                </a:cubicBezTo>
                <a:cubicBezTo>
                  <a:pt x="886" y="137"/>
                  <a:pt x="888" y="137"/>
                  <a:pt x="887" y="135"/>
                </a:cubicBezTo>
                <a:cubicBezTo>
                  <a:pt x="885" y="132"/>
                  <a:pt x="882" y="130"/>
                  <a:pt x="881" y="127"/>
                </a:cubicBezTo>
                <a:cubicBezTo>
                  <a:pt x="883" y="127"/>
                  <a:pt x="884" y="126"/>
                  <a:pt x="885" y="125"/>
                </a:cubicBezTo>
                <a:cubicBezTo>
                  <a:pt x="881" y="123"/>
                  <a:pt x="884" y="117"/>
                  <a:pt x="880" y="113"/>
                </a:cubicBezTo>
                <a:cubicBezTo>
                  <a:pt x="874" y="113"/>
                  <a:pt x="871" y="111"/>
                  <a:pt x="869" y="107"/>
                </a:cubicBezTo>
                <a:cubicBezTo>
                  <a:pt x="871" y="109"/>
                  <a:pt x="868" y="103"/>
                  <a:pt x="873" y="106"/>
                </a:cubicBezTo>
                <a:cubicBezTo>
                  <a:pt x="870" y="101"/>
                  <a:pt x="863" y="95"/>
                  <a:pt x="859" y="99"/>
                </a:cubicBezTo>
                <a:cubicBezTo>
                  <a:pt x="862" y="99"/>
                  <a:pt x="863" y="103"/>
                  <a:pt x="864" y="106"/>
                </a:cubicBezTo>
                <a:cubicBezTo>
                  <a:pt x="862" y="106"/>
                  <a:pt x="862" y="104"/>
                  <a:pt x="860" y="105"/>
                </a:cubicBezTo>
                <a:cubicBezTo>
                  <a:pt x="860" y="107"/>
                  <a:pt x="862" y="109"/>
                  <a:pt x="859" y="109"/>
                </a:cubicBezTo>
                <a:cubicBezTo>
                  <a:pt x="857" y="108"/>
                  <a:pt x="854" y="106"/>
                  <a:pt x="850" y="107"/>
                </a:cubicBezTo>
                <a:cubicBezTo>
                  <a:pt x="849" y="103"/>
                  <a:pt x="845" y="100"/>
                  <a:pt x="847" y="95"/>
                </a:cubicBezTo>
                <a:cubicBezTo>
                  <a:pt x="842" y="89"/>
                  <a:pt x="835" y="90"/>
                  <a:pt x="826" y="88"/>
                </a:cubicBezTo>
                <a:cubicBezTo>
                  <a:pt x="825" y="91"/>
                  <a:pt x="830" y="92"/>
                  <a:pt x="828" y="93"/>
                </a:cubicBezTo>
                <a:cubicBezTo>
                  <a:pt x="817" y="91"/>
                  <a:pt x="816" y="82"/>
                  <a:pt x="811" y="74"/>
                </a:cubicBezTo>
                <a:cubicBezTo>
                  <a:pt x="804" y="73"/>
                  <a:pt x="802" y="68"/>
                  <a:pt x="795" y="69"/>
                </a:cubicBezTo>
                <a:cubicBezTo>
                  <a:pt x="783" y="56"/>
                  <a:pt x="763" y="50"/>
                  <a:pt x="742" y="47"/>
                </a:cubicBezTo>
                <a:cubicBezTo>
                  <a:pt x="720" y="44"/>
                  <a:pt x="694" y="42"/>
                  <a:pt x="676" y="46"/>
                </a:cubicBezTo>
                <a:cubicBezTo>
                  <a:pt x="691" y="43"/>
                  <a:pt x="691" y="65"/>
                  <a:pt x="677" y="62"/>
                </a:cubicBezTo>
                <a:cubicBezTo>
                  <a:pt x="675" y="61"/>
                  <a:pt x="673" y="60"/>
                  <a:pt x="672" y="56"/>
                </a:cubicBezTo>
                <a:cubicBezTo>
                  <a:pt x="675" y="55"/>
                  <a:pt x="678" y="53"/>
                  <a:pt x="678" y="49"/>
                </a:cubicBezTo>
                <a:cubicBezTo>
                  <a:pt x="673" y="49"/>
                  <a:pt x="670" y="48"/>
                  <a:pt x="671" y="42"/>
                </a:cubicBezTo>
                <a:cubicBezTo>
                  <a:pt x="655" y="34"/>
                  <a:pt x="640" y="43"/>
                  <a:pt x="624" y="45"/>
                </a:cubicBezTo>
                <a:cubicBezTo>
                  <a:pt x="624" y="47"/>
                  <a:pt x="626" y="47"/>
                  <a:pt x="625" y="50"/>
                </a:cubicBezTo>
                <a:cubicBezTo>
                  <a:pt x="619" y="53"/>
                  <a:pt x="610" y="48"/>
                  <a:pt x="606" y="53"/>
                </a:cubicBezTo>
                <a:cubicBezTo>
                  <a:pt x="613" y="54"/>
                  <a:pt x="619" y="54"/>
                  <a:pt x="626" y="57"/>
                </a:cubicBezTo>
                <a:cubicBezTo>
                  <a:pt x="621" y="60"/>
                  <a:pt x="613" y="54"/>
                  <a:pt x="608" y="57"/>
                </a:cubicBezTo>
                <a:cubicBezTo>
                  <a:pt x="611" y="57"/>
                  <a:pt x="613" y="59"/>
                  <a:pt x="616" y="59"/>
                </a:cubicBezTo>
                <a:cubicBezTo>
                  <a:pt x="615" y="63"/>
                  <a:pt x="618" y="62"/>
                  <a:pt x="618" y="65"/>
                </a:cubicBezTo>
                <a:cubicBezTo>
                  <a:pt x="611" y="68"/>
                  <a:pt x="603" y="63"/>
                  <a:pt x="597" y="68"/>
                </a:cubicBezTo>
                <a:cubicBezTo>
                  <a:pt x="597" y="70"/>
                  <a:pt x="603" y="66"/>
                  <a:pt x="604" y="70"/>
                </a:cubicBezTo>
                <a:cubicBezTo>
                  <a:pt x="591" y="73"/>
                  <a:pt x="578" y="70"/>
                  <a:pt x="566" y="73"/>
                </a:cubicBezTo>
                <a:cubicBezTo>
                  <a:pt x="566" y="76"/>
                  <a:pt x="566" y="75"/>
                  <a:pt x="566" y="78"/>
                </a:cubicBezTo>
                <a:cubicBezTo>
                  <a:pt x="572" y="76"/>
                  <a:pt x="582" y="73"/>
                  <a:pt x="589" y="77"/>
                </a:cubicBezTo>
                <a:cubicBezTo>
                  <a:pt x="580" y="82"/>
                  <a:pt x="566" y="82"/>
                  <a:pt x="558" y="87"/>
                </a:cubicBezTo>
                <a:cubicBezTo>
                  <a:pt x="551" y="84"/>
                  <a:pt x="542" y="84"/>
                  <a:pt x="536" y="86"/>
                </a:cubicBezTo>
                <a:cubicBezTo>
                  <a:pt x="536" y="85"/>
                  <a:pt x="537" y="84"/>
                  <a:pt x="536" y="83"/>
                </a:cubicBezTo>
                <a:cubicBezTo>
                  <a:pt x="526" y="83"/>
                  <a:pt x="519" y="88"/>
                  <a:pt x="510" y="86"/>
                </a:cubicBezTo>
                <a:cubicBezTo>
                  <a:pt x="512" y="81"/>
                  <a:pt x="521" y="75"/>
                  <a:pt x="524" y="78"/>
                </a:cubicBezTo>
                <a:cubicBezTo>
                  <a:pt x="525" y="75"/>
                  <a:pt x="526" y="74"/>
                  <a:pt x="529" y="74"/>
                </a:cubicBezTo>
                <a:cubicBezTo>
                  <a:pt x="530" y="74"/>
                  <a:pt x="530" y="76"/>
                  <a:pt x="530" y="77"/>
                </a:cubicBezTo>
                <a:cubicBezTo>
                  <a:pt x="533" y="77"/>
                  <a:pt x="533" y="74"/>
                  <a:pt x="536" y="75"/>
                </a:cubicBezTo>
                <a:cubicBezTo>
                  <a:pt x="536" y="76"/>
                  <a:pt x="535" y="77"/>
                  <a:pt x="536" y="78"/>
                </a:cubicBezTo>
                <a:cubicBezTo>
                  <a:pt x="541" y="75"/>
                  <a:pt x="549" y="82"/>
                  <a:pt x="549" y="72"/>
                </a:cubicBezTo>
                <a:cubicBezTo>
                  <a:pt x="543" y="71"/>
                  <a:pt x="534" y="78"/>
                  <a:pt x="531" y="71"/>
                </a:cubicBezTo>
                <a:cubicBezTo>
                  <a:pt x="528" y="70"/>
                  <a:pt x="525" y="71"/>
                  <a:pt x="522" y="72"/>
                </a:cubicBezTo>
                <a:cubicBezTo>
                  <a:pt x="521" y="70"/>
                  <a:pt x="521" y="69"/>
                  <a:pt x="518" y="67"/>
                </a:cubicBezTo>
                <a:cubicBezTo>
                  <a:pt x="517" y="70"/>
                  <a:pt x="519" y="70"/>
                  <a:pt x="517" y="72"/>
                </a:cubicBezTo>
                <a:cubicBezTo>
                  <a:pt x="514" y="71"/>
                  <a:pt x="512" y="72"/>
                  <a:pt x="510" y="72"/>
                </a:cubicBezTo>
                <a:cubicBezTo>
                  <a:pt x="505" y="63"/>
                  <a:pt x="511" y="64"/>
                  <a:pt x="514" y="57"/>
                </a:cubicBezTo>
                <a:cubicBezTo>
                  <a:pt x="510" y="55"/>
                  <a:pt x="510" y="59"/>
                  <a:pt x="509" y="60"/>
                </a:cubicBezTo>
                <a:cubicBezTo>
                  <a:pt x="501" y="58"/>
                  <a:pt x="490" y="51"/>
                  <a:pt x="483" y="59"/>
                </a:cubicBezTo>
                <a:cubicBezTo>
                  <a:pt x="462" y="65"/>
                  <a:pt x="441" y="73"/>
                  <a:pt x="424" y="85"/>
                </a:cubicBezTo>
                <a:cubicBezTo>
                  <a:pt x="421" y="86"/>
                  <a:pt x="423" y="82"/>
                  <a:pt x="421" y="83"/>
                </a:cubicBezTo>
                <a:cubicBezTo>
                  <a:pt x="420" y="89"/>
                  <a:pt x="411" y="87"/>
                  <a:pt x="405" y="87"/>
                </a:cubicBezTo>
                <a:cubicBezTo>
                  <a:pt x="405" y="93"/>
                  <a:pt x="405" y="93"/>
                  <a:pt x="405" y="93"/>
                </a:cubicBezTo>
                <a:cubicBezTo>
                  <a:pt x="407" y="94"/>
                  <a:pt x="409" y="90"/>
                  <a:pt x="409" y="93"/>
                </a:cubicBezTo>
                <a:cubicBezTo>
                  <a:pt x="409" y="101"/>
                  <a:pt x="399" y="101"/>
                  <a:pt x="394" y="106"/>
                </a:cubicBezTo>
                <a:cubicBezTo>
                  <a:pt x="398" y="106"/>
                  <a:pt x="400" y="101"/>
                  <a:pt x="404" y="104"/>
                </a:cubicBezTo>
                <a:cubicBezTo>
                  <a:pt x="404" y="107"/>
                  <a:pt x="402" y="107"/>
                  <a:pt x="401" y="109"/>
                </a:cubicBezTo>
                <a:cubicBezTo>
                  <a:pt x="397" y="106"/>
                  <a:pt x="393" y="111"/>
                  <a:pt x="388" y="107"/>
                </a:cubicBezTo>
                <a:cubicBezTo>
                  <a:pt x="388" y="110"/>
                  <a:pt x="391" y="112"/>
                  <a:pt x="387" y="114"/>
                </a:cubicBezTo>
                <a:cubicBezTo>
                  <a:pt x="389" y="116"/>
                  <a:pt x="391" y="113"/>
                  <a:pt x="392" y="114"/>
                </a:cubicBezTo>
                <a:cubicBezTo>
                  <a:pt x="388" y="117"/>
                  <a:pt x="387" y="122"/>
                  <a:pt x="380" y="122"/>
                </a:cubicBezTo>
                <a:cubicBezTo>
                  <a:pt x="379" y="128"/>
                  <a:pt x="377" y="132"/>
                  <a:pt x="370" y="132"/>
                </a:cubicBezTo>
                <a:cubicBezTo>
                  <a:pt x="371" y="134"/>
                  <a:pt x="374" y="139"/>
                  <a:pt x="370" y="140"/>
                </a:cubicBezTo>
                <a:cubicBezTo>
                  <a:pt x="367" y="139"/>
                  <a:pt x="366" y="136"/>
                  <a:pt x="363" y="135"/>
                </a:cubicBezTo>
                <a:cubicBezTo>
                  <a:pt x="361" y="136"/>
                  <a:pt x="357" y="140"/>
                  <a:pt x="353" y="137"/>
                </a:cubicBezTo>
                <a:cubicBezTo>
                  <a:pt x="357" y="125"/>
                  <a:pt x="373" y="125"/>
                  <a:pt x="379" y="114"/>
                </a:cubicBezTo>
                <a:cubicBezTo>
                  <a:pt x="370" y="115"/>
                  <a:pt x="363" y="119"/>
                  <a:pt x="357" y="124"/>
                </a:cubicBezTo>
                <a:cubicBezTo>
                  <a:pt x="353" y="126"/>
                  <a:pt x="348" y="127"/>
                  <a:pt x="346" y="133"/>
                </a:cubicBezTo>
                <a:cubicBezTo>
                  <a:pt x="341" y="130"/>
                  <a:pt x="341" y="139"/>
                  <a:pt x="333" y="136"/>
                </a:cubicBezTo>
                <a:cubicBezTo>
                  <a:pt x="330" y="143"/>
                  <a:pt x="323" y="146"/>
                  <a:pt x="318" y="151"/>
                </a:cubicBezTo>
                <a:cubicBezTo>
                  <a:pt x="320" y="154"/>
                  <a:pt x="322" y="148"/>
                  <a:pt x="324" y="151"/>
                </a:cubicBezTo>
                <a:cubicBezTo>
                  <a:pt x="321" y="154"/>
                  <a:pt x="316" y="160"/>
                  <a:pt x="312" y="157"/>
                </a:cubicBezTo>
                <a:cubicBezTo>
                  <a:pt x="311" y="161"/>
                  <a:pt x="310" y="163"/>
                  <a:pt x="308" y="166"/>
                </a:cubicBezTo>
                <a:cubicBezTo>
                  <a:pt x="311" y="166"/>
                  <a:pt x="311" y="166"/>
                  <a:pt x="313" y="169"/>
                </a:cubicBezTo>
                <a:cubicBezTo>
                  <a:pt x="317" y="169"/>
                  <a:pt x="318" y="166"/>
                  <a:pt x="319" y="164"/>
                </a:cubicBezTo>
                <a:cubicBezTo>
                  <a:pt x="320" y="164"/>
                  <a:pt x="321" y="165"/>
                  <a:pt x="322" y="166"/>
                </a:cubicBezTo>
                <a:cubicBezTo>
                  <a:pt x="320" y="168"/>
                  <a:pt x="318" y="169"/>
                  <a:pt x="316" y="171"/>
                </a:cubicBezTo>
                <a:cubicBezTo>
                  <a:pt x="318" y="175"/>
                  <a:pt x="322" y="168"/>
                  <a:pt x="326" y="171"/>
                </a:cubicBezTo>
                <a:cubicBezTo>
                  <a:pt x="326" y="168"/>
                  <a:pt x="326" y="168"/>
                  <a:pt x="326" y="168"/>
                </a:cubicBezTo>
                <a:cubicBezTo>
                  <a:pt x="326" y="166"/>
                  <a:pt x="322" y="169"/>
                  <a:pt x="322" y="166"/>
                </a:cubicBezTo>
                <a:cubicBezTo>
                  <a:pt x="325" y="165"/>
                  <a:pt x="323" y="161"/>
                  <a:pt x="326" y="161"/>
                </a:cubicBezTo>
                <a:cubicBezTo>
                  <a:pt x="326" y="163"/>
                  <a:pt x="326" y="165"/>
                  <a:pt x="327" y="166"/>
                </a:cubicBezTo>
                <a:cubicBezTo>
                  <a:pt x="335" y="162"/>
                  <a:pt x="333" y="150"/>
                  <a:pt x="344" y="154"/>
                </a:cubicBezTo>
                <a:cubicBezTo>
                  <a:pt x="344" y="157"/>
                  <a:pt x="341" y="156"/>
                  <a:pt x="342" y="158"/>
                </a:cubicBezTo>
                <a:cubicBezTo>
                  <a:pt x="346" y="157"/>
                  <a:pt x="349" y="154"/>
                  <a:pt x="353" y="152"/>
                </a:cubicBezTo>
                <a:cubicBezTo>
                  <a:pt x="350" y="153"/>
                  <a:pt x="351" y="150"/>
                  <a:pt x="350" y="150"/>
                </a:cubicBezTo>
                <a:cubicBezTo>
                  <a:pt x="352" y="149"/>
                  <a:pt x="352" y="147"/>
                  <a:pt x="353" y="147"/>
                </a:cubicBezTo>
                <a:cubicBezTo>
                  <a:pt x="356" y="150"/>
                  <a:pt x="358" y="149"/>
                  <a:pt x="361" y="148"/>
                </a:cubicBezTo>
                <a:cubicBezTo>
                  <a:pt x="360" y="151"/>
                  <a:pt x="364" y="148"/>
                  <a:pt x="364" y="150"/>
                </a:cubicBezTo>
                <a:cubicBezTo>
                  <a:pt x="357" y="153"/>
                  <a:pt x="356" y="162"/>
                  <a:pt x="347" y="163"/>
                </a:cubicBezTo>
                <a:cubicBezTo>
                  <a:pt x="347" y="162"/>
                  <a:pt x="349" y="159"/>
                  <a:pt x="346" y="160"/>
                </a:cubicBezTo>
                <a:cubicBezTo>
                  <a:pt x="346" y="163"/>
                  <a:pt x="340" y="165"/>
                  <a:pt x="344" y="167"/>
                </a:cubicBezTo>
                <a:cubicBezTo>
                  <a:pt x="347" y="166"/>
                  <a:pt x="349" y="163"/>
                  <a:pt x="353" y="163"/>
                </a:cubicBezTo>
                <a:cubicBezTo>
                  <a:pt x="353" y="165"/>
                  <a:pt x="353" y="166"/>
                  <a:pt x="354" y="167"/>
                </a:cubicBezTo>
                <a:cubicBezTo>
                  <a:pt x="336" y="178"/>
                  <a:pt x="323" y="191"/>
                  <a:pt x="305" y="201"/>
                </a:cubicBezTo>
                <a:cubicBezTo>
                  <a:pt x="305" y="203"/>
                  <a:pt x="306" y="203"/>
                  <a:pt x="306" y="205"/>
                </a:cubicBezTo>
                <a:cubicBezTo>
                  <a:pt x="304" y="207"/>
                  <a:pt x="300" y="207"/>
                  <a:pt x="298" y="210"/>
                </a:cubicBezTo>
                <a:cubicBezTo>
                  <a:pt x="300" y="212"/>
                  <a:pt x="304" y="205"/>
                  <a:pt x="307" y="209"/>
                </a:cubicBezTo>
                <a:cubicBezTo>
                  <a:pt x="305" y="214"/>
                  <a:pt x="300" y="215"/>
                  <a:pt x="296" y="218"/>
                </a:cubicBezTo>
                <a:cubicBezTo>
                  <a:pt x="292" y="215"/>
                  <a:pt x="286" y="215"/>
                  <a:pt x="283" y="213"/>
                </a:cubicBezTo>
                <a:cubicBezTo>
                  <a:pt x="283" y="212"/>
                  <a:pt x="284" y="212"/>
                  <a:pt x="284" y="211"/>
                </a:cubicBezTo>
                <a:cubicBezTo>
                  <a:pt x="280" y="211"/>
                  <a:pt x="277" y="211"/>
                  <a:pt x="274" y="213"/>
                </a:cubicBezTo>
                <a:cubicBezTo>
                  <a:pt x="273" y="211"/>
                  <a:pt x="272" y="208"/>
                  <a:pt x="270" y="206"/>
                </a:cubicBezTo>
                <a:cubicBezTo>
                  <a:pt x="265" y="210"/>
                  <a:pt x="259" y="209"/>
                  <a:pt x="252" y="215"/>
                </a:cubicBezTo>
                <a:cubicBezTo>
                  <a:pt x="251" y="213"/>
                  <a:pt x="254" y="211"/>
                  <a:pt x="252" y="211"/>
                </a:cubicBezTo>
                <a:cubicBezTo>
                  <a:pt x="251" y="212"/>
                  <a:pt x="249" y="213"/>
                  <a:pt x="248" y="212"/>
                </a:cubicBezTo>
                <a:cubicBezTo>
                  <a:pt x="247" y="206"/>
                  <a:pt x="253" y="205"/>
                  <a:pt x="252" y="202"/>
                </a:cubicBezTo>
                <a:cubicBezTo>
                  <a:pt x="249" y="202"/>
                  <a:pt x="246" y="199"/>
                  <a:pt x="244" y="202"/>
                </a:cubicBezTo>
                <a:cubicBezTo>
                  <a:pt x="247" y="201"/>
                  <a:pt x="247" y="204"/>
                  <a:pt x="248" y="206"/>
                </a:cubicBezTo>
                <a:cubicBezTo>
                  <a:pt x="245" y="208"/>
                  <a:pt x="243" y="211"/>
                  <a:pt x="239" y="213"/>
                </a:cubicBezTo>
                <a:cubicBezTo>
                  <a:pt x="235" y="212"/>
                  <a:pt x="240" y="210"/>
                  <a:pt x="236" y="210"/>
                </a:cubicBezTo>
                <a:cubicBezTo>
                  <a:pt x="235" y="211"/>
                  <a:pt x="233" y="211"/>
                  <a:pt x="233" y="213"/>
                </a:cubicBezTo>
                <a:cubicBezTo>
                  <a:pt x="235" y="213"/>
                  <a:pt x="237" y="214"/>
                  <a:pt x="237" y="216"/>
                </a:cubicBezTo>
                <a:cubicBezTo>
                  <a:pt x="233" y="215"/>
                  <a:pt x="236" y="219"/>
                  <a:pt x="235" y="220"/>
                </a:cubicBezTo>
                <a:cubicBezTo>
                  <a:pt x="231" y="225"/>
                  <a:pt x="223" y="224"/>
                  <a:pt x="217" y="227"/>
                </a:cubicBezTo>
                <a:cubicBezTo>
                  <a:pt x="208" y="230"/>
                  <a:pt x="207" y="237"/>
                  <a:pt x="201" y="241"/>
                </a:cubicBezTo>
                <a:cubicBezTo>
                  <a:pt x="200" y="244"/>
                  <a:pt x="201" y="248"/>
                  <a:pt x="203" y="251"/>
                </a:cubicBezTo>
                <a:cubicBezTo>
                  <a:pt x="204" y="246"/>
                  <a:pt x="206" y="247"/>
                  <a:pt x="210" y="245"/>
                </a:cubicBezTo>
                <a:cubicBezTo>
                  <a:pt x="208" y="247"/>
                  <a:pt x="209" y="249"/>
                  <a:pt x="209" y="252"/>
                </a:cubicBezTo>
                <a:cubicBezTo>
                  <a:pt x="204" y="255"/>
                  <a:pt x="202" y="257"/>
                  <a:pt x="198" y="252"/>
                </a:cubicBezTo>
                <a:cubicBezTo>
                  <a:pt x="195" y="253"/>
                  <a:pt x="197" y="260"/>
                  <a:pt x="193" y="260"/>
                </a:cubicBezTo>
                <a:cubicBezTo>
                  <a:pt x="188" y="259"/>
                  <a:pt x="192" y="253"/>
                  <a:pt x="188" y="252"/>
                </a:cubicBezTo>
                <a:cubicBezTo>
                  <a:pt x="199" y="240"/>
                  <a:pt x="206" y="224"/>
                  <a:pt x="220" y="216"/>
                </a:cubicBezTo>
                <a:cubicBezTo>
                  <a:pt x="220" y="213"/>
                  <a:pt x="220" y="213"/>
                  <a:pt x="220" y="213"/>
                </a:cubicBezTo>
                <a:cubicBezTo>
                  <a:pt x="229" y="212"/>
                  <a:pt x="225" y="195"/>
                  <a:pt x="235" y="199"/>
                </a:cubicBezTo>
                <a:cubicBezTo>
                  <a:pt x="236" y="201"/>
                  <a:pt x="237" y="202"/>
                  <a:pt x="238" y="204"/>
                </a:cubicBezTo>
                <a:cubicBezTo>
                  <a:pt x="237" y="199"/>
                  <a:pt x="244" y="201"/>
                  <a:pt x="244" y="194"/>
                </a:cubicBezTo>
                <a:cubicBezTo>
                  <a:pt x="243" y="194"/>
                  <a:pt x="242" y="194"/>
                  <a:pt x="242" y="193"/>
                </a:cubicBezTo>
                <a:cubicBezTo>
                  <a:pt x="245" y="189"/>
                  <a:pt x="247" y="183"/>
                  <a:pt x="252" y="182"/>
                </a:cubicBezTo>
                <a:cubicBezTo>
                  <a:pt x="252" y="183"/>
                  <a:pt x="252" y="184"/>
                  <a:pt x="252" y="185"/>
                </a:cubicBezTo>
                <a:cubicBezTo>
                  <a:pt x="254" y="185"/>
                  <a:pt x="256" y="184"/>
                  <a:pt x="258" y="184"/>
                </a:cubicBezTo>
                <a:cubicBezTo>
                  <a:pt x="256" y="174"/>
                  <a:pt x="265" y="175"/>
                  <a:pt x="267" y="171"/>
                </a:cubicBezTo>
                <a:cubicBezTo>
                  <a:pt x="266" y="171"/>
                  <a:pt x="265" y="172"/>
                  <a:pt x="265" y="171"/>
                </a:cubicBezTo>
                <a:cubicBezTo>
                  <a:pt x="268" y="167"/>
                  <a:pt x="272" y="164"/>
                  <a:pt x="276" y="160"/>
                </a:cubicBezTo>
                <a:cubicBezTo>
                  <a:pt x="276" y="161"/>
                  <a:pt x="277" y="161"/>
                  <a:pt x="278" y="161"/>
                </a:cubicBezTo>
                <a:cubicBezTo>
                  <a:pt x="278" y="164"/>
                  <a:pt x="275" y="163"/>
                  <a:pt x="277" y="165"/>
                </a:cubicBezTo>
                <a:cubicBezTo>
                  <a:pt x="283" y="173"/>
                  <a:pt x="271" y="176"/>
                  <a:pt x="267" y="181"/>
                </a:cubicBezTo>
                <a:cubicBezTo>
                  <a:pt x="265" y="182"/>
                  <a:pt x="266" y="179"/>
                  <a:pt x="263" y="179"/>
                </a:cubicBezTo>
                <a:cubicBezTo>
                  <a:pt x="263" y="186"/>
                  <a:pt x="263" y="186"/>
                  <a:pt x="263" y="186"/>
                </a:cubicBezTo>
                <a:cubicBezTo>
                  <a:pt x="259" y="188"/>
                  <a:pt x="257" y="192"/>
                  <a:pt x="254" y="195"/>
                </a:cubicBezTo>
                <a:cubicBezTo>
                  <a:pt x="266" y="201"/>
                  <a:pt x="269" y="180"/>
                  <a:pt x="278" y="185"/>
                </a:cubicBezTo>
                <a:cubicBezTo>
                  <a:pt x="279" y="186"/>
                  <a:pt x="275" y="187"/>
                  <a:pt x="277" y="188"/>
                </a:cubicBezTo>
                <a:cubicBezTo>
                  <a:pt x="285" y="186"/>
                  <a:pt x="281" y="172"/>
                  <a:pt x="289" y="174"/>
                </a:cubicBezTo>
                <a:cubicBezTo>
                  <a:pt x="290" y="165"/>
                  <a:pt x="297" y="163"/>
                  <a:pt x="301" y="158"/>
                </a:cubicBezTo>
                <a:cubicBezTo>
                  <a:pt x="302" y="156"/>
                  <a:pt x="300" y="156"/>
                  <a:pt x="300" y="154"/>
                </a:cubicBezTo>
                <a:cubicBezTo>
                  <a:pt x="294" y="151"/>
                  <a:pt x="288" y="165"/>
                  <a:pt x="282" y="160"/>
                </a:cubicBezTo>
                <a:cubicBezTo>
                  <a:pt x="286" y="153"/>
                  <a:pt x="298" y="149"/>
                  <a:pt x="300" y="142"/>
                </a:cubicBezTo>
                <a:cubicBezTo>
                  <a:pt x="296" y="144"/>
                  <a:pt x="293" y="146"/>
                  <a:pt x="290" y="150"/>
                </a:cubicBezTo>
                <a:cubicBezTo>
                  <a:pt x="289" y="138"/>
                  <a:pt x="305" y="136"/>
                  <a:pt x="307" y="125"/>
                </a:cubicBezTo>
                <a:cubicBezTo>
                  <a:pt x="304" y="124"/>
                  <a:pt x="303" y="122"/>
                  <a:pt x="299" y="122"/>
                </a:cubicBezTo>
                <a:cubicBezTo>
                  <a:pt x="298" y="128"/>
                  <a:pt x="292" y="128"/>
                  <a:pt x="288" y="130"/>
                </a:cubicBezTo>
                <a:cubicBezTo>
                  <a:pt x="288" y="128"/>
                  <a:pt x="288" y="125"/>
                  <a:pt x="290" y="125"/>
                </a:cubicBezTo>
                <a:cubicBezTo>
                  <a:pt x="291" y="125"/>
                  <a:pt x="292" y="126"/>
                  <a:pt x="293" y="126"/>
                </a:cubicBezTo>
                <a:cubicBezTo>
                  <a:pt x="295" y="124"/>
                  <a:pt x="295" y="121"/>
                  <a:pt x="296" y="119"/>
                </a:cubicBezTo>
                <a:cubicBezTo>
                  <a:pt x="297" y="120"/>
                  <a:pt x="298" y="119"/>
                  <a:pt x="300" y="121"/>
                </a:cubicBezTo>
                <a:cubicBezTo>
                  <a:pt x="303" y="114"/>
                  <a:pt x="310" y="107"/>
                  <a:pt x="318" y="109"/>
                </a:cubicBezTo>
                <a:cubicBezTo>
                  <a:pt x="317" y="115"/>
                  <a:pt x="310" y="118"/>
                  <a:pt x="305" y="119"/>
                </a:cubicBezTo>
                <a:cubicBezTo>
                  <a:pt x="306" y="122"/>
                  <a:pt x="308" y="123"/>
                  <a:pt x="310" y="124"/>
                </a:cubicBezTo>
                <a:cubicBezTo>
                  <a:pt x="329" y="111"/>
                  <a:pt x="346" y="96"/>
                  <a:pt x="365" y="82"/>
                </a:cubicBezTo>
                <a:cubicBezTo>
                  <a:pt x="360" y="83"/>
                  <a:pt x="359" y="88"/>
                  <a:pt x="353" y="88"/>
                </a:cubicBezTo>
                <a:cubicBezTo>
                  <a:pt x="353" y="87"/>
                  <a:pt x="352" y="87"/>
                  <a:pt x="353" y="86"/>
                </a:cubicBezTo>
                <a:cubicBezTo>
                  <a:pt x="356" y="83"/>
                  <a:pt x="358" y="72"/>
                  <a:pt x="365" y="77"/>
                </a:cubicBezTo>
                <a:cubicBezTo>
                  <a:pt x="366" y="66"/>
                  <a:pt x="382" y="69"/>
                  <a:pt x="384" y="59"/>
                </a:cubicBezTo>
                <a:cubicBezTo>
                  <a:pt x="381" y="60"/>
                  <a:pt x="378" y="63"/>
                  <a:pt x="378" y="65"/>
                </a:cubicBezTo>
                <a:cubicBezTo>
                  <a:pt x="367" y="65"/>
                  <a:pt x="359" y="74"/>
                  <a:pt x="348" y="77"/>
                </a:cubicBezTo>
                <a:cubicBezTo>
                  <a:pt x="345" y="75"/>
                  <a:pt x="349" y="72"/>
                  <a:pt x="347" y="72"/>
                </a:cubicBezTo>
                <a:cubicBezTo>
                  <a:pt x="345" y="74"/>
                  <a:pt x="341" y="75"/>
                  <a:pt x="345" y="76"/>
                </a:cubicBezTo>
                <a:cubicBezTo>
                  <a:pt x="337" y="81"/>
                  <a:pt x="332" y="90"/>
                  <a:pt x="322" y="93"/>
                </a:cubicBezTo>
                <a:cubicBezTo>
                  <a:pt x="321" y="91"/>
                  <a:pt x="321" y="91"/>
                  <a:pt x="319" y="91"/>
                </a:cubicBezTo>
                <a:cubicBezTo>
                  <a:pt x="306" y="97"/>
                  <a:pt x="298" y="111"/>
                  <a:pt x="283" y="114"/>
                </a:cubicBezTo>
                <a:cubicBezTo>
                  <a:pt x="286" y="109"/>
                  <a:pt x="293" y="107"/>
                  <a:pt x="296" y="100"/>
                </a:cubicBezTo>
                <a:cubicBezTo>
                  <a:pt x="288" y="101"/>
                  <a:pt x="287" y="111"/>
                  <a:pt x="278" y="113"/>
                </a:cubicBezTo>
                <a:cubicBezTo>
                  <a:pt x="281" y="119"/>
                  <a:pt x="270" y="122"/>
                  <a:pt x="273" y="128"/>
                </a:cubicBezTo>
                <a:cubicBezTo>
                  <a:pt x="268" y="133"/>
                  <a:pt x="262" y="135"/>
                  <a:pt x="257" y="139"/>
                </a:cubicBezTo>
                <a:cubicBezTo>
                  <a:pt x="256" y="136"/>
                  <a:pt x="258" y="136"/>
                  <a:pt x="257" y="133"/>
                </a:cubicBezTo>
                <a:cubicBezTo>
                  <a:pt x="261" y="134"/>
                  <a:pt x="266" y="127"/>
                  <a:pt x="265" y="123"/>
                </a:cubicBezTo>
                <a:cubicBezTo>
                  <a:pt x="267" y="123"/>
                  <a:pt x="268" y="122"/>
                  <a:pt x="270" y="122"/>
                </a:cubicBezTo>
                <a:cubicBezTo>
                  <a:pt x="270" y="121"/>
                  <a:pt x="271" y="120"/>
                  <a:pt x="271" y="119"/>
                </a:cubicBezTo>
                <a:cubicBezTo>
                  <a:pt x="268" y="118"/>
                  <a:pt x="269" y="121"/>
                  <a:pt x="266" y="121"/>
                </a:cubicBezTo>
                <a:cubicBezTo>
                  <a:pt x="268" y="118"/>
                  <a:pt x="269" y="115"/>
                  <a:pt x="271" y="114"/>
                </a:cubicBezTo>
                <a:cubicBezTo>
                  <a:pt x="270" y="113"/>
                  <a:pt x="268" y="114"/>
                  <a:pt x="268" y="113"/>
                </a:cubicBezTo>
                <a:cubicBezTo>
                  <a:pt x="283" y="99"/>
                  <a:pt x="299" y="87"/>
                  <a:pt x="312" y="72"/>
                </a:cubicBezTo>
                <a:cubicBezTo>
                  <a:pt x="310" y="71"/>
                  <a:pt x="307" y="74"/>
                  <a:pt x="307" y="72"/>
                </a:cubicBezTo>
                <a:cubicBezTo>
                  <a:pt x="309" y="70"/>
                  <a:pt x="309" y="66"/>
                  <a:pt x="311" y="64"/>
                </a:cubicBezTo>
                <a:cubicBezTo>
                  <a:pt x="302" y="65"/>
                  <a:pt x="297" y="73"/>
                  <a:pt x="290" y="77"/>
                </a:cubicBezTo>
                <a:cubicBezTo>
                  <a:pt x="288" y="79"/>
                  <a:pt x="289" y="84"/>
                  <a:pt x="285" y="84"/>
                </a:cubicBezTo>
                <a:cubicBezTo>
                  <a:pt x="285" y="83"/>
                  <a:pt x="286" y="83"/>
                  <a:pt x="286" y="81"/>
                </a:cubicBezTo>
                <a:cubicBezTo>
                  <a:pt x="282" y="84"/>
                  <a:pt x="276" y="89"/>
                  <a:pt x="275" y="92"/>
                </a:cubicBezTo>
                <a:cubicBezTo>
                  <a:pt x="275" y="92"/>
                  <a:pt x="278" y="93"/>
                  <a:pt x="278" y="93"/>
                </a:cubicBezTo>
                <a:cubicBezTo>
                  <a:pt x="273" y="103"/>
                  <a:pt x="262" y="107"/>
                  <a:pt x="255" y="114"/>
                </a:cubicBezTo>
                <a:cubicBezTo>
                  <a:pt x="255" y="120"/>
                  <a:pt x="253" y="129"/>
                  <a:pt x="247" y="128"/>
                </a:cubicBezTo>
                <a:cubicBezTo>
                  <a:pt x="247" y="126"/>
                  <a:pt x="248" y="125"/>
                  <a:pt x="248" y="122"/>
                </a:cubicBezTo>
                <a:cubicBezTo>
                  <a:pt x="246" y="121"/>
                  <a:pt x="246" y="123"/>
                  <a:pt x="244" y="121"/>
                </a:cubicBezTo>
                <a:cubicBezTo>
                  <a:pt x="245" y="114"/>
                  <a:pt x="252" y="108"/>
                  <a:pt x="257" y="108"/>
                </a:cubicBezTo>
                <a:cubicBezTo>
                  <a:pt x="258" y="103"/>
                  <a:pt x="262" y="101"/>
                  <a:pt x="262" y="96"/>
                </a:cubicBezTo>
                <a:cubicBezTo>
                  <a:pt x="260" y="96"/>
                  <a:pt x="259" y="94"/>
                  <a:pt x="259" y="92"/>
                </a:cubicBezTo>
                <a:cubicBezTo>
                  <a:pt x="260" y="89"/>
                  <a:pt x="262" y="89"/>
                  <a:pt x="265" y="89"/>
                </a:cubicBezTo>
                <a:cubicBezTo>
                  <a:pt x="268" y="93"/>
                  <a:pt x="263" y="95"/>
                  <a:pt x="264" y="97"/>
                </a:cubicBezTo>
                <a:cubicBezTo>
                  <a:pt x="267" y="92"/>
                  <a:pt x="275" y="88"/>
                  <a:pt x="271" y="82"/>
                </a:cubicBezTo>
                <a:cubicBezTo>
                  <a:pt x="273" y="82"/>
                  <a:pt x="272" y="80"/>
                  <a:pt x="274" y="80"/>
                </a:cubicBezTo>
                <a:cubicBezTo>
                  <a:pt x="277" y="80"/>
                  <a:pt x="276" y="84"/>
                  <a:pt x="278" y="84"/>
                </a:cubicBezTo>
                <a:cubicBezTo>
                  <a:pt x="279" y="78"/>
                  <a:pt x="285" y="76"/>
                  <a:pt x="283" y="71"/>
                </a:cubicBezTo>
                <a:cubicBezTo>
                  <a:pt x="296" y="71"/>
                  <a:pt x="297" y="60"/>
                  <a:pt x="304" y="54"/>
                </a:cubicBezTo>
                <a:cubicBezTo>
                  <a:pt x="318" y="51"/>
                  <a:pt x="325" y="32"/>
                  <a:pt x="341" y="28"/>
                </a:cubicBezTo>
                <a:cubicBezTo>
                  <a:pt x="343" y="27"/>
                  <a:pt x="343" y="29"/>
                  <a:pt x="344" y="29"/>
                </a:cubicBezTo>
                <a:cubicBezTo>
                  <a:pt x="344" y="26"/>
                  <a:pt x="346" y="25"/>
                  <a:pt x="347" y="23"/>
                </a:cubicBezTo>
                <a:cubicBezTo>
                  <a:pt x="344" y="23"/>
                  <a:pt x="342" y="28"/>
                  <a:pt x="340" y="25"/>
                </a:cubicBezTo>
                <a:cubicBezTo>
                  <a:pt x="341" y="20"/>
                  <a:pt x="351" y="23"/>
                  <a:pt x="348" y="15"/>
                </a:cubicBezTo>
                <a:cubicBezTo>
                  <a:pt x="320" y="26"/>
                  <a:pt x="302" y="46"/>
                  <a:pt x="275" y="57"/>
                </a:cubicBezTo>
                <a:cubicBezTo>
                  <a:pt x="270" y="71"/>
                  <a:pt x="256" y="74"/>
                  <a:pt x="248" y="84"/>
                </a:cubicBezTo>
                <a:cubicBezTo>
                  <a:pt x="249" y="84"/>
                  <a:pt x="249" y="85"/>
                  <a:pt x="249" y="86"/>
                </a:cubicBezTo>
                <a:cubicBezTo>
                  <a:pt x="243" y="89"/>
                  <a:pt x="236" y="87"/>
                  <a:pt x="233" y="93"/>
                </a:cubicBezTo>
                <a:cubicBezTo>
                  <a:pt x="234" y="94"/>
                  <a:pt x="235" y="94"/>
                  <a:pt x="235" y="95"/>
                </a:cubicBezTo>
                <a:cubicBezTo>
                  <a:pt x="227" y="106"/>
                  <a:pt x="216" y="110"/>
                  <a:pt x="212" y="123"/>
                </a:cubicBezTo>
                <a:cubicBezTo>
                  <a:pt x="208" y="122"/>
                  <a:pt x="208" y="125"/>
                  <a:pt x="205" y="125"/>
                </a:cubicBezTo>
                <a:cubicBezTo>
                  <a:pt x="193" y="142"/>
                  <a:pt x="178" y="156"/>
                  <a:pt x="166" y="174"/>
                </a:cubicBezTo>
                <a:cubicBezTo>
                  <a:pt x="169" y="179"/>
                  <a:pt x="156" y="179"/>
                  <a:pt x="156" y="187"/>
                </a:cubicBezTo>
                <a:cubicBezTo>
                  <a:pt x="157" y="188"/>
                  <a:pt x="158" y="185"/>
                  <a:pt x="159" y="187"/>
                </a:cubicBezTo>
                <a:cubicBezTo>
                  <a:pt x="157" y="189"/>
                  <a:pt x="158" y="191"/>
                  <a:pt x="157" y="192"/>
                </a:cubicBezTo>
                <a:cubicBezTo>
                  <a:pt x="153" y="190"/>
                  <a:pt x="148" y="194"/>
                  <a:pt x="146" y="199"/>
                </a:cubicBezTo>
                <a:cubicBezTo>
                  <a:pt x="149" y="198"/>
                  <a:pt x="150" y="200"/>
                  <a:pt x="150" y="202"/>
                </a:cubicBezTo>
                <a:cubicBezTo>
                  <a:pt x="144" y="205"/>
                  <a:pt x="141" y="216"/>
                  <a:pt x="136" y="217"/>
                </a:cubicBezTo>
                <a:cubicBezTo>
                  <a:pt x="135" y="212"/>
                  <a:pt x="141" y="210"/>
                  <a:pt x="139" y="206"/>
                </a:cubicBezTo>
                <a:cubicBezTo>
                  <a:pt x="134" y="214"/>
                  <a:pt x="128" y="221"/>
                  <a:pt x="125" y="230"/>
                </a:cubicBezTo>
                <a:cubicBezTo>
                  <a:pt x="130" y="234"/>
                  <a:pt x="119" y="240"/>
                  <a:pt x="123" y="246"/>
                </a:cubicBezTo>
                <a:cubicBezTo>
                  <a:pt x="123" y="245"/>
                  <a:pt x="124" y="244"/>
                  <a:pt x="125" y="245"/>
                </a:cubicBezTo>
                <a:cubicBezTo>
                  <a:pt x="124" y="246"/>
                  <a:pt x="123" y="247"/>
                  <a:pt x="121" y="246"/>
                </a:cubicBezTo>
                <a:cubicBezTo>
                  <a:pt x="120" y="254"/>
                  <a:pt x="110" y="250"/>
                  <a:pt x="110" y="261"/>
                </a:cubicBezTo>
                <a:cubicBezTo>
                  <a:pt x="113" y="263"/>
                  <a:pt x="113" y="256"/>
                  <a:pt x="117" y="256"/>
                </a:cubicBezTo>
                <a:cubicBezTo>
                  <a:pt x="117" y="257"/>
                  <a:pt x="118" y="257"/>
                  <a:pt x="118" y="258"/>
                </a:cubicBezTo>
                <a:cubicBezTo>
                  <a:pt x="116" y="266"/>
                  <a:pt x="112" y="268"/>
                  <a:pt x="108" y="274"/>
                </a:cubicBezTo>
                <a:cubicBezTo>
                  <a:pt x="110" y="275"/>
                  <a:pt x="112" y="274"/>
                  <a:pt x="113" y="277"/>
                </a:cubicBezTo>
                <a:cubicBezTo>
                  <a:pt x="110" y="277"/>
                  <a:pt x="113" y="280"/>
                  <a:pt x="111" y="283"/>
                </a:cubicBezTo>
                <a:cubicBezTo>
                  <a:pt x="113" y="283"/>
                  <a:pt x="113" y="283"/>
                  <a:pt x="113" y="285"/>
                </a:cubicBezTo>
                <a:cubicBezTo>
                  <a:pt x="110" y="296"/>
                  <a:pt x="101" y="302"/>
                  <a:pt x="104" y="315"/>
                </a:cubicBezTo>
                <a:cubicBezTo>
                  <a:pt x="96" y="316"/>
                  <a:pt x="99" y="327"/>
                  <a:pt x="92" y="329"/>
                </a:cubicBezTo>
                <a:cubicBezTo>
                  <a:pt x="94" y="316"/>
                  <a:pt x="104" y="304"/>
                  <a:pt x="107" y="290"/>
                </a:cubicBezTo>
                <a:cubicBezTo>
                  <a:pt x="104" y="288"/>
                  <a:pt x="103" y="286"/>
                  <a:pt x="104" y="282"/>
                </a:cubicBezTo>
                <a:cubicBezTo>
                  <a:pt x="101" y="280"/>
                  <a:pt x="99" y="287"/>
                  <a:pt x="98" y="291"/>
                </a:cubicBezTo>
                <a:cubicBezTo>
                  <a:pt x="99" y="293"/>
                  <a:pt x="101" y="293"/>
                  <a:pt x="102" y="294"/>
                </a:cubicBezTo>
                <a:cubicBezTo>
                  <a:pt x="99" y="296"/>
                  <a:pt x="102" y="297"/>
                  <a:pt x="101" y="300"/>
                </a:cubicBezTo>
                <a:cubicBezTo>
                  <a:pt x="99" y="301"/>
                  <a:pt x="97" y="302"/>
                  <a:pt x="95" y="303"/>
                </a:cubicBezTo>
                <a:cubicBezTo>
                  <a:pt x="94" y="301"/>
                  <a:pt x="93" y="299"/>
                  <a:pt x="91" y="298"/>
                </a:cubicBezTo>
                <a:cubicBezTo>
                  <a:pt x="86" y="299"/>
                  <a:pt x="80" y="307"/>
                  <a:pt x="84" y="313"/>
                </a:cubicBezTo>
                <a:cubicBezTo>
                  <a:pt x="81" y="315"/>
                  <a:pt x="78" y="321"/>
                  <a:pt x="80" y="327"/>
                </a:cubicBezTo>
                <a:cubicBezTo>
                  <a:pt x="79" y="327"/>
                  <a:pt x="79" y="328"/>
                  <a:pt x="78" y="327"/>
                </a:cubicBezTo>
                <a:cubicBezTo>
                  <a:pt x="77" y="336"/>
                  <a:pt x="69" y="337"/>
                  <a:pt x="71" y="349"/>
                </a:cubicBezTo>
                <a:cubicBezTo>
                  <a:pt x="68" y="351"/>
                  <a:pt x="66" y="359"/>
                  <a:pt x="69" y="361"/>
                </a:cubicBezTo>
                <a:cubicBezTo>
                  <a:pt x="70" y="360"/>
                  <a:pt x="70" y="357"/>
                  <a:pt x="72" y="357"/>
                </a:cubicBezTo>
                <a:cubicBezTo>
                  <a:pt x="72" y="358"/>
                  <a:pt x="73" y="358"/>
                  <a:pt x="73" y="359"/>
                </a:cubicBezTo>
                <a:cubicBezTo>
                  <a:pt x="68" y="359"/>
                  <a:pt x="69" y="365"/>
                  <a:pt x="67" y="370"/>
                </a:cubicBezTo>
                <a:cubicBezTo>
                  <a:pt x="76" y="362"/>
                  <a:pt x="78" y="344"/>
                  <a:pt x="85" y="333"/>
                </a:cubicBezTo>
                <a:cubicBezTo>
                  <a:pt x="86" y="339"/>
                  <a:pt x="81" y="345"/>
                  <a:pt x="84" y="354"/>
                </a:cubicBezTo>
                <a:cubicBezTo>
                  <a:pt x="82" y="354"/>
                  <a:pt x="82" y="357"/>
                  <a:pt x="80" y="355"/>
                </a:cubicBezTo>
                <a:cubicBezTo>
                  <a:pt x="75" y="363"/>
                  <a:pt x="72" y="377"/>
                  <a:pt x="64" y="379"/>
                </a:cubicBezTo>
                <a:cubicBezTo>
                  <a:pt x="61" y="387"/>
                  <a:pt x="54" y="396"/>
                  <a:pt x="56" y="404"/>
                </a:cubicBezTo>
                <a:cubicBezTo>
                  <a:pt x="46" y="415"/>
                  <a:pt x="47" y="430"/>
                  <a:pt x="50" y="446"/>
                </a:cubicBezTo>
                <a:cubicBezTo>
                  <a:pt x="61" y="442"/>
                  <a:pt x="58" y="463"/>
                  <a:pt x="50" y="463"/>
                </a:cubicBezTo>
                <a:cubicBezTo>
                  <a:pt x="51" y="470"/>
                  <a:pt x="46" y="480"/>
                  <a:pt x="48" y="487"/>
                </a:cubicBezTo>
                <a:cubicBezTo>
                  <a:pt x="53" y="482"/>
                  <a:pt x="53" y="474"/>
                  <a:pt x="57" y="469"/>
                </a:cubicBezTo>
                <a:cubicBezTo>
                  <a:pt x="58" y="473"/>
                  <a:pt x="65" y="471"/>
                  <a:pt x="65" y="477"/>
                </a:cubicBezTo>
                <a:cubicBezTo>
                  <a:pt x="65" y="471"/>
                  <a:pt x="69" y="476"/>
                  <a:pt x="70" y="475"/>
                </a:cubicBezTo>
                <a:cubicBezTo>
                  <a:pt x="71" y="471"/>
                  <a:pt x="71" y="467"/>
                  <a:pt x="74" y="467"/>
                </a:cubicBezTo>
                <a:cubicBezTo>
                  <a:pt x="76" y="475"/>
                  <a:pt x="78" y="479"/>
                  <a:pt x="76" y="486"/>
                </a:cubicBezTo>
                <a:cubicBezTo>
                  <a:pt x="76" y="485"/>
                  <a:pt x="76" y="484"/>
                  <a:pt x="75" y="483"/>
                </a:cubicBezTo>
                <a:cubicBezTo>
                  <a:pt x="73" y="486"/>
                  <a:pt x="72" y="495"/>
                  <a:pt x="73" y="498"/>
                </a:cubicBezTo>
                <a:cubicBezTo>
                  <a:pt x="73" y="497"/>
                  <a:pt x="73" y="496"/>
                  <a:pt x="74" y="497"/>
                </a:cubicBezTo>
                <a:cubicBezTo>
                  <a:pt x="74" y="501"/>
                  <a:pt x="78" y="500"/>
                  <a:pt x="77" y="506"/>
                </a:cubicBezTo>
                <a:cubicBezTo>
                  <a:pt x="82" y="508"/>
                  <a:pt x="81" y="501"/>
                  <a:pt x="84" y="500"/>
                </a:cubicBezTo>
                <a:cubicBezTo>
                  <a:pt x="89" y="499"/>
                  <a:pt x="90" y="501"/>
                  <a:pt x="94" y="503"/>
                </a:cubicBezTo>
                <a:cubicBezTo>
                  <a:pt x="94" y="501"/>
                  <a:pt x="92" y="499"/>
                  <a:pt x="94" y="497"/>
                </a:cubicBezTo>
                <a:cubicBezTo>
                  <a:pt x="92" y="497"/>
                  <a:pt x="89" y="498"/>
                  <a:pt x="89" y="496"/>
                </a:cubicBezTo>
                <a:cubicBezTo>
                  <a:pt x="89" y="493"/>
                  <a:pt x="89" y="493"/>
                  <a:pt x="89" y="493"/>
                </a:cubicBezTo>
                <a:cubicBezTo>
                  <a:pt x="89" y="491"/>
                  <a:pt x="92" y="492"/>
                  <a:pt x="93" y="490"/>
                </a:cubicBezTo>
                <a:cubicBezTo>
                  <a:pt x="95" y="490"/>
                  <a:pt x="95" y="492"/>
                  <a:pt x="97" y="493"/>
                </a:cubicBezTo>
                <a:cubicBezTo>
                  <a:pt x="99" y="491"/>
                  <a:pt x="97" y="487"/>
                  <a:pt x="101" y="488"/>
                </a:cubicBezTo>
                <a:cubicBezTo>
                  <a:pt x="101" y="483"/>
                  <a:pt x="100" y="477"/>
                  <a:pt x="104" y="476"/>
                </a:cubicBezTo>
                <a:cubicBezTo>
                  <a:pt x="104" y="477"/>
                  <a:pt x="105" y="476"/>
                  <a:pt x="105" y="477"/>
                </a:cubicBezTo>
                <a:cubicBezTo>
                  <a:pt x="100" y="489"/>
                  <a:pt x="107" y="507"/>
                  <a:pt x="102" y="517"/>
                </a:cubicBezTo>
                <a:cubicBezTo>
                  <a:pt x="103" y="515"/>
                  <a:pt x="105" y="515"/>
                  <a:pt x="107" y="515"/>
                </a:cubicBezTo>
                <a:cubicBezTo>
                  <a:pt x="107" y="512"/>
                  <a:pt x="109" y="510"/>
                  <a:pt x="108" y="505"/>
                </a:cubicBezTo>
                <a:cubicBezTo>
                  <a:pt x="110" y="506"/>
                  <a:pt x="113" y="503"/>
                  <a:pt x="113" y="504"/>
                </a:cubicBezTo>
                <a:cubicBezTo>
                  <a:pt x="114" y="512"/>
                  <a:pt x="112" y="523"/>
                  <a:pt x="117" y="525"/>
                </a:cubicBezTo>
                <a:cubicBezTo>
                  <a:pt x="129" y="516"/>
                  <a:pt x="118" y="489"/>
                  <a:pt x="134" y="484"/>
                </a:cubicBezTo>
                <a:cubicBezTo>
                  <a:pt x="131" y="492"/>
                  <a:pt x="134" y="495"/>
                  <a:pt x="134" y="504"/>
                </a:cubicBezTo>
                <a:cubicBezTo>
                  <a:pt x="141" y="503"/>
                  <a:pt x="139" y="511"/>
                  <a:pt x="140" y="515"/>
                </a:cubicBezTo>
                <a:cubicBezTo>
                  <a:pt x="143" y="515"/>
                  <a:pt x="143" y="510"/>
                  <a:pt x="145" y="510"/>
                </a:cubicBezTo>
                <a:cubicBezTo>
                  <a:pt x="151" y="516"/>
                  <a:pt x="146" y="528"/>
                  <a:pt x="142" y="534"/>
                </a:cubicBezTo>
                <a:cubicBezTo>
                  <a:pt x="140" y="532"/>
                  <a:pt x="140" y="526"/>
                  <a:pt x="139" y="524"/>
                </a:cubicBezTo>
                <a:cubicBezTo>
                  <a:pt x="135" y="525"/>
                  <a:pt x="134" y="525"/>
                  <a:pt x="129" y="525"/>
                </a:cubicBezTo>
                <a:cubicBezTo>
                  <a:pt x="129" y="530"/>
                  <a:pt x="126" y="532"/>
                  <a:pt x="126" y="538"/>
                </a:cubicBezTo>
                <a:cubicBezTo>
                  <a:pt x="127" y="538"/>
                  <a:pt x="130" y="539"/>
                  <a:pt x="127" y="542"/>
                </a:cubicBezTo>
                <a:cubicBezTo>
                  <a:pt x="129" y="544"/>
                  <a:pt x="129" y="541"/>
                  <a:pt x="131" y="541"/>
                </a:cubicBezTo>
                <a:cubicBezTo>
                  <a:pt x="131" y="549"/>
                  <a:pt x="134" y="568"/>
                  <a:pt x="124" y="568"/>
                </a:cubicBezTo>
                <a:cubicBezTo>
                  <a:pt x="125" y="572"/>
                  <a:pt x="120" y="574"/>
                  <a:pt x="123" y="577"/>
                </a:cubicBezTo>
                <a:cubicBezTo>
                  <a:pt x="123" y="575"/>
                  <a:pt x="126" y="576"/>
                  <a:pt x="126" y="575"/>
                </a:cubicBezTo>
                <a:cubicBezTo>
                  <a:pt x="125" y="574"/>
                  <a:pt x="126" y="572"/>
                  <a:pt x="126" y="571"/>
                </a:cubicBezTo>
                <a:cubicBezTo>
                  <a:pt x="129" y="572"/>
                  <a:pt x="128" y="569"/>
                  <a:pt x="130" y="568"/>
                </a:cubicBezTo>
                <a:cubicBezTo>
                  <a:pt x="129" y="573"/>
                  <a:pt x="128" y="577"/>
                  <a:pt x="125" y="580"/>
                </a:cubicBezTo>
                <a:cubicBezTo>
                  <a:pt x="134" y="588"/>
                  <a:pt x="128" y="606"/>
                  <a:pt x="130" y="617"/>
                </a:cubicBezTo>
                <a:cubicBezTo>
                  <a:pt x="132" y="624"/>
                  <a:pt x="131" y="636"/>
                  <a:pt x="131" y="644"/>
                </a:cubicBezTo>
                <a:cubicBezTo>
                  <a:pt x="132" y="644"/>
                  <a:pt x="134" y="644"/>
                  <a:pt x="134" y="645"/>
                </a:cubicBezTo>
                <a:cubicBezTo>
                  <a:pt x="135" y="655"/>
                  <a:pt x="135" y="669"/>
                  <a:pt x="137" y="677"/>
                </a:cubicBezTo>
                <a:cubicBezTo>
                  <a:pt x="131" y="689"/>
                  <a:pt x="144" y="701"/>
                  <a:pt x="139" y="712"/>
                </a:cubicBezTo>
                <a:cubicBezTo>
                  <a:pt x="137" y="708"/>
                  <a:pt x="137" y="712"/>
                  <a:pt x="132" y="711"/>
                </a:cubicBezTo>
                <a:cubicBezTo>
                  <a:pt x="130" y="707"/>
                  <a:pt x="133" y="698"/>
                  <a:pt x="129" y="696"/>
                </a:cubicBezTo>
                <a:cubicBezTo>
                  <a:pt x="130" y="704"/>
                  <a:pt x="131" y="720"/>
                  <a:pt x="129" y="725"/>
                </a:cubicBezTo>
                <a:cubicBezTo>
                  <a:pt x="133" y="728"/>
                  <a:pt x="132" y="736"/>
                  <a:pt x="137" y="737"/>
                </a:cubicBezTo>
                <a:cubicBezTo>
                  <a:pt x="137" y="733"/>
                  <a:pt x="137" y="735"/>
                  <a:pt x="139" y="736"/>
                </a:cubicBezTo>
                <a:cubicBezTo>
                  <a:pt x="140" y="732"/>
                  <a:pt x="139" y="728"/>
                  <a:pt x="142" y="726"/>
                </a:cubicBezTo>
                <a:cubicBezTo>
                  <a:pt x="145" y="744"/>
                  <a:pt x="147" y="769"/>
                  <a:pt x="149" y="785"/>
                </a:cubicBezTo>
                <a:cubicBezTo>
                  <a:pt x="149" y="784"/>
                  <a:pt x="148" y="784"/>
                  <a:pt x="147" y="785"/>
                </a:cubicBezTo>
                <a:cubicBezTo>
                  <a:pt x="149" y="795"/>
                  <a:pt x="154" y="803"/>
                  <a:pt x="156" y="814"/>
                </a:cubicBezTo>
                <a:cubicBezTo>
                  <a:pt x="158" y="814"/>
                  <a:pt x="160" y="814"/>
                  <a:pt x="161" y="816"/>
                </a:cubicBezTo>
                <a:cubicBezTo>
                  <a:pt x="160" y="824"/>
                  <a:pt x="168" y="828"/>
                  <a:pt x="165" y="839"/>
                </a:cubicBezTo>
                <a:cubicBezTo>
                  <a:pt x="167" y="842"/>
                  <a:pt x="170" y="845"/>
                  <a:pt x="171" y="848"/>
                </a:cubicBezTo>
                <a:cubicBezTo>
                  <a:pt x="170" y="848"/>
                  <a:pt x="170" y="850"/>
                  <a:pt x="169" y="851"/>
                </a:cubicBezTo>
                <a:cubicBezTo>
                  <a:pt x="172" y="852"/>
                  <a:pt x="173" y="851"/>
                  <a:pt x="175" y="850"/>
                </a:cubicBezTo>
                <a:cubicBezTo>
                  <a:pt x="184" y="861"/>
                  <a:pt x="186" y="881"/>
                  <a:pt x="192" y="893"/>
                </a:cubicBezTo>
                <a:cubicBezTo>
                  <a:pt x="195" y="893"/>
                  <a:pt x="190" y="890"/>
                  <a:pt x="193" y="890"/>
                </a:cubicBezTo>
                <a:cubicBezTo>
                  <a:pt x="196" y="894"/>
                  <a:pt x="195" y="903"/>
                  <a:pt x="200" y="905"/>
                </a:cubicBezTo>
                <a:cubicBezTo>
                  <a:pt x="201" y="904"/>
                  <a:pt x="201" y="902"/>
                  <a:pt x="203" y="902"/>
                </a:cubicBezTo>
                <a:cubicBezTo>
                  <a:pt x="206" y="907"/>
                  <a:pt x="209" y="913"/>
                  <a:pt x="214" y="915"/>
                </a:cubicBezTo>
                <a:cubicBezTo>
                  <a:pt x="214" y="911"/>
                  <a:pt x="208" y="908"/>
                  <a:pt x="212" y="903"/>
                </a:cubicBezTo>
                <a:cubicBezTo>
                  <a:pt x="213" y="904"/>
                  <a:pt x="216" y="903"/>
                  <a:pt x="217" y="905"/>
                </a:cubicBezTo>
                <a:cubicBezTo>
                  <a:pt x="215" y="910"/>
                  <a:pt x="220" y="913"/>
                  <a:pt x="221" y="917"/>
                </a:cubicBezTo>
                <a:cubicBezTo>
                  <a:pt x="221" y="920"/>
                  <a:pt x="219" y="919"/>
                  <a:pt x="218" y="921"/>
                </a:cubicBezTo>
                <a:cubicBezTo>
                  <a:pt x="223" y="933"/>
                  <a:pt x="235" y="942"/>
                  <a:pt x="243" y="949"/>
                </a:cubicBezTo>
                <a:cubicBezTo>
                  <a:pt x="243" y="952"/>
                  <a:pt x="245" y="953"/>
                  <a:pt x="244" y="956"/>
                </a:cubicBezTo>
                <a:cubicBezTo>
                  <a:pt x="247" y="958"/>
                  <a:pt x="250" y="958"/>
                  <a:pt x="252" y="961"/>
                </a:cubicBezTo>
                <a:cubicBezTo>
                  <a:pt x="253" y="962"/>
                  <a:pt x="251" y="963"/>
                  <a:pt x="252" y="964"/>
                </a:cubicBezTo>
                <a:cubicBezTo>
                  <a:pt x="253" y="966"/>
                  <a:pt x="261" y="970"/>
                  <a:pt x="257" y="975"/>
                </a:cubicBezTo>
                <a:cubicBezTo>
                  <a:pt x="254" y="972"/>
                  <a:pt x="249" y="966"/>
                  <a:pt x="245" y="972"/>
                </a:cubicBezTo>
                <a:cubicBezTo>
                  <a:pt x="250" y="979"/>
                  <a:pt x="255" y="986"/>
                  <a:pt x="262" y="991"/>
                </a:cubicBezTo>
                <a:cubicBezTo>
                  <a:pt x="265" y="990"/>
                  <a:pt x="260" y="990"/>
                  <a:pt x="261" y="987"/>
                </a:cubicBezTo>
                <a:cubicBezTo>
                  <a:pt x="265" y="989"/>
                  <a:pt x="265" y="986"/>
                  <a:pt x="268" y="986"/>
                </a:cubicBezTo>
                <a:cubicBezTo>
                  <a:pt x="274" y="989"/>
                  <a:pt x="279" y="994"/>
                  <a:pt x="283" y="999"/>
                </a:cubicBezTo>
                <a:cubicBezTo>
                  <a:pt x="283" y="993"/>
                  <a:pt x="278" y="991"/>
                  <a:pt x="278" y="987"/>
                </a:cubicBezTo>
                <a:cubicBezTo>
                  <a:pt x="276" y="986"/>
                  <a:pt x="274" y="986"/>
                  <a:pt x="272" y="986"/>
                </a:cubicBezTo>
                <a:cubicBezTo>
                  <a:pt x="273" y="983"/>
                  <a:pt x="277" y="983"/>
                  <a:pt x="279" y="982"/>
                </a:cubicBezTo>
                <a:cubicBezTo>
                  <a:pt x="281" y="986"/>
                  <a:pt x="285" y="988"/>
                  <a:pt x="287" y="991"/>
                </a:cubicBezTo>
                <a:cubicBezTo>
                  <a:pt x="293" y="985"/>
                  <a:pt x="298" y="993"/>
                  <a:pt x="303" y="996"/>
                </a:cubicBezTo>
                <a:cubicBezTo>
                  <a:pt x="303" y="993"/>
                  <a:pt x="300" y="992"/>
                  <a:pt x="300" y="989"/>
                </a:cubicBezTo>
                <a:cubicBezTo>
                  <a:pt x="302" y="990"/>
                  <a:pt x="303" y="990"/>
                  <a:pt x="305" y="989"/>
                </a:cubicBezTo>
                <a:cubicBezTo>
                  <a:pt x="311" y="998"/>
                  <a:pt x="321" y="1001"/>
                  <a:pt x="328" y="1005"/>
                </a:cubicBezTo>
                <a:cubicBezTo>
                  <a:pt x="326" y="1000"/>
                  <a:pt x="327" y="1000"/>
                  <a:pt x="326" y="995"/>
                </a:cubicBezTo>
                <a:cubicBezTo>
                  <a:pt x="322" y="994"/>
                  <a:pt x="324" y="990"/>
                  <a:pt x="322" y="986"/>
                </a:cubicBezTo>
                <a:cubicBezTo>
                  <a:pt x="323" y="985"/>
                  <a:pt x="323" y="984"/>
                  <a:pt x="324" y="984"/>
                </a:cubicBezTo>
                <a:cubicBezTo>
                  <a:pt x="326" y="986"/>
                  <a:pt x="327" y="991"/>
                  <a:pt x="326" y="994"/>
                </a:cubicBezTo>
                <a:cubicBezTo>
                  <a:pt x="328" y="996"/>
                  <a:pt x="330" y="998"/>
                  <a:pt x="332" y="1000"/>
                </a:cubicBezTo>
                <a:cubicBezTo>
                  <a:pt x="329" y="1002"/>
                  <a:pt x="331" y="1004"/>
                  <a:pt x="330" y="1007"/>
                </a:cubicBezTo>
                <a:cubicBezTo>
                  <a:pt x="338" y="1010"/>
                  <a:pt x="341" y="1014"/>
                  <a:pt x="348" y="1017"/>
                </a:cubicBezTo>
                <a:cubicBezTo>
                  <a:pt x="350" y="1016"/>
                  <a:pt x="344" y="1014"/>
                  <a:pt x="347" y="1013"/>
                </a:cubicBezTo>
                <a:cubicBezTo>
                  <a:pt x="351" y="1014"/>
                  <a:pt x="353" y="1016"/>
                  <a:pt x="356" y="1016"/>
                </a:cubicBezTo>
                <a:cubicBezTo>
                  <a:pt x="354" y="1012"/>
                  <a:pt x="349" y="1010"/>
                  <a:pt x="345" y="1007"/>
                </a:cubicBezTo>
                <a:cubicBezTo>
                  <a:pt x="345" y="1010"/>
                  <a:pt x="348" y="1011"/>
                  <a:pt x="346" y="1012"/>
                </a:cubicBezTo>
                <a:cubicBezTo>
                  <a:pt x="341" y="1010"/>
                  <a:pt x="345" y="1002"/>
                  <a:pt x="335" y="1002"/>
                </a:cubicBezTo>
                <a:cubicBezTo>
                  <a:pt x="331" y="998"/>
                  <a:pt x="332" y="995"/>
                  <a:pt x="330" y="991"/>
                </a:cubicBezTo>
                <a:cubicBezTo>
                  <a:pt x="335" y="989"/>
                  <a:pt x="339" y="993"/>
                  <a:pt x="343" y="997"/>
                </a:cubicBezTo>
                <a:cubicBezTo>
                  <a:pt x="343" y="999"/>
                  <a:pt x="341" y="999"/>
                  <a:pt x="341" y="1000"/>
                </a:cubicBezTo>
                <a:cubicBezTo>
                  <a:pt x="346" y="1002"/>
                  <a:pt x="348" y="1006"/>
                  <a:pt x="351" y="1009"/>
                </a:cubicBezTo>
                <a:cubicBezTo>
                  <a:pt x="360" y="1007"/>
                  <a:pt x="366" y="1011"/>
                  <a:pt x="368" y="1017"/>
                </a:cubicBezTo>
                <a:cubicBezTo>
                  <a:pt x="368" y="1013"/>
                  <a:pt x="372" y="1016"/>
                  <a:pt x="374" y="1014"/>
                </a:cubicBezTo>
                <a:cubicBezTo>
                  <a:pt x="375" y="1012"/>
                  <a:pt x="372" y="1010"/>
                  <a:pt x="374" y="1009"/>
                </a:cubicBezTo>
                <a:cubicBezTo>
                  <a:pt x="383" y="1017"/>
                  <a:pt x="400" y="1015"/>
                  <a:pt x="406" y="1025"/>
                </a:cubicBezTo>
                <a:cubicBezTo>
                  <a:pt x="404" y="1026"/>
                  <a:pt x="403" y="1022"/>
                  <a:pt x="403" y="1026"/>
                </a:cubicBezTo>
                <a:cubicBezTo>
                  <a:pt x="411" y="1028"/>
                  <a:pt x="414" y="1034"/>
                  <a:pt x="421" y="1037"/>
                </a:cubicBezTo>
                <a:cubicBezTo>
                  <a:pt x="421" y="1037"/>
                  <a:pt x="422" y="1035"/>
                  <a:pt x="423" y="1036"/>
                </a:cubicBezTo>
                <a:cubicBezTo>
                  <a:pt x="429" y="1037"/>
                  <a:pt x="430" y="1047"/>
                  <a:pt x="436" y="1051"/>
                </a:cubicBezTo>
                <a:cubicBezTo>
                  <a:pt x="432" y="1052"/>
                  <a:pt x="425" y="1050"/>
                  <a:pt x="424" y="1044"/>
                </a:cubicBezTo>
                <a:cubicBezTo>
                  <a:pt x="423" y="1044"/>
                  <a:pt x="422" y="1045"/>
                  <a:pt x="421" y="1045"/>
                </a:cubicBezTo>
                <a:cubicBezTo>
                  <a:pt x="420" y="1043"/>
                  <a:pt x="421" y="1042"/>
                  <a:pt x="420" y="1042"/>
                </a:cubicBezTo>
                <a:cubicBezTo>
                  <a:pt x="415" y="1041"/>
                  <a:pt x="409" y="1039"/>
                  <a:pt x="405" y="1036"/>
                </a:cubicBezTo>
                <a:cubicBezTo>
                  <a:pt x="403" y="1038"/>
                  <a:pt x="408" y="1039"/>
                  <a:pt x="405" y="1040"/>
                </a:cubicBezTo>
                <a:cubicBezTo>
                  <a:pt x="398" y="1039"/>
                  <a:pt x="395" y="1033"/>
                  <a:pt x="386" y="1033"/>
                </a:cubicBezTo>
                <a:cubicBezTo>
                  <a:pt x="386" y="1028"/>
                  <a:pt x="383" y="1027"/>
                  <a:pt x="378" y="1027"/>
                </a:cubicBezTo>
                <a:cubicBezTo>
                  <a:pt x="376" y="1029"/>
                  <a:pt x="376" y="1030"/>
                  <a:pt x="375" y="1031"/>
                </a:cubicBezTo>
                <a:cubicBezTo>
                  <a:pt x="369" y="1031"/>
                  <a:pt x="367" y="1028"/>
                  <a:pt x="364" y="1024"/>
                </a:cubicBezTo>
                <a:cubicBezTo>
                  <a:pt x="364" y="1021"/>
                  <a:pt x="367" y="1022"/>
                  <a:pt x="366" y="1019"/>
                </a:cubicBezTo>
                <a:cubicBezTo>
                  <a:pt x="365" y="1017"/>
                  <a:pt x="364" y="1016"/>
                  <a:pt x="361" y="1015"/>
                </a:cubicBezTo>
                <a:cubicBezTo>
                  <a:pt x="363" y="1021"/>
                  <a:pt x="360" y="1016"/>
                  <a:pt x="357" y="1016"/>
                </a:cubicBezTo>
                <a:cubicBezTo>
                  <a:pt x="355" y="1020"/>
                  <a:pt x="358" y="1021"/>
                  <a:pt x="360" y="1023"/>
                </a:cubicBezTo>
                <a:cubicBezTo>
                  <a:pt x="357" y="1022"/>
                  <a:pt x="358" y="1026"/>
                  <a:pt x="357" y="1026"/>
                </a:cubicBezTo>
                <a:cubicBezTo>
                  <a:pt x="354" y="1025"/>
                  <a:pt x="353" y="1026"/>
                  <a:pt x="352" y="1025"/>
                </a:cubicBezTo>
                <a:cubicBezTo>
                  <a:pt x="351" y="1026"/>
                  <a:pt x="352" y="1028"/>
                  <a:pt x="350" y="1029"/>
                </a:cubicBezTo>
                <a:cubicBezTo>
                  <a:pt x="346" y="1025"/>
                  <a:pt x="346" y="1032"/>
                  <a:pt x="345" y="1033"/>
                </a:cubicBezTo>
                <a:cubicBezTo>
                  <a:pt x="345" y="1033"/>
                  <a:pt x="343" y="1033"/>
                  <a:pt x="343" y="1033"/>
                </a:cubicBezTo>
                <a:cubicBezTo>
                  <a:pt x="340" y="1041"/>
                  <a:pt x="350" y="1044"/>
                  <a:pt x="346" y="1047"/>
                </a:cubicBezTo>
                <a:cubicBezTo>
                  <a:pt x="349" y="1047"/>
                  <a:pt x="350" y="1050"/>
                  <a:pt x="349" y="1053"/>
                </a:cubicBezTo>
                <a:cubicBezTo>
                  <a:pt x="352" y="1054"/>
                  <a:pt x="353" y="1055"/>
                  <a:pt x="355" y="1056"/>
                </a:cubicBezTo>
                <a:cubicBezTo>
                  <a:pt x="355" y="1052"/>
                  <a:pt x="355" y="1051"/>
                  <a:pt x="353" y="1048"/>
                </a:cubicBezTo>
                <a:cubicBezTo>
                  <a:pt x="354" y="1048"/>
                  <a:pt x="354" y="1048"/>
                  <a:pt x="355" y="1049"/>
                </a:cubicBezTo>
                <a:cubicBezTo>
                  <a:pt x="356" y="1043"/>
                  <a:pt x="354" y="1040"/>
                  <a:pt x="354" y="1038"/>
                </a:cubicBezTo>
                <a:cubicBezTo>
                  <a:pt x="359" y="1036"/>
                  <a:pt x="362" y="1039"/>
                  <a:pt x="363" y="1044"/>
                </a:cubicBezTo>
                <a:cubicBezTo>
                  <a:pt x="369" y="1046"/>
                  <a:pt x="373" y="1052"/>
                  <a:pt x="379" y="1053"/>
                </a:cubicBezTo>
                <a:cubicBezTo>
                  <a:pt x="380" y="1053"/>
                  <a:pt x="381" y="1051"/>
                  <a:pt x="383" y="1053"/>
                </a:cubicBezTo>
                <a:cubicBezTo>
                  <a:pt x="384" y="1049"/>
                  <a:pt x="378" y="1049"/>
                  <a:pt x="381" y="1047"/>
                </a:cubicBezTo>
                <a:cubicBezTo>
                  <a:pt x="392" y="1050"/>
                  <a:pt x="400" y="1056"/>
                  <a:pt x="409" y="1061"/>
                </a:cubicBezTo>
                <a:cubicBezTo>
                  <a:pt x="414" y="1056"/>
                  <a:pt x="420" y="1067"/>
                  <a:pt x="420" y="1073"/>
                </a:cubicBezTo>
                <a:cubicBezTo>
                  <a:pt x="428" y="1075"/>
                  <a:pt x="435" y="1080"/>
                  <a:pt x="442" y="1082"/>
                </a:cubicBezTo>
                <a:cubicBezTo>
                  <a:pt x="443" y="1082"/>
                  <a:pt x="445" y="1080"/>
                  <a:pt x="448" y="1081"/>
                </a:cubicBezTo>
                <a:cubicBezTo>
                  <a:pt x="449" y="1082"/>
                  <a:pt x="450" y="1084"/>
                  <a:pt x="451" y="1084"/>
                </a:cubicBezTo>
                <a:cubicBezTo>
                  <a:pt x="455" y="1083"/>
                  <a:pt x="455" y="1076"/>
                  <a:pt x="461" y="1080"/>
                </a:cubicBezTo>
                <a:cubicBezTo>
                  <a:pt x="461" y="1076"/>
                  <a:pt x="458" y="1077"/>
                  <a:pt x="458" y="1073"/>
                </a:cubicBezTo>
                <a:cubicBezTo>
                  <a:pt x="459" y="1073"/>
                  <a:pt x="459" y="1074"/>
                  <a:pt x="461" y="1074"/>
                </a:cubicBezTo>
                <a:cubicBezTo>
                  <a:pt x="463" y="1068"/>
                  <a:pt x="459" y="1065"/>
                  <a:pt x="457" y="1058"/>
                </a:cubicBezTo>
                <a:cubicBezTo>
                  <a:pt x="462" y="1059"/>
                  <a:pt x="458" y="1056"/>
                  <a:pt x="460" y="1056"/>
                </a:cubicBezTo>
                <a:cubicBezTo>
                  <a:pt x="465" y="1057"/>
                  <a:pt x="467" y="1056"/>
                  <a:pt x="470" y="1060"/>
                </a:cubicBezTo>
                <a:cubicBezTo>
                  <a:pt x="462" y="1069"/>
                  <a:pt x="479" y="1080"/>
                  <a:pt x="488" y="1080"/>
                </a:cubicBezTo>
                <a:cubicBezTo>
                  <a:pt x="486" y="1080"/>
                  <a:pt x="484" y="1078"/>
                  <a:pt x="482" y="1077"/>
                </a:cubicBezTo>
                <a:cubicBezTo>
                  <a:pt x="486" y="1070"/>
                  <a:pt x="490" y="1080"/>
                  <a:pt x="496" y="1080"/>
                </a:cubicBezTo>
                <a:cubicBezTo>
                  <a:pt x="497" y="1077"/>
                  <a:pt x="496" y="1077"/>
                  <a:pt x="497" y="1075"/>
                </a:cubicBezTo>
                <a:cubicBezTo>
                  <a:pt x="503" y="1075"/>
                  <a:pt x="509" y="1078"/>
                  <a:pt x="514" y="1077"/>
                </a:cubicBezTo>
                <a:cubicBezTo>
                  <a:pt x="509" y="1075"/>
                  <a:pt x="505" y="1074"/>
                  <a:pt x="501" y="1071"/>
                </a:cubicBezTo>
                <a:cubicBezTo>
                  <a:pt x="510" y="1071"/>
                  <a:pt x="518" y="1076"/>
                  <a:pt x="525" y="1074"/>
                </a:cubicBezTo>
                <a:cubicBezTo>
                  <a:pt x="536" y="1082"/>
                  <a:pt x="551" y="1086"/>
                  <a:pt x="564" y="1089"/>
                </a:cubicBezTo>
                <a:cubicBezTo>
                  <a:pt x="569" y="1086"/>
                  <a:pt x="574" y="1089"/>
                  <a:pt x="578" y="1088"/>
                </a:cubicBezTo>
                <a:cubicBezTo>
                  <a:pt x="574" y="1087"/>
                  <a:pt x="568" y="1082"/>
                  <a:pt x="563" y="1085"/>
                </a:cubicBezTo>
                <a:cubicBezTo>
                  <a:pt x="558" y="1090"/>
                  <a:pt x="552" y="1075"/>
                  <a:pt x="544" y="1081"/>
                </a:cubicBezTo>
                <a:cubicBezTo>
                  <a:pt x="542" y="1081"/>
                  <a:pt x="540" y="1080"/>
                  <a:pt x="540" y="1078"/>
                </a:cubicBezTo>
                <a:cubicBezTo>
                  <a:pt x="553" y="1077"/>
                  <a:pt x="568" y="1080"/>
                  <a:pt x="582" y="1084"/>
                </a:cubicBezTo>
                <a:cubicBezTo>
                  <a:pt x="583" y="1081"/>
                  <a:pt x="578" y="1080"/>
                  <a:pt x="581" y="1078"/>
                </a:cubicBezTo>
                <a:cubicBezTo>
                  <a:pt x="589" y="1079"/>
                  <a:pt x="597" y="1076"/>
                  <a:pt x="603" y="1079"/>
                </a:cubicBezTo>
                <a:cubicBezTo>
                  <a:pt x="603" y="1079"/>
                  <a:pt x="603" y="1079"/>
                  <a:pt x="603" y="1078"/>
                </a:cubicBezTo>
                <a:cubicBezTo>
                  <a:pt x="606" y="1077"/>
                  <a:pt x="612" y="1079"/>
                  <a:pt x="614" y="1077"/>
                </a:cubicBezTo>
                <a:cubicBezTo>
                  <a:pt x="602" y="1069"/>
                  <a:pt x="581" y="1075"/>
                  <a:pt x="571" y="1070"/>
                </a:cubicBezTo>
                <a:cubicBezTo>
                  <a:pt x="562" y="1075"/>
                  <a:pt x="550" y="1058"/>
                  <a:pt x="541" y="1066"/>
                </a:cubicBezTo>
                <a:cubicBezTo>
                  <a:pt x="542" y="1069"/>
                  <a:pt x="544" y="1070"/>
                  <a:pt x="545" y="1072"/>
                </a:cubicBezTo>
                <a:cubicBezTo>
                  <a:pt x="541" y="1074"/>
                  <a:pt x="539" y="1068"/>
                  <a:pt x="537" y="1064"/>
                </a:cubicBezTo>
                <a:cubicBezTo>
                  <a:pt x="539" y="1060"/>
                  <a:pt x="545" y="1060"/>
                  <a:pt x="548" y="1057"/>
                </a:cubicBezTo>
                <a:cubicBezTo>
                  <a:pt x="557" y="1065"/>
                  <a:pt x="571" y="1065"/>
                  <a:pt x="584" y="1064"/>
                </a:cubicBezTo>
                <a:cubicBezTo>
                  <a:pt x="584" y="1059"/>
                  <a:pt x="579" y="1058"/>
                  <a:pt x="578" y="1053"/>
                </a:cubicBezTo>
                <a:cubicBezTo>
                  <a:pt x="583" y="1045"/>
                  <a:pt x="593" y="1051"/>
                  <a:pt x="604" y="1050"/>
                </a:cubicBezTo>
                <a:cubicBezTo>
                  <a:pt x="609" y="1056"/>
                  <a:pt x="620" y="1059"/>
                  <a:pt x="627" y="1054"/>
                </a:cubicBezTo>
                <a:cubicBezTo>
                  <a:pt x="622" y="1053"/>
                  <a:pt x="626" y="1050"/>
                  <a:pt x="624" y="1047"/>
                </a:cubicBezTo>
                <a:cubicBezTo>
                  <a:pt x="626" y="1047"/>
                  <a:pt x="627" y="1047"/>
                  <a:pt x="627" y="1046"/>
                </a:cubicBezTo>
                <a:cubicBezTo>
                  <a:pt x="625" y="1041"/>
                  <a:pt x="628" y="1041"/>
                  <a:pt x="627" y="1035"/>
                </a:cubicBezTo>
                <a:cubicBezTo>
                  <a:pt x="623" y="1035"/>
                  <a:pt x="627" y="1032"/>
                  <a:pt x="623" y="1031"/>
                </a:cubicBezTo>
                <a:cubicBezTo>
                  <a:pt x="627" y="1031"/>
                  <a:pt x="629" y="1035"/>
                  <a:pt x="632" y="1031"/>
                </a:cubicBezTo>
                <a:cubicBezTo>
                  <a:pt x="630" y="1031"/>
                  <a:pt x="629" y="1030"/>
                  <a:pt x="629" y="1029"/>
                </a:cubicBezTo>
                <a:cubicBezTo>
                  <a:pt x="635" y="1032"/>
                  <a:pt x="637" y="1030"/>
                  <a:pt x="642" y="1033"/>
                </a:cubicBezTo>
                <a:cubicBezTo>
                  <a:pt x="649" y="1029"/>
                  <a:pt x="656" y="1030"/>
                  <a:pt x="664" y="1028"/>
                </a:cubicBezTo>
                <a:cubicBezTo>
                  <a:pt x="660" y="1028"/>
                  <a:pt x="661" y="1024"/>
                  <a:pt x="658" y="1023"/>
                </a:cubicBezTo>
                <a:cubicBezTo>
                  <a:pt x="653" y="1022"/>
                  <a:pt x="646" y="1028"/>
                  <a:pt x="642" y="1022"/>
                </a:cubicBezTo>
                <a:cubicBezTo>
                  <a:pt x="648" y="1019"/>
                  <a:pt x="652" y="1021"/>
                  <a:pt x="658" y="1022"/>
                </a:cubicBezTo>
                <a:cubicBezTo>
                  <a:pt x="657" y="1018"/>
                  <a:pt x="661" y="1019"/>
                  <a:pt x="662" y="1017"/>
                </a:cubicBezTo>
                <a:cubicBezTo>
                  <a:pt x="656" y="1016"/>
                  <a:pt x="650" y="1022"/>
                  <a:pt x="646" y="1017"/>
                </a:cubicBezTo>
                <a:cubicBezTo>
                  <a:pt x="650" y="1009"/>
                  <a:pt x="659" y="1009"/>
                  <a:pt x="662" y="1005"/>
                </a:cubicBezTo>
                <a:cubicBezTo>
                  <a:pt x="649" y="1006"/>
                  <a:pt x="629" y="1007"/>
                  <a:pt x="623" y="995"/>
                </a:cubicBezTo>
                <a:cubicBezTo>
                  <a:pt x="619" y="997"/>
                  <a:pt x="612" y="995"/>
                  <a:pt x="610" y="998"/>
                </a:cubicBezTo>
                <a:cubicBezTo>
                  <a:pt x="611" y="998"/>
                  <a:pt x="613" y="998"/>
                  <a:pt x="614" y="1000"/>
                </a:cubicBezTo>
                <a:cubicBezTo>
                  <a:pt x="612" y="1000"/>
                  <a:pt x="607" y="1000"/>
                  <a:pt x="606" y="998"/>
                </a:cubicBezTo>
                <a:cubicBezTo>
                  <a:pt x="606" y="997"/>
                  <a:pt x="607" y="997"/>
                  <a:pt x="607" y="995"/>
                </a:cubicBezTo>
                <a:cubicBezTo>
                  <a:pt x="604" y="996"/>
                  <a:pt x="603" y="993"/>
                  <a:pt x="605" y="991"/>
                </a:cubicBezTo>
                <a:cubicBezTo>
                  <a:pt x="601" y="990"/>
                  <a:pt x="601" y="992"/>
                  <a:pt x="597" y="992"/>
                </a:cubicBezTo>
                <a:cubicBezTo>
                  <a:pt x="596" y="995"/>
                  <a:pt x="602" y="994"/>
                  <a:pt x="600" y="996"/>
                </a:cubicBezTo>
                <a:cubicBezTo>
                  <a:pt x="592" y="995"/>
                  <a:pt x="584" y="994"/>
                  <a:pt x="580" y="989"/>
                </a:cubicBezTo>
                <a:cubicBezTo>
                  <a:pt x="574" y="991"/>
                  <a:pt x="566" y="987"/>
                  <a:pt x="562" y="983"/>
                </a:cubicBezTo>
                <a:cubicBezTo>
                  <a:pt x="577" y="981"/>
                  <a:pt x="581" y="993"/>
                  <a:pt x="592" y="991"/>
                </a:cubicBezTo>
                <a:cubicBezTo>
                  <a:pt x="591" y="988"/>
                  <a:pt x="588" y="988"/>
                  <a:pt x="588" y="986"/>
                </a:cubicBezTo>
                <a:cubicBezTo>
                  <a:pt x="591" y="986"/>
                  <a:pt x="589" y="981"/>
                  <a:pt x="593" y="982"/>
                </a:cubicBezTo>
                <a:cubicBezTo>
                  <a:pt x="597" y="989"/>
                  <a:pt x="607" y="988"/>
                  <a:pt x="613" y="986"/>
                </a:cubicBezTo>
                <a:cubicBezTo>
                  <a:pt x="608" y="986"/>
                  <a:pt x="603" y="986"/>
                  <a:pt x="603" y="980"/>
                </a:cubicBezTo>
                <a:cubicBezTo>
                  <a:pt x="587" y="977"/>
                  <a:pt x="568" y="974"/>
                  <a:pt x="557" y="964"/>
                </a:cubicBezTo>
                <a:cubicBezTo>
                  <a:pt x="558" y="963"/>
                  <a:pt x="557" y="963"/>
                  <a:pt x="557" y="961"/>
                </a:cubicBezTo>
                <a:cubicBezTo>
                  <a:pt x="568" y="960"/>
                  <a:pt x="581" y="968"/>
                  <a:pt x="593" y="967"/>
                </a:cubicBezTo>
                <a:cubicBezTo>
                  <a:pt x="594" y="969"/>
                  <a:pt x="592" y="970"/>
                  <a:pt x="593" y="972"/>
                </a:cubicBezTo>
                <a:cubicBezTo>
                  <a:pt x="595" y="971"/>
                  <a:pt x="598" y="974"/>
                  <a:pt x="600" y="972"/>
                </a:cubicBezTo>
                <a:cubicBezTo>
                  <a:pt x="598" y="972"/>
                  <a:pt x="598" y="971"/>
                  <a:pt x="597" y="970"/>
                </a:cubicBezTo>
                <a:cubicBezTo>
                  <a:pt x="599" y="970"/>
                  <a:pt x="599" y="969"/>
                  <a:pt x="601" y="969"/>
                </a:cubicBezTo>
                <a:cubicBezTo>
                  <a:pt x="603" y="970"/>
                  <a:pt x="603" y="974"/>
                  <a:pt x="606" y="974"/>
                </a:cubicBezTo>
                <a:cubicBezTo>
                  <a:pt x="612" y="969"/>
                  <a:pt x="620" y="977"/>
                  <a:pt x="627" y="971"/>
                </a:cubicBezTo>
                <a:cubicBezTo>
                  <a:pt x="629" y="972"/>
                  <a:pt x="632" y="971"/>
                  <a:pt x="634" y="973"/>
                </a:cubicBezTo>
                <a:cubicBezTo>
                  <a:pt x="631" y="974"/>
                  <a:pt x="630" y="975"/>
                  <a:pt x="627" y="975"/>
                </a:cubicBezTo>
                <a:cubicBezTo>
                  <a:pt x="629" y="977"/>
                  <a:pt x="632" y="976"/>
                  <a:pt x="635" y="976"/>
                </a:cubicBezTo>
                <a:cubicBezTo>
                  <a:pt x="635" y="977"/>
                  <a:pt x="634" y="978"/>
                  <a:pt x="634" y="979"/>
                </a:cubicBezTo>
                <a:cubicBezTo>
                  <a:pt x="638" y="978"/>
                  <a:pt x="642" y="978"/>
                  <a:pt x="645" y="977"/>
                </a:cubicBezTo>
                <a:cubicBezTo>
                  <a:pt x="641" y="976"/>
                  <a:pt x="639" y="972"/>
                  <a:pt x="642" y="970"/>
                </a:cubicBezTo>
                <a:cubicBezTo>
                  <a:pt x="635" y="969"/>
                  <a:pt x="625" y="969"/>
                  <a:pt x="623" y="965"/>
                </a:cubicBezTo>
                <a:cubicBezTo>
                  <a:pt x="623" y="963"/>
                  <a:pt x="627" y="968"/>
                  <a:pt x="627" y="965"/>
                </a:cubicBezTo>
                <a:cubicBezTo>
                  <a:pt x="627" y="964"/>
                  <a:pt x="626" y="964"/>
                  <a:pt x="625" y="963"/>
                </a:cubicBezTo>
                <a:cubicBezTo>
                  <a:pt x="626" y="961"/>
                  <a:pt x="630" y="961"/>
                  <a:pt x="630" y="958"/>
                </a:cubicBezTo>
                <a:cubicBezTo>
                  <a:pt x="627" y="958"/>
                  <a:pt x="627" y="956"/>
                  <a:pt x="624" y="956"/>
                </a:cubicBezTo>
                <a:cubicBezTo>
                  <a:pt x="606" y="964"/>
                  <a:pt x="592" y="946"/>
                  <a:pt x="575" y="943"/>
                </a:cubicBezTo>
                <a:cubicBezTo>
                  <a:pt x="573" y="942"/>
                  <a:pt x="576" y="947"/>
                  <a:pt x="573" y="945"/>
                </a:cubicBezTo>
                <a:cubicBezTo>
                  <a:pt x="571" y="945"/>
                  <a:pt x="568" y="940"/>
                  <a:pt x="571" y="939"/>
                </a:cubicBezTo>
                <a:cubicBezTo>
                  <a:pt x="591" y="947"/>
                  <a:pt x="610" y="947"/>
                  <a:pt x="632" y="944"/>
                </a:cubicBezTo>
                <a:cubicBezTo>
                  <a:pt x="631" y="949"/>
                  <a:pt x="640" y="949"/>
                  <a:pt x="646" y="949"/>
                </a:cubicBezTo>
                <a:cubicBezTo>
                  <a:pt x="646" y="943"/>
                  <a:pt x="639" y="949"/>
                  <a:pt x="637" y="945"/>
                </a:cubicBezTo>
                <a:cubicBezTo>
                  <a:pt x="645" y="940"/>
                  <a:pt x="657" y="945"/>
                  <a:pt x="663" y="938"/>
                </a:cubicBezTo>
                <a:cubicBezTo>
                  <a:pt x="668" y="944"/>
                  <a:pt x="678" y="932"/>
                  <a:pt x="682" y="940"/>
                </a:cubicBezTo>
                <a:cubicBezTo>
                  <a:pt x="693" y="941"/>
                  <a:pt x="695" y="933"/>
                  <a:pt x="702" y="929"/>
                </a:cubicBezTo>
                <a:cubicBezTo>
                  <a:pt x="686" y="931"/>
                  <a:pt x="667" y="938"/>
                  <a:pt x="647" y="941"/>
                </a:cubicBezTo>
                <a:cubicBezTo>
                  <a:pt x="637" y="942"/>
                  <a:pt x="604" y="945"/>
                  <a:pt x="607" y="933"/>
                </a:cubicBezTo>
                <a:cubicBezTo>
                  <a:pt x="590" y="931"/>
                  <a:pt x="576" y="928"/>
                  <a:pt x="560" y="923"/>
                </a:cubicBezTo>
                <a:cubicBezTo>
                  <a:pt x="561" y="920"/>
                  <a:pt x="558" y="920"/>
                  <a:pt x="557" y="918"/>
                </a:cubicBezTo>
                <a:cubicBezTo>
                  <a:pt x="566" y="919"/>
                  <a:pt x="573" y="923"/>
                  <a:pt x="582" y="919"/>
                </a:cubicBezTo>
                <a:cubicBezTo>
                  <a:pt x="588" y="922"/>
                  <a:pt x="599" y="926"/>
                  <a:pt x="607" y="923"/>
                </a:cubicBezTo>
                <a:cubicBezTo>
                  <a:pt x="603" y="921"/>
                  <a:pt x="598" y="920"/>
                  <a:pt x="593" y="918"/>
                </a:cubicBezTo>
                <a:cubicBezTo>
                  <a:pt x="593" y="920"/>
                  <a:pt x="596" y="921"/>
                  <a:pt x="593" y="922"/>
                </a:cubicBezTo>
                <a:cubicBezTo>
                  <a:pt x="589" y="923"/>
                  <a:pt x="589" y="914"/>
                  <a:pt x="588" y="919"/>
                </a:cubicBezTo>
                <a:cubicBezTo>
                  <a:pt x="586" y="913"/>
                  <a:pt x="576" y="916"/>
                  <a:pt x="572" y="912"/>
                </a:cubicBezTo>
                <a:cubicBezTo>
                  <a:pt x="562" y="913"/>
                  <a:pt x="549" y="903"/>
                  <a:pt x="541" y="900"/>
                </a:cubicBezTo>
                <a:cubicBezTo>
                  <a:pt x="529" y="895"/>
                  <a:pt x="511" y="886"/>
                  <a:pt x="508" y="881"/>
                </a:cubicBezTo>
                <a:cubicBezTo>
                  <a:pt x="495" y="877"/>
                  <a:pt x="487" y="867"/>
                  <a:pt x="475" y="862"/>
                </a:cubicBezTo>
                <a:cubicBezTo>
                  <a:pt x="474" y="864"/>
                  <a:pt x="477" y="865"/>
                  <a:pt x="475" y="866"/>
                </a:cubicBezTo>
                <a:cubicBezTo>
                  <a:pt x="471" y="854"/>
                  <a:pt x="462" y="848"/>
                  <a:pt x="454" y="840"/>
                </a:cubicBezTo>
                <a:cubicBezTo>
                  <a:pt x="457" y="840"/>
                  <a:pt x="452" y="837"/>
                  <a:pt x="455" y="837"/>
                </a:cubicBezTo>
                <a:cubicBezTo>
                  <a:pt x="463" y="843"/>
                  <a:pt x="468" y="852"/>
                  <a:pt x="479" y="856"/>
                </a:cubicBezTo>
                <a:cubicBezTo>
                  <a:pt x="476" y="851"/>
                  <a:pt x="473" y="845"/>
                  <a:pt x="475" y="840"/>
                </a:cubicBezTo>
                <a:cubicBezTo>
                  <a:pt x="469" y="839"/>
                  <a:pt x="461" y="834"/>
                  <a:pt x="462" y="828"/>
                </a:cubicBezTo>
                <a:cubicBezTo>
                  <a:pt x="469" y="834"/>
                  <a:pt x="482" y="843"/>
                  <a:pt x="487" y="846"/>
                </a:cubicBezTo>
                <a:cubicBezTo>
                  <a:pt x="482" y="840"/>
                  <a:pt x="473" y="832"/>
                  <a:pt x="470" y="827"/>
                </a:cubicBezTo>
                <a:cubicBezTo>
                  <a:pt x="478" y="833"/>
                  <a:pt x="485" y="840"/>
                  <a:pt x="494" y="844"/>
                </a:cubicBezTo>
                <a:cubicBezTo>
                  <a:pt x="493" y="839"/>
                  <a:pt x="499" y="842"/>
                  <a:pt x="500" y="843"/>
                </a:cubicBezTo>
                <a:cubicBezTo>
                  <a:pt x="488" y="834"/>
                  <a:pt x="481" y="821"/>
                  <a:pt x="466" y="816"/>
                </a:cubicBezTo>
                <a:cubicBezTo>
                  <a:pt x="465" y="823"/>
                  <a:pt x="457" y="820"/>
                  <a:pt x="453" y="817"/>
                </a:cubicBezTo>
                <a:cubicBezTo>
                  <a:pt x="453" y="816"/>
                  <a:pt x="456" y="816"/>
                  <a:pt x="455" y="814"/>
                </a:cubicBezTo>
                <a:cubicBezTo>
                  <a:pt x="452" y="812"/>
                  <a:pt x="446" y="809"/>
                  <a:pt x="447" y="805"/>
                </a:cubicBezTo>
                <a:cubicBezTo>
                  <a:pt x="449" y="806"/>
                  <a:pt x="450" y="809"/>
                  <a:pt x="453" y="809"/>
                </a:cubicBezTo>
                <a:cubicBezTo>
                  <a:pt x="453" y="805"/>
                  <a:pt x="453" y="805"/>
                  <a:pt x="453" y="805"/>
                </a:cubicBezTo>
                <a:cubicBezTo>
                  <a:pt x="448" y="803"/>
                  <a:pt x="444" y="801"/>
                  <a:pt x="442" y="795"/>
                </a:cubicBezTo>
                <a:cubicBezTo>
                  <a:pt x="440" y="795"/>
                  <a:pt x="436" y="796"/>
                  <a:pt x="435" y="794"/>
                </a:cubicBezTo>
                <a:cubicBezTo>
                  <a:pt x="440" y="788"/>
                  <a:pt x="430" y="786"/>
                  <a:pt x="431" y="780"/>
                </a:cubicBezTo>
                <a:cubicBezTo>
                  <a:pt x="431" y="780"/>
                  <a:pt x="432" y="780"/>
                  <a:pt x="432" y="780"/>
                </a:cubicBezTo>
                <a:cubicBezTo>
                  <a:pt x="432" y="774"/>
                  <a:pt x="426" y="773"/>
                  <a:pt x="423" y="769"/>
                </a:cubicBezTo>
                <a:cubicBezTo>
                  <a:pt x="419" y="763"/>
                  <a:pt x="419" y="754"/>
                  <a:pt x="414" y="749"/>
                </a:cubicBezTo>
                <a:cubicBezTo>
                  <a:pt x="419" y="746"/>
                  <a:pt x="415" y="740"/>
                  <a:pt x="414" y="736"/>
                </a:cubicBezTo>
                <a:cubicBezTo>
                  <a:pt x="416" y="734"/>
                  <a:pt x="415" y="731"/>
                  <a:pt x="419" y="732"/>
                </a:cubicBezTo>
                <a:cubicBezTo>
                  <a:pt x="419" y="730"/>
                  <a:pt x="419" y="727"/>
                  <a:pt x="421" y="727"/>
                </a:cubicBezTo>
                <a:cubicBezTo>
                  <a:pt x="422" y="729"/>
                  <a:pt x="424" y="731"/>
                  <a:pt x="427" y="730"/>
                </a:cubicBezTo>
                <a:cubicBezTo>
                  <a:pt x="427" y="726"/>
                  <a:pt x="424" y="721"/>
                  <a:pt x="427" y="720"/>
                </a:cubicBezTo>
                <a:cubicBezTo>
                  <a:pt x="431" y="725"/>
                  <a:pt x="432" y="732"/>
                  <a:pt x="436" y="736"/>
                </a:cubicBezTo>
                <a:cubicBezTo>
                  <a:pt x="437" y="735"/>
                  <a:pt x="435" y="731"/>
                  <a:pt x="437" y="731"/>
                </a:cubicBezTo>
                <a:cubicBezTo>
                  <a:pt x="439" y="735"/>
                  <a:pt x="440" y="740"/>
                  <a:pt x="445" y="740"/>
                </a:cubicBezTo>
                <a:cubicBezTo>
                  <a:pt x="447" y="740"/>
                  <a:pt x="446" y="738"/>
                  <a:pt x="447" y="738"/>
                </a:cubicBezTo>
                <a:cubicBezTo>
                  <a:pt x="449" y="737"/>
                  <a:pt x="450" y="743"/>
                  <a:pt x="452" y="739"/>
                </a:cubicBezTo>
                <a:cubicBezTo>
                  <a:pt x="451" y="738"/>
                  <a:pt x="449" y="738"/>
                  <a:pt x="449" y="737"/>
                </a:cubicBezTo>
                <a:cubicBezTo>
                  <a:pt x="453" y="735"/>
                  <a:pt x="449" y="729"/>
                  <a:pt x="453" y="728"/>
                </a:cubicBezTo>
                <a:cubicBezTo>
                  <a:pt x="456" y="733"/>
                  <a:pt x="460" y="733"/>
                  <a:pt x="462" y="734"/>
                </a:cubicBezTo>
                <a:cubicBezTo>
                  <a:pt x="464" y="728"/>
                  <a:pt x="469" y="730"/>
                  <a:pt x="472" y="726"/>
                </a:cubicBezTo>
                <a:cubicBezTo>
                  <a:pt x="474" y="729"/>
                  <a:pt x="473" y="733"/>
                  <a:pt x="479" y="731"/>
                </a:cubicBezTo>
                <a:cubicBezTo>
                  <a:pt x="480" y="732"/>
                  <a:pt x="481" y="738"/>
                  <a:pt x="483" y="737"/>
                </a:cubicBezTo>
                <a:cubicBezTo>
                  <a:pt x="482" y="735"/>
                  <a:pt x="479" y="731"/>
                  <a:pt x="481" y="729"/>
                </a:cubicBezTo>
                <a:cubicBezTo>
                  <a:pt x="485" y="731"/>
                  <a:pt x="488" y="731"/>
                  <a:pt x="492" y="733"/>
                </a:cubicBezTo>
                <a:cubicBezTo>
                  <a:pt x="493" y="731"/>
                  <a:pt x="488" y="724"/>
                  <a:pt x="492" y="720"/>
                </a:cubicBezTo>
                <a:cubicBezTo>
                  <a:pt x="493" y="722"/>
                  <a:pt x="495" y="723"/>
                  <a:pt x="498" y="723"/>
                </a:cubicBezTo>
                <a:cubicBezTo>
                  <a:pt x="497" y="720"/>
                  <a:pt x="499" y="720"/>
                  <a:pt x="500" y="718"/>
                </a:cubicBezTo>
                <a:cubicBezTo>
                  <a:pt x="498" y="719"/>
                  <a:pt x="496" y="714"/>
                  <a:pt x="497" y="714"/>
                </a:cubicBezTo>
                <a:cubicBezTo>
                  <a:pt x="502" y="716"/>
                  <a:pt x="502" y="722"/>
                  <a:pt x="504" y="726"/>
                </a:cubicBezTo>
                <a:cubicBezTo>
                  <a:pt x="504" y="725"/>
                  <a:pt x="506" y="725"/>
                  <a:pt x="507" y="725"/>
                </a:cubicBezTo>
                <a:cubicBezTo>
                  <a:pt x="507" y="719"/>
                  <a:pt x="506" y="718"/>
                  <a:pt x="510" y="714"/>
                </a:cubicBezTo>
                <a:cubicBezTo>
                  <a:pt x="511" y="717"/>
                  <a:pt x="511" y="722"/>
                  <a:pt x="515" y="722"/>
                </a:cubicBezTo>
                <a:cubicBezTo>
                  <a:pt x="517" y="718"/>
                  <a:pt x="514" y="709"/>
                  <a:pt x="518" y="708"/>
                </a:cubicBezTo>
                <a:cubicBezTo>
                  <a:pt x="519" y="711"/>
                  <a:pt x="521" y="708"/>
                  <a:pt x="523" y="709"/>
                </a:cubicBezTo>
                <a:cubicBezTo>
                  <a:pt x="522" y="704"/>
                  <a:pt x="524" y="707"/>
                  <a:pt x="527" y="706"/>
                </a:cubicBezTo>
                <a:cubicBezTo>
                  <a:pt x="527" y="700"/>
                  <a:pt x="527" y="700"/>
                  <a:pt x="527" y="700"/>
                </a:cubicBezTo>
                <a:cubicBezTo>
                  <a:pt x="529" y="698"/>
                  <a:pt x="531" y="701"/>
                  <a:pt x="532" y="699"/>
                </a:cubicBezTo>
                <a:cubicBezTo>
                  <a:pt x="533" y="694"/>
                  <a:pt x="527" y="693"/>
                  <a:pt x="531" y="690"/>
                </a:cubicBezTo>
                <a:cubicBezTo>
                  <a:pt x="532" y="692"/>
                  <a:pt x="534" y="692"/>
                  <a:pt x="536" y="694"/>
                </a:cubicBezTo>
                <a:cubicBezTo>
                  <a:pt x="536" y="692"/>
                  <a:pt x="536" y="689"/>
                  <a:pt x="536" y="685"/>
                </a:cubicBezTo>
                <a:cubicBezTo>
                  <a:pt x="537" y="685"/>
                  <a:pt x="541" y="683"/>
                  <a:pt x="541" y="684"/>
                </a:cubicBezTo>
                <a:cubicBezTo>
                  <a:pt x="542" y="687"/>
                  <a:pt x="540" y="687"/>
                  <a:pt x="540" y="689"/>
                </a:cubicBezTo>
                <a:cubicBezTo>
                  <a:pt x="546" y="689"/>
                  <a:pt x="545" y="697"/>
                  <a:pt x="542" y="699"/>
                </a:cubicBezTo>
                <a:cubicBezTo>
                  <a:pt x="546" y="698"/>
                  <a:pt x="548" y="699"/>
                  <a:pt x="550" y="702"/>
                </a:cubicBezTo>
                <a:cubicBezTo>
                  <a:pt x="550" y="703"/>
                  <a:pt x="549" y="703"/>
                  <a:pt x="549" y="705"/>
                </a:cubicBezTo>
                <a:cubicBezTo>
                  <a:pt x="547" y="703"/>
                  <a:pt x="545" y="706"/>
                  <a:pt x="543" y="707"/>
                </a:cubicBezTo>
                <a:cubicBezTo>
                  <a:pt x="547" y="707"/>
                  <a:pt x="551" y="708"/>
                  <a:pt x="553" y="710"/>
                </a:cubicBezTo>
                <a:cubicBezTo>
                  <a:pt x="549" y="724"/>
                  <a:pt x="554" y="728"/>
                  <a:pt x="556" y="740"/>
                </a:cubicBezTo>
                <a:cubicBezTo>
                  <a:pt x="552" y="740"/>
                  <a:pt x="554" y="737"/>
                  <a:pt x="551" y="740"/>
                </a:cubicBezTo>
                <a:cubicBezTo>
                  <a:pt x="549" y="736"/>
                  <a:pt x="546" y="731"/>
                  <a:pt x="549" y="726"/>
                </a:cubicBezTo>
                <a:cubicBezTo>
                  <a:pt x="548" y="726"/>
                  <a:pt x="547" y="726"/>
                  <a:pt x="547" y="725"/>
                </a:cubicBezTo>
                <a:cubicBezTo>
                  <a:pt x="547" y="724"/>
                  <a:pt x="548" y="723"/>
                  <a:pt x="549" y="724"/>
                </a:cubicBezTo>
                <a:cubicBezTo>
                  <a:pt x="547" y="720"/>
                  <a:pt x="552" y="709"/>
                  <a:pt x="545" y="710"/>
                </a:cubicBezTo>
                <a:cubicBezTo>
                  <a:pt x="544" y="716"/>
                  <a:pt x="547" y="713"/>
                  <a:pt x="548" y="714"/>
                </a:cubicBezTo>
                <a:cubicBezTo>
                  <a:pt x="546" y="716"/>
                  <a:pt x="548" y="719"/>
                  <a:pt x="548" y="721"/>
                </a:cubicBezTo>
                <a:cubicBezTo>
                  <a:pt x="545" y="723"/>
                  <a:pt x="543" y="721"/>
                  <a:pt x="542" y="724"/>
                </a:cubicBezTo>
                <a:cubicBezTo>
                  <a:pt x="543" y="730"/>
                  <a:pt x="545" y="740"/>
                  <a:pt x="541" y="743"/>
                </a:cubicBezTo>
                <a:cubicBezTo>
                  <a:pt x="540" y="737"/>
                  <a:pt x="538" y="743"/>
                  <a:pt x="536" y="738"/>
                </a:cubicBezTo>
                <a:cubicBezTo>
                  <a:pt x="535" y="739"/>
                  <a:pt x="537" y="743"/>
                  <a:pt x="535" y="743"/>
                </a:cubicBezTo>
                <a:cubicBezTo>
                  <a:pt x="532" y="742"/>
                  <a:pt x="531" y="739"/>
                  <a:pt x="529" y="737"/>
                </a:cubicBezTo>
                <a:cubicBezTo>
                  <a:pt x="530" y="754"/>
                  <a:pt x="550" y="758"/>
                  <a:pt x="549" y="772"/>
                </a:cubicBezTo>
                <a:cubicBezTo>
                  <a:pt x="547" y="771"/>
                  <a:pt x="547" y="769"/>
                  <a:pt x="545" y="768"/>
                </a:cubicBezTo>
                <a:cubicBezTo>
                  <a:pt x="547" y="772"/>
                  <a:pt x="547" y="778"/>
                  <a:pt x="551" y="780"/>
                </a:cubicBezTo>
                <a:cubicBezTo>
                  <a:pt x="552" y="776"/>
                  <a:pt x="547" y="775"/>
                  <a:pt x="550" y="773"/>
                </a:cubicBezTo>
                <a:cubicBezTo>
                  <a:pt x="554" y="775"/>
                  <a:pt x="558" y="781"/>
                  <a:pt x="553" y="785"/>
                </a:cubicBezTo>
                <a:cubicBezTo>
                  <a:pt x="556" y="791"/>
                  <a:pt x="557" y="788"/>
                  <a:pt x="561" y="793"/>
                </a:cubicBezTo>
                <a:cubicBezTo>
                  <a:pt x="560" y="793"/>
                  <a:pt x="561" y="796"/>
                  <a:pt x="559" y="796"/>
                </a:cubicBezTo>
                <a:cubicBezTo>
                  <a:pt x="549" y="797"/>
                  <a:pt x="547" y="792"/>
                  <a:pt x="540" y="793"/>
                </a:cubicBezTo>
                <a:cubicBezTo>
                  <a:pt x="539" y="785"/>
                  <a:pt x="531" y="784"/>
                  <a:pt x="529" y="777"/>
                </a:cubicBezTo>
                <a:cubicBezTo>
                  <a:pt x="526" y="790"/>
                  <a:pt x="541" y="801"/>
                  <a:pt x="544" y="809"/>
                </a:cubicBezTo>
                <a:cubicBezTo>
                  <a:pt x="541" y="809"/>
                  <a:pt x="537" y="805"/>
                  <a:pt x="536" y="802"/>
                </a:cubicBezTo>
                <a:cubicBezTo>
                  <a:pt x="525" y="803"/>
                  <a:pt x="530" y="784"/>
                  <a:pt x="518" y="791"/>
                </a:cubicBezTo>
                <a:cubicBezTo>
                  <a:pt x="521" y="791"/>
                  <a:pt x="520" y="795"/>
                  <a:pt x="520" y="797"/>
                </a:cubicBezTo>
                <a:cubicBezTo>
                  <a:pt x="519" y="797"/>
                  <a:pt x="519" y="796"/>
                  <a:pt x="518" y="797"/>
                </a:cubicBezTo>
                <a:cubicBezTo>
                  <a:pt x="520" y="800"/>
                  <a:pt x="519" y="802"/>
                  <a:pt x="518" y="805"/>
                </a:cubicBezTo>
                <a:cubicBezTo>
                  <a:pt x="519" y="808"/>
                  <a:pt x="522" y="810"/>
                  <a:pt x="525" y="811"/>
                </a:cubicBezTo>
                <a:cubicBezTo>
                  <a:pt x="531" y="826"/>
                  <a:pt x="544" y="830"/>
                  <a:pt x="550" y="844"/>
                </a:cubicBezTo>
                <a:cubicBezTo>
                  <a:pt x="550" y="844"/>
                  <a:pt x="549" y="844"/>
                  <a:pt x="549" y="844"/>
                </a:cubicBezTo>
                <a:cubicBezTo>
                  <a:pt x="553" y="848"/>
                  <a:pt x="558" y="853"/>
                  <a:pt x="566" y="853"/>
                </a:cubicBezTo>
                <a:cubicBezTo>
                  <a:pt x="572" y="864"/>
                  <a:pt x="587" y="860"/>
                  <a:pt x="597" y="866"/>
                </a:cubicBezTo>
                <a:cubicBezTo>
                  <a:pt x="598" y="865"/>
                  <a:pt x="599" y="864"/>
                  <a:pt x="601" y="865"/>
                </a:cubicBezTo>
                <a:cubicBezTo>
                  <a:pt x="610" y="871"/>
                  <a:pt x="626" y="866"/>
                  <a:pt x="636" y="859"/>
                </a:cubicBezTo>
                <a:cubicBezTo>
                  <a:pt x="636" y="858"/>
                  <a:pt x="636" y="858"/>
                  <a:pt x="636" y="858"/>
                </a:cubicBezTo>
                <a:cubicBezTo>
                  <a:pt x="634" y="856"/>
                  <a:pt x="627" y="856"/>
                  <a:pt x="626" y="859"/>
                </a:cubicBezTo>
                <a:cubicBezTo>
                  <a:pt x="625" y="858"/>
                  <a:pt x="623" y="858"/>
                  <a:pt x="623" y="855"/>
                </a:cubicBezTo>
                <a:cubicBezTo>
                  <a:pt x="613" y="857"/>
                  <a:pt x="615" y="848"/>
                  <a:pt x="604" y="848"/>
                </a:cubicBezTo>
                <a:cubicBezTo>
                  <a:pt x="605" y="845"/>
                  <a:pt x="601" y="846"/>
                  <a:pt x="601" y="844"/>
                </a:cubicBezTo>
                <a:cubicBezTo>
                  <a:pt x="605" y="844"/>
                  <a:pt x="612" y="845"/>
                  <a:pt x="614" y="844"/>
                </a:cubicBezTo>
                <a:cubicBezTo>
                  <a:pt x="612" y="843"/>
                  <a:pt x="609" y="843"/>
                  <a:pt x="608" y="841"/>
                </a:cubicBezTo>
                <a:cubicBezTo>
                  <a:pt x="611" y="841"/>
                  <a:pt x="615" y="845"/>
                  <a:pt x="618" y="843"/>
                </a:cubicBezTo>
                <a:cubicBezTo>
                  <a:pt x="616" y="841"/>
                  <a:pt x="625" y="840"/>
                  <a:pt x="625" y="837"/>
                </a:cubicBezTo>
                <a:cubicBezTo>
                  <a:pt x="619" y="831"/>
                  <a:pt x="605" y="833"/>
                  <a:pt x="602" y="824"/>
                </a:cubicBezTo>
                <a:cubicBezTo>
                  <a:pt x="608" y="823"/>
                  <a:pt x="612" y="827"/>
                  <a:pt x="616" y="825"/>
                </a:cubicBezTo>
                <a:cubicBezTo>
                  <a:pt x="614" y="825"/>
                  <a:pt x="614" y="825"/>
                  <a:pt x="614" y="825"/>
                </a:cubicBezTo>
                <a:cubicBezTo>
                  <a:pt x="614" y="821"/>
                  <a:pt x="614" y="821"/>
                  <a:pt x="614" y="821"/>
                </a:cubicBezTo>
                <a:cubicBezTo>
                  <a:pt x="608" y="818"/>
                  <a:pt x="604" y="816"/>
                  <a:pt x="602" y="811"/>
                </a:cubicBezTo>
                <a:cubicBezTo>
                  <a:pt x="605" y="811"/>
                  <a:pt x="606" y="813"/>
                  <a:pt x="609" y="811"/>
                </a:cubicBezTo>
                <a:cubicBezTo>
                  <a:pt x="609" y="808"/>
                  <a:pt x="607" y="808"/>
                  <a:pt x="606" y="806"/>
                </a:cubicBezTo>
                <a:cubicBezTo>
                  <a:pt x="609" y="802"/>
                  <a:pt x="611" y="803"/>
                  <a:pt x="614" y="800"/>
                </a:cubicBezTo>
                <a:cubicBezTo>
                  <a:pt x="614" y="803"/>
                  <a:pt x="614" y="803"/>
                  <a:pt x="614" y="803"/>
                </a:cubicBezTo>
                <a:cubicBezTo>
                  <a:pt x="619" y="802"/>
                  <a:pt x="624" y="807"/>
                  <a:pt x="632" y="803"/>
                </a:cubicBezTo>
                <a:cubicBezTo>
                  <a:pt x="632" y="797"/>
                  <a:pt x="637" y="802"/>
                  <a:pt x="641" y="803"/>
                </a:cubicBezTo>
                <a:cubicBezTo>
                  <a:pt x="642" y="800"/>
                  <a:pt x="638" y="801"/>
                  <a:pt x="639" y="798"/>
                </a:cubicBezTo>
                <a:cubicBezTo>
                  <a:pt x="646" y="794"/>
                  <a:pt x="660" y="804"/>
                  <a:pt x="659" y="791"/>
                </a:cubicBezTo>
                <a:cubicBezTo>
                  <a:pt x="665" y="789"/>
                  <a:pt x="666" y="786"/>
                  <a:pt x="671" y="785"/>
                </a:cubicBezTo>
                <a:cubicBezTo>
                  <a:pt x="673" y="787"/>
                  <a:pt x="668" y="788"/>
                  <a:pt x="671" y="790"/>
                </a:cubicBezTo>
                <a:cubicBezTo>
                  <a:pt x="677" y="790"/>
                  <a:pt x="676" y="781"/>
                  <a:pt x="680" y="778"/>
                </a:cubicBezTo>
                <a:cubicBezTo>
                  <a:pt x="684" y="777"/>
                  <a:pt x="686" y="778"/>
                  <a:pt x="688" y="780"/>
                </a:cubicBezTo>
                <a:cubicBezTo>
                  <a:pt x="695" y="776"/>
                  <a:pt x="699" y="766"/>
                  <a:pt x="708" y="767"/>
                </a:cubicBezTo>
                <a:cubicBezTo>
                  <a:pt x="708" y="765"/>
                  <a:pt x="708" y="762"/>
                  <a:pt x="710" y="761"/>
                </a:cubicBezTo>
                <a:cubicBezTo>
                  <a:pt x="708" y="765"/>
                  <a:pt x="713" y="763"/>
                  <a:pt x="714" y="765"/>
                </a:cubicBezTo>
                <a:cubicBezTo>
                  <a:pt x="714" y="762"/>
                  <a:pt x="715" y="760"/>
                  <a:pt x="716" y="758"/>
                </a:cubicBezTo>
                <a:cubicBezTo>
                  <a:pt x="720" y="758"/>
                  <a:pt x="720" y="758"/>
                  <a:pt x="720" y="758"/>
                </a:cubicBezTo>
                <a:cubicBezTo>
                  <a:pt x="726" y="765"/>
                  <a:pt x="718" y="771"/>
                  <a:pt x="718" y="775"/>
                </a:cubicBezTo>
                <a:cubicBezTo>
                  <a:pt x="721" y="774"/>
                  <a:pt x="720" y="769"/>
                  <a:pt x="725" y="769"/>
                </a:cubicBezTo>
                <a:cubicBezTo>
                  <a:pt x="725" y="775"/>
                  <a:pt x="718" y="780"/>
                  <a:pt x="713" y="783"/>
                </a:cubicBezTo>
                <a:cubicBezTo>
                  <a:pt x="718" y="785"/>
                  <a:pt x="720" y="777"/>
                  <a:pt x="725" y="777"/>
                </a:cubicBezTo>
                <a:cubicBezTo>
                  <a:pt x="725" y="779"/>
                  <a:pt x="724" y="780"/>
                  <a:pt x="726" y="781"/>
                </a:cubicBezTo>
                <a:cubicBezTo>
                  <a:pt x="726" y="777"/>
                  <a:pt x="728" y="776"/>
                  <a:pt x="732" y="775"/>
                </a:cubicBezTo>
                <a:cubicBezTo>
                  <a:pt x="740" y="784"/>
                  <a:pt x="740" y="762"/>
                  <a:pt x="744" y="759"/>
                </a:cubicBezTo>
                <a:cubicBezTo>
                  <a:pt x="743" y="762"/>
                  <a:pt x="747" y="760"/>
                  <a:pt x="746" y="763"/>
                </a:cubicBezTo>
                <a:cubicBezTo>
                  <a:pt x="746" y="767"/>
                  <a:pt x="742" y="768"/>
                  <a:pt x="741" y="771"/>
                </a:cubicBezTo>
                <a:cubicBezTo>
                  <a:pt x="744" y="775"/>
                  <a:pt x="745" y="775"/>
                  <a:pt x="745" y="780"/>
                </a:cubicBezTo>
                <a:cubicBezTo>
                  <a:pt x="746" y="780"/>
                  <a:pt x="748" y="776"/>
                  <a:pt x="750" y="778"/>
                </a:cubicBezTo>
                <a:cubicBezTo>
                  <a:pt x="747" y="780"/>
                  <a:pt x="744" y="785"/>
                  <a:pt x="744" y="787"/>
                </a:cubicBezTo>
                <a:cubicBezTo>
                  <a:pt x="744" y="786"/>
                  <a:pt x="746" y="785"/>
                  <a:pt x="746" y="787"/>
                </a:cubicBezTo>
                <a:cubicBezTo>
                  <a:pt x="745" y="790"/>
                  <a:pt x="743" y="790"/>
                  <a:pt x="741" y="788"/>
                </a:cubicBezTo>
                <a:cubicBezTo>
                  <a:pt x="742" y="792"/>
                  <a:pt x="742" y="789"/>
                  <a:pt x="740" y="791"/>
                </a:cubicBezTo>
                <a:cubicBezTo>
                  <a:pt x="741" y="791"/>
                  <a:pt x="740" y="793"/>
                  <a:pt x="741" y="795"/>
                </a:cubicBezTo>
                <a:cubicBezTo>
                  <a:pt x="739" y="795"/>
                  <a:pt x="737" y="796"/>
                  <a:pt x="736" y="798"/>
                </a:cubicBezTo>
                <a:cubicBezTo>
                  <a:pt x="737" y="798"/>
                  <a:pt x="736" y="801"/>
                  <a:pt x="738" y="801"/>
                </a:cubicBezTo>
                <a:cubicBezTo>
                  <a:pt x="741" y="794"/>
                  <a:pt x="747" y="784"/>
                  <a:pt x="753" y="788"/>
                </a:cubicBezTo>
                <a:cubicBezTo>
                  <a:pt x="753" y="785"/>
                  <a:pt x="756" y="785"/>
                  <a:pt x="759" y="785"/>
                </a:cubicBezTo>
                <a:cubicBezTo>
                  <a:pt x="761" y="794"/>
                  <a:pt x="757" y="796"/>
                  <a:pt x="760" y="804"/>
                </a:cubicBezTo>
                <a:cubicBezTo>
                  <a:pt x="764" y="798"/>
                  <a:pt x="772" y="797"/>
                  <a:pt x="774" y="789"/>
                </a:cubicBezTo>
                <a:cubicBezTo>
                  <a:pt x="779" y="790"/>
                  <a:pt x="781" y="783"/>
                  <a:pt x="783" y="784"/>
                </a:cubicBezTo>
                <a:cubicBezTo>
                  <a:pt x="782" y="788"/>
                  <a:pt x="775" y="790"/>
                  <a:pt x="778" y="795"/>
                </a:cubicBezTo>
                <a:cubicBezTo>
                  <a:pt x="782" y="796"/>
                  <a:pt x="782" y="791"/>
                  <a:pt x="784" y="790"/>
                </a:cubicBezTo>
                <a:cubicBezTo>
                  <a:pt x="788" y="791"/>
                  <a:pt x="787" y="788"/>
                  <a:pt x="789" y="788"/>
                </a:cubicBezTo>
                <a:cubicBezTo>
                  <a:pt x="798" y="772"/>
                  <a:pt x="812" y="763"/>
                  <a:pt x="820" y="746"/>
                </a:cubicBezTo>
                <a:cubicBezTo>
                  <a:pt x="819" y="746"/>
                  <a:pt x="819" y="745"/>
                  <a:pt x="819" y="744"/>
                </a:cubicBezTo>
                <a:cubicBezTo>
                  <a:pt x="826" y="737"/>
                  <a:pt x="828" y="726"/>
                  <a:pt x="834" y="719"/>
                </a:cubicBezTo>
                <a:cubicBezTo>
                  <a:pt x="834" y="715"/>
                  <a:pt x="836" y="714"/>
                  <a:pt x="835" y="710"/>
                </a:cubicBezTo>
                <a:cubicBezTo>
                  <a:pt x="844" y="701"/>
                  <a:pt x="843" y="680"/>
                  <a:pt x="853" y="673"/>
                </a:cubicBezTo>
                <a:cubicBezTo>
                  <a:pt x="852" y="669"/>
                  <a:pt x="854" y="668"/>
                  <a:pt x="854" y="665"/>
                </a:cubicBezTo>
                <a:cubicBezTo>
                  <a:pt x="857" y="661"/>
                  <a:pt x="859" y="657"/>
                  <a:pt x="860" y="651"/>
                </a:cubicBezTo>
                <a:cubicBezTo>
                  <a:pt x="861" y="651"/>
                  <a:pt x="862" y="651"/>
                  <a:pt x="863" y="650"/>
                </a:cubicBezTo>
                <a:cubicBezTo>
                  <a:pt x="864" y="642"/>
                  <a:pt x="863" y="622"/>
                  <a:pt x="872" y="618"/>
                </a:cubicBezTo>
                <a:cubicBezTo>
                  <a:pt x="874" y="619"/>
                  <a:pt x="875" y="621"/>
                  <a:pt x="876" y="623"/>
                </a:cubicBezTo>
                <a:cubicBezTo>
                  <a:pt x="879" y="621"/>
                  <a:pt x="876" y="617"/>
                  <a:pt x="879" y="617"/>
                </a:cubicBezTo>
                <a:cubicBezTo>
                  <a:pt x="881" y="618"/>
                  <a:pt x="877" y="623"/>
                  <a:pt x="880" y="625"/>
                </a:cubicBezTo>
                <a:cubicBezTo>
                  <a:pt x="883" y="620"/>
                  <a:pt x="882" y="613"/>
                  <a:pt x="887" y="610"/>
                </a:cubicBezTo>
                <a:cubicBezTo>
                  <a:pt x="887" y="612"/>
                  <a:pt x="888" y="612"/>
                  <a:pt x="890" y="612"/>
                </a:cubicBezTo>
                <a:cubicBezTo>
                  <a:pt x="893" y="608"/>
                  <a:pt x="897" y="605"/>
                  <a:pt x="894" y="597"/>
                </a:cubicBezTo>
                <a:cubicBezTo>
                  <a:pt x="896" y="598"/>
                  <a:pt x="899" y="599"/>
                  <a:pt x="899" y="596"/>
                </a:cubicBezTo>
                <a:cubicBezTo>
                  <a:pt x="897" y="593"/>
                  <a:pt x="894" y="591"/>
                  <a:pt x="891" y="589"/>
                </a:cubicBezTo>
                <a:cubicBezTo>
                  <a:pt x="891" y="582"/>
                  <a:pt x="892" y="577"/>
                  <a:pt x="896" y="575"/>
                </a:cubicBezTo>
                <a:cubicBezTo>
                  <a:pt x="896" y="567"/>
                  <a:pt x="896" y="567"/>
                  <a:pt x="896" y="567"/>
                </a:cubicBezTo>
                <a:cubicBezTo>
                  <a:pt x="904" y="565"/>
                  <a:pt x="897" y="548"/>
                  <a:pt x="906" y="547"/>
                </a:cubicBezTo>
                <a:cubicBezTo>
                  <a:pt x="903" y="547"/>
                  <a:pt x="904" y="541"/>
                  <a:pt x="906" y="540"/>
                </a:cubicBezTo>
                <a:cubicBezTo>
                  <a:pt x="907" y="541"/>
                  <a:pt x="907" y="544"/>
                  <a:pt x="909" y="544"/>
                </a:cubicBezTo>
                <a:cubicBezTo>
                  <a:pt x="911" y="542"/>
                  <a:pt x="907" y="542"/>
                  <a:pt x="907" y="539"/>
                </a:cubicBezTo>
                <a:cubicBezTo>
                  <a:pt x="908" y="539"/>
                  <a:pt x="910" y="538"/>
                  <a:pt x="911" y="539"/>
                </a:cubicBezTo>
                <a:cubicBezTo>
                  <a:pt x="910" y="543"/>
                  <a:pt x="915" y="548"/>
                  <a:pt x="916" y="545"/>
                </a:cubicBezTo>
                <a:cubicBezTo>
                  <a:pt x="910" y="536"/>
                  <a:pt x="903" y="520"/>
                  <a:pt x="905" y="509"/>
                </a:cubicBezTo>
                <a:cubicBezTo>
                  <a:pt x="907" y="511"/>
                  <a:pt x="909" y="512"/>
                  <a:pt x="910" y="515"/>
                </a:cubicBezTo>
                <a:cubicBezTo>
                  <a:pt x="910" y="516"/>
                  <a:pt x="908" y="516"/>
                  <a:pt x="908" y="518"/>
                </a:cubicBezTo>
                <a:cubicBezTo>
                  <a:pt x="916" y="531"/>
                  <a:pt x="919" y="555"/>
                  <a:pt x="924" y="574"/>
                </a:cubicBezTo>
                <a:cubicBezTo>
                  <a:pt x="926" y="568"/>
                  <a:pt x="921" y="561"/>
                  <a:pt x="926" y="559"/>
                </a:cubicBezTo>
                <a:cubicBezTo>
                  <a:pt x="926" y="563"/>
                  <a:pt x="926" y="568"/>
                  <a:pt x="928" y="571"/>
                </a:cubicBezTo>
                <a:cubicBezTo>
                  <a:pt x="932" y="564"/>
                  <a:pt x="923" y="556"/>
                  <a:pt x="929" y="549"/>
                </a:cubicBezTo>
                <a:cubicBezTo>
                  <a:pt x="929" y="546"/>
                  <a:pt x="928" y="544"/>
                  <a:pt x="927" y="541"/>
                </a:cubicBezTo>
                <a:cubicBezTo>
                  <a:pt x="934" y="519"/>
                  <a:pt x="917" y="500"/>
                  <a:pt x="918" y="478"/>
                </a:cubicBezTo>
                <a:cubicBezTo>
                  <a:pt x="920" y="479"/>
                  <a:pt x="922" y="480"/>
                  <a:pt x="924" y="479"/>
                </a:cubicBezTo>
                <a:cubicBezTo>
                  <a:pt x="925" y="484"/>
                  <a:pt x="926" y="484"/>
                  <a:pt x="928" y="487"/>
                </a:cubicBezTo>
                <a:cubicBezTo>
                  <a:pt x="925" y="491"/>
                  <a:pt x="931" y="498"/>
                  <a:pt x="932" y="504"/>
                </a:cubicBezTo>
                <a:cubicBezTo>
                  <a:pt x="932" y="503"/>
                  <a:pt x="933" y="502"/>
                  <a:pt x="933" y="501"/>
                </a:cubicBezTo>
                <a:cubicBezTo>
                  <a:pt x="939" y="506"/>
                  <a:pt x="937" y="519"/>
                  <a:pt x="942" y="525"/>
                </a:cubicBezTo>
                <a:cubicBezTo>
                  <a:pt x="944" y="523"/>
                  <a:pt x="942" y="518"/>
                  <a:pt x="946" y="518"/>
                </a:cubicBezTo>
                <a:cubicBezTo>
                  <a:pt x="949" y="526"/>
                  <a:pt x="946" y="535"/>
                  <a:pt x="950" y="542"/>
                </a:cubicBezTo>
                <a:cubicBezTo>
                  <a:pt x="948" y="542"/>
                  <a:pt x="948" y="542"/>
                  <a:pt x="948" y="542"/>
                </a:cubicBezTo>
                <a:cubicBezTo>
                  <a:pt x="950" y="554"/>
                  <a:pt x="953" y="564"/>
                  <a:pt x="950" y="575"/>
                </a:cubicBezTo>
                <a:cubicBezTo>
                  <a:pt x="952" y="576"/>
                  <a:pt x="954" y="572"/>
                  <a:pt x="955" y="575"/>
                </a:cubicBezTo>
                <a:cubicBezTo>
                  <a:pt x="954" y="587"/>
                  <a:pt x="952" y="595"/>
                  <a:pt x="952" y="607"/>
                </a:cubicBezTo>
                <a:cubicBezTo>
                  <a:pt x="948" y="608"/>
                  <a:pt x="948" y="616"/>
                  <a:pt x="951" y="620"/>
                </a:cubicBezTo>
                <a:cubicBezTo>
                  <a:pt x="954" y="609"/>
                  <a:pt x="956" y="596"/>
                  <a:pt x="956" y="581"/>
                </a:cubicBezTo>
                <a:cubicBezTo>
                  <a:pt x="956" y="561"/>
                  <a:pt x="953" y="541"/>
                  <a:pt x="955" y="524"/>
                </a:cubicBezTo>
                <a:cubicBezTo>
                  <a:pt x="957" y="531"/>
                  <a:pt x="957" y="541"/>
                  <a:pt x="962" y="546"/>
                </a:cubicBezTo>
                <a:cubicBezTo>
                  <a:pt x="967" y="530"/>
                  <a:pt x="961" y="508"/>
                  <a:pt x="957" y="493"/>
                </a:cubicBezTo>
                <a:cubicBezTo>
                  <a:pt x="958" y="492"/>
                  <a:pt x="958" y="490"/>
                  <a:pt x="960" y="490"/>
                </a:cubicBezTo>
                <a:cubicBezTo>
                  <a:pt x="962" y="496"/>
                  <a:pt x="961" y="504"/>
                  <a:pt x="965" y="508"/>
                </a:cubicBezTo>
                <a:cubicBezTo>
                  <a:pt x="968" y="506"/>
                  <a:pt x="963" y="503"/>
                  <a:pt x="966" y="502"/>
                </a:cubicBezTo>
                <a:cubicBezTo>
                  <a:pt x="970" y="507"/>
                  <a:pt x="968" y="515"/>
                  <a:pt x="971" y="520"/>
                </a:cubicBezTo>
                <a:cubicBezTo>
                  <a:pt x="973" y="513"/>
                  <a:pt x="969" y="501"/>
                  <a:pt x="972" y="497"/>
                </a:cubicBezTo>
                <a:cubicBezTo>
                  <a:pt x="978" y="509"/>
                  <a:pt x="980" y="518"/>
                  <a:pt x="977" y="533"/>
                </a:cubicBezTo>
                <a:cubicBezTo>
                  <a:pt x="975" y="535"/>
                  <a:pt x="972" y="534"/>
                  <a:pt x="972" y="536"/>
                </a:cubicBezTo>
                <a:cubicBezTo>
                  <a:pt x="970" y="533"/>
                  <a:pt x="976" y="532"/>
                  <a:pt x="976" y="529"/>
                </a:cubicBezTo>
                <a:cubicBezTo>
                  <a:pt x="973" y="527"/>
                  <a:pt x="971" y="523"/>
                  <a:pt x="967" y="523"/>
                </a:cubicBezTo>
                <a:cubicBezTo>
                  <a:pt x="966" y="529"/>
                  <a:pt x="969" y="534"/>
                  <a:pt x="969" y="539"/>
                </a:cubicBezTo>
                <a:cubicBezTo>
                  <a:pt x="970" y="545"/>
                  <a:pt x="968" y="552"/>
                  <a:pt x="971" y="552"/>
                </a:cubicBezTo>
                <a:cubicBezTo>
                  <a:pt x="972" y="552"/>
                  <a:pt x="971" y="542"/>
                  <a:pt x="973" y="539"/>
                </a:cubicBezTo>
                <a:cubicBezTo>
                  <a:pt x="975" y="543"/>
                  <a:pt x="973" y="547"/>
                  <a:pt x="976" y="548"/>
                </a:cubicBezTo>
                <a:cubicBezTo>
                  <a:pt x="975" y="544"/>
                  <a:pt x="976" y="542"/>
                  <a:pt x="975" y="539"/>
                </a:cubicBezTo>
                <a:cubicBezTo>
                  <a:pt x="977" y="539"/>
                  <a:pt x="977" y="537"/>
                  <a:pt x="979" y="537"/>
                </a:cubicBezTo>
                <a:cubicBezTo>
                  <a:pt x="982" y="538"/>
                  <a:pt x="983" y="541"/>
                  <a:pt x="984" y="544"/>
                </a:cubicBezTo>
                <a:cubicBezTo>
                  <a:pt x="984" y="543"/>
                  <a:pt x="985" y="542"/>
                  <a:pt x="986" y="542"/>
                </a:cubicBezTo>
                <a:cubicBezTo>
                  <a:pt x="990" y="567"/>
                  <a:pt x="996" y="597"/>
                  <a:pt x="985" y="619"/>
                </a:cubicBezTo>
                <a:cubicBezTo>
                  <a:pt x="986" y="618"/>
                  <a:pt x="987" y="618"/>
                  <a:pt x="986" y="616"/>
                </a:cubicBezTo>
                <a:cubicBezTo>
                  <a:pt x="981" y="616"/>
                  <a:pt x="987" y="629"/>
                  <a:pt x="981" y="628"/>
                </a:cubicBezTo>
                <a:cubicBezTo>
                  <a:pt x="979" y="609"/>
                  <a:pt x="985" y="592"/>
                  <a:pt x="982" y="576"/>
                </a:cubicBezTo>
                <a:cubicBezTo>
                  <a:pt x="978" y="576"/>
                  <a:pt x="981" y="568"/>
                  <a:pt x="978" y="567"/>
                </a:cubicBezTo>
                <a:cubicBezTo>
                  <a:pt x="968" y="570"/>
                  <a:pt x="974" y="586"/>
                  <a:pt x="966" y="593"/>
                </a:cubicBezTo>
                <a:cubicBezTo>
                  <a:pt x="963" y="589"/>
                  <a:pt x="966" y="582"/>
                  <a:pt x="968" y="576"/>
                </a:cubicBezTo>
                <a:cubicBezTo>
                  <a:pt x="965" y="575"/>
                  <a:pt x="966" y="571"/>
                  <a:pt x="963" y="569"/>
                </a:cubicBezTo>
                <a:cubicBezTo>
                  <a:pt x="961" y="582"/>
                  <a:pt x="968" y="600"/>
                  <a:pt x="956" y="600"/>
                </a:cubicBezTo>
                <a:cubicBezTo>
                  <a:pt x="959" y="614"/>
                  <a:pt x="958" y="622"/>
                  <a:pt x="958" y="636"/>
                </a:cubicBezTo>
                <a:cubicBezTo>
                  <a:pt x="959" y="634"/>
                  <a:pt x="958" y="633"/>
                  <a:pt x="961" y="634"/>
                </a:cubicBezTo>
                <a:cubicBezTo>
                  <a:pt x="965" y="623"/>
                  <a:pt x="967" y="608"/>
                  <a:pt x="967" y="598"/>
                </a:cubicBezTo>
                <a:cubicBezTo>
                  <a:pt x="970" y="600"/>
                  <a:pt x="976" y="613"/>
                  <a:pt x="968" y="612"/>
                </a:cubicBezTo>
                <a:cubicBezTo>
                  <a:pt x="969" y="618"/>
                  <a:pt x="971" y="622"/>
                  <a:pt x="973" y="625"/>
                </a:cubicBezTo>
                <a:cubicBezTo>
                  <a:pt x="974" y="629"/>
                  <a:pt x="970" y="627"/>
                  <a:pt x="971" y="630"/>
                </a:cubicBezTo>
                <a:cubicBezTo>
                  <a:pt x="969" y="649"/>
                  <a:pt x="963" y="669"/>
                  <a:pt x="960" y="685"/>
                </a:cubicBezTo>
                <a:cubicBezTo>
                  <a:pt x="954" y="687"/>
                  <a:pt x="954" y="696"/>
                  <a:pt x="953" y="703"/>
                </a:cubicBezTo>
                <a:cubicBezTo>
                  <a:pt x="941" y="713"/>
                  <a:pt x="936" y="731"/>
                  <a:pt x="937" y="751"/>
                </a:cubicBezTo>
                <a:cubicBezTo>
                  <a:pt x="933" y="753"/>
                  <a:pt x="932" y="757"/>
                  <a:pt x="928" y="759"/>
                </a:cubicBezTo>
                <a:cubicBezTo>
                  <a:pt x="927" y="757"/>
                  <a:pt x="925" y="760"/>
                  <a:pt x="925" y="759"/>
                </a:cubicBezTo>
                <a:cubicBezTo>
                  <a:pt x="926" y="750"/>
                  <a:pt x="931" y="748"/>
                  <a:pt x="933" y="739"/>
                </a:cubicBezTo>
                <a:cubicBezTo>
                  <a:pt x="931" y="738"/>
                  <a:pt x="930" y="738"/>
                  <a:pt x="928" y="738"/>
                </a:cubicBezTo>
                <a:cubicBezTo>
                  <a:pt x="926" y="746"/>
                  <a:pt x="922" y="753"/>
                  <a:pt x="919" y="760"/>
                </a:cubicBezTo>
                <a:cubicBezTo>
                  <a:pt x="920" y="761"/>
                  <a:pt x="922" y="761"/>
                  <a:pt x="923" y="763"/>
                </a:cubicBezTo>
                <a:cubicBezTo>
                  <a:pt x="921" y="769"/>
                  <a:pt x="918" y="771"/>
                  <a:pt x="918" y="779"/>
                </a:cubicBezTo>
                <a:cubicBezTo>
                  <a:pt x="909" y="780"/>
                  <a:pt x="910" y="796"/>
                  <a:pt x="903" y="796"/>
                </a:cubicBezTo>
                <a:cubicBezTo>
                  <a:pt x="904" y="793"/>
                  <a:pt x="905" y="792"/>
                  <a:pt x="902" y="790"/>
                </a:cubicBezTo>
                <a:cubicBezTo>
                  <a:pt x="903" y="789"/>
                  <a:pt x="903" y="787"/>
                  <a:pt x="903" y="784"/>
                </a:cubicBezTo>
                <a:cubicBezTo>
                  <a:pt x="898" y="784"/>
                  <a:pt x="897" y="789"/>
                  <a:pt x="894" y="792"/>
                </a:cubicBezTo>
                <a:cubicBezTo>
                  <a:pt x="893" y="788"/>
                  <a:pt x="891" y="786"/>
                  <a:pt x="888" y="785"/>
                </a:cubicBezTo>
                <a:cubicBezTo>
                  <a:pt x="883" y="794"/>
                  <a:pt x="878" y="798"/>
                  <a:pt x="872" y="804"/>
                </a:cubicBezTo>
                <a:cubicBezTo>
                  <a:pt x="868" y="803"/>
                  <a:pt x="863" y="809"/>
                  <a:pt x="864" y="814"/>
                </a:cubicBezTo>
                <a:cubicBezTo>
                  <a:pt x="868" y="814"/>
                  <a:pt x="870" y="815"/>
                  <a:pt x="872" y="816"/>
                </a:cubicBezTo>
                <a:cubicBezTo>
                  <a:pt x="873" y="824"/>
                  <a:pt x="867" y="825"/>
                  <a:pt x="863" y="828"/>
                </a:cubicBezTo>
                <a:cubicBezTo>
                  <a:pt x="862" y="823"/>
                  <a:pt x="864" y="820"/>
                  <a:pt x="863" y="817"/>
                </a:cubicBezTo>
                <a:cubicBezTo>
                  <a:pt x="854" y="824"/>
                  <a:pt x="846" y="834"/>
                  <a:pt x="836" y="834"/>
                </a:cubicBezTo>
                <a:cubicBezTo>
                  <a:pt x="834" y="839"/>
                  <a:pt x="837" y="840"/>
                  <a:pt x="836" y="843"/>
                </a:cubicBezTo>
                <a:cubicBezTo>
                  <a:pt x="841" y="841"/>
                  <a:pt x="842" y="835"/>
                  <a:pt x="847" y="833"/>
                </a:cubicBezTo>
                <a:cubicBezTo>
                  <a:pt x="851" y="838"/>
                  <a:pt x="851" y="846"/>
                  <a:pt x="852" y="852"/>
                </a:cubicBezTo>
                <a:cubicBezTo>
                  <a:pt x="858" y="843"/>
                  <a:pt x="864" y="835"/>
                  <a:pt x="874" y="831"/>
                </a:cubicBezTo>
                <a:cubicBezTo>
                  <a:pt x="877" y="835"/>
                  <a:pt x="875" y="840"/>
                  <a:pt x="873" y="844"/>
                </a:cubicBezTo>
                <a:cubicBezTo>
                  <a:pt x="880" y="841"/>
                  <a:pt x="880" y="833"/>
                  <a:pt x="885" y="828"/>
                </a:cubicBezTo>
                <a:cubicBezTo>
                  <a:pt x="881" y="827"/>
                  <a:pt x="880" y="832"/>
                  <a:pt x="878" y="830"/>
                </a:cubicBezTo>
                <a:cubicBezTo>
                  <a:pt x="882" y="826"/>
                  <a:pt x="879" y="816"/>
                  <a:pt x="886" y="817"/>
                </a:cubicBezTo>
                <a:cubicBezTo>
                  <a:pt x="886" y="821"/>
                  <a:pt x="883" y="820"/>
                  <a:pt x="883" y="823"/>
                </a:cubicBezTo>
                <a:cubicBezTo>
                  <a:pt x="886" y="824"/>
                  <a:pt x="885" y="820"/>
                  <a:pt x="888" y="821"/>
                </a:cubicBezTo>
                <a:cubicBezTo>
                  <a:pt x="893" y="826"/>
                  <a:pt x="900" y="813"/>
                  <a:pt x="907" y="816"/>
                </a:cubicBezTo>
                <a:cubicBezTo>
                  <a:pt x="906" y="820"/>
                  <a:pt x="901" y="820"/>
                  <a:pt x="902" y="827"/>
                </a:cubicBezTo>
                <a:cubicBezTo>
                  <a:pt x="899" y="827"/>
                  <a:pt x="899" y="830"/>
                  <a:pt x="898" y="832"/>
                </a:cubicBezTo>
                <a:cubicBezTo>
                  <a:pt x="900" y="833"/>
                  <a:pt x="899" y="838"/>
                  <a:pt x="902" y="839"/>
                </a:cubicBezTo>
                <a:cubicBezTo>
                  <a:pt x="901" y="840"/>
                  <a:pt x="899" y="840"/>
                  <a:pt x="898" y="842"/>
                </a:cubicBezTo>
                <a:cubicBezTo>
                  <a:pt x="903" y="844"/>
                  <a:pt x="906" y="838"/>
                  <a:pt x="909" y="836"/>
                </a:cubicBezTo>
                <a:cubicBezTo>
                  <a:pt x="909" y="837"/>
                  <a:pt x="910" y="837"/>
                  <a:pt x="911" y="837"/>
                </a:cubicBezTo>
                <a:cubicBezTo>
                  <a:pt x="905" y="844"/>
                  <a:pt x="895" y="849"/>
                  <a:pt x="889" y="858"/>
                </a:cubicBezTo>
                <a:cubicBezTo>
                  <a:pt x="888" y="861"/>
                  <a:pt x="891" y="860"/>
                  <a:pt x="890" y="863"/>
                </a:cubicBezTo>
                <a:cubicBezTo>
                  <a:pt x="888" y="864"/>
                  <a:pt x="889" y="868"/>
                  <a:pt x="886" y="867"/>
                </a:cubicBezTo>
                <a:cubicBezTo>
                  <a:pt x="883" y="867"/>
                  <a:pt x="882" y="864"/>
                  <a:pt x="880" y="861"/>
                </a:cubicBezTo>
                <a:cubicBezTo>
                  <a:pt x="869" y="861"/>
                  <a:pt x="873" y="871"/>
                  <a:pt x="863" y="872"/>
                </a:cubicBezTo>
                <a:cubicBezTo>
                  <a:pt x="863" y="876"/>
                  <a:pt x="860" y="877"/>
                  <a:pt x="859" y="880"/>
                </a:cubicBezTo>
                <a:cubicBezTo>
                  <a:pt x="853" y="876"/>
                  <a:pt x="850" y="883"/>
                  <a:pt x="847" y="885"/>
                </a:cubicBezTo>
                <a:cubicBezTo>
                  <a:pt x="847" y="888"/>
                  <a:pt x="847" y="891"/>
                  <a:pt x="848" y="894"/>
                </a:cubicBezTo>
                <a:cubicBezTo>
                  <a:pt x="847" y="895"/>
                  <a:pt x="841" y="895"/>
                  <a:pt x="840" y="894"/>
                </a:cubicBezTo>
                <a:cubicBezTo>
                  <a:pt x="839" y="891"/>
                  <a:pt x="841" y="891"/>
                  <a:pt x="841" y="889"/>
                </a:cubicBezTo>
                <a:cubicBezTo>
                  <a:pt x="835" y="893"/>
                  <a:pt x="831" y="896"/>
                  <a:pt x="826" y="899"/>
                </a:cubicBezTo>
                <a:cubicBezTo>
                  <a:pt x="820" y="902"/>
                  <a:pt x="815" y="907"/>
                  <a:pt x="811" y="908"/>
                </a:cubicBezTo>
                <a:cubicBezTo>
                  <a:pt x="808" y="909"/>
                  <a:pt x="805" y="907"/>
                  <a:pt x="802" y="908"/>
                </a:cubicBezTo>
                <a:cubicBezTo>
                  <a:pt x="796" y="909"/>
                  <a:pt x="793" y="915"/>
                  <a:pt x="786" y="915"/>
                </a:cubicBezTo>
                <a:cubicBezTo>
                  <a:pt x="791" y="911"/>
                  <a:pt x="797" y="907"/>
                  <a:pt x="802" y="904"/>
                </a:cubicBezTo>
                <a:cubicBezTo>
                  <a:pt x="802" y="900"/>
                  <a:pt x="802" y="900"/>
                  <a:pt x="802" y="900"/>
                </a:cubicBezTo>
                <a:cubicBezTo>
                  <a:pt x="792" y="903"/>
                  <a:pt x="791" y="911"/>
                  <a:pt x="778" y="911"/>
                </a:cubicBezTo>
                <a:cubicBezTo>
                  <a:pt x="777" y="917"/>
                  <a:pt x="770" y="916"/>
                  <a:pt x="771" y="924"/>
                </a:cubicBezTo>
                <a:cubicBezTo>
                  <a:pt x="773" y="927"/>
                  <a:pt x="775" y="924"/>
                  <a:pt x="777" y="927"/>
                </a:cubicBezTo>
                <a:cubicBezTo>
                  <a:pt x="775" y="933"/>
                  <a:pt x="768" y="934"/>
                  <a:pt x="763" y="938"/>
                </a:cubicBezTo>
                <a:cubicBezTo>
                  <a:pt x="764" y="938"/>
                  <a:pt x="766" y="938"/>
                  <a:pt x="766" y="939"/>
                </a:cubicBezTo>
                <a:cubicBezTo>
                  <a:pt x="765" y="941"/>
                  <a:pt x="760" y="944"/>
                  <a:pt x="759" y="941"/>
                </a:cubicBezTo>
                <a:cubicBezTo>
                  <a:pt x="759" y="939"/>
                  <a:pt x="762" y="940"/>
                  <a:pt x="762" y="938"/>
                </a:cubicBezTo>
                <a:cubicBezTo>
                  <a:pt x="757" y="938"/>
                  <a:pt x="756" y="942"/>
                  <a:pt x="751" y="942"/>
                </a:cubicBezTo>
                <a:cubicBezTo>
                  <a:pt x="752" y="944"/>
                  <a:pt x="752" y="944"/>
                  <a:pt x="751" y="947"/>
                </a:cubicBezTo>
                <a:cubicBezTo>
                  <a:pt x="755" y="947"/>
                  <a:pt x="757" y="944"/>
                  <a:pt x="758" y="943"/>
                </a:cubicBezTo>
                <a:cubicBezTo>
                  <a:pt x="759" y="944"/>
                  <a:pt x="760" y="941"/>
                  <a:pt x="761" y="944"/>
                </a:cubicBezTo>
                <a:cubicBezTo>
                  <a:pt x="759" y="946"/>
                  <a:pt x="757" y="947"/>
                  <a:pt x="755" y="949"/>
                </a:cubicBezTo>
                <a:cubicBezTo>
                  <a:pt x="760" y="947"/>
                  <a:pt x="763" y="943"/>
                  <a:pt x="769" y="943"/>
                </a:cubicBezTo>
                <a:cubicBezTo>
                  <a:pt x="770" y="945"/>
                  <a:pt x="769" y="947"/>
                  <a:pt x="771" y="949"/>
                </a:cubicBezTo>
                <a:cubicBezTo>
                  <a:pt x="768" y="949"/>
                  <a:pt x="764" y="951"/>
                  <a:pt x="765" y="953"/>
                </a:cubicBezTo>
                <a:cubicBezTo>
                  <a:pt x="761" y="954"/>
                  <a:pt x="766" y="951"/>
                  <a:pt x="763" y="951"/>
                </a:cubicBezTo>
                <a:cubicBezTo>
                  <a:pt x="763" y="952"/>
                  <a:pt x="762" y="953"/>
                  <a:pt x="762" y="954"/>
                </a:cubicBezTo>
                <a:cubicBezTo>
                  <a:pt x="761" y="952"/>
                  <a:pt x="758" y="952"/>
                  <a:pt x="757" y="954"/>
                </a:cubicBezTo>
                <a:cubicBezTo>
                  <a:pt x="760" y="955"/>
                  <a:pt x="756" y="956"/>
                  <a:pt x="756" y="957"/>
                </a:cubicBezTo>
                <a:cubicBezTo>
                  <a:pt x="762" y="958"/>
                  <a:pt x="771" y="955"/>
                  <a:pt x="774" y="951"/>
                </a:cubicBezTo>
                <a:cubicBezTo>
                  <a:pt x="774" y="952"/>
                  <a:pt x="776" y="951"/>
                  <a:pt x="776" y="953"/>
                </a:cubicBezTo>
                <a:cubicBezTo>
                  <a:pt x="784" y="949"/>
                  <a:pt x="789" y="942"/>
                  <a:pt x="798" y="939"/>
                </a:cubicBezTo>
                <a:cubicBezTo>
                  <a:pt x="798" y="941"/>
                  <a:pt x="798" y="943"/>
                  <a:pt x="798" y="944"/>
                </a:cubicBezTo>
                <a:cubicBezTo>
                  <a:pt x="803" y="949"/>
                  <a:pt x="814" y="940"/>
                  <a:pt x="810" y="934"/>
                </a:cubicBezTo>
                <a:cubicBezTo>
                  <a:pt x="813" y="934"/>
                  <a:pt x="811" y="928"/>
                  <a:pt x="816" y="929"/>
                </a:cubicBezTo>
                <a:cubicBezTo>
                  <a:pt x="816" y="932"/>
                  <a:pt x="816" y="933"/>
                  <a:pt x="817" y="934"/>
                </a:cubicBezTo>
                <a:cubicBezTo>
                  <a:pt x="826" y="929"/>
                  <a:pt x="832" y="929"/>
                  <a:pt x="837" y="918"/>
                </a:cubicBezTo>
                <a:cubicBezTo>
                  <a:pt x="845" y="917"/>
                  <a:pt x="852" y="905"/>
                  <a:pt x="860" y="905"/>
                </a:cubicBezTo>
                <a:cubicBezTo>
                  <a:pt x="864" y="905"/>
                  <a:pt x="861" y="906"/>
                  <a:pt x="863" y="904"/>
                </a:cubicBezTo>
                <a:cubicBezTo>
                  <a:pt x="869" y="898"/>
                  <a:pt x="880" y="892"/>
                  <a:pt x="889" y="887"/>
                </a:cubicBezTo>
                <a:cubicBezTo>
                  <a:pt x="889" y="888"/>
                  <a:pt x="887" y="887"/>
                  <a:pt x="887" y="889"/>
                </a:cubicBezTo>
                <a:cubicBezTo>
                  <a:pt x="889" y="891"/>
                  <a:pt x="892" y="891"/>
                  <a:pt x="894" y="890"/>
                </a:cubicBezTo>
                <a:cubicBezTo>
                  <a:pt x="894" y="886"/>
                  <a:pt x="895" y="887"/>
                  <a:pt x="894" y="884"/>
                </a:cubicBezTo>
                <a:cubicBezTo>
                  <a:pt x="896" y="884"/>
                  <a:pt x="896" y="882"/>
                  <a:pt x="898" y="883"/>
                </a:cubicBezTo>
                <a:cubicBezTo>
                  <a:pt x="899" y="878"/>
                  <a:pt x="900" y="875"/>
                  <a:pt x="907" y="875"/>
                </a:cubicBezTo>
                <a:cubicBezTo>
                  <a:pt x="907" y="880"/>
                  <a:pt x="918" y="877"/>
                  <a:pt x="921" y="875"/>
                </a:cubicBezTo>
                <a:cubicBezTo>
                  <a:pt x="920" y="878"/>
                  <a:pt x="922" y="877"/>
                  <a:pt x="922" y="880"/>
                </a:cubicBezTo>
                <a:cubicBezTo>
                  <a:pt x="917" y="882"/>
                  <a:pt x="911" y="884"/>
                  <a:pt x="907" y="887"/>
                </a:cubicBezTo>
                <a:cubicBezTo>
                  <a:pt x="910" y="892"/>
                  <a:pt x="901" y="894"/>
                  <a:pt x="905" y="895"/>
                </a:cubicBezTo>
                <a:cubicBezTo>
                  <a:pt x="908" y="897"/>
                  <a:pt x="912" y="888"/>
                  <a:pt x="915" y="891"/>
                </a:cubicBezTo>
                <a:cubicBezTo>
                  <a:pt x="914" y="892"/>
                  <a:pt x="914" y="895"/>
                  <a:pt x="910" y="894"/>
                </a:cubicBezTo>
                <a:cubicBezTo>
                  <a:pt x="910" y="899"/>
                  <a:pt x="907" y="900"/>
                  <a:pt x="905" y="902"/>
                </a:cubicBezTo>
                <a:cubicBezTo>
                  <a:pt x="890" y="902"/>
                  <a:pt x="885" y="920"/>
                  <a:pt x="867" y="920"/>
                </a:cubicBezTo>
                <a:cubicBezTo>
                  <a:pt x="862" y="931"/>
                  <a:pt x="850" y="930"/>
                  <a:pt x="842" y="938"/>
                </a:cubicBezTo>
                <a:cubicBezTo>
                  <a:pt x="840" y="935"/>
                  <a:pt x="842" y="932"/>
                  <a:pt x="841" y="931"/>
                </a:cubicBezTo>
                <a:cubicBezTo>
                  <a:pt x="839" y="932"/>
                  <a:pt x="836" y="932"/>
                  <a:pt x="834" y="934"/>
                </a:cubicBezTo>
                <a:cubicBezTo>
                  <a:pt x="834" y="932"/>
                  <a:pt x="834" y="931"/>
                  <a:pt x="835" y="930"/>
                </a:cubicBezTo>
                <a:cubicBezTo>
                  <a:pt x="817" y="937"/>
                  <a:pt x="804" y="949"/>
                  <a:pt x="786" y="956"/>
                </a:cubicBezTo>
                <a:cubicBezTo>
                  <a:pt x="784" y="961"/>
                  <a:pt x="780" y="961"/>
                  <a:pt x="780" y="970"/>
                </a:cubicBezTo>
                <a:cubicBezTo>
                  <a:pt x="772" y="973"/>
                  <a:pt x="770" y="981"/>
                  <a:pt x="758" y="980"/>
                </a:cubicBezTo>
                <a:cubicBezTo>
                  <a:pt x="758" y="979"/>
                  <a:pt x="759" y="979"/>
                  <a:pt x="758" y="978"/>
                </a:cubicBezTo>
                <a:cubicBezTo>
                  <a:pt x="752" y="979"/>
                  <a:pt x="747" y="981"/>
                  <a:pt x="745" y="986"/>
                </a:cubicBezTo>
                <a:cubicBezTo>
                  <a:pt x="757" y="988"/>
                  <a:pt x="766" y="979"/>
                  <a:pt x="775" y="982"/>
                </a:cubicBezTo>
                <a:cubicBezTo>
                  <a:pt x="763" y="989"/>
                  <a:pt x="745" y="993"/>
                  <a:pt x="732" y="996"/>
                </a:cubicBezTo>
                <a:cubicBezTo>
                  <a:pt x="733" y="1004"/>
                  <a:pt x="741" y="997"/>
                  <a:pt x="744" y="1003"/>
                </a:cubicBezTo>
                <a:cubicBezTo>
                  <a:pt x="743" y="1006"/>
                  <a:pt x="740" y="1005"/>
                  <a:pt x="740" y="1007"/>
                </a:cubicBezTo>
                <a:cubicBezTo>
                  <a:pt x="749" y="1008"/>
                  <a:pt x="755" y="1006"/>
                  <a:pt x="763" y="1002"/>
                </a:cubicBezTo>
                <a:cubicBezTo>
                  <a:pt x="760" y="1001"/>
                  <a:pt x="753" y="1005"/>
                  <a:pt x="750" y="1004"/>
                </a:cubicBezTo>
                <a:cubicBezTo>
                  <a:pt x="756" y="999"/>
                  <a:pt x="766" y="991"/>
                  <a:pt x="779" y="993"/>
                </a:cubicBezTo>
                <a:cubicBezTo>
                  <a:pt x="775" y="998"/>
                  <a:pt x="768" y="999"/>
                  <a:pt x="763" y="1002"/>
                </a:cubicBezTo>
                <a:cubicBezTo>
                  <a:pt x="772" y="1003"/>
                  <a:pt x="779" y="997"/>
                  <a:pt x="786" y="1000"/>
                </a:cubicBezTo>
                <a:cubicBezTo>
                  <a:pt x="785" y="1001"/>
                  <a:pt x="782" y="1000"/>
                  <a:pt x="783" y="1003"/>
                </a:cubicBezTo>
                <a:cubicBezTo>
                  <a:pt x="788" y="1006"/>
                  <a:pt x="793" y="1003"/>
                  <a:pt x="796" y="1000"/>
                </a:cubicBezTo>
                <a:cubicBezTo>
                  <a:pt x="805" y="1002"/>
                  <a:pt x="811" y="993"/>
                  <a:pt x="819" y="992"/>
                </a:cubicBezTo>
                <a:cubicBezTo>
                  <a:pt x="820" y="993"/>
                  <a:pt x="815" y="995"/>
                  <a:pt x="819" y="995"/>
                </a:cubicBezTo>
                <a:cubicBezTo>
                  <a:pt x="826" y="990"/>
                  <a:pt x="837" y="988"/>
                  <a:pt x="842" y="980"/>
                </a:cubicBezTo>
                <a:cubicBezTo>
                  <a:pt x="850" y="982"/>
                  <a:pt x="856" y="974"/>
                  <a:pt x="865" y="973"/>
                </a:cubicBezTo>
                <a:cubicBezTo>
                  <a:pt x="865" y="968"/>
                  <a:pt x="869" y="966"/>
                  <a:pt x="873" y="968"/>
                </a:cubicBezTo>
                <a:cubicBezTo>
                  <a:pt x="883" y="961"/>
                  <a:pt x="891" y="949"/>
                  <a:pt x="902" y="951"/>
                </a:cubicBezTo>
                <a:cubicBezTo>
                  <a:pt x="903" y="949"/>
                  <a:pt x="901" y="949"/>
                  <a:pt x="902" y="946"/>
                </a:cubicBezTo>
                <a:cubicBezTo>
                  <a:pt x="907" y="945"/>
                  <a:pt x="912" y="942"/>
                  <a:pt x="915" y="937"/>
                </a:cubicBezTo>
                <a:cubicBezTo>
                  <a:pt x="912" y="934"/>
                  <a:pt x="916" y="932"/>
                  <a:pt x="913" y="930"/>
                </a:cubicBezTo>
                <a:cubicBezTo>
                  <a:pt x="916" y="928"/>
                  <a:pt x="921" y="930"/>
                  <a:pt x="924" y="929"/>
                </a:cubicBezTo>
                <a:cubicBezTo>
                  <a:pt x="926" y="926"/>
                  <a:pt x="928" y="926"/>
                  <a:pt x="930" y="928"/>
                </a:cubicBezTo>
                <a:cubicBezTo>
                  <a:pt x="932" y="927"/>
                  <a:pt x="930" y="922"/>
                  <a:pt x="933" y="922"/>
                </a:cubicBezTo>
                <a:cubicBezTo>
                  <a:pt x="937" y="926"/>
                  <a:pt x="945" y="919"/>
                  <a:pt x="950" y="922"/>
                </a:cubicBezTo>
                <a:cubicBezTo>
                  <a:pt x="948" y="924"/>
                  <a:pt x="950" y="925"/>
                  <a:pt x="950" y="928"/>
                </a:cubicBezTo>
                <a:cubicBezTo>
                  <a:pt x="934" y="942"/>
                  <a:pt x="916" y="951"/>
                  <a:pt x="897" y="965"/>
                </a:cubicBezTo>
                <a:cubicBezTo>
                  <a:pt x="897" y="966"/>
                  <a:pt x="897" y="966"/>
                  <a:pt x="897" y="967"/>
                </a:cubicBezTo>
                <a:cubicBezTo>
                  <a:pt x="892" y="974"/>
                  <a:pt x="883" y="986"/>
                  <a:pt x="872" y="989"/>
                </a:cubicBezTo>
                <a:cubicBezTo>
                  <a:pt x="870" y="988"/>
                  <a:pt x="870" y="986"/>
                  <a:pt x="869" y="985"/>
                </a:cubicBezTo>
                <a:cubicBezTo>
                  <a:pt x="864" y="985"/>
                  <a:pt x="860" y="993"/>
                  <a:pt x="856" y="992"/>
                </a:cubicBezTo>
                <a:cubicBezTo>
                  <a:pt x="857" y="989"/>
                  <a:pt x="856" y="988"/>
                  <a:pt x="857" y="986"/>
                </a:cubicBezTo>
                <a:cubicBezTo>
                  <a:pt x="860" y="985"/>
                  <a:pt x="865" y="982"/>
                  <a:pt x="864" y="979"/>
                </a:cubicBezTo>
                <a:cubicBezTo>
                  <a:pt x="859" y="984"/>
                  <a:pt x="851" y="986"/>
                  <a:pt x="848" y="993"/>
                </a:cubicBezTo>
                <a:cubicBezTo>
                  <a:pt x="849" y="993"/>
                  <a:pt x="850" y="993"/>
                  <a:pt x="850" y="994"/>
                </a:cubicBezTo>
                <a:cubicBezTo>
                  <a:pt x="847" y="998"/>
                  <a:pt x="841" y="1002"/>
                  <a:pt x="837" y="998"/>
                </a:cubicBezTo>
                <a:cubicBezTo>
                  <a:pt x="831" y="1003"/>
                  <a:pt x="830" y="1011"/>
                  <a:pt x="820" y="1013"/>
                </a:cubicBezTo>
                <a:cubicBezTo>
                  <a:pt x="822" y="1009"/>
                  <a:pt x="818" y="1008"/>
                  <a:pt x="817" y="1005"/>
                </a:cubicBezTo>
                <a:cubicBezTo>
                  <a:pt x="819" y="1002"/>
                  <a:pt x="822" y="1003"/>
                  <a:pt x="824" y="1000"/>
                </a:cubicBezTo>
                <a:cubicBezTo>
                  <a:pt x="812" y="1004"/>
                  <a:pt x="801" y="1008"/>
                  <a:pt x="792" y="1014"/>
                </a:cubicBezTo>
                <a:cubicBezTo>
                  <a:pt x="792" y="1015"/>
                  <a:pt x="793" y="1014"/>
                  <a:pt x="793" y="1015"/>
                </a:cubicBezTo>
                <a:cubicBezTo>
                  <a:pt x="792" y="1017"/>
                  <a:pt x="790" y="1015"/>
                  <a:pt x="789" y="1017"/>
                </a:cubicBezTo>
                <a:cubicBezTo>
                  <a:pt x="790" y="1019"/>
                  <a:pt x="792" y="1016"/>
                  <a:pt x="792" y="1018"/>
                </a:cubicBezTo>
                <a:cubicBezTo>
                  <a:pt x="783" y="1025"/>
                  <a:pt x="767" y="1026"/>
                  <a:pt x="761" y="1036"/>
                </a:cubicBezTo>
                <a:cubicBezTo>
                  <a:pt x="763" y="1038"/>
                  <a:pt x="769" y="1037"/>
                  <a:pt x="768" y="1042"/>
                </a:cubicBezTo>
                <a:cubicBezTo>
                  <a:pt x="779" y="1041"/>
                  <a:pt x="788" y="1040"/>
                  <a:pt x="794" y="1035"/>
                </a:cubicBezTo>
                <a:cubicBezTo>
                  <a:pt x="798" y="1035"/>
                  <a:pt x="799" y="1037"/>
                  <a:pt x="802" y="1037"/>
                </a:cubicBezTo>
                <a:cubicBezTo>
                  <a:pt x="802" y="1034"/>
                  <a:pt x="804" y="1033"/>
                  <a:pt x="806" y="1032"/>
                </a:cubicBezTo>
                <a:cubicBezTo>
                  <a:pt x="824" y="1025"/>
                  <a:pt x="848" y="1021"/>
                  <a:pt x="863" y="1014"/>
                </a:cubicBezTo>
                <a:cubicBezTo>
                  <a:pt x="860" y="1017"/>
                  <a:pt x="862" y="1026"/>
                  <a:pt x="863" y="1029"/>
                </a:cubicBezTo>
                <a:cubicBezTo>
                  <a:pt x="866" y="1029"/>
                  <a:pt x="869" y="1028"/>
                  <a:pt x="871" y="1030"/>
                </a:cubicBezTo>
                <a:cubicBezTo>
                  <a:pt x="868" y="1041"/>
                  <a:pt x="855" y="1041"/>
                  <a:pt x="850" y="1049"/>
                </a:cubicBezTo>
                <a:cubicBezTo>
                  <a:pt x="845" y="1047"/>
                  <a:pt x="843" y="1048"/>
                  <a:pt x="836" y="1048"/>
                </a:cubicBezTo>
                <a:cubicBezTo>
                  <a:pt x="836" y="1050"/>
                  <a:pt x="834" y="1050"/>
                  <a:pt x="836" y="1052"/>
                </a:cubicBezTo>
                <a:cubicBezTo>
                  <a:pt x="830" y="1054"/>
                  <a:pt x="827" y="1059"/>
                  <a:pt x="823" y="1062"/>
                </a:cubicBezTo>
                <a:cubicBezTo>
                  <a:pt x="822" y="1061"/>
                  <a:pt x="822" y="1060"/>
                  <a:pt x="821" y="1059"/>
                </a:cubicBezTo>
                <a:cubicBezTo>
                  <a:pt x="818" y="1061"/>
                  <a:pt x="814" y="1063"/>
                  <a:pt x="810" y="1064"/>
                </a:cubicBezTo>
                <a:cubicBezTo>
                  <a:pt x="809" y="1063"/>
                  <a:pt x="807" y="1062"/>
                  <a:pt x="807" y="1060"/>
                </a:cubicBezTo>
                <a:cubicBezTo>
                  <a:pt x="805" y="1062"/>
                  <a:pt x="799" y="1060"/>
                  <a:pt x="798" y="1064"/>
                </a:cubicBezTo>
                <a:cubicBezTo>
                  <a:pt x="802" y="1065"/>
                  <a:pt x="806" y="1058"/>
                  <a:pt x="807" y="1064"/>
                </a:cubicBezTo>
                <a:cubicBezTo>
                  <a:pt x="803" y="1066"/>
                  <a:pt x="796" y="1067"/>
                  <a:pt x="798" y="1071"/>
                </a:cubicBezTo>
                <a:cubicBezTo>
                  <a:pt x="819" y="1063"/>
                  <a:pt x="838" y="1060"/>
                  <a:pt x="856" y="1058"/>
                </a:cubicBezTo>
                <a:cubicBezTo>
                  <a:pt x="856" y="1061"/>
                  <a:pt x="852" y="1061"/>
                  <a:pt x="851" y="1063"/>
                </a:cubicBezTo>
                <a:cubicBezTo>
                  <a:pt x="856" y="1062"/>
                  <a:pt x="859" y="1060"/>
                  <a:pt x="862" y="1057"/>
                </a:cubicBezTo>
                <a:cubicBezTo>
                  <a:pt x="867" y="1060"/>
                  <a:pt x="875" y="1055"/>
                  <a:pt x="880" y="1051"/>
                </a:cubicBezTo>
                <a:cubicBezTo>
                  <a:pt x="878" y="1052"/>
                  <a:pt x="877" y="1052"/>
                  <a:pt x="876" y="1050"/>
                </a:cubicBezTo>
                <a:cubicBezTo>
                  <a:pt x="881" y="1049"/>
                  <a:pt x="884" y="1042"/>
                  <a:pt x="890" y="1046"/>
                </a:cubicBezTo>
                <a:cubicBezTo>
                  <a:pt x="888" y="1050"/>
                  <a:pt x="890" y="1049"/>
                  <a:pt x="889" y="1055"/>
                </a:cubicBezTo>
                <a:cubicBezTo>
                  <a:pt x="877" y="1057"/>
                  <a:pt x="865" y="1068"/>
                  <a:pt x="852" y="1068"/>
                </a:cubicBezTo>
                <a:cubicBezTo>
                  <a:pt x="842" y="1068"/>
                  <a:pt x="838" y="1076"/>
                  <a:pt x="831" y="1077"/>
                </a:cubicBezTo>
                <a:cubicBezTo>
                  <a:pt x="831" y="1077"/>
                  <a:pt x="830" y="1074"/>
                  <a:pt x="828" y="1074"/>
                </a:cubicBezTo>
                <a:cubicBezTo>
                  <a:pt x="824" y="1074"/>
                  <a:pt x="822" y="1077"/>
                  <a:pt x="819" y="1076"/>
                </a:cubicBezTo>
                <a:cubicBezTo>
                  <a:pt x="819" y="1079"/>
                  <a:pt x="817" y="1081"/>
                  <a:pt x="815" y="1081"/>
                </a:cubicBezTo>
                <a:cubicBezTo>
                  <a:pt x="814" y="1085"/>
                  <a:pt x="814" y="1085"/>
                  <a:pt x="815" y="1089"/>
                </a:cubicBezTo>
                <a:cubicBezTo>
                  <a:pt x="823" y="1091"/>
                  <a:pt x="832" y="1087"/>
                  <a:pt x="834" y="1079"/>
                </a:cubicBezTo>
                <a:cubicBezTo>
                  <a:pt x="861" y="1083"/>
                  <a:pt x="884" y="1069"/>
                  <a:pt x="907" y="1060"/>
                </a:cubicBezTo>
                <a:cubicBezTo>
                  <a:pt x="928" y="1059"/>
                  <a:pt x="939" y="1037"/>
                  <a:pt x="957" y="1031"/>
                </a:cubicBezTo>
                <a:cubicBezTo>
                  <a:pt x="948" y="1043"/>
                  <a:pt x="933" y="1049"/>
                  <a:pt x="923" y="1060"/>
                </a:cubicBezTo>
                <a:cubicBezTo>
                  <a:pt x="917" y="1059"/>
                  <a:pt x="907" y="1067"/>
                  <a:pt x="907" y="1071"/>
                </a:cubicBezTo>
                <a:cubicBezTo>
                  <a:pt x="907" y="1071"/>
                  <a:pt x="908" y="1070"/>
                  <a:pt x="908" y="1071"/>
                </a:cubicBezTo>
                <a:cubicBezTo>
                  <a:pt x="908" y="1074"/>
                  <a:pt x="907" y="1075"/>
                  <a:pt x="905" y="1075"/>
                </a:cubicBezTo>
                <a:cubicBezTo>
                  <a:pt x="903" y="1074"/>
                  <a:pt x="900" y="1072"/>
                  <a:pt x="898" y="1073"/>
                </a:cubicBezTo>
                <a:cubicBezTo>
                  <a:pt x="897" y="1075"/>
                  <a:pt x="896" y="1077"/>
                  <a:pt x="895" y="1079"/>
                </a:cubicBezTo>
                <a:cubicBezTo>
                  <a:pt x="896" y="1079"/>
                  <a:pt x="897" y="1079"/>
                  <a:pt x="898" y="1080"/>
                </a:cubicBezTo>
                <a:cubicBezTo>
                  <a:pt x="894" y="1083"/>
                  <a:pt x="888" y="1085"/>
                  <a:pt x="886" y="1090"/>
                </a:cubicBezTo>
                <a:cubicBezTo>
                  <a:pt x="896" y="1098"/>
                  <a:pt x="911" y="1088"/>
                  <a:pt x="919" y="1081"/>
                </a:cubicBezTo>
                <a:cubicBezTo>
                  <a:pt x="915" y="1080"/>
                  <a:pt x="912" y="1084"/>
                  <a:pt x="911" y="1081"/>
                </a:cubicBezTo>
                <a:cubicBezTo>
                  <a:pt x="916" y="1069"/>
                  <a:pt x="924" y="1058"/>
                  <a:pt x="938" y="1055"/>
                </a:cubicBezTo>
                <a:cubicBezTo>
                  <a:pt x="938" y="1060"/>
                  <a:pt x="943" y="1058"/>
                  <a:pt x="942" y="1062"/>
                </a:cubicBezTo>
                <a:cubicBezTo>
                  <a:pt x="944" y="1062"/>
                  <a:pt x="945" y="1060"/>
                  <a:pt x="946" y="1059"/>
                </a:cubicBezTo>
                <a:cubicBezTo>
                  <a:pt x="947" y="1062"/>
                  <a:pt x="949" y="1062"/>
                  <a:pt x="952" y="1062"/>
                </a:cubicBezTo>
                <a:cubicBezTo>
                  <a:pt x="953" y="1049"/>
                  <a:pt x="969" y="1052"/>
                  <a:pt x="975" y="1043"/>
                </a:cubicBezTo>
                <a:cubicBezTo>
                  <a:pt x="975" y="1042"/>
                  <a:pt x="974" y="1041"/>
                  <a:pt x="974" y="1040"/>
                </a:cubicBezTo>
                <a:cubicBezTo>
                  <a:pt x="978" y="1037"/>
                  <a:pt x="983" y="1036"/>
                  <a:pt x="986" y="1034"/>
                </a:cubicBezTo>
                <a:cubicBezTo>
                  <a:pt x="983" y="1034"/>
                  <a:pt x="986" y="1031"/>
                  <a:pt x="985" y="1031"/>
                </a:cubicBezTo>
                <a:cubicBezTo>
                  <a:pt x="981" y="1035"/>
                  <a:pt x="976" y="1038"/>
                  <a:pt x="972" y="1041"/>
                </a:cubicBezTo>
                <a:cubicBezTo>
                  <a:pt x="970" y="1041"/>
                  <a:pt x="970" y="1039"/>
                  <a:pt x="970" y="1037"/>
                </a:cubicBezTo>
                <a:cubicBezTo>
                  <a:pt x="980" y="1033"/>
                  <a:pt x="986" y="1021"/>
                  <a:pt x="994" y="1016"/>
                </a:cubicBezTo>
                <a:cubicBezTo>
                  <a:pt x="994" y="1021"/>
                  <a:pt x="993" y="1021"/>
                  <a:pt x="993" y="1024"/>
                </a:cubicBezTo>
                <a:cubicBezTo>
                  <a:pt x="996" y="1026"/>
                  <a:pt x="999" y="1026"/>
                  <a:pt x="1003" y="1024"/>
                </a:cubicBezTo>
                <a:cubicBezTo>
                  <a:pt x="1003" y="1025"/>
                  <a:pt x="1002" y="1027"/>
                  <a:pt x="1003" y="1027"/>
                </a:cubicBezTo>
                <a:cubicBezTo>
                  <a:pt x="1007" y="1024"/>
                  <a:pt x="1010" y="1020"/>
                  <a:pt x="1016" y="1020"/>
                </a:cubicBezTo>
                <a:cubicBezTo>
                  <a:pt x="1016" y="1017"/>
                  <a:pt x="1015" y="1017"/>
                  <a:pt x="1015" y="1014"/>
                </a:cubicBezTo>
                <a:cubicBezTo>
                  <a:pt x="1016" y="1013"/>
                  <a:pt x="1022" y="1015"/>
                  <a:pt x="1020" y="1013"/>
                </a:cubicBezTo>
                <a:cubicBezTo>
                  <a:pt x="1019" y="1013"/>
                  <a:pt x="1019" y="1013"/>
                  <a:pt x="1018" y="1014"/>
                </a:cubicBezTo>
                <a:cubicBezTo>
                  <a:pt x="1018" y="1012"/>
                  <a:pt x="1018" y="1010"/>
                  <a:pt x="1017" y="1009"/>
                </a:cubicBezTo>
                <a:cubicBezTo>
                  <a:pt x="1023" y="1007"/>
                  <a:pt x="1026" y="998"/>
                  <a:pt x="1033" y="1000"/>
                </a:cubicBezTo>
                <a:cubicBezTo>
                  <a:pt x="1038" y="990"/>
                  <a:pt x="1044" y="979"/>
                  <a:pt x="1052" y="972"/>
                </a:cubicBezTo>
                <a:cubicBezTo>
                  <a:pt x="1051" y="979"/>
                  <a:pt x="1048" y="982"/>
                  <a:pt x="1047" y="989"/>
                </a:cubicBezTo>
                <a:cubicBezTo>
                  <a:pt x="1051" y="988"/>
                  <a:pt x="1052" y="985"/>
                  <a:pt x="1052" y="989"/>
                </a:cubicBezTo>
                <a:cubicBezTo>
                  <a:pt x="1053" y="988"/>
                  <a:pt x="1053" y="986"/>
                  <a:pt x="1052" y="985"/>
                </a:cubicBezTo>
                <a:cubicBezTo>
                  <a:pt x="1055" y="984"/>
                  <a:pt x="1055" y="983"/>
                  <a:pt x="1056" y="983"/>
                </a:cubicBezTo>
                <a:cubicBezTo>
                  <a:pt x="1055" y="980"/>
                  <a:pt x="1059" y="975"/>
                  <a:pt x="1060" y="972"/>
                </a:cubicBezTo>
                <a:cubicBezTo>
                  <a:pt x="1061" y="972"/>
                  <a:pt x="1063" y="973"/>
                  <a:pt x="1063" y="975"/>
                </a:cubicBezTo>
                <a:cubicBezTo>
                  <a:pt x="1061" y="975"/>
                  <a:pt x="1062" y="973"/>
                  <a:pt x="1060" y="972"/>
                </a:cubicBezTo>
                <a:cubicBezTo>
                  <a:pt x="1061" y="977"/>
                  <a:pt x="1059" y="979"/>
                  <a:pt x="1059" y="982"/>
                </a:cubicBezTo>
                <a:cubicBezTo>
                  <a:pt x="1059" y="981"/>
                  <a:pt x="1060" y="980"/>
                  <a:pt x="1061" y="979"/>
                </a:cubicBezTo>
                <a:cubicBezTo>
                  <a:pt x="1061" y="981"/>
                  <a:pt x="1063" y="980"/>
                  <a:pt x="1063" y="981"/>
                </a:cubicBezTo>
                <a:cubicBezTo>
                  <a:pt x="1063" y="986"/>
                  <a:pt x="1059" y="985"/>
                  <a:pt x="1059" y="990"/>
                </a:cubicBezTo>
                <a:cubicBezTo>
                  <a:pt x="1063" y="989"/>
                  <a:pt x="1063" y="994"/>
                  <a:pt x="1064" y="990"/>
                </a:cubicBezTo>
                <a:cubicBezTo>
                  <a:pt x="1062" y="990"/>
                  <a:pt x="1066" y="984"/>
                  <a:pt x="1068" y="982"/>
                </a:cubicBezTo>
                <a:cubicBezTo>
                  <a:pt x="1065" y="975"/>
                  <a:pt x="1077" y="965"/>
                  <a:pt x="1070" y="958"/>
                </a:cubicBezTo>
                <a:cubicBezTo>
                  <a:pt x="1073" y="958"/>
                  <a:pt x="1074" y="956"/>
                  <a:pt x="1076" y="955"/>
                </a:cubicBezTo>
                <a:cubicBezTo>
                  <a:pt x="1078" y="958"/>
                  <a:pt x="1073" y="959"/>
                  <a:pt x="1076" y="961"/>
                </a:cubicBezTo>
                <a:cubicBezTo>
                  <a:pt x="1078" y="958"/>
                  <a:pt x="1084" y="947"/>
                  <a:pt x="1078" y="949"/>
                </a:cubicBezTo>
                <a:cubicBezTo>
                  <a:pt x="1083" y="940"/>
                  <a:pt x="1093" y="930"/>
                  <a:pt x="1096" y="919"/>
                </a:cubicBezTo>
                <a:cubicBezTo>
                  <a:pt x="1096" y="917"/>
                  <a:pt x="1093" y="918"/>
                  <a:pt x="1094" y="915"/>
                </a:cubicBezTo>
                <a:cubicBezTo>
                  <a:pt x="1096" y="914"/>
                  <a:pt x="1096" y="915"/>
                  <a:pt x="1098" y="916"/>
                </a:cubicBezTo>
                <a:cubicBezTo>
                  <a:pt x="1103" y="908"/>
                  <a:pt x="1105" y="898"/>
                  <a:pt x="1112" y="890"/>
                </a:cubicBezTo>
                <a:cubicBezTo>
                  <a:pt x="1115" y="886"/>
                  <a:pt x="1120" y="884"/>
                  <a:pt x="1123" y="880"/>
                </a:cubicBezTo>
                <a:cubicBezTo>
                  <a:pt x="1126" y="875"/>
                  <a:pt x="1127" y="869"/>
                  <a:pt x="1130" y="863"/>
                </a:cubicBezTo>
                <a:cubicBezTo>
                  <a:pt x="1130" y="860"/>
                  <a:pt x="1129" y="861"/>
                  <a:pt x="1129" y="857"/>
                </a:cubicBezTo>
                <a:cubicBezTo>
                  <a:pt x="1133" y="851"/>
                  <a:pt x="1132" y="840"/>
                  <a:pt x="1138" y="837"/>
                </a:cubicBezTo>
                <a:cubicBezTo>
                  <a:pt x="1141" y="838"/>
                  <a:pt x="1142" y="839"/>
                  <a:pt x="1145" y="840"/>
                </a:cubicBezTo>
                <a:cubicBezTo>
                  <a:pt x="1149" y="837"/>
                  <a:pt x="1150" y="832"/>
                  <a:pt x="1151" y="825"/>
                </a:cubicBezTo>
                <a:cubicBezTo>
                  <a:pt x="1160" y="821"/>
                  <a:pt x="1164" y="803"/>
                  <a:pt x="1162" y="793"/>
                </a:cubicBezTo>
                <a:cubicBezTo>
                  <a:pt x="1172" y="758"/>
                  <a:pt x="1190" y="721"/>
                  <a:pt x="1198" y="684"/>
                </a:cubicBezTo>
                <a:cubicBezTo>
                  <a:pt x="1198" y="684"/>
                  <a:pt x="1198" y="684"/>
                  <a:pt x="1198" y="684"/>
                </a:cubicBezTo>
                <a:cubicBezTo>
                  <a:pt x="1195" y="673"/>
                  <a:pt x="1199" y="661"/>
                  <a:pt x="1199" y="650"/>
                </a:cubicBezTo>
                <a:cubicBezTo>
                  <a:pt x="1205" y="641"/>
                  <a:pt x="1206" y="626"/>
                  <a:pt x="1207" y="611"/>
                </a:cubicBezTo>
                <a:cubicBezTo>
                  <a:pt x="1208" y="590"/>
                  <a:pt x="1216" y="561"/>
                  <a:pt x="1210" y="547"/>
                </a:cubicBezTo>
                <a:close/>
                <a:moveTo>
                  <a:pt x="333" y="143"/>
                </a:moveTo>
                <a:cubicBezTo>
                  <a:pt x="333" y="140"/>
                  <a:pt x="333" y="139"/>
                  <a:pt x="334" y="138"/>
                </a:cubicBezTo>
                <a:cubicBezTo>
                  <a:pt x="335" y="138"/>
                  <a:pt x="335" y="139"/>
                  <a:pt x="336" y="139"/>
                </a:cubicBezTo>
                <a:cubicBezTo>
                  <a:pt x="336" y="141"/>
                  <a:pt x="336" y="143"/>
                  <a:pt x="333" y="143"/>
                </a:cubicBezTo>
                <a:close/>
                <a:moveTo>
                  <a:pt x="338" y="89"/>
                </a:moveTo>
                <a:cubicBezTo>
                  <a:pt x="336" y="97"/>
                  <a:pt x="326" y="96"/>
                  <a:pt x="324" y="104"/>
                </a:cubicBezTo>
                <a:cubicBezTo>
                  <a:pt x="320" y="105"/>
                  <a:pt x="321" y="100"/>
                  <a:pt x="319" y="99"/>
                </a:cubicBezTo>
                <a:cubicBezTo>
                  <a:pt x="324" y="94"/>
                  <a:pt x="330" y="91"/>
                  <a:pt x="338" y="89"/>
                </a:cubicBezTo>
                <a:close/>
                <a:moveTo>
                  <a:pt x="317" y="100"/>
                </a:moveTo>
                <a:cubicBezTo>
                  <a:pt x="315" y="104"/>
                  <a:pt x="312" y="107"/>
                  <a:pt x="307" y="107"/>
                </a:cubicBezTo>
                <a:cubicBezTo>
                  <a:pt x="307" y="102"/>
                  <a:pt x="313" y="102"/>
                  <a:pt x="317" y="100"/>
                </a:cubicBezTo>
                <a:close/>
                <a:moveTo>
                  <a:pt x="288" y="149"/>
                </a:moveTo>
                <a:cubicBezTo>
                  <a:pt x="287" y="151"/>
                  <a:pt x="286" y="153"/>
                  <a:pt x="284" y="155"/>
                </a:cubicBezTo>
                <a:cubicBezTo>
                  <a:pt x="282" y="152"/>
                  <a:pt x="286" y="149"/>
                  <a:pt x="288" y="149"/>
                </a:cubicBezTo>
                <a:close/>
                <a:moveTo>
                  <a:pt x="283" y="85"/>
                </a:moveTo>
                <a:cubicBezTo>
                  <a:pt x="285" y="85"/>
                  <a:pt x="286" y="85"/>
                  <a:pt x="287" y="86"/>
                </a:cubicBezTo>
                <a:cubicBezTo>
                  <a:pt x="287" y="88"/>
                  <a:pt x="285" y="89"/>
                  <a:pt x="283" y="89"/>
                </a:cubicBezTo>
                <a:cubicBezTo>
                  <a:pt x="281" y="87"/>
                  <a:pt x="283" y="87"/>
                  <a:pt x="283" y="85"/>
                </a:cubicBezTo>
                <a:close/>
                <a:moveTo>
                  <a:pt x="266" y="149"/>
                </a:moveTo>
                <a:cubicBezTo>
                  <a:pt x="261" y="156"/>
                  <a:pt x="256" y="162"/>
                  <a:pt x="248" y="167"/>
                </a:cubicBezTo>
                <a:cubicBezTo>
                  <a:pt x="252" y="159"/>
                  <a:pt x="258" y="148"/>
                  <a:pt x="266" y="149"/>
                </a:cubicBezTo>
                <a:close/>
                <a:moveTo>
                  <a:pt x="239" y="138"/>
                </a:moveTo>
                <a:cubicBezTo>
                  <a:pt x="238" y="139"/>
                  <a:pt x="238" y="141"/>
                  <a:pt x="235" y="142"/>
                </a:cubicBezTo>
                <a:cubicBezTo>
                  <a:pt x="236" y="139"/>
                  <a:pt x="237" y="136"/>
                  <a:pt x="239" y="138"/>
                </a:cubicBezTo>
                <a:close/>
                <a:moveTo>
                  <a:pt x="235" y="142"/>
                </a:moveTo>
                <a:cubicBezTo>
                  <a:pt x="235" y="145"/>
                  <a:pt x="233" y="145"/>
                  <a:pt x="230" y="146"/>
                </a:cubicBezTo>
                <a:cubicBezTo>
                  <a:pt x="231" y="143"/>
                  <a:pt x="232" y="142"/>
                  <a:pt x="235" y="142"/>
                </a:cubicBezTo>
                <a:close/>
                <a:moveTo>
                  <a:pt x="94" y="318"/>
                </a:moveTo>
                <a:cubicBezTo>
                  <a:pt x="92" y="310"/>
                  <a:pt x="97" y="308"/>
                  <a:pt x="94" y="318"/>
                </a:cubicBezTo>
                <a:close/>
                <a:moveTo>
                  <a:pt x="60" y="460"/>
                </a:moveTo>
                <a:cubicBezTo>
                  <a:pt x="57" y="459"/>
                  <a:pt x="58" y="456"/>
                  <a:pt x="59" y="454"/>
                </a:cubicBezTo>
                <a:cubicBezTo>
                  <a:pt x="61" y="454"/>
                  <a:pt x="60" y="458"/>
                  <a:pt x="60" y="460"/>
                </a:cubicBezTo>
                <a:close/>
                <a:moveTo>
                  <a:pt x="83" y="370"/>
                </a:moveTo>
                <a:cubicBezTo>
                  <a:pt x="74" y="366"/>
                  <a:pt x="87" y="358"/>
                  <a:pt x="87" y="352"/>
                </a:cubicBezTo>
                <a:cubicBezTo>
                  <a:pt x="88" y="357"/>
                  <a:pt x="85" y="366"/>
                  <a:pt x="83" y="370"/>
                </a:cubicBezTo>
                <a:close/>
                <a:moveTo>
                  <a:pt x="131" y="236"/>
                </a:moveTo>
                <a:cubicBezTo>
                  <a:pt x="131" y="239"/>
                  <a:pt x="128" y="240"/>
                  <a:pt x="126" y="242"/>
                </a:cubicBezTo>
                <a:cubicBezTo>
                  <a:pt x="124" y="239"/>
                  <a:pt x="128" y="236"/>
                  <a:pt x="131" y="236"/>
                </a:cubicBezTo>
                <a:close/>
                <a:moveTo>
                  <a:pt x="138" y="242"/>
                </a:moveTo>
                <a:cubicBezTo>
                  <a:pt x="140" y="246"/>
                  <a:pt x="134" y="248"/>
                  <a:pt x="134" y="253"/>
                </a:cubicBezTo>
                <a:cubicBezTo>
                  <a:pt x="132" y="252"/>
                  <a:pt x="132" y="254"/>
                  <a:pt x="130" y="254"/>
                </a:cubicBezTo>
                <a:cubicBezTo>
                  <a:pt x="132" y="260"/>
                  <a:pt x="127" y="265"/>
                  <a:pt x="123" y="269"/>
                </a:cubicBezTo>
                <a:cubicBezTo>
                  <a:pt x="124" y="260"/>
                  <a:pt x="126" y="262"/>
                  <a:pt x="126" y="256"/>
                </a:cubicBezTo>
                <a:cubicBezTo>
                  <a:pt x="124" y="255"/>
                  <a:pt x="125" y="258"/>
                  <a:pt x="123" y="258"/>
                </a:cubicBezTo>
                <a:cubicBezTo>
                  <a:pt x="120" y="259"/>
                  <a:pt x="121" y="256"/>
                  <a:pt x="118" y="256"/>
                </a:cubicBezTo>
                <a:cubicBezTo>
                  <a:pt x="121" y="245"/>
                  <a:pt x="130" y="247"/>
                  <a:pt x="138" y="242"/>
                </a:cubicBezTo>
                <a:close/>
                <a:moveTo>
                  <a:pt x="119" y="283"/>
                </a:moveTo>
                <a:cubicBezTo>
                  <a:pt x="118" y="278"/>
                  <a:pt x="125" y="274"/>
                  <a:pt x="127" y="270"/>
                </a:cubicBezTo>
                <a:cubicBezTo>
                  <a:pt x="128" y="274"/>
                  <a:pt x="123" y="281"/>
                  <a:pt x="119" y="283"/>
                </a:cubicBezTo>
                <a:close/>
                <a:moveTo>
                  <a:pt x="114" y="287"/>
                </a:moveTo>
                <a:cubicBezTo>
                  <a:pt x="116" y="288"/>
                  <a:pt x="115" y="293"/>
                  <a:pt x="113" y="291"/>
                </a:cubicBezTo>
                <a:cubicBezTo>
                  <a:pt x="112" y="289"/>
                  <a:pt x="114" y="289"/>
                  <a:pt x="114" y="287"/>
                </a:cubicBezTo>
                <a:close/>
                <a:moveTo>
                  <a:pt x="101" y="389"/>
                </a:moveTo>
                <a:cubicBezTo>
                  <a:pt x="103" y="390"/>
                  <a:pt x="102" y="395"/>
                  <a:pt x="100" y="395"/>
                </a:cubicBezTo>
                <a:cubicBezTo>
                  <a:pt x="99" y="392"/>
                  <a:pt x="100" y="391"/>
                  <a:pt x="101" y="389"/>
                </a:cubicBezTo>
                <a:close/>
                <a:moveTo>
                  <a:pt x="93" y="334"/>
                </a:moveTo>
                <a:cubicBezTo>
                  <a:pt x="94" y="334"/>
                  <a:pt x="94" y="335"/>
                  <a:pt x="95" y="335"/>
                </a:cubicBezTo>
                <a:cubicBezTo>
                  <a:pt x="96" y="338"/>
                  <a:pt x="94" y="337"/>
                  <a:pt x="94" y="339"/>
                </a:cubicBezTo>
                <a:cubicBezTo>
                  <a:pt x="92" y="339"/>
                  <a:pt x="92" y="336"/>
                  <a:pt x="93" y="334"/>
                </a:cubicBezTo>
                <a:close/>
                <a:moveTo>
                  <a:pt x="100" y="417"/>
                </a:moveTo>
                <a:cubicBezTo>
                  <a:pt x="95" y="413"/>
                  <a:pt x="101" y="405"/>
                  <a:pt x="104" y="412"/>
                </a:cubicBezTo>
                <a:cubicBezTo>
                  <a:pt x="104" y="415"/>
                  <a:pt x="101" y="415"/>
                  <a:pt x="100" y="417"/>
                </a:cubicBezTo>
                <a:close/>
                <a:moveTo>
                  <a:pt x="96" y="414"/>
                </a:moveTo>
                <a:cubicBezTo>
                  <a:pt x="93" y="413"/>
                  <a:pt x="96" y="410"/>
                  <a:pt x="95" y="406"/>
                </a:cubicBezTo>
                <a:cubicBezTo>
                  <a:pt x="95" y="403"/>
                  <a:pt x="91" y="408"/>
                  <a:pt x="91" y="403"/>
                </a:cubicBezTo>
                <a:cubicBezTo>
                  <a:pt x="96" y="403"/>
                  <a:pt x="104" y="400"/>
                  <a:pt x="109" y="398"/>
                </a:cubicBezTo>
                <a:cubicBezTo>
                  <a:pt x="109" y="403"/>
                  <a:pt x="106" y="404"/>
                  <a:pt x="105" y="407"/>
                </a:cubicBezTo>
                <a:cubicBezTo>
                  <a:pt x="99" y="405"/>
                  <a:pt x="98" y="410"/>
                  <a:pt x="96" y="414"/>
                </a:cubicBezTo>
                <a:close/>
                <a:moveTo>
                  <a:pt x="112" y="482"/>
                </a:moveTo>
                <a:cubicBezTo>
                  <a:pt x="111" y="478"/>
                  <a:pt x="110" y="473"/>
                  <a:pt x="105" y="473"/>
                </a:cubicBezTo>
                <a:cubicBezTo>
                  <a:pt x="105" y="470"/>
                  <a:pt x="105" y="466"/>
                  <a:pt x="108" y="467"/>
                </a:cubicBezTo>
                <a:cubicBezTo>
                  <a:pt x="108" y="464"/>
                  <a:pt x="108" y="462"/>
                  <a:pt x="108" y="457"/>
                </a:cubicBezTo>
                <a:cubicBezTo>
                  <a:pt x="111" y="458"/>
                  <a:pt x="112" y="456"/>
                  <a:pt x="113" y="454"/>
                </a:cubicBezTo>
                <a:cubicBezTo>
                  <a:pt x="116" y="454"/>
                  <a:pt x="115" y="459"/>
                  <a:pt x="114" y="462"/>
                </a:cubicBezTo>
                <a:cubicBezTo>
                  <a:pt x="122" y="464"/>
                  <a:pt x="117" y="476"/>
                  <a:pt x="116" y="483"/>
                </a:cubicBezTo>
                <a:cubicBezTo>
                  <a:pt x="114" y="481"/>
                  <a:pt x="114" y="481"/>
                  <a:pt x="112" y="482"/>
                </a:cubicBezTo>
                <a:close/>
                <a:moveTo>
                  <a:pt x="117" y="492"/>
                </a:moveTo>
                <a:cubicBezTo>
                  <a:pt x="116" y="491"/>
                  <a:pt x="117" y="486"/>
                  <a:pt x="120" y="487"/>
                </a:cubicBezTo>
                <a:cubicBezTo>
                  <a:pt x="120" y="490"/>
                  <a:pt x="118" y="490"/>
                  <a:pt x="117" y="492"/>
                </a:cubicBezTo>
                <a:close/>
                <a:moveTo>
                  <a:pt x="121" y="484"/>
                </a:moveTo>
                <a:cubicBezTo>
                  <a:pt x="120" y="477"/>
                  <a:pt x="127" y="472"/>
                  <a:pt x="128" y="465"/>
                </a:cubicBezTo>
                <a:cubicBezTo>
                  <a:pt x="132" y="473"/>
                  <a:pt x="124" y="478"/>
                  <a:pt x="121" y="484"/>
                </a:cubicBezTo>
                <a:close/>
                <a:moveTo>
                  <a:pt x="116" y="427"/>
                </a:moveTo>
                <a:cubicBezTo>
                  <a:pt x="108" y="432"/>
                  <a:pt x="111" y="446"/>
                  <a:pt x="104" y="450"/>
                </a:cubicBezTo>
                <a:cubicBezTo>
                  <a:pt x="104" y="434"/>
                  <a:pt x="110" y="421"/>
                  <a:pt x="105" y="409"/>
                </a:cubicBezTo>
                <a:cubicBezTo>
                  <a:pt x="108" y="408"/>
                  <a:pt x="108" y="410"/>
                  <a:pt x="111" y="410"/>
                </a:cubicBezTo>
                <a:cubicBezTo>
                  <a:pt x="111" y="404"/>
                  <a:pt x="112" y="394"/>
                  <a:pt x="118" y="391"/>
                </a:cubicBezTo>
                <a:cubicBezTo>
                  <a:pt x="119" y="390"/>
                  <a:pt x="117" y="401"/>
                  <a:pt x="114" y="403"/>
                </a:cubicBezTo>
                <a:cubicBezTo>
                  <a:pt x="117" y="406"/>
                  <a:pt x="118" y="403"/>
                  <a:pt x="122" y="403"/>
                </a:cubicBezTo>
                <a:cubicBezTo>
                  <a:pt x="124" y="398"/>
                  <a:pt x="125" y="394"/>
                  <a:pt x="126" y="389"/>
                </a:cubicBezTo>
                <a:cubicBezTo>
                  <a:pt x="128" y="389"/>
                  <a:pt x="128" y="388"/>
                  <a:pt x="130" y="388"/>
                </a:cubicBezTo>
                <a:cubicBezTo>
                  <a:pt x="131" y="389"/>
                  <a:pt x="132" y="391"/>
                  <a:pt x="130" y="392"/>
                </a:cubicBezTo>
                <a:cubicBezTo>
                  <a:pt x="133" y="391"/>
                  <a:pt x="134" y="389"/>
                  <a:pt x="134" y="384"/>
                </a:cubicBezTo>
                <a:cubicBezTo>
                  <a:pt x="137" y="384"/>
                  <a:pt x="135" y="388"/>
                  <a:pt x="137" y="390"/>
                </a:cubicBezTo>
                <a:cubicBezTo>
                  <a:pt x="139" y="389"/>
                  <a:pt x="141" y="385"/>
                  <a:pt x="143" y="387"/>
                </a:cubicBezTo>
                <a:cubicBezTo>
                  <a:pt x="136" y="403"/>
                  <a:pt x="127" y="417"/>
                  <a:pt x="116" y="427"/>
                </a:cubicBezTo>
                <a:close/>
                <a:moveTo>
                  <a:pt x="136" y="234"/>
                </a:moveTo>
                <a:cubicBezTo>
                  <a:pt x="137" y="230"/>
                  <a:pt x="140" y="230"/>
                  <a:pt x="143" y="230"/>
                </a:cubicBezTo>
                <a:cubicBezTo>
                  <a:pt x="143" y="233"/>
                  <a:pt x="139" y="236"/>
                  <a:pt x="136" y="234"/>
                </a:cubicBezTo>
                <a:close/>
                <a:moveTo>
                  <a:pt x="134" y="568"/>
                </a:moveTo>
                <a:cubicBezTo>
                  <a:pt x="132" y="568"/>
                  <a:pt x="134" y="563"/>
                  <a:pt x="134" y="561"/>
                </a:cubicBezTo>
                <a:cubicBezTo>
                  <a:pt x="138" y="561"/>
                  <a:pt x="135" y="567"/>
                  <a:pt x="134" y="568"/>
                </a:cubicBezTo>
                <a:close/>
                <a:moveTo>
                  <a:pt x="151" y="219"/>
                </a:moveTo>
                <a:cubicBezTo>
                  <a:pt x="149" y="218"/>
                  <a:pt x="151" y="217"/>
                  <a:pt x="151" y="216"/>
                </a:cubicBezTo>
                <a:cubicBezTo>
                  <a:pt x="149" y="215"/>
                  <a:pt x="149" y="213"/>
                  <a:pt x="148" y="213"/>
                </a:cubicBezTo>
                <a:cubicBezTo>
                  <a:pt x="152" y="207"/>
                  <a:pt x="155" y="214"/>
                  <a:pt x="151" y="219"/>
                </a:cubicBezTo>
                <a:close/>
                <a:moveTo>
                  <a:pt x="144" y="225"/>
                </a:moveTo>
                <a:cubicBezTo>
                  <a:pt x="144" y="222"/>
                  <a:pt x="145" y="219"/>
                  <a:pt x="148" y="220"/>
                </a:cubicBezTo>
                <a:cubicBezTo>
                  <a:pt x="147" y="221"/>
                  <a:pt x="147" y="225"/>
                  <a:pt x="144" y="225"/>
                </a:cubicBezTo>
                <a:close/>
                <a:moveTo>
                  <a:pt x="149" y="482"/>
                </a:moveTo>
                <a:cubicBezTo>
                  <a:pt x="146" y="477"/>
                  <a:pt x="152" y="477"/>
                  <a:pt x="152" y="472"/>
                </a:cubicBezTo>
                <a:cubicBezTo>
                  <a:pt x="153" y="475"/>
                  <a:pt x="155" y="483"/>
                  <a:pt x="149" y="482"/>
                </a:cubicBezTo>
                <a:close/>
                <a:moveTo>
                  <a:pt x="152" y="236"/>
                </a:moveTo>
                <a:cubicBezTo>
                  <a:pt x="149" y="236"/>
                  <a:pt x="151" y="231"/>
                  <a:pt x="154" y="231"/>
                </a:cubicBezTo>
                <a:cubicBezTo>
                  <a:pt x="154" y="234"/>
                  <a:pt x="152" y="234"/>
                  <a:pt x="152" y="236"/>
                </a:cubicBezTo>
                <a:close/>
                <a:moveTo>
                  <a:pt x="192" y="197"/>
                </a:moveTo>
                <a:cubicBezTo>
                  <a:pt x="192" y="194"/>
                  <a:pt x="194" y="195"/>
                  <a:pt x="194" y="192"/>
                </a:cubicBezTo>
                <a:cubicBezTo>
                  <a:pt x="196" y="192"/>
                  <a:pt x="196" y="192"/>
                  <a:pt x="196" y="192"/>
                </a:cubicBezTo>
                <a:cubicBezTo>
                  <a:pt x="195" y="193"/>
                  <a:pt x="196" y="193"/>
                  <a:pt x="196" y="193"/>
                </a:cubicBezTo>
                <a:cubicBezTo>
                  <a:pt x="195" y="195"/>
                  <a:pt x="195" y="198"/>
                  <a:pt x="192" y="197"/>
                </a:cubicBezTo>
                <a:close/>
                <a:moveTo>
                  <a:pt x="192" y="191"/>
                </a:moveTo>
                <a:cubicBezTo>
                  <a:pt x="192" y="189"/>
                  <a:pt x="193" y="189"/>
                  <a:pt x="193" y="187"/>
                </a:cubicBezTo>
                <a:cubicBezTo>
                  <a:pt x="197" y="187"/>
                  <a:pt x="196" y="189"/>
                  <a:pt x="196" y="192"/>
                </a:cubicBezTo>
                <a:cubicBezTo>
                  <a:pt x="195" y="191"/>
                  <a:pt x="194" y="191"/>
                  <a:pt x="192" y="191"/>
                </a:cubicBezTo>
                <a:close/>
                <a:moveTo>
                  <a:pt x="217" y="156"/>
                </a:moveTo>
                <a:cubicBezTo>
                  <a:pt x="219" y="153"/>
                  <a:pt x="221" y="151"/>
                  <a:pt x="223" y="150"/>
                </a:cubicBezTo>
                <a:cubicBezTo>
                  <a:pt x="224" y="153"/>
                  <a:pt x="221" y="157"/>
                  <a:pt x="223" y="160"/>
                </a:cubicBezTo>
                <a:cubicBezTo>
                  <a:pt x="216" y="160"/>
                  <a:pt x="218" y="174"/>
                  <a:pt x="210" y="171"/>
                </a:cubicBezTo>
                <a:cubicBezTo>
                  <a:pt x="212" y="166"/>
                  <a:pt x="216" y="163"/>
                  <a:pt x="219" y="160"/>
                </a:cubicBezTo>
                <a:cubicBezTo>
                  <a:pt x="220" y="157"/>
                  <a:pt x="217" y="158"/>
                  <a:pt x="217" y="156"/>
                </a:cubicBezTo>
                <a:close/>
                <a:moveTo>
                  <a:pt x="214" y="136"/>
                </a:moveTo>
                <a:cubicBezTo>
                  <a:pt x="213" y="139"/>
                  <a:pt x="210" y="142"/>
                  <a:pt x="209" y="141"/>
                </a:cubicBezTo>
                <a:cubicBezTo>
                  <a:pt x="210" y="138"/>
                  <a:pt x="210" y="136"/>
                  <a:pt x="214" y="136"/>
                </a:cubicBezTo>
                <a:close/>
                <a:moveTo>
                  <a:pt x="206" y="179"/>
                </a:moveTo>
                <a:cubicBezTo>
                  <a:pt x="205" y="177"/>
                  <a:pt x="207" y="177"/>
                  <a:pt x="207" y="175"/>
                </a:cubicBezTo>
                <a:cubicBezTo>
                  <a:pt x="210" y="174"/>
                  <a:pt x="209" y="181"/>
                  <a:pt x="206" y="179"/>
                </a:cubicBezTo>
                <a:close/>
                <a:moveTo>
                  <a:pt x="207" y="132"/>
                </a:moveTo>
                <a:cubicBezTo>
                  <a:pt x="209" y="133"/>
                  <a:pt x="205" y="135"/>
                  <a:pt x="205" y="137"/>
                </a:cubicBezTo>
                <a:cubicBezTo>
                  <a:pt x="202" y="136"/>
                  <a:pt x="206" y="133"/>
                  <a:pt x="207" y="132"/>
                </a:cubicBezTo>
                <a:close/>
                <a:moveTo>
                  <a:pt x="208" y="143"/>
                </a:moveTo>
                <a:cubicBezTo>
                  <a:pt x="207" y="145"/>
                  <a:pt x="206" y="147"/>
                  <a:pt x="204" y="148"/>
                </a:cubicBezTo>
                <a:cubicBezTo>
                  <a:pt x="204" y="144"/>
                  <a:pt x="205" y="143"/>
                  <a:pt x="208" y="143"/>
                </a:cubicBezTo>
                <a:close/>
                <a:moveTo>
                  <a:pt x="196" y="156"/>
                </a:moveTo>
                <a:cubicBezTo>
                  <a:pt x="195" y="162"/>
                  <a:pt x="190" y="165"/>
                  <a:pt x="185" y="167"/>
                </a:cubicBezTo>
                <a:cubicBezTo>
                  <a:pt x="184" y="166"/>
                  <a:pt x="184" y="165"/>
                  <a:pt x="183" y="164"/>
                </a:cubicBezTo>
                <a:cubicBezTo>
                  <a:pt x="185" y="163"/>
                  <a:pt x="186" y="162"/>
                  <a:pt x="189" y="162"/>
                </a:cubicBezTo>
                <a:cubicBezTo>
                  <a:pt x="187" y="158"/>
                  <a:pt x="191" y="157"/>
                  <a:pt x="196" y="156"/>
                </a:cubicBezTo>
                <a:close/>
                <a:moveTo>
                  <a:pt x="156" y="225"/>
                </a:moveTo>
                <a:cubicBezTo>
                  <a:pt x="156" y="222"/>
                  <a:pt x="157" y="221"/>
                  <a:pt x="160" y="221"/>
                </a:cubicBezTo>
                <a:cubicBezTo>
                  <a:pt x="160" y="225"/>
                  <a:pt x="158" y="225"/>
                  <a:pt x="156" y="225"/>
                </a:cubicBezTo>
                <a:close/>
                <a:moveTo>
                  <a:pt x="165" y="786"/>
                </a:moveTo>
                <a:cubicBezTo>
                  <a:pt x="162" y="785"/>
                  <a:pt x="160" y="782"/>
                  <a:pt x="162" y="780"/>
                </a:cubicBezTo>
                <a:cubicBezTo>
                  <a:pt x="164" y="780"/>
                  <a:pt x="165" y="782"/>
                  <a:pt x="165" y="786"/>
                </a:cubicBezTo>
                <a:close/>
                <a:moveTo>
                  <a:pt x="165" y="253"/>
                </a:moveTo>
                <a:cubicBezTo>
                  <a:pt x="164" y="251"/>
                  <a:pt x="166" y="251"/>
                  <a:pt x="165" y="249"/>
                </a:cubicBezTo>
                <a:cubicBezTo>
                  <a:pt x="169" y="251"/>
                  <a:pt x="170" y="247"/>
                  <a:pt x="173" y="250"/>
                </a:cubicBezTo>
                <a:cubicBezTo>
                  <a:pt x="173" y="247"/>
                  <a:pt x="169" y="246"/>
                  <a:pt x="171" y="243"/>
                </a:cubicBezTo>
                <a:cubicBezTo>
                  <a:pt x="175" y="245"/>
                  <a:pt x="175" y="246"/>
                  <a:pt x="179" y="247"/>
                </a:cubicBezTo>
                <a:cubicBezTo>
                  <a:pt x="177" y="251"/>
                  <a:pt x="174" y="249"/>
                  <a:pt x="172" y="252"/>
                </a:cubicBezTo>
                <a:cubicBezTo>
                  <a:pt x="172" y="254"/>
                  <a:pt x="174" y="253"/>
                  <a:pt x="174" y="256"/>
                </a:cubicBezTo>
                <a:cubicBezTo>
                  <a:pt x="171" y="257"/>
                  <a:pt x="168" y="253"/>
                  <a:pt x="165" y="253"/>
                </a:cubicBezTo>
                <a:close/>
                <a:moveTo>
                  <a:pt x="168" y="219"/>
                </a:moveTo>
                <a:cubicBezTo>
                  <a:pt x="168" y="222"/>
                  <a:pt x="166" y="222"/>
                  <a:pt x="165" y="222"/>
                </a:cubicBezTo>
                <a:cubicBezTo>
                  <a:pt x="165" y="220"/>
                  <a:pt x="166" y="219"/>
                  <a:pt x="168" y="219"/>
                </a:cubicBezTo>
                <a:close/>
                <a:moveTo>
                  <a:pt x="165" y="209"/>
                </a:moveTo>
                <a:cubicBezTo>
                  <a:pt x="166" y="207"/>
                  <a:pt x="167" y="206"/>
                  <a:pt x="169" y="206"/>
                </a:cubicBezTo>
                <a:cubicBezTo>
                  <a:pt x="169" y="208"/>
                  <a:pt x="168" y="210"/>
                  <a:pt x="165" y="209"/>
                </a:cubicBezTo>
                <a:close/>
                <a:moveTo>
                  <a:pt x="182" y="229"/>
                </a:moveTo>
                <a:cubicBezTo>
                  <a:pt x="183" y="233"/>
                  <a:pt x="182" y="235"/>
                  <a:pt x="180" y="237"/>
                </a:cubicBezTo>
                <a:cubicBezTo>
                  <a:pt x="176" y="236"/>
                  <a:pt x="178" y="229"/>
                  <a:pt x="182" y="229"/>
                </a:cubicBezTo>
                <a:close/>
                <a:moveTo>
                  <a:pt x="168" y="819"/>
                </a:moveTo>
                <a:cubicBezTo>
                  <a:pt x="170" y="822"/>
                  <a:pt x="171" y="827"/>
                  <a:pt x="172" y="831"/>
                </a:cubicBezTo>
                <a:cubicBezTo>
                  <a:pt x="166" y="830"/>
                  <a:pt x="167" y="824"/>
                  <a:pt x="168" y="819"/>
                </a:cubicBezTo>
                <a:close/>
                <a:moveTo>
                  <a:pt x="168" y="286"/>
                </a:moveTo>
                <a:cubicBezTo>
                  <a:pt x="168" y="284"/>
                  <a:pt x="166" y="285"/>
                  <a:pt x="166" y="283"/>
                </a:cubicBezTo>
                <a:cubicBezTo>
                  <a:pt x="172" y="278"/>
                  <a:pt x="174" y="271"/>
                  <a:pt x="179" y="266"/>
                </a:cubicBezTo>
                <a:cubicBezTo>
                  <a:pt x="178" y="263"/>
                  <a:pt x="177" y="263"/>
                  <a:pt x="179" y="261"/>
                </a:cubicBezTo>
                <a:cubicBezTo>
                  <a:pt x="182" y="263"/>
                  <a:pt x="179" y="264"/>
                  <a:pt x="183" y="265"/>
                </a:cubicBezTo>
                <a:cubicBezTo>
                  <a:pt x="175" y="268"/>
                  <a:pt x="180" y="287"/>
                  <a:pt x="168" y="286"/>
                </a:cubicBezTo>
                <a:close/>
                <a:moveTo>
                  <a:pt x="179" y="209"/>
                </a:moveTo>
                <a:cubicBezTo>
                  <a:pt x="180" y="207"/>
                  <a:pt x="179" y="203"/>
                  <a:pt x="178" y="206"/>
                </a:cubicBezTo>
                <a:cubicBezTo>
                  <a:pt x="175" y="204"/>
                  <a:pt x="178" y="200"/>
                  <a:pt x="181" y="201"/>
                </a:cubicBezTo>
                <a:cubicBezTo>
                  <a:pt x="181" y="199"/>
                  <a:pt x="179" y="199"/>
                  <a:pt x="181" y="197"/>
                </a:cubicBezTo>
                <a:cubicBezTo>
                  <a:pt x="175" y="195"/>
                  <a:pt x="172" y="197"/>
                  <a:pt x="167" y="196"/>
                </a:cubicBezTo>
                <a:cubicBezTo>
                  <a:pt x="167" y="192"/>
                  <a:pt x="169" y="192"/>
                  <a:pt x="169" y="188"/>
                </a:cubicBezTo>
                <a:cubicBezTo>
                  <a:pt x="167" y="187"/>
                  <a:pt x="164" y="192"/>
                  <a:pt x="165" y="188"/>
                </a:cubicBezTo>
                <a:cubicBezTo>
                  <a:pt x="162" y="188"/>
                  <a:pt x="163" y="191"/>
                  <a:pt x="160" y="191"/>
                </a:cubicBezTo>
                <a:cubicBezTo>
                  <a:pt x="162" y="184"/>
                  <a:pt x="163" y="179"/>
                  <a:pt x="169" y="178"/>
                </a:cubicBezTo>
                <a:cubicBezTo>
                  <a:pt x="170" y="175"/>
                  <a:pt x="172" y="170"/>
                  <a:pt x="177" y="170"/>
                </a:cubicBezTo>
                <a:cubicBezTo>
                  <a:pt x="177" y="172"/>
                  <a:pt x="178" y="172"/>
                  <a:pt x="178" y="175"/>
                </a:cubicBezTo>
                <a:cubicBezTo>
                  <a:pt x="180" y="175"/>
                  <a:pt x="180" y="173"/>
                  <a:pt x="179" y="176"/>
                </a:cubicBezTo>
                <a:cubicBezTo>
                  <a:pt x="183" y="175"/>
                  <a:pt x="184" y="171"/>
                  <a:pt x="187" y="169"/>
                </a:cubicBezTo>
                <a:cubicBezTo>
                  <a:pt x="186" y="174"/>
                  <a:pt x="180" y="180"/>
                  <a:pt x="178" y="186"/>
                </a:cubicBezTo>
                <a:cubicBezTo>
                  <a:pt x="178" y="188"/>
                  <a:pt x="183" y="190"/>
                  <a:pt x="180" y="192"/>
                </a:cubicBezTo>
                <a:cubicBezTo>
                  <a:pt x="182" y="192"/>
                  <a:pt x="182" y="194"/>
                  <a:pt x="185" y="194"/>
                </a:cubicBezTo>
                <a:cubicBezTo>
                  <a:pt x="185" y="196"/>
                  <a:pt x="184" y="197"/>
                  <a:pt x="182" y="198"/>
                </a:cubicBezTo>
                <a:cubicBezTo>
                  <a:pt x="183" y="199"/>
                  <a:pt x="185" y="199"/>
                  <a:pt x="184" y="201"/>
                </a:cubicBezTo>
                <a:cubicBezTo>
                  <a:pt x="185" y="201"/>
                  <a:pt x="186" y="200"/>
                  <a:pt x="187" y="200"/>
                </a:cubicBezTo>
                <a:cubicBezTo>
                  <a:pt x="187" y="208"/>
                  <a:pt x="184" y="207"/>
                  <a:pt x="179" y="209"/>
                </a:cubicBezTo>
                <a:close/>
                <a:moveTo>
                  <a:pt x="197" y="327"/>
                </a:moveTo>
                <a:cubicBezTo>
                  <a:pt x="192" y="327"/>
                  <a:pt x="193" y="322"/>
                  <a:pt x="190" y="320"/>
                </a:cubicBezTo>
                <a:cubicBezTo>
                  <a:pt x="193" y="312"/>
                  <a:pt x="198" y="306"/>
                  <a:pt x="204" y="300"/>
                </a:cubicBezTo>
                <a:cubicBezTo>
                  <a:pt x="205" y="309"/>
                  <a:pt x="198" y="309"/>
                  <a:pt x="198" y="317"/>
                </a:cubicBezTo>
                <a:cubicBezTo>
                  <a:pt x="198" y="319"/>
                  <a:pt x="199" y="316"/>
                  <a:pt x="200" y="318"/>
                </a:cubicBezTo>
                <a:cubicBezTo>
                  <a:pt x="205" y="317"/>
                  <a:pt x="205" y="310"/>
                  <a:pt x="209" y="309"/>
                </a:cubicBezTo>
                <a:cubicBezTo>
                  <a:pt x="205" y="315"/>
                  <a:pt x="202" y="322"/>
                  <a:pt x="197" y="327"/>
                </a:cubicBezTo>
                <a:close/>
                <a:moveTo>
                  <a:pt x="212" y="255"/>
                </a:moveTo>
                <a:cubicBezTo>
                  <a:pt x="211" y="252"/>
                  <a:pt x="214" y="252"/>
                  <a:pt x="216" y="252"/>
                </a:cubicBezTo>
                <a:cubicBezTo>
                  <a:pt x="216" y="255"/>
                  <a:pt x="214" y="255"/>
                  <a:pt x="212" y="255"/>
                </a:cubicBezTo>
                <a:close/>
                <a:moveTo>
                  <a:pt x="239" y="232"/>
                </a:moveTo>
                <a:cubicBezTo>
                  <a:pt x="237" y="231"/>
                  <a:pt x="237" y="230"/>
                  <a:pt x="237" y="228"/>
                </a:cubicBezTo>
                <a:cubicBezTo>
                  <a:pt x="238" y="228"/>
                  <a:pt x="239" y="226"/>
                  <a:pt x="240" y="227"/>
                </a:cubicBezTo>
                <a:cubicBezTo>
                  <a:pt x="241" y="230"/>
                  <a:pt x="241" y="230"/>
                  <a:pt x="239" y="232"/>
                </a:cubicBezTo>
                <a:close/>
                <a:moveTo>
                  <a:pt x="250" y="954"/>
                </a:moveTo>
                <a:cubicBezTo>
                  <a:pt x="252" y="954"/>
                  <a:pt x="252" y="956"/>
                  <a:pt x="253" y="957"/>
                </a:cubicBezTo>
                <a:cubicBezTo>
                  <a:pt x="252" y="960"/>
                  <a:pt x="248" y="955"/>
                  <a:pt x="250" y="954"/>
                </a:cubicBezTo>
                <a:close/>
                <a:moveTo>
                  <a:pt x="252" y="976"/>
                </a:moveTo>
                <a:cubicBezTo>
                  <a:pt x="254" y="978"/>
                  <a:pt x="257" y="978"/>
                  <a:pt x="257" y="983"/>
                </a:cubicBezTo>
                <a:cubicBezTo>
                  <a:pt x="254" y="981"/>
                  <a:pt x="252" y="980"/>
                  <a:pt x="252" y="976"/>
                </a:cubicBezTo>
                <a:close/>
                <a:moveTo>
                  <a:pt x="278" y="974"/>
                </a:moveTo>
                <a:cubicBezTo>
                  <a:pt x="273" y="968"/>
                  <a:pt x="257" y="974"/>
                  <a:pt x="258" y="960"/>
                </a:cubicBezTo>
                <a:cubicBezTo>
                  <a:pt x="262" y="958"/>
                  <a:pt x="266" y="963"/>
                  <a:pt x="266" y="957"/>
                </a:cubicBezTo>
                <a:cubicBezTo>
                  <a:pt x="269" y="956"/>
                  <a:pt x="270" y="957"/>
                  <a:pt x="272" y="958"/>
                </a:cubicBezTo>
                <a:cubicBezTo>
                  <a:pt x="273" y="966"/>
                  <a:pt x="281" y="962"/>
                  <a:pt x="284" y="968"/>
                </a:cubicBezTo>
                <a:cubicBezTo>
                  <a:pt x="281" y="969"/>
                  <a:pt x="281" y="973"/>
                  <a:pt x="278" y="974"/>
                </a:cubicBezTo>
                <a:close/>
                <a:moveTo>
                  <a:pt x="286" y="985"/>
                </a:moveTo>
                <a:cubicBezTo>
                  <a:pt x="288" y="985"/>
                  <a:pt x="289" y="986"/>
                  <a:pt x="289" y="989"/>
                </a:cubicBezTo>
                <a:cubicBezTo>
                  <a:pt x="287" y="989"/>
                  <a:pt x="286" y="987"/>
                  <a:pt x="286" y="985"/>
                </a:cubicBezTo>
                <a:close/>
                <a:moveTo>
                  <a:pt x="290" y="977"/>
                </a:moveTo>
                <a:cubicBezTo>
                  <a:pt x="288" y="977"/>
                  <a:pt x="286" y="975"/>
                  <a:pt x="287" y="972"/>
                </a:cubicBezTo>
                <a:cubicBezTo>
                  <a:pt x="289" y="973"/>
                  <a:pt x="291" y="975"/>
                  <a:pt x="290" y="977"/>
                </a:cubicBezTo>
                <a:close/>
                <a:moveTo>
                  <a:pt x="345" y="182"/>
                </a:moveTo>
                <a:cubicBezTo>
                  <a:pt x="345" y="184"/>
                  <a:pt x="348" y="183"/>
                  <a:pt x="348" y="185"/>
                </a:cubicBezTo>
                <a:cubicBezTo>
                  <a:pt x="345" y="186"/>
                  <a:pt x="344" y="192"/>
                  <a:pt x="345" y="196"/>
                </a:cubicBezTo>
                <a:cubicBezTo>
                  <a:pt x="344" y="197"/>
                  <a:pt x="343" y="198"/>
                  <a:pt x="341" y="199"/>
                </a:cubicBezTo>
                <a:cubicBezTo>
                  <a:pt x="345" y="208"/>
                  <a:pt x="330" y="212"/>
                  <a:pt x="320" y="213"/>
                </a:cubicBezTo>
                <a:cubicBezTo>
                  <a:pt x="322" y="211"/>
                  <a:pt x="320" y="209"/>
                  <a:pt x="321" y="205"/>
                </a:cubicBezTo>
                <a:cubicBezTo>
                  <a:pt x="325" y="202"/>
                  <a:pt x="327" y="198"/>
                  <a:pt x="330" y="194"/>
                </a:cubicBezTo>
                <a:cubicBezTo>
                  <a:pt x="331" y="195"/>
                  <a:pt x="334" y="193"/>
                  <a:pt x="334" y="195"/>
                </a:cubicBezTo>
                <a:cubicBezTo>
                  <a:pt x="337" y="191"/>
                  <a:pt x="340" y="187"/>
                  <a:pt x="344" y="184"/>
                </a:cubicBezTo>
                <a:cubicBezTo>
                  <a:pt x="340" y="183"/>
                  <a:pt x="341" y="187"/>
                  <a:pt x="339" y="185"/>
                </a:cubicBezTo>
                <a:cubicBezTo>
                  <a:pt x="343" y="182"/>
                  <a:pt x="349" y="172"/>
                  <a:pt x="357" y="173"/>
                </a:cubicBezTo>
                <a:cubicBezTo>
                  <a:pt x="356" y="180"/>
                  <a:pt x="349" y="179"/>
                  <a:pt x="345" y="182"/>
                </a:cubicBezTo>
                <a:close/>
                <a:moveTo>
                  <a:pt x="357" y="996"/>
                </a:moveTo>
                <a:cubicBezTo>
                  <a:pt x="363" y="1001"/>
                  <a:pt x="368" y="1007"/>
                  <a:pt x="373" y="1010"/>
                </a:cubicBezTo>
                <a:cubicBezTo>
                  <a:pt x="368" y="1009"/>
                  <a:pt x="356" y="1004"/>
                  <a:pt x="357" y="996"/>
                </a:cubicBezTo>
                <a:close/>
                <a:moveTo>
                  <a:pt x="414" y="1044"/>
                </a:moveTo>
                <a:cubicBezTo>
                  <a:pt x="416" y="1044"/>
                  <a:pt x="417" y="1045"/>
                  <a:pt x="417" y="1047"/>
                </a:cubicBezTo>
                <a:cubicBezTo>
                  <a:pt x="416" y="1048"/>
                  <a:pt x="413" y="1047"/>
                  <a:pt x="414" y="1044"/>
                </a:cubicBezTo>
                <a:close/>
                <a:moveTo>
                  <a:pt x="614" y="1007"/>
                </a:moveTo>
                <a:cubicBezTo>
                  <a:pt x="618" y="1008"/>
                  <a:pt x="619" y="1006"/>
                  <a:pt x="622" y="1007"/>
                </a:cubicBezTo>
                <a:cubicBezTo>
                  <a:pt x="624" y="1011"/>
                  <a:pt x="614" y="1012"/>
                  <a:pt x="614" y="1007"/>
                </a:cubicBezTo>
                <a:close/>
                <a:moveTo>
                  <a:pt x="617" y="966"/>
                </a:moveTo>
                <a:cubicBezTo>
                  <a:pt x="611" y="969"/>
                  <a:pt x="605" y="969"/>
                  <a:pt x="601" y="966"/>
                </a:cubicBezTo>
                <a:cubicBezTo>
                  <a:pt x="604" y="963"/>
                  <a:pt x="615" y="961"/>
                  <a:pt x="617" y="966"/>
                </a:cubicBezTo>
                <a:close/>
                <a:moveTo>
                  <a:pt x="491" y="881"/>
                </a:moveTo>
                <a:cubicBezTo>
                  <a:pt x="489" y="881"/>
                  <a:pt x="489" y="878"/>
                  <a:pt x="487" y="878"/>
                </a:cubicBezTo>
                <a:cubicBezTo>
                  <a:pt x="489" y="875"/>
                  <a:pt x="491" y="879"/>
                  <a:pt x="491" y="881"/>
                </a:cubicBezTo>
                <a:close/>
                <a:moveTo>
                  <a:pt x="487" y="873"/>
                </a:moveTo>
                <a:cubicBezTo>
                  <a:pt x="485" y="873"/>
                  <a:pt x="483" y="872"/>
                  <a:pt x="483" y="870"/>
                </a:cubicBezTo>
                <a:cubicBezTo>
                  <a:pt x="485" y="868"/>
                  <a:pt x="487" y="870"/>
                  <a:pt x="487" y="873"/>
                </a:cubicBezTo>
                <a:close/>
                <a:moveTo>
                  <a:pt x="480" y="877"/>
                </a:moveTo>
                <a:cubicBezTo>
                  <a:pt x="477" y="876"/>
                  <a:pt x="474" y="874"/>
                  <a:pt x="473" y="871"/>
                </a:cubicBezTo>
                <a:cubicBezTo>
                  <a:pt x="476" y="872"/>
                  <a:pt x="483" y="872"/>
                  <a:pt x="480" y="877"/>
                </a:cubicBezTo>
                <a:close/>
                <a:moveTo>
                  <a:pt x="460" y="828"/>
                </a:moveTo>
                <a:cubicBezTo>
                  <a:pt x="458" y="830"/>
                  <a:pt x="455" y="826"/>
                  <a:pt x="454" y="823"/>
                </a:cubicBezTo>
                <a:cubicBezTo>
                  <a:pt x="456" y="825"/>
                  <a:pt x="458" y="826"/>
                  <a:pt x="460" y="828"/>
                </a:cubicBezTo>
                <a:close/>
                <a:moveTo>
                  <a:pt x="457" y="1075"/>
                </a:moveTo>
                <a:cubicBezTo>
                  <a:pt x="455" y="1074"/>
                  <a:pt x="452" y="1075"/>
                  <a:pt x="453" y="1072"/>
                </a:cubicBezTo>
                <a:cubicBezTo>
                  <a:pt x="455" y="1072"/>
                  <a:pt x="457" y="1072"/>
                  <a:pt x="457" y="1075"/>
                </a:cubicBezTo>
                <a:close/>
                <a:moveTo>
                  <a:pt x="447" y="831"/>
                </a:moveTo>
                <a:cubicBezTo>
                  <a:pt x="449" y="833"/>
                  <a:pt x="452" y="834"/>
                  <a:pt x="452" y="838"/>
                </a:cubicBezTo>
                <a:cubicBezTo>
                  <a:pt x="449" y="837"/>
                  <a:pt x="448" y="836"/>
                  <a:pt x="445" y="836"/>
                </a:cubicBezTo>
                <a:cubicBezTo>
                  <a:pt x="445" y="834"/>
                  <a:pt x="447" y="833"/>
                  <a:pt x="447" y="831"/>
                </a:cubicBezTo>
                <a:close/>
                <a:moveTo>
                  <a:pt x="451" y="1070"/>
                </a:moveTo>
                <a:cubicBezTo>
                  <a:pt x="448" y="1072"/>
                  <a:pt x="443" y="1069"/>
                  <a:pt x="441" y="1066"/>
                </a:cubicBezTo>
                <a:cubicBezTo>
                  <a:pt x="444" y="1065"/>
                  <a:pt x="447" y="1070"/>
                  <a:pt x="451" y="1070"/>
                </a:cubicBezTo>
                <a:close/>
                <a:moveTo>
                  <a:pt x="412" y="92"/>
                </a:moveTo>
                <a:cubicBezTo>
                  <a:pt x="413" y="90"/>
                  <a:pt x="414" y="89"/>
                  <a:pt x="417" y="89"/>
                </a:cubicBezTo>
                <a:cubicBezTo>
                  <a:pt x="416" y="91"/>
                  <a:pt x="414" y="92"/>
                  <a:pt x="412" y="92"/>
                </a:cubicBezTo>
                <a:close/>
                <a:moveTo>
                  <a:pt x="440" y="680"/>
                </a:moveTo>
                <a:cubicBezTo>
                  <a:pt x="436" y="680"/>
                  <a:pt x="437" y="676"/>
                  <a:pt x="439" y="674"/>
                </a:cubicBezTo>
                <a:cubicBezTo>
                  <a:pt x="441" y="676"/>
                  <a:pt x="441" y="677"/>
                  <a:pt x="440" y="680"/>
                </a:cubicBezTo>
                <a:close/>
                <a:moveTo>
                  <a:pt x="440" y="673"/>
                </a:moveTo>
                <a:cubicBezTo>
                  <a:pt x="438" y="671"/>
                  <a:pt x="438" y="667"/>
                  <a:pt x="438" y="664"/>
                </a:cubicBezTo>
                <a:cubicBezTo>
                  <a:pt x="439" y="665"/>
                  <a:pt x="440" y="666"/>
                  <a:pt x="441" y="667"/>
                </a:cubicBezTo>
                <a:cubicBezTo>
                  <a:pt x="441" y="669"/>
                  <a:pt x="440" y="671"/>
                  <a:pt x="440" y="673"/>
                </a:cubicBezTo>
                <a:close/>
                <a:moveTo>
                  <a:pt x="444" y="687"/>
                </a:moveTo>
                <a:cubicBezTo>
                  <a:pt x="441" y="684"/>
                  <a:pt x="442" y="680"/>
                  <a:pt x="443" y="676"/>
                </a:cubicBezTo>
                <a:cubicBezTo>
                  <a:pt x="444" y="676"/>
                  <a:pt x="444" y="676"/>
                  <a:pt x="444" y="676"/>
                </a:cubicBezTo>
                <a:cubicBezTo>
                  <a:pt x="446" y="678"/>
                  <a:pt x="447" y="682"/>
                  <a:pt x="449" y="684"/>
                </a:cubicBezTo>
                <a:cubicBezTo>
                  <a:pt x="448" y="686"/>
                  <a:pt x="447" y="687"/>
                  <a:pt x="444" y="687"/>
                </a:cubicBezTo>
                <a:close/>
                <a:moveTo>
                  <a:pt x="466" y="689"/>
                </a:moveTo>
                <a:cubicBezTo>
                  <a:pt x="466" y="685"/>
                  <a:pt x="466" y="685"/>
                  <a:pt x="466" y="685"/>
                </a:cubicBezTo>
                <a:cubicBezTo>
                  <a:pt x="470" y="685"/>
                  <a:pt x="470" y="685"/>
                  <a:pt x="470" y="685"/>
                </a:cubicBezTo>
                <a:cubicBezTo>
                  <a:pt x="470" y="688"/>
                  <a:pt x="469" y="689"/>
                  <a:pt x="466" y="689"/>
                </a:cubicBezTo>
                <a:close/>
                <a:moveTo>
                  <a:pt x="817" y="538"/>
                </a:moveTo>
                <a:cubicBezTo>
                  <a:pt x="815" y="537"/>
                  <a:pt x="813" y="537"/>
                  <a:pt x="813" y="534"/>
                </a:cubicBezTo>
                <a:cubicBezTo>
                  <a:pt x="815" y="532"/>
                  <a:pt x="818" y="534"/>
                  <a:pt x="817" y="538"/>
                </a:cubicBezTo>
                <a:close/>
                <a:moveTo>
                  <a:pt x="786" y="244"/>
                </a:moveTo>
                <a:cubicBezTo>
                  <a:pt x="788" y="244"/>
                  <a:pt x="791" y="244"/>
                  <a:pt x="790" y="247"/>
                </a:cubicBezTo>
                <a:cubicBezTo>
                  <a:pt x="788" y="247"/>
                  <a:pt x="786" y="247"/>
                  <a:pt x="786" y="244"/>
                </a:cubicBezTo>
                <a:close/>
                <a:moveTo>
                  <a:pt x="788" y="294"/>
                </a:moveTo>
                <a:cubicBezTo>
                  <a:pt x="787" y="295"/>
                  <a:pt x="782" y="294"/>
                  <a:pt x="783" y="291"/>
                </a:cubicBezTo>
                <a:cubicBezTo>
                  <a:pt x="786" y="290"/>
                  <a:pt x="786" y="294"/>
                  <a:pt x="788" y="294"/>
                </a:cubicBezTo>
                <a:close/>
                <a:moveTo>
                  <a:pt x="776" y="252"/>
                </a:moveTo>
                <a:cubicBezTo>
                  <a:pt x="775" y="253"/>
                  <a:pt x="775" y="253"/>
                  <a:pt x="775" y="255"/>
                </a:cubicBezTo>
                <a:cubicBezTo>
                  <a:pt x="772" y="255"/>
                  <a:pt x="772" y="253"/>
                  <a:pt x="771" y="251"/>
                </a:cubicBezTo>
                <a:cubicBezTo>
                  <a:pt x="773" y="251"/>
                  <a:pt x="775" y="251"/>
                  <a:pt x="776" y="252"/>
                </a:cubicBezTo>
                <a:close/>
                <a:moveTo>
                  <a:pt x="736" y="566"/>
                </a:moveTo>
                <a:cubicBezTo>
                  <a:pt x="734" y="568"/>
                  <a:pt x="731" y="564"/>
                  <a:pt x="729" y="562"/>
                </a:cubicBezTo>
                <a:cubicBezTo>
                  <a:pt x="733" y="561"/>
                  <a:pt x="736" y="562"/>
                  <a:pt x="736" y="566"/>
                </a:cubicBezTo>
                <a:close/>
                <a:moveTo>
                  <a:pt x="735" y="623"/>
                </a:moveTo>
                <a:cubicBezTo>
                  <a:pt x="734" y="623"/>
                  <a:pt x="734" y="624"/>
                  <a:pt x="734" y="625"/>
                </a:cubicBezTo>
                <a:cubicBezTo>
                  <a:pt x="731" y="626"/>
                  <a:pt x="731" y="624"/>
                  <a:pt x="728" y="625"/>
                </a:cubicBezTo>
                <a:cubicBezTo>
                  <a:pt x="728" y="621"/>
                  <a:pt x="734" y="622"/>
                  <a:pt x="735" y="623"/>
                </a:cubicBezTo>
                <a:close/>
                <a:moveTo>
                  <a:pt x="725" y="569"/>
                </a:moveTo>
                <a:cubicBezTo>
                  <a:pt x="727" y="572"/>
                  <a:pt x="727" y="576"/>
                  <a:pt x="725" y="580"/>
                </a:cubicBezTo>
                <a:cubicBezTo>
                  <a:pt x="720" y="580"/>
                  <a:pt x="720" y="580"/>
                  <a:pt x="720" y="580"/>
                </a:cubicBezTo>
                <a:cubicBezTo>
                  <a:pt x="721" y="574"/>
                  <a:pt x="718" y="576"/>
                  <a:pt x="715" y="575"/>
                </a:cubicBezTo>
                <a:cubicBezTo>
                  <a:pt x="715" y="573"/>
                  <a:pt x="717" y="572"/>
                  <a:pt x="717" y="570"/>
                </a:cubicBezTo>
                <a:cubicBezTo>
                  <a:pt x="719" y="570"/>
                  <a:pt x="718" y="573"/>
                  <a:pt x="720" y="572"/>
                </a:cubicBezTo>
                <a:cubicBezTo>
                  <a:pt x="718" y="570"/>
                  <a:pt x="723" y="571"/>
                  <a:pt x="725" y="569"/>
                </a:cubicBezTo>
                <a:close/>
                <a:moveTo>
                  <a:pt x="728" y="583"/>
                </a:moveTo>
                <a:cubicBezTo>
                  <a:pt x="726" y="585"/>
                  <a:pt x="718" y="588"/>
                  <a:pt x="718" y="583"/>
                </a:cubicBezTo>
                <a:lnTo>
                  <a:pt x="728" y="583"/>
                </a:lnTo>
                <a:close/>
                <a:moveTo>
                  <a:pt x="731" y="638"/>
                </a:moveTo>
                <a:cubicBezTo>
                  <a:pt x="731" y="640"/>
                  <a:pt x="725" y="642"/>
                  <a:pt x="723" y="646"/>
                </a:cubicBezTo>
                <a:cubicBezTo>
                  <a:pt x="720" y="645"/>
                  <a:pt x="716" y="644"/>
                  <a:pt x="716" y="639"/>
                </a:cubicBezTo>
                <a:cubicBezTo>
                  <a:pt x="723" y="637"/>
                  <a:pt x="725" y="638"/>
                  <a:pt x="731" y="638"/>
                </a:cubicBezTo>
                <a:close/>
                <a:moveTo>
                  <a:pt x="720" y="629"/>
                </a:moveTo>
                <a:cubicBezTo>
                  <a:pt x="723" y="624"/>
                  <a:pt x="730" y="628"/>
                  <a:pt x="732" y="628"/>
                </a:cubicBezTo>
                <a:cubicBezTo>
                  <a:pt x="732" y="629"/>
                  <a:pt x="731" y="632"/>
                  <a:pt x="732" y="632"/>
                </a:cubicBezTo>
                <a:cubicBezTo>
                  <a:pt x="729" y="631"/>
                  <a:pt x="724" y="633"/>
                  <a:pt x="720" y="629"/>
                </a:cubicBezTo>
                <a:close/>
                <a:moveTo>
                  <a:pt x="728" y="616"/>
                </a:moveTo>
                <a:cubicBezTo>
                  <a:pt x="728" y="620"/>
                  <a:pt x="722" y="619"/>
                  <a:pt x="721" y="620"/>
                </a:cubicBezTo>
                <a:cubicBezTo>
                  <a:pt x="719" y="617"/>
                  <a:pt x="723" y="615"/>
                  <a:pt x="723" y="612"/>
                </a:cubicBezTo>
                <a:cubicBezTo>
                  <a:pt x="728" y="612"/>
                  <a:pt x="728" y="612"/>
                  <a:pt x="728" y="612"/>
                </a:cubicBezTo>
                <a:cubicBezTo>
                  <a:pt x="726" y="614"/>
                  <a:pt x="726" y="614"/>
                  <a:pt x="728" y="616"/>
                </a:cubicBezTo>
                <a:close/>
                <a:moveTo>
                  <a:pt x="728" y="563"/>
                </a:moveTo>
                <a:cubicBezTo>
                  <a:pt x="723" y="568"/>
                  <a:pt x="719" y="564"/>
                  <a:pt x="713" y="565"/>
                </a:cubicBezTo>
                <a:cubicBezTo>
                  <a:pt x="714" y="560"/>
                  <a:pt x="725" y="560"/>
                  <a:pt x="728" y="563"/>
                </a:cubicBezTo>
                <a:close/>
                <a:moveTo>
                  <a:pt x="709" y="587"/>
                </a:moveTo>
                <a:cubicBezTo>
                  <a:pt x="706" y="587"/>
                  <a:pt x="707" y="584"/>
                  <a:pt x="704" y="584"/>
                </a:cubicBezTo>
                <a:cubicBezTo>
                  <a:pt x="705" y="581"/>
                  <a:pt x="712" y="583"/>
                  <a:pt x="709" y="587"/>
                </a:cubicBezTo>
                <a:close/>
                <a:moveTo>
                  <a:pt x="696" y="664"/>
                </a:moveTo>
                <a:cubicBezTo>
                  <a:pt x="699" y="664"/>
                  <a:pt x="699" y="664"/>
                  <a:pt x="699" y="664"/>
                </a:cubicBezTo>
                <a:cubicBezTo>
                  <a:pt x="699" y="667"/>
                  <a:pt x="698" y="669"/>
                  <a:pt x="697" y="671"/>
                </a:cubicBezTo>
                <a:cubicBezTo>
                  <a:pt x="695" y="671"/>
                  <a:pt x="696" y="667"/>
                  <a:pt x="696" y="664"/>
                </a:cubicBezTo>
                <a:close/>
                <a:moveTo>
                  <a:pt x="696" y="672"/>
                </a:moveTo>
                <a:cubicBezTo>
                  <a:pt x="697" y="672"/>
                  <a:pt x="698" y="673"/>
                  <a:pt x="699" y="673"/>
                </a:cubicBezTo>
                <a:cubicBezTo>
                  <a:pt x="699" y="678"/>
                  <a:pt x="695" y="678"/>
                  <a:pt x="693" y="682"/>
                </a:cubicBezTo>
                <a:cubicBezTo>
                  <a:pt x="690" y="681"/>
                  <a:pt x="695" y="675"/>
                  <a:pt x="696" y="672"/>
                </a:cubicBezTo>
                <a:close/>
                <a:moveTo>
                  <a:pt x="703" y="679"/>
                </a:moveTo>
                <a:cubicBezTo>
                  <a:pt x="704" y="683"/>
                  <a:pt x="700" y="687"/>
                  <a:pt x="698" y="690"/>
                </a:cubicBezTo>
                <a:cubicBezTo>
                  <a:pt x="694" y="687"/>
                  <a:pt x="698" y="678"/>
                  <a:pt x="703" y="679"/>
                </a:cubicBezTo>
                <a:close/>
                <a:moveTo>
                  <a:pt x="701" y="671"/>
                </a:moveTo>
                <a:cubicBezTo>
                  <a:pt x="702" y="666"/>
                  <a:pt x="700" y="650"/>
                  <a:pt x="710" y="653"/>
                </a:cubicBezTo>
                <a:cubicBezTo>
                  <a:pt x="708" y="661"/>
                  <a:pt x="705" y="664"/>
                  <a:pt x="701" y="671"/>
                </a:cubicBezTo>
                <a:close/>
                <a:moveTo>
                  <a:pt x="695" y="619"/>
                </a:moveTo>
                <a:cubicBezTo>
                  <a:pt x="698" y="618"/>
                  <a:pt x="699" y="619"/>
                  <a:pt x="700" y="615"/>
                </a:cubicBezTo>
                <a:cubicBezTo>
                  <a:pt x="703" y="617"/>
                  <a:pt x="701" y="624"/>
                  <a:pt x="697" y="626"/>
                </a:cubicBezTo>
                <a:cubicBezTo>
                  <a:pt x="695" y="626"/>
                  <a:pt x="695" y="623"/>
                  <a:pt x="695" y="619"/>
                </a:cubicBezTo>
                <a:close/>
                <a:moveTo>
                  <a:pt x="694" y="51"/>
                </a:moveTo>
                <a:cubicBezTo>
                  <a:pt x="694" y="53"/>
                  <a:pt x="692" y="53"/>
                  <a:pt x="690" y="53"/>
                </a:cubicBezTo>
                <a:cubicBezTo>
                  <a:pt x="690" y="50"/>
                  <a:pt x="693" y="50"/>
                  <a:pt x="694" y="51"/>
                </a:cubicBezTo>
                <a:close/>
                <a:moveTo>
                  <a:pt x="672" y="708"/>
                </a:moveTo>
                <a:cubicBezTo>
                  <a:pt x="670" y="708"/>
                  <a:pt x="668" y="707"/>
                  <a:pt x="668" y="704"/>
                </a:cubicBezTo>
                <a:cubicBezTo>
                  <a:pt x="669" y="703"/>
                  <a:pt x="670" y="704"/>
                  <a:pt x="671" y="702"/>
                </a:cubicBezTo>
                <a:cubicBezTo>
                  <a:pt x="672" y="704"/>
                  <a:pt x="672" y="706"/>
                  <a:pt x="672" y="708"/>
                </a:cubicBezTo>
                <a:close/>
                <a:moveTo>
                  <a:pt x="671" y="461"/>
                </a:moveTo>
                <a:cubicBezTo>
                  <a:pt x="669" y="466"/>
                  <a:pt x="666" y="469"/>
                  <a:pt x="664" y="473"/>
                </a:cubicBezTo>
                <a:cubicBezTo>
                  <a:pt x="662" y="470"/>
                  <a:pt x="660" y="471"/>
                  <a:pt x="657" y="472"/>
                </a:cubicBezTo>
                <a:cubicBezTo>
                  <a:pt x="653" y="463"/>
                  <a:pt x="665" y="460"/>
                  <a:pt x="671" y="461"/>
                </a:cubicBezTo>
                <a:close/>
                <a:moveTo>
                  <a:pt x="662" y="504"/>
                </a:moveTo>
                <a:cubicBezTo>
                  <a:pt x="659" y="502"/>
                  <a:pt x="656" y="498"/>
                  <a:pt x="658" y="494"/>
                </a:cubicBezTo>
                <a:cubicBezTo>
                  <a:pt x="661" y="493"/>
                  <a:pt x="657" y="501"/>
                  <a:pt x="662" y="498"/>
                </a:cubicBezTo>
                <a:cubicBezTo>
                  <a:pt x="663" y="501"/>
                  <a:pt x="661" y="501"/>
                  <a:pt x="662" y="504"/>
                </a:cubicBezTo>
                <a:close/>
                <a:moveTo>
                  <a:pt x="651" y="157"/>
                </a:moveTo>
                <a:cubicBezTo>
                  <a:pt x="652" y="157"/>
                  <a:pt x="652" y="157"/>
                  <a:pt x="654" y="157"/>
                </a:cubicBezTo>
                <a:cubicBezTo>
                  <a:pt x="651" y="160"/>
                  <a:pt x="653" y="161"/>
                  <a:pt x="652" y="164"/>
                </a:cubicBezTo>
                <a:cubicBezTo>
                  <a:pt x="650" y="164"/>
                  <a:pt x="650" y="163"/>
                  <a:pt x="649" y="163"/>
                </a:cubicBezTo>
                <a:cubicBezTo>
                  <a:pt x="650" y="161"/>
                  <a:pt x="650" y="158"/>
                  <a:pt x="651" y="157"/>
                </a:cubicBezTo>
                <a:close/>
                <a:moveTo>
                  <a:pt x="617" y="160"/>
                </a:moveTo>
                <a:cubicBezTo>
                  <a:pt x="619" y="159"/>
                  <a:pt x="618" y="158"/>
                  <a:pt x="621" y="159"/>
                </a:cubicBezTo>
                <a:cubicBezTo>
                  <a:pt x="621" y="160"/>
                  <a:pt x="620" y="161"/>
                  <a:pt x="620" y="162"/>
                </a:cubicBezTo>
                <a:cubicBezTo>
                  <a:pt x="621" y="164"/>
                  <a:pt x="622" y="159"/>
                  <a:pt x="623" y="162"/>
                </a:cubicBezTo>
                <a:cubicBezTo>
                  <a:pt x="622" y="159"/>
                  <a:pt x="622" y="158"/>
                  <a:pt x="623" y="156"/>
                </a:cubicBezTo>
                <a:cubicBezTo>
                  <a:pt x="626" y="156"/>
                  <a:pt x="627" y="160"/>
                  <a:pt x="629" y="163"/>
                </a:cubicBezTo>
                <a:cubicBezTo>
                  <a:pt x="627" y="166"/>
                  <a:pt x="623" y="164"/>
                  <a:pt x="618" y="164"/>
                </a:cubicBezTo>
                <a:cubicBezTo>
                  <a:pt x="618" y="162"/>
                  <a:pt x="616" y="163"/>
                  <a:pt x="617" y="160"/>
                </a:cubicBezTo>
                <a:close/>
                <a:moveTo>
                  <a:pt x="625" y="169"/>
                </a:moveTo>
                <a:cubicBezTo>
                  <a:pt x="625" y="171"/>
                  <a:pt x="623" y="170"/>
                  <a:pt x="623" y="171"/>
                </a:cubicBezTo>
                <a:cubicBezTo>
                  <a:pt x="626" y="173"/>
                  <a:pt x="625" y="169"/>
                  <a:pt x="627" y="170"/>
                </a:cubicBezTo>
                <a:cubicBezTo>
                  <a:pt x="627" y="172"/>
                  <a:pt x="627" y="172"/>
                  <a:pt x="627" y="172"/>
                </a:cubicBezTo>
                <a:cubicBezTo>
                  <a:pt x="637" y="172"/>
                  <a:pt x="651" y="171"/>
                  <a:pt x="661" y="171"/>
                </a:cubicBezTo>
                <a:cubicBezTo>
                  <a:pt x="659" y="180"/>
                  <a:pt x="647" y="173"/>
                  <a:pt x="645" y="181"/>
                </a:cubicBezTo>
                <a:cubicBezTo>
                  <a:pt x="639" y="180"/>
                  <a:pt x="627" y="185"/>
                  <a:pt x="623" y="180"/>
                </a:cubicBezTo>
                <a:cubicBezTo>
                  <a:pt x="618" y="185"/>
                  <a:pt x="611" y="181"/>
                  <a:pt x="607" y="178"/>
                </a:cubicBezTo>
                <a:cubicBezTo>
                  <a:pt x="617" y="182"/>
                  <a:pt x="614" y="166"/>
                  <a:pt x="625" y="169"/>
                </a:cubicBezTo>
                <a:close/>
                <a:moveTo>
                  <a:pt x="653" y="506"/>
                </a:moveTo>
                <a:cubicBezTo>
                  <a:pt x="651" y="506"/>
                  <a:pt x="649" y="506"/>
                  <a:pt x="649" y="504"/>
                </a:cubicBezTo>
                <a:cubicBezTo>
                  <a:pt x="650" y="504"/>
                  <a:pt x="650" y="503"/>
                  <a:pt x="650" y="503"/>
                </a:cubicBezTo>
                <a:cubicBezTo>
                  <a:pt x="652" y="502"/>
                  <a:pt x="653" y="504"/>
                  <a:pt x="653" y="506"/>
                </a:cubicBezTo>
                <a:close/>
                <a:moveTo>
                  <a:pt x="634" y="498"/>
                </a:moveTo>
                <a:cubicBezTo>
                  <a:pt x="636" y="497"/>
                  <a:pt x="637" y="502"/>
                  <a:pt x="637" y="499"/>
                </a:cubicBezTo>
                <a:cubicBezTo>
                  <a:pt x="640" y="502"/>
                  <a:pt x="632" y="504"/>
                  <a:pt x="634" y="498"/>
                </a:cubicBezTo>
                <a:close/>
                <a:moveTo>
                  <a:pt x="632" y="490"/>
                </a:moveTo>
                <a:cubicBezTo>
                  <a:pt x="634" y="488"/>
                  <a:pt x="637" y="492"/>
                  <a:pt x="635" y="494"/>
                </a:cubicBezTo>
                <a:cubicBezTo>
                  <a:pt x="633" y="494"/>
                  <a:pt x="632" y="492"/>
                  <a:pt x="632" y="490"/>
                </a:cubicBezTo>
                <a:close/>
                <a:moveTo>
                  <a:pt x="625" y="482"/>
                </a:moveTo>
                <a:cubicBezTo>
                  <a:pt x="625" y="475"/>
                  <a:pt x="634" y="476"/>
                  <a:pt x="636" y="471"/>
                </a:cubicBezTo>
                <a:cubicBezTo>
                  <a:pt x="638" y="471"/>
                  <a:pt x="638" y="471"/>
                  <a:pt x="638" y="471"/>
                </a:cubicBezTo>
                <a:cubicBezTo>
                  <a:pt x="639" y="474"/>
                  <a:pt x="637" y="475"/>
                  <a:pt x="641" y="475"/>
                </a:cubicBezTo>
                <a:cubicBezTo>
                  <a:pt x="638" y="481"/>
                  <a:pt x="634" y="481"/>
                  <a:pt x="625" y="482"/>
                </a:cubicBezTo>
                <a:close/>
                <a:moveTo>
                  <a:pt x="601" y="572"/>
                </a:moveTo>
                <a:cubicBezTo>
                  <a:pt x="601" y="570"/>
                  <a:pt x="604" y="570"/>
                  <a:pt x="606" y="569"/>
                </a:cubicBezTo>
                <a:cubicBezTo>
                  <a:pt x="606" y="571"/>
                  <a:pt x="607" y="571"/>
                  <a:pt x="607" y="572"/>
                </a:cubicBezTo>
                <a:cubicBezTo>
                  <a:pt x="609" y="571"/>
                  <a:pt x="611" y="570"/>
                  <a:pt x="612" y="568"/>
                </a:cubicBezTo>
                <a:cubicBezTo>
                  <a:pt x="615" y="569"/>
                  <a:pt x="616" y="572"/>
                  <a:pt x="614" y="574"/>
                </a:cubicBezTo>
                <a:cubicBezTo>
                  <a:pt x="611" y="573"/>
                  <a:pt x="607" y="572"/>
                  <a:pt x="607" y="576"/>
                </a:cubicBezTo>
                <a:cubicBezTo>
                  <a:pt x="604" y="575"/>
                  <a:pt x="604" y="577"/>
                  <a:pt x="601" y="577"/>
                </a:cubicBezTo>
                <a:cubicBezTo>
                  <a:pt x="598" y="575"/>
                  <a:pt x="603" y="574"/>
                  <a:pt x="601" y="572"/>
                </a:cubicBezTo>
                <a:close/>
                <a:moveTo>
                  <a:pt x="604" y="559"/>
                </a:moveTo>
                <a:cubicBezTo>
                  <a:pt x="601" y="559"/>
                  <a:pt x="602" y="556"/>
                  <a:pt x="600" y="556"/>
                </a:cubicBezTo>
                <a:cubicBezTo>
                  <a:pt x="600" y="554"/>
                  <a:pt x="604" y="553"/>
                  <a:pt x="606" y="554"/>
                </a:cubicBezTo>
                <a:cubicBezTo>
                  <a:pt x="606" y="553"/>
                  <a:pt x="606" y="553"/>
                  <a:pt x="606" y="553"/>
                </a:cubicBezTo>
                <a:cubicBezTo>
                  <a:pt x="606" y="551"/>
                  <a:pt x="603" y="552"/>
                  <a:pt x="601" y="551"/>
                </a:cubicBezTo>
                <a:cubicBezTo>
                  <a:pt x="607" y="548"/>
                  <a:pt x="611" y="538"/>
                  <a:pt x="616" y="542"/>
                </a:cubicBezTo>
                <a:cubicBezTo>
                  <a:pt x="615" y="546"/>
                  <a:pt x="611" y="545"/>
                  <a:pt x="611" y="550"/>
                </a:cubicBezTo>
                <a:cubicBezTo>
                  <a:pt x="615" y="548"/>
                  <a:pt x="622" y="546"/>
                  <a:pt x="627" y="549"/>
                </a:cubicBezTo>
                <a:cubicBezTo>
                  <a:pt x="623" y="558"/>
                  <a:pt x="607" y="550"/>
                  <a:pt x="604" y="559"/>
                </a:cubicBezTo>
                <a:close/>
                <a:moveTo>
                  <a:pt x="614" y="473"/>
                </a:moveTo>
                <a:cubicBezTo>
                  <a:pt x="619" y="475"/>
                  <a:pt x="620" y="474"/>
                  <a:pt x="623" y="472"/>
                </a:cubicBezTo>
                <a:cubicBezTo>
                  <a:pt x="620" y="479"/>
                  <a:pt x="613" y="477"/>
                  <a:pt x="610" y="483"/>
                </a:cubicBezTo>
                <a:cubicBezTo>
                  <a:pt x="608" y="484"/>
                  <a:pt x="609" y="482"/>
                  <a:pt x="608" y="481"/>
                </a:cubicBezTo>
                <a:cubicBezTo>
                  <a:pt x="607" y="483"/>
                  <a:pt x="604" y="482"/>
                  <a:pt x="603" y="484"/>
                </a:cubicBezTo>
                <a:cubicBezTo>
                  <a:pt x="601" y="478"/>
                  <a:pt x="614" y="480"/>
                  <a:pt x="614" y="473"/>
                </a:cubicBezTo>
                <a:close/>
                <a:moveTo>
                  <a:pt x="609" y="445"/>
                </a:moveTo>
                <a:cubicBezTo>
                  <a:pt x="610" y="444"/>
                  <a:pt x="611" y="445"/>
                  <a:pt x="612" y="446"/>
                </a:cubicBezTo>
                <a:cubicBezTo>
                  <a:pt x="610" y="448"/>
                  <a:pt x="612" y="453"/>
                  <a:pt x="608" y="454"/>
                </a:cubicBezTo>
                <a:cubicBezTo>
                  <a:pt x="608" y="449"/>
                  <a:pt x="607" y="448"/>
                  <a:pt x="609" y="445"/>
                </a:cubicBezTo>
                <a:close/>
                <a:moveTo>
                  <a:pt x="606" y="503"/>
                </a:moveTo>
                <a:cubicBezTo>
                  <a:pt x="608" y="507"/>
                  <a:pt x="616" y="502"/>
                  <a:pt x="620" y="505"/>
                </a:cubicBezTo>
                <a:cubicBezTo>
                  <a:pt x="621" y="511"/>
                  <a:pt x="618" y="513"/>
                  <a:pt x="618" y="521"/>
                </a:cubicBezTo>
                <a:cubicBezTo>
                  <a:pt x="615" y="522"/>
                  <a:pt x="614" y="525"/>
                  <a:pt x="610" y="525"/>
                </a:cubicBezTo>
                <a:cubicBezTo>
                  <a:pt x="613" y="522"/>
                  <a:pt x="606" y="521"/>
                  <a:pt x="610" y="519"/>
                </a:cubicBezTo>
                <a:cubicBezTo>
                  <a:pt x="608" y="519"/>
                  <a:pt x="601" y="518"/>
                  <a:pt x="601" y="512"/>
                </a:cubicBezTo>
                <a:cubicBezTo>
                  <a:pt x="602" y="511"/>
                  <a:pt x="604" y="511"/>
                  <a:pt x="605" y="510"/>
                </a:cubicBezTo>
                <a:cubicBezTo>
                  <a:pt x="602" y="506"/>
                  <a:pt x="593" y="511"/>
                  <a:pt x="591" y="504"/>
                </a:cubicBezTo>
                <a:cubicBezTo>
                  <a:pt x="597" y="503"/>
                  <a:pt x="601" y="505"/>
                  <a:pt x="606" y="503"/>
                </a:cubicBezTo>
                <a:close/>
                <a:moveTo>
                  <a:pt x="619" y="567"/>
                </a:moveTo>
                <a:cubicBezTo>
                  <a:pt x="619" y="572"/>
                  <a:pt x="621" y="569"/>
                  <a:pt x="625" y="569"/>
                </a:cubicBezTo>
                <a:cubicBezTo>
                  <a:pt x="625" y="577"/>
                  <a:pt x="612" y="568"/>
                  <a:pt x="619" y="567"/>
                </a:cubicBezTo>
                <a:close/>
                <a:moveTo>
                  <a:pt x="623" y="575"/>
                </a:moveTo>
                <a:cubicBezTo>
                  <a:pt x="624" y="574"/>
                  <a:pt x="626" y="573"/>
                  <a:pt x="627" y="574"/>
                </a:cubicBezTo>
                <a:cubicBezTo>
                  <a:pt x="626" y="575"/>
                  <a:pt x="625" y="577"/>
                  <a:pt x="623" y="577"/>
                </a:cubicBezTo>
                <a:lnTo>
                  <a:pt x="623" y="575"/>
                </a:lnTo>
                <a:close/>
                <a:moveTo>
                  <a:pt x="627" y="548"/>
                </a:moveTo>
                <a:cubicBezTo>
                  <a:pt x="626" y="545"/>
                  <a:pt x="629" y="545"/>
                  <a:pt x="632" y="544"/>
                </a:cubicBezTo>
                <a:cubicBezTo>
                  <a:pt x="632" y="548"/>
                  <a:pt x="628" y="550"/>
                  <a:pt x="627" y="548"/>
                </a:cubicBezTo>
                <a:close/>
                <a:moveTo>
                  <a:pt x="624" y="472"/>
                </a:moveTo>
                <a:cubicBezTo>
                  <a:pt x="626" y="469"/>
                  <a:pt x="629" y="467"/>
                  <a:pt x="633" y="467"/>
                </a:cubicBezTo>
                <a:cubicBezTo>
                  <a:pt x="633" y="471"/>
                  <a:pt x="628" y="476"/>
                  <a:pt x="624" y="472"/>
                </a:cubicBezTo>
                <a:close/>
                <a:moveTo>
                  <a:pt x="639" y="465"/>
                </a:moveTo>
                <a:cubicBezTo>
                  <a:pt x="642" y="464"/>
                  <a:pt x="643" y="463"/>
                  <a:pt x="641" y="459"/>
                </a:cubicBezTo>
                <a:cubicBezTo>
                  <a:pt x="645" y="461"/>
                  <a:pt x="643" y="465"/>
                  <a:pt x="645" y="468"/>
                </a:cubicBezTo>
                <a:cubicBezTo>
                  <a:pt x="643" y="467"/>
                  <a:pt x="642" y="466"/>
                  <a:pt x="642" y="469"/>
                </a:cubicBezTo>
                <a:cubicBezTo>
                  <a:pt x="640" y="470"/>
                  <a:pt x="639" y="467"/>
                  <a:pt x="639" y="465"/>
                </a:cubicBezTo>
                <a:close/>
                <a:moveTo>
                  <a:pt x="602" y="440"/>
                </a:moveTo>
                <a:cubicBezTo>
                  <a:pt x="604" y="443"/>
                  <a:pt x="609" y="438"/>
                  <a:pt x="610" y="440"/>
                </a:cubicBezTo>
                <a:cubicBezTo>
                  <a:pt x="607" y="443"/>
                  <a:pt x="604" y="445"/>
                  <a:pt x="601" y="447"/>
                </a:cubicBezTo>
                <a:cubicBezTo>
                  <a:pt x="601" y="445"/>
                  <a:pt x="600" y="445"/>
                  <a:pt x="600" y="444"/>
                </a:cubicBezTo>
                <a:cubicBezTo>
                  <a:pt x="598" y="444"/>
                  <a:pt x="597" y="446"/>
                  <a:pt x="596" y="447"/>
                </a:cubicBezTo>
                <a:cubicBezTo>
                  <a:pt x="597" y="442"/>
                  <a:pt x="595" y="444"/>
                  <a:pt x="590" y="446"/>
                </a:cubicBezTo>
                <a:cubicBezTo>
                  <a:pt x="587" y="445"/>
                  <a:pt x="586" y="443"/>
                  <a:pt x="586" y="440"/>
                </a:cubicBezTo>
                <a:cubicBezTo>
                  <a:pt x="592" y="437"/>
                  <a:pt x="598" y="438"/>
                  <a:pt x="604" y="436"/>
                </a:cubicBezTo>
                <a:cubicBezTo>
                  <a:pt x="605" y="439"/>
                  <a:pt x="603" y="438"/>
                  <a:pt x="602" y="440"/>
                </a:cubicBezTo>
                <a:close/>
                <a:moveTo>
                  <a:pt x="584" y="484"/>
                </a:moveTo>
                <a:cubicBezTo>
                  <a:pt x="585" y="483"/>
                  <a:pt x="586" y="481"/>
                  <a:pt x="588" y="481"/>
                </a:cubicBezTo>
                <a:cubicBezTo>
                  <a:pt x="589" y="484"/>
                  <a:pt x="589" y="487"/>
                  <a:pt x="586" y="489"/>
                </a:cubicBezTo>
                <a:cubicBezTo>
                  <a:pt x="586" y="486"/>
                  <a:pt x="589" y="484"/>
                  <a:pt x="584" y="484"/>
                </a:cubicBezTo>
                <a:close/>
                <a:moveTo>
                  <a:pt x="584" y="164"/>
                </a:moveTo>
                <a:cubicBezTo>
                  <a:pt x="584" y="162"/>
                  <a:pt x="584" y="162"/>
                  <a:pt x="584" y="162"/>
                </a:cubicBezTo>
                <a:cubicBezTo>
                  <a:pt x="586" y="162"/>
                  <a:pt x="587" y="161"/>
                  <a:pt x="588" y="161"/>
                </a:cubicBezTo>
                <a:cubicBezTo>
                  <a:pt x="589" y="164"/>
                  <a:pt x="585" y="166"/>
                  <a:pt x="584" y="164"/>
                </a:cubicBezTo>
                <a:close/>
                <a:moveTo>
                  <a:pt x="597" y="164"/>
                </a:moveTo>
                <a:cubicBezTo>
                  <a:pt x="597" y="165"/>
                  <a:pt x="594" y="164"/>
                  <a:pt x="593" y="165"/>
                </a:cubicBezTo>
                <a:cubicBezTo>
                  <a:pt x="592" y="162"/>
                  <a:pt x="593" y="160"/>
                  <a:pt x="597" y="161"/>
                </a:cubicBezTo>
                <a:cubicBezTo>
                  <a:pt x="597" y="162"/>
                  <a:pt x="596" y="163"/>
                  <a:pt x="597" y="164"/>
                </a:cubicBezTo>
                <a:close/>
                <a:moveTo>
                  <a:pt x="542" y="103"/>
                </a:moveTo>
                <a:cubicBezTo>
                  <a:pt x="545" y="99"/>
                  <a:pt x="555" y="102"/>
                  <a:pt x="554" y="94"/>
                </a:cubicBezTo>
                <a:cubicBezTo>
                  <a:pt x="567" y="92"/>
                  <a:pt x="581" y="89"/>
                  <a:pt x="589" y="96"/>
                </a:cubicBezTo>
                <a:cubicBezTo>
                  <a:pt x="583" y="102"/>
                  <a:pt x="570" y="97"/>
                  <a:pt x="562" y="101"/>
                </a:cubicBezTo>
                <a:cubicBezTo>
                  <a:pt x="562" y="104"/>
                  <a:pt x="566" y="104"/>
                  <a:pt x="564" y="107"/>
                </a:cubicBezTo>
                <a:cubicBezTo>
                  <a:pt x="560" y="108"/>
                  <a:pt x="557" y="110"/>
                  <a:pt x="553" y="112"/>
                </a:cubicBezTo>
                <a:cubicBezTo>
                  <a:pt x="552" y="106"/>
                  <a:pt x="541" y="107"/>
                  <a:pt x="542" y="103"/>
                </a:cubicBezTo>
                <a:close/>
                <a:moveTo>
                  <a:pt x="579" y="108"/>
                </a:moveTo>
                <a:cubicBezTo>
                  <a:pt x="575" y="108"/>
                  <a:pt x="572" y="108"/>
                  <a:pt x="570" y="107"/>
                </a:cubicBezTo>
                <a:cubicBezTo>
                  <a:pt x="570" y="102"/>
                  <a:pt x="580" y="101"/>
                  <a:pt x="579" y="108"/>
                </a:cubicBezTo>
                <a:close/>
                <a:moveTo>
                  <a:pt x="525" y="86"/>
                </a:moveTo>
                <a:cubicBezTo>
                  <a:pt x="528" y="86"/>
                  <a:pt x="528" y="86"/>
                  <a:pt x="528" y="86"/>
                </a:cubicBezTo>
                <a:cubicBezTo>
                  <a:pt x="528" y="86"/>
                  <a:pt x="527" y="86"/>
                  <a:pt x="527" y="86"/>
                </a:cubicBezTo>
                <a:cubicBezTo>
                  <a:pt x="528" y="88"/>
                  <a:pt x="529" y="89"/>
                  <a:pt x="531" y="89"/>
                </a:cubicBezTo>
                <a:cubicBezTo>
                  <a:pt x="531" y="93"/>
                  <a:pt x="531" y="92"/>
                  <a:pt x="532" y="95"/>
                </a:cubicBezTo>
                <a:cubicBezTo>
                  <a:pt x="528" y="98"/>
                  <a:pt x="523" y="94"/>
                  <a:pt x="519" y="93"/>
                </a:cubicBezTo>
                <a:cubicBezTo>
                  <a:pt x="521" y="90"/>
                  <a:pt x="526" y="89"/>
                  <a:pt x="525" y="86"/>
                </a:cubicBezTo>
                <a:close/>
                <a:moveTo>
                  <a:pt x="537" y="114"/>
                </a:moveTo>
                <a:cubicBezTo>
                  <a:pt x="541" y="118"/>
                  <a:pt x="548" y="114"/>
                  <a:pt x="550" y="117"/>
                </a:cubicBezTo>
                <a:cubicBezTo>
                  <a:pt x="560" y="108"/>
                  <a:pt x="579" y="109"/>
                  <a:pt x="591" y="113"/>
                </a:cubicBezTo>
                <a:cubicBezTo>
                  <a:pt x="584" y="118"/>
                  <a:pt x="574" y="115"/>
                  <a:pt x="566" y="120"/>
                </a:cubicBezTo>
                <a:cubicBezTo>
                  <a:pt x="564" y="116"/>
                  <a:pt x="556" y="120"/>
                  <a:pt x="557" y="123"/>
                </a:cubicBezTo>
                <a:cubicBezTo>
                  <a:pt x="543" y="126"/>
                  <a:pt x="533" y="127"/>
                  <a:pt x="518" y="130"/>
                </a:cubicBezTo>
                <a:cubicBezTo>
                  <a:pt x="515" y="131"/>
                  <a:pt x="516" y="128"/>
                  <a:pt x="514" y="128"/>
                </a:cubicBezTo>
                <a:cubicBezTo>
                  <a:pt x="510" y="129"/>
                  <a:pt x="502" y="133"/>
                  <a:pt x="499" y="128"/>
                </a:cubicBezTo>
                <a:cubicBezTo>
                  <a:pt x="507" y="117"/>
                  <a:pt x="526" y="119"/>
                  <a:pt x="537" y="114"/>
                </a:cubicBezTo>
                <a:close/>
                <a:moveTo>
                  <a:pt x="508" y="134"/>
                </a:moveTo>
                <a:cubicBezTo>
                  <a:pt x="508" y="130"/>
                  <a:pt x="508" y="130"/>
                  <a:pt x="508" y="130"/>
                </a:cubicBezTo>
                <a:cubicBezTo>
                  <a:pt x="510" y="130"/>
                  <a:pt x="510" y="130"/>
                  <a:pt x="510" y="130"/>
                </a:cubicBezTo>
                <a:cubicBezTo>
                  <a:pt x="511" y="133"/>
                  <a:pt x="510" y="134"/>
                  <a:pt x="508" y="134"/>
                </a:cubicBezTo>
                <a:close/>
                <a:moveTo>
                  <a:pt x="483" y="484"/>
                </a:moveTo>
                <a:cubicBezTo>
                  <a:pt x="488" y="483"/>
                  <a:pt x="489" y="486"/>
                  <a:pt x="492" y="483"/>
                </a:cubicBezTo>
                <a:cubicBezTo>
                  <a:pt x="495" y="490"/>
                  <a:pt x="486" y="487"/>
                  <a:pt x="483" y="490"/>
                </a:cubicBezTo>
                <a:cubicBezTo>
                  <a:pt x="481" y="489"/>
                  <a:pt x="485" y="487"/>
                  <a:pt x="483" y="484"/>
                </a:cubicBezTo>
                <a:close/>
                <a:moveTo>
                  <a:pt x="491" y="628"/>
                </a:moveTo>
                <a:cubicBezTo>
                  <a:pt x="495" y="628"/>
                  <a:pt x="494" y="635"/>
                  <a:pt x="493" y="638"/>
                </a:cubicBezTo>
                <a:cubicBezTo>
                  <a:pt x="492" y="636"/>
                  <a:pt x="487" y="638"/>
                  <a:pt x="488" y="634"/>
                </a:cubicBezTo>
                <a:cubicBezTo>
                  <a:pt x="489" y="634"/>
                  <a:pt x="489" y="636"/>
                  <a:pt x="490" y="636"/>
                </a:cubicBezTo>
                <a:cubicBezTo>
                  <a:pt x="492" y="633"/>
                  <a:pt x="492" y="632"/>
                  <a:pt x="491" y="628"/>
                </a:cubicBezTo>
                <a:close/>
                <a:moveTo>
                  <a:pt x="483" y="497"/>
                </a:moveTo>
                <a:cubicBezTo>
                  <a:pt x="482" y="496"/>
                  <a:pt x="482" y="494"/>
                  <a:pt x="482" y="492"/>
                </a:cubicBezTo>
                <a:cubicBezTo>
                  <a:pt x="483" y="492"/>
                  <a:pt x="484" y="492"/>
                  <a:pt x="484" y="491"/>
                </a:cubicBezTo>
                <a:cubicBezTo>
                  <a:pt x="485" y="492"/>
                  <a:pt x="486" y="493"/>
                  <a:pt x="486" y="495"/>
                </a:cubicBezTo>
                <a:cubicBezTo>
                  <a:pt x="484" y="495"/>
                  <a:pt x="485" y="497"/>
                  <a:pt x="483" y="497"/>
                </a:cubicBezTo>
                <a:close/>
                <a:moveTo>
                  <a:pt x="486" y="656"/>
                </a:moveTo>
                <a:cubicBezTo>
                  <a:pt x="485" y="655"/>
                  <a:pt x="485" y="654"/>
                  <a:pt x="483" y="654"/>
                </a:cubicBezTo>
                <a:cubicBezTo>
                  <a:pt x="485" y="652"/>
                  <a:pt x="485" y="647"/>
                  <a:pt x="486" y="644"/>
                </a:cubicBezTo>
                <a:cubicBezTo>
                  <a:pt x="487" y="644"/>
                  <a:pt x="489" y="644"/>
                  <a:pt x="490" y="644"/>
                </a:cubicBezTo>
                <a:cubicBezTo>
                  <a:pt x="488" y="647"/>
                  <a:pt x="488" y="653"/>
                  <a:pt x="486" y="656"/>
                </a:cubicBezTo>
                <a:close/>
                <a:moveTo>
                  <a:pt x="487" y="639"/>
                </a:moveTo>
                <a:cubicBezTo>
                  <a:pt x="487" y="637"/>
                  <a:pt x="489" y="638"/>
                  <a:pt x="491" y="638"/>
                </a:cubicBezTo>
                <a:cubicBezTo>
                  <a:pt x="491" y="641"/>
                  <a:pt x="488" y="641"/>
                  <a:pt x="487" y="639"/>
                </a:cubicBezTo>
                <a:close/>
                <a:moveTo>
                  <a:pt x="491" y="653"/>
                </a:moveTo>
                <a:cubicBezTo>
                  <a:pt x="490" y="649"/>
                  <a:pt x="494" y="646"/>
                  <a:pt x="496" y="647"/>
                </a:cubicBezTo>
                <a:cubicBezTo>
                  <a:pt x="495" y="650"/>
                  <a:pt x="494" y="652"/>
                  <a:pt x="491" y="653"/>
                </a:cubicBezTo>
                <a:close/>
                <a:moveTo>
                  <a:pt x="503" y="671"/>
                </a:moveTo>
                <a:cubicBezTo>
                  <a:pt x="504" y="671"/>
                  <a:pt x="504" y="672"/>
                  <a:pt x="505" y="672"/>
                </a:cubicBezTo>
                <a:cubicBezTo>
                  <a:pt x="506" y="675"/>
                  <a:pt x="504" y="674"/>
                  <a:pt x="505" y="677"/>
                </a:cubicBezTo>
                <a:cubicBezTo>
                  <a:pt x="502" y="677"/>
                  <a:pt x="502" y="672"/>
                  <a:pt x="503" y="671"/>
                </a:cubicBezTo>
                <a:close/>
                <a:moveTo>
                  <a:pt x="510" y="702"/>
                </a:moveTo>
                <a:cubicBezTo>
                  <a:pt x="509" y="701"/>
                  <a:pt x="507" y="699"/>
                  <a:pt x="509" y="697"/>
                </a:cubicBezTo>
                <a:cubicBezTo>
                  <a:pt x="511" y="696"/>
                  <a:pt x="510" y="700"/>
                  <a:pt x="510" y="702"/>
                </a:cubicBezTo>
                <a:close/>
                <a:moveTo>
                  <a:pt x="507" y="688"/>
                </a:moveTo>
                <a:cubicBezTo>
                  <a:pt x="509" y="686"/>
                  <a:pt x="512" y="689"/>
                  <a:pt x="512" y="692"/>
                </a:cubicBezTo>
                <a:cubicBezTo>
                  <a:pt x="509" y="692"/>
                  <a:pt x="508" y="690"/>
                  <a:pt x="507" y="688"/>
                </a:cubicBezTo>
                <a:close/>
                <a:moveTo>
                  <a:pt x="511" y="686"/>
                </a:moveTo>
                <a:cubicBezTo>
                  <a:pt x="508" y="686"/>
                  <a:pt x="508" y="683"/>
                  <a:pt x="504" y="683"/>
                </a:cubicBezTo>
                <a:cubicBezTo>
                  <a:pt x="504" y="681"/>
                  <a:pt x="504" y="680"/>
                  <a:pt x="505" y="679"/>
                </a:cubicBezTo>
                <a:cubicBezTo>
                  <a:pt x="506" y="679"/>
                  <a:pt x="507" y="680"/>
                  <a:pt x="507" y="681"/>
                </a:cubicBezTo>
                <a:cubicBezTo>
                  <a:pt x="507" y="680"/>
                  <a:pt x="506" y="677"/>
                  <a:pt x="508" y="674"/>
                </a:cubicBezTo>
                <a:cubicBezTo>
                  <a:pt x="512" y="675"/>
                  <a:pt x="510" y="671"/>
                  <a:pt x="514" y="671"/>
                </a:cubicBezTo>
                <a:cubicBezTo>
                  <a:pt x="516" y="676"/>
                  <a:pt x="513" y="682"/>
                  <a:pt x="511" y="686"/>
                </a:cubicBezTo>
                <a:close/>
                <a:moveTo>
                  <a:pt x="514" y="667"/>
                </a:moveTo>
                <a:cubicBezTo>
                  <a:pt x="511" y="664"/>
                  <a:pt x="508" y="659"/>
                  <a:pt x="511" y="657"/>
                </a:cubicBezTo>
                <a:cubicBezTo>
                  <a:pt x="513" y="656"/>
                  <a:pt x="513" y="658"/>
                  <a:pt x="515" y="658"/>
                </a:cubicBezTo>
                <a:cubicBezTo>
                  <a:pt x="514" y="661"/>
                  <a:pt x="514" y="664"/>
                  <a:pt x="514" y="667"/>
                </a:cubicBezTo>
                <a:close/>
                <a:moveTo>
                  <a:pt x="519" y="502"/>
                </a:moveTo>
                <a:cubicBezTo>
                  <a:pt x="519" y="499"/>
                  <a:pt x="520" y="498"/>
                  <a:pt x="521" y="497"/>
                </a:cubicBezTo>
                <a:cubicBezTo>
                  <a:pt x="523" y="499"/>
                  <a:pt x="522" y="502"/>
                  <a:pt x="519" y="502"/>
                </a:cubicBezTo>
                <a:close/>
                <a:moveTo>
                  <a:pt x="516" y="469"/>
                </a:moveTo>
                <a:cubicBezTo>
                  <a:pt x="516" y="472"/>
                  <a:pt x="518" y="469"/>
                  <a:pt x="518" y="471"/>
                </a:cubicBezTo>
                <a:cubicBezTo>
                  <a:pt x="519" y="485"/>
                  <a:pt x="502" y="481"/>
                  <a:pt x="496" y="490"/>
                </a:cubicBezTo>
                <a:cubicBezTo>
                  <a:pt x="499" y="480"/>
                  <a:pt x="504" y="471"/>
                  <a:pt x="513" y="469"/>
                </a:cubicBezTo>
                <a:cubicBezTo>
                  <a:pt x="517" y="464"/>
                  <a:pt x="521" y="460"/>
                  <a:pt x="527" y="457"/>
                </a:cubicBezTo>
                <a:cubicBezTo>
                  <a:pt x="525" y="464"/>
                  <a:pt x="519" y="464"/>
                  <a:pt x="516" y="469"/>
                </a:cubicBezTo>
                <a:close/>
                <a:moveTo>
                  <a:pt x="527" y="675"/>
                </a:moveTo>
                <a:cubicBezTo>
                  <a:pt x="528" y="673"/>
                  <a:pt x="529" y="672"/>
                  <a:pt x="531" y="672"/>
                </a:cubicBezTo>
                <a:cubicBezTo>
                  <a:pt x="532" y="676"/>
                  <a:pt x="530" y="678"/>
                  <a:pt x="527" y="675"/>
                </a:cubicBezTo>
                <a:close/>
                <a:moveTo>
                  <a:pt x="523" y="477"/>
                </a:moveTo>
                <a:cubicBezTo>
                  <a:pt x="523" y="471"/>
                  <a:pt x="526" y="467"/>
                  <a:pt x="530" y="464"/>
                </a:cubicBezTo>
                <a:cubicBezTo>
                  <a:pt x="531" y="464"/>
                  <a:pt x="530" y="465"/>
                  <a:pt x="530" y="465"/>
                </a:cubicBezTo>
                <a:cubicBezTo>
                  <a:pt x="531" y="469"/>
                  <a:pt x="535" y="470"/>
                  <a:pt x="535" y="475"/>
                </a:cubicBezTo>
                <a:cubicBezTo>
                  <a:pt x="530" y="476"/>
                  <a:pt x="528" y="480"/>
                  <a:pt x="523" y="477"/>
                </a:cubicBezTo>
                <a:close/>
                <a:moveTo>
                  <a:pt x="532" y="674"/>
                </a:moveTo>
                <a:cubicBezTo>
                  <a:pt x="535" y="672"/>
                  <a:pt x="537" y="676"/>
                  <a:pt x="536" y="679"/>
                </a:cubicBezTo>
                <a:cubicBezTo>
                  <a:pt x="535" y="677"/>
                  <a:pt x="532" y="678"/>
                  <a:pt x="532" y="674"/>
                </a:cubicBezTo>
                <a:close/>
                <a:moveTo>
                  <a:pt x="528" y="457"/>
                </a:moveTo>
                <a:cubicBezTo>
                  <a:pt x="526" y="453"/>
                  <a:pt x="533" y="444"/>
                  <a:pt x="536" y="448"/>
                </a:cubicBezTo>
                <a:cubicBezTo>
                  <a:pt x="534" y="452"/>
                  <a:pt x="530" y="453"/>
                  <a:pt x="528" y="457"/>
                </a:cubicBezTo>
                <a:close/>
                <a:moveTo>
                  <a:pt x="529" y="437"/>
                </a:moveTo>
                <a:cubicBezTo>
                  <a:pt x="530" y="436"/>
                  <a:pt x="531" y="436"/>
                  <a:pt x="533" y="436"/>
                </a:cubicBezTo>
                <a:cubicBezTo>
                  <a:pt x="534" y="439"/>
                  <a:pt x="528" y="440"/>
                  <a:pt x="529" y="437"/>
                </a:cubicBezTo>
                <a:close/>
                <a:moveTo>
                  <a:pt x="538" y="467"/>
                </a:moveTo>
                <a:cubicBezTo>
                  <a:pt x="538" y="464"/>
                  <a:pt x="540" y="464"/>
                  <a:pt x="543" y="464"/>
                </a:cubicBezTo>
                <a:cubicBezTo>
                  <a:pt x="544" y="468"/>
                  <a:pt x="539" y="469"/>
                  <a:pt x="538" y="467"/>
                </a:cubicBezTo>
                <a:close/>
                <a:moveTo>
                  <a:pt x="537" y="462"/>
                </a:moveTo>
                <a:cubicBezTo>
                  <a:pt x="540" y="456"/>
                  <a:pt x="547" y="454"/>
                  <a:pt x="553" y="451"/>
                </a:cubicBezTo>
                <a:cubicBezTo>
                  <a:pt x="550" y="456"/>
                  <a:pt x="544" y="460"/>
                  <a:pt x="537" y="462"/>
                </a:cubicBezTo>
                <a:close/>
                <a:moveTo>
                  <a:pt x="512" y="174"/>
                </a:moveTo>
                <a:cubicBezTo>
                  <a:pt x="511" y="175"/>
                  <a:pt x="511" y="178"/>
                  <a:pt x="510" y="180"/>
                </a:cubicBezTo>
                <a:cubicBezTo>
                  <a:pt x="501" y="184"/>
                  <a:pt x="495" y="193"/>
                  <a:pt x="483" y="188"/>
                </a:cubicBezTo>
                <a:cubicBezTo>
                  <a:pt x="484" y="183"/>
                  <a:pt x="494" y="188"/>
                  <a:pt x="495" y="182"/>
                </a:cubicBezTo>
                <a:cubicBezTo>
                  <a:pt x="494" y="178"/>
                  <a:pt x="491" y="178"/>
                  <a:pt x="487" y="178"/>
                </a:cubicBezTo>
                <a:cubicBezTo>
                  <a:pt x="488" y="177"/>
                  <a:pt x="488" y="174"/>
                  <a:pt x="486" y="173"/>
                </a:cubicBezTo>
                <a:cubicBezTo>
                  <a:pt x="490" y="164"/>
                  <a:pt x="503" y="164"/>
                  <a:pt x="510" y="163"/>
                </a:cubicBezTo>
                <a:cubicBezTo>
                  <a:pt x="512" y="161"/>
                  <a:pt x="510" y="160"/>
                  <a:pt x="512" y="158"/>
                </a:cubicBezTo>
                <a:cubicBezTo>
                  <a:pt x="505" y="157"/>
                  <a:pt x="499" y="164"/>
                  <a:pt x="495" y="158"/>
                </a:cubicBezTo>
                <a:cubicBezTo>
                  <a:pt x="493" y="160"/>
                  <a:pt x="491" y="163"/>
                  <a:pt x="487" y="161"/>
                </a:cubicBezTo>
                <a:cubicBezTo>
                  <a:pt x="487" y="157"/>
                  <a:pt x="491" y="157"/>
                  <a:pt x="492" y="155"/>
                </a:cubicBezTo>
                <a:cubicBezTo>
                  <a:pt x="493" y="161"/>
                  <a:pt x="496" y="151"/>
                  <a:pt x="499" y="156"/>
                </a:cubicBezTo>
                <a:cubicBezTo>
                  <a:pt x="502" y="153"/>
                  <a:pt x="502" y="148"/>
                  <a:pt x="502" y="144"/>
                </a:cubicBezTo>
                <a:cubicBezTo>
                  <a:pt x="507" y="137"/>
                  <a:pt x="523" y="142"/>
                  <a:pt x="523" y="132"/>
                </a:cubicBezTo>
                <a:cubicBezTo>
                  <a:pt x="525" y="131"/>
                  <a:pt x="528" y="133"/>
                  <a:pt x="531" y="131"/>
                </a:cubicBezTo>
                <a:cubicBezTo>
                  <a:pt x="533" y="133"/>
                  <a:pt x="531" y="134"/>
                  <a:pt x="531" y="135"/>
                </a:cubicBezTo>
                <a:cubicBezTo>
                  <a:pt x="542" y="137"/>
                  <a:pt x="544" y="130"/>
                  <a:pt x="554" y="133"/>
                </a:cubicBezTo>
                <a:cubicBezTo>
                  <a:pt x="554" y="135"/>
                  <a:pt x="556" y="135"/>
                  <a:pt x="555" y="137"/>
                </a:cubicBezTo>
                <a:cubicBezTo>
                  <a:pt x="552" y="137"/>
                  <a:pt x="551" y="138"/>
                  <a:pt x="549" y="138"/>
                </a:cubicBezTo>
                <a:cubicBezTo>
                  <a:pt x="566" y="144"/>
                  <a:pt x="571" y="122"/>
                  <a:pt x="588" y="123"/>
                </a:cubicBezTo>
                <a:cubicBezTo>
                  <a:pt x="587" y="122"/>
                  <a:pt x="586" y="122"/>
                  <a:pt x="586" y="121"/>
                </a:cubicBezTo>
                <a:cubicBezTo>
                  <a:pt x="591" y="116"/>
                  <a:pt x="601" y="122"/>
                  <a:pt x="603" y="128"/>
                </a:cubicBezTo>
                <a:cubicBezTo>
                  <a:pt x="598" y="128"/>
                  <a:pt x="597" y="131"/>
                  <a:pt x="595" y="133"/>
                </a:cubicBezTo>
                <a:cubicBezTo>
                  <a:pt x="588" y="129"/>
                  <a:pt x="582" y="135"/>
                  <a:pt x="576" y="134"/>
                </a:cubicBezTo>
                <a:cubicBezTo>
                  <a:pt x="578" y="137"/>
                  <a:pt x="584" y="135"/>
                  <a:pt x="585" y="138"/>
                </a:cubicBezTo>
                <a:cubicBezTo>
                  <a:pt x="586" y="141"/>
                  <a:pt x="581" y="139"/>
                  <a:pt x="581" y="141"/>
                </a:cubicBezTo>
                <a:cubicBezTo>
                  <a:pt x="590" y="142"/>
                  <a:pt x="598" y="132"/>
                  <a:pt x="604" y="141"/>
                </a:cubicBezTo>
                <a:cubicBezTo>
                  <a:pt x="600" y="146"/>
                  <a:pt x="590" y="144"/>
                  <a:pt x="585" y="145"/>
                </a:cubicBezTo>
                <a:cubicBezTo>
                  <a:pt x="591" y="147"/>
                  <a:pt x="598" y="146"/>
                  <a:pt x="604" y="147"/>
                </a:cubicBezTo>
                <a:cubicBezTo>
                  <a:pt x="598" y="151"/>
                  <a:pt x="584" y="150"/>
                  <a:pt x="584" y="157"/>
                </a:cubicBezTo>
                <a:cubicBezTo>
                  <a:pt x="562" y="165"/>
                  <a:pt x="540" y="172"/>
                  <a:pt x="512" y="174"/>
                </a:cubicBezTo>
                <a:close/>
                <a:moveTo>
                  <a:pt x="578" y="166"/>
                </a:moveTo>
                <a:cubicBezTo>
                  <a:pt x="576" y="166"/>
                  <a:pt x="577" y="164"/>
                  <a:pt x="575" y="164"/>
                </a:cubicBezTo>
                <a:cubicBezTo>
                  <a:pt x="576" y="162"/>
                  <a:pt x="578" y="162"/>
                  <a:pt x="580" y="162"/>
                </a:cubicBezTo>
                <a:cubicBezTo>
                  <a:pt x="581" y="165"/>
                  <a:pt x="578" y="164"/>
                  <a:pt x="578" y="166"/>
                </a:cubicBezTo>
                <a:close/>
                <a:moveTo>
                  <a:pt x="568" y="449"/>
                </a:moveTo>
                <a:cubicBezTo>
                  <a:pt x="567" y="452"/>
                  <a:pt x="564" y="453"/>
                  <a:pt x="562" y="454"/>
                </a:cubicBezTo>
                <a:cubicBezTo>
                  <a:pt x="560" y="452"/>
                  <a:pt x="565" y="449"/>
                  <a:pt x="565" y="445"/>
                </a:cubicBezTo>
                <a:cubicBezTo>
                  <a:pt x="566" y="445"/>
                  <a:pt x="568" y="445"/>
                  <a:pt x="569" y="445"/>
                </a:cubicBezTo>
                <a:cubicBezTo>
                  <a:pt x="568" y="448"/>
                  <a:pt x="567" y="445"/>
                  <a:pt x="566" y="447"/>
                </a:cubicBezTo>
                <a:cubicBezTo>
                  <a:pt x="565" y="449"/>
                  <a:pt x="567" y="448"/>
                  <a:pt x="568" y="449"/>
                </a:cubicBezTo>
                <a:close/>
                <a:moveTo>
                  <a:pt x="562" y="514"/>
                </a:moveTo>
                <a:cubicBezTo>
                  <a:pt x="565" y="517"/>
                  <a:pt x="566" y="518"/>
                  <a:pt x="570" y="516"/>
                </a:cubicBezTo>
                <a:cubicBezTo>
                  <a:pt x="571" y="518"/>
                  <a:pt x="571" y="520"/>
                  <a:pt x="571" y="524"/>
                </a:cubicBezTo>
                <a:cubicBezTo>
                  <a:pt x="565" y="525"/>
                  <a:pt x="562" y="529"/>
                  <a:pt x="556" y="525"/>
                </a:cubicBezTo>
                <a:cubicBezTo>
                  <a:pt x="556" y="519"/>
                  <a:pt x="561" y="519"/>
                  <a:pt x="562" y="514"/>
                </a:cubicBezTo>
                <a:close/>
                <a:moveTo>
                  <a:pt x="573" y="739"/>
                </a:moveTo>
                <a:cubicBezTo>
                  <a:pt x="570" y="737"/>
                  <a:pt x="571" y="733"/>
                  <a:pt x="567" y="734"/>
                </a:cubicBezTo>
                <a:cubicBezTo>
                  <a:pt x="567" y="728"/>
                  <a:pt x="567" y="728"/>
                  <a:pt x="567" y="728"/>
                </a:cubicBezTo>
                <a:cubicBezTo>
                  <a:pt x="571" y="728"/>
                  <a:pt x="571" y="728"/>
                  <a:pt x="571" y="728"/>
                </a:cubicBezTo>
                <a:cubicBezTo>
                  <a:pt x="570" y="734"/>
                  <a:pt x="574" y="734"/>
                  <a:pt x="573" y="739"/>
                </a:cubicBezTo>
                <a:close/>
                <a:moveTo>
                  <a:pt x="553" y="764"/>
                </a:moveTo>
                <a:cubicBezTo>
                  <a:pt x="555" y="765"/>
                  <a:pt x="564" y="769"/>
                  <a:pt x="565" y="780"/>
                </a:cubicBezTo>
                <a:cubicBezTo>
                  <a:pt x="559" y="776"/>
                  <a:pt x="554" y="772"/>
                  <a:pt x="553" y="764"/>
                </a:cubicBezTo>
                <a:close/>
                <a:moveTo>
                  <a:pt x="570" y="766"/>
                </a:moveTo>
                <a:cubicBezTo>
                  <a:pt x="569" y="769"/>
                  <a:pt x="571" y="770"/>
                  <a:pt x="571" y="773"/>
                </a:cubicBezTo>
                <a:cubicBezTo>
                  <a:pt x="568" y="772"/>
                  <a:pt x="566" y="772"/>
                  <a:pt x="564" y="773"/>
                </a:cubicBezTo>
                <a:cubicBezTo>
                  <a:pt x="560" y="769"/>
                  <a:pt x="558" y="759"/>
                  <a:pt x="558" y="753"/>
                </a:cubicBezTo>
                <a:cubicBezTo>
                  <a:pt x="560" y="753"/>
                  <a:pt x="560" y="752"/>
                  <a:pt x="562" y="752"/>
                </a:cubicBezTo>
                <a:cubicBezTo>
                  <a:pt x="561" y="754"/>
                  <a:pt x="563" y="754"/>
                  <a:pt x="562" y="756"/>
                </a:cubicBezTo>
                <a:cubicBezTo>
                  <a:pt x="560" y="756"/>
                  <a:pt x="560" y="756"/>
                  <a:pt x="560" y="756"/>
                </a:cubicBezTo>
                <a:cubicBezTo>
                  <a:pt x="560" y="758"/>
                  <a:pt x="564" y="756"/>
                  <a:pt x="562" y="759"/>
                </a:cubicBezTo>
                <a:cubicBezTo>
                  <a:pt x="565" y="755"/>
                  <a:pt x="566" y="764"/>
                  <a:pt x="569" y="765"/>
                </a:cubicBezTo>
                <a:cubicBezTo>
                  <a:pt x="567" y="751"/>
                  <a:pt x="561" y="743"/>
                  <a:pt x="559" y="730"/>
                </a:cubicBezTo>
                <a:cubicBezTo>
                  <a:pt x="559" y="727"/>
                  <a:pt x="562" y="732"/>
                  <a:pt x="562" y="729"/>
                </a:cubicBezTo>
                <a:cubicBezTo>
                  <a:pt x="566" y="737"/>
                  <a:pt x="569" y="751"/>
                  <a:pt x="575" y="765"/>
                </a:cubicBezTo>
                <a:cubicBezTo>
                  <a:pt x="575" y="767"/>
                  <a:pt x="571" y="765"/>
                  <a:pt x="570" y="766"/>
                </a:cubicBezTo>
                <a:close/>
                <a:moveTo>
                  <a:pt x="558" y="178"/>
                </a:moveTo>
                <a:cubicBezTo>
                  <a:pt x="565" y="171"/>
                  <a:pt x="575" y="176"/>
                  <a:pt x="586" y="177"/>
                </a:cubicBezTo>
                <a:cubicBezTo>
                  <a:pt x="580" y="182"/>
                  <a:pt x="566" y="179"/>
                  <a:pt x="558" y="178"/>
                </a:cubicBezTo>
                <a:close/>
                <a:moveTo>
                  <a:pt x="579" y="577"/>
                </a:moveTo>
                <a:cubicBezTo>
                  <a:pt x="580" y="567"/>
                  <a:pt x="589" y="566"/>
                  <a:pt x="593" y="558"/>
                </a:cubicBezTo>
                <a:cubicBezTo>
                  <a:pt x="591" y="554"/>
                  <a:pt x="588" y="561"/>
                  <a:pt x="584" y="560"/>
                </a:cubicBezTo>
                <a:cubicBezTo>
                  <a:pt x="583" y="557"/>
                  <a:pt x="587" y="555"/>
                  <a:pt x="584" y="552"/>
                </a:cubicBezTo>
                <a:cubicBezTo>
                  <a:pt x="590" y="552"/>
                  <a:pt x="590" y="552"/>
                  <a:pt x="595" y="551"/>
                </a:cubicBezTo>
                <a:cubicBezTo>
                  <a:pt x="594" y="554"/>
                  <a:pt x="598" y="552"/>
                  <a:pt x="597" y="554"/>
                </a:cubicBezTo>
                <a:cubicBezTo>
                  <a:pt x="598" y="558"/>
                  <a:pt x="594" y="555"/>
                  <a:pt x="594" y="557"/>
                </a:cubicBezTo>
                <a:cubicBezTo>
                  <a:pt x="596" y="559"/>
                  <a:pt x="597" y="557"/>
                  <a:pt x="600" y="558"/>
                </a:cubicBezTo>
                <a:cubicBezTo>
                  <a:pt x="600" y="568"/>
                  <a:pt x="592" y="568"/>
                  <a:pt x="586" y="571"/>
                </a:cubicBezTo>
                <a:cubicBezTo>
                  <a:pt x="583" y="572"/>
                  <a:pt x="584" y="578"/>
                  <a:pt x="579" y="577"/>
                </a:cubicBezTo>
                <a:close/>
                <a:moveTo>
                  <a:pt x="594" y="577"/>
                </a:moveTo>
                <a:cubicBezTo>
                  <a:pt x="598" y="577"/>
                  <a:pt x="598" y="577"/>
                  <a:pt x="598" y="577"/>
                </a:cubicBezTo>
                <a:cubicBezTo>
                  <a:pt x="598" y="579"/>
                  <a:pt x="594" y="581"/>
                  <a:pt x="594" y="577"/>
                </a:cubicBezTo>
                <a:close/>
                <a:moveTo>
                  <a:pt x="597" y="584"/>
                </a:moveTo>
                <a:cubicBezTo>
                  <a:pt x="599" y="581"/>
                  <a:pt x="605" y="581"/>
                  <a:pt x="606" y="577"/>
                </a:cubicBezTo>
                <a:cubicBezTo>
                  <a:pt x="608" y="577"/>
                  <a:pt x="610" y="578"/>
                  <a:pt x="611" y="579"/>
                </a:cubicBezTo>
                <a:cubicBezTo>
                  <a:pt x="613" y="579"/>
                  <a:pt x="612" y="576"/>
                  <a:pt x="613" y="575"/>
                </a:cubicBezTo>
                <a:cubicBezTo>
                  <a:pt x="614" y="576"/>
                  <a:pt x="614" y="577"/>
                  <a:pt x="614" y="578"/>
                </a:cubicBezTo>
                <a:cubicBezTo>
                  <a:pt x="617" y="577"/>
                  <a:pt x="621" y="577"/>
                  <a:pt x="619" y="574"/>
                </a:cubicBezTo>
                <a:cubicBezTo>
                  <a:pt x="621" y="575"/>
                  <a:pt x="623" y="575"/>
                  <a:pt x="623" y="578"/>
                </a:cubicBezTo>
                <a:cubicBezTo>
                  <a:pt x="614" y="581"/>
                  <a:pt x="607" y="588"/>
                  <a:pt x="597" y="584"/>
                </a:cubicBezTo>
                <a:close/>
                <a:moveTo>
                  <a:pt x="622" y="724"/>
                </a:moveTo>
                <a:cubicBezTo>
                  <a:pt x="623" y="722"/>
                  <a:pt x="625" y="721"/>
                  <a:pt x="626" y="719"/>
                </a:cubicBezTo>
                <a:cubicBezTo>
                  <a:pt x="628" y="721"/>
                  <a:pt x="624" y="724"/>
                  <a:pt x="622" y="724"/>
                </a:cubicBezTo>
                <a:close/>
                <a:moveTo>
                  <a:pt x="658" y="758"/>
                </a:moveTo>
                <a:cubicBezTo>
                  <a:pt x="660" y="751"/>
                  <a:pt x="668" y="745"/>
                  <a:pt x="672" y="750"/>
                </a:cubicBezTo>
                <a:cubicBezTo>
                  <a:pt x="670" y="755"/>
                  <a:pt x="666" y="758"/>
                  <a:pt x="658" y="758"/>
                </a:cubicBezTo>
                <a:close/>
                <a:moveTo>
                  <a:pt x="724" y="767"/>
                </a:moveTo>
                <a:cubicBezTo>
                  <a:pt x="725" y="765"/>
                  <a:pt x="726" y="763"/>
                  <a:pt x="728" y="760"/>
                </a:cubicBezTo>
                <a:cubicBezTo>
                  <a:pt x="729" y="762"/>
                  <a:pt x="728" y="768"/>
                  <a:pt x="724" y="767"/>
                </a:cubicBezTo>
                <a:close/>
                <a:moveTo>
                  <a:pt x="734" y="680"/>
                </a:moveTo>
                <a:cubicBezTo>
                  <a:pt x="733" y="680"/>
                  <a:pt x="732" y="681"/>
                  <a:pt x="731" y="681"/>
                </a:cubicBezTo>
                <a:cubicBezTo>
                  <a:pt x="722" y="703"/>
                  <a:pt x="706" y="717"/>
                  <a:pt x="688" y="731"/>
                </a:cubicBezTo>
                <a:cubicBezTo>
                  <a:pt x="691" y="735"/>
                  <a:pt x="687" y="739"/>
                  <a:pt x="683" y="740"/>
                </a:cubicBezTo>
                <a:cubicBezTo>
                  <a:pt x="684" y="737"/>
                  <a:pt x="679" y="740"/>
                  <a:pt x="680" y="736"/>
                </a:cubicBezTo>
                <a:cubicBezTo>
                  <a:pt x="676" y="743"/>
                  <a:pt x="666" y="740"/>
                  <a:pt x="659" y="745"/>
                </a:cubicBezTo>
                <a:cubicBezTo>
                  <a:pt x="660" y="751"/>
                  <a:pt x="655" y="751"/>
                  <a:pt x="655" y="757"/>
                </a:cubicBezTo>
                <a:cubicBezTo>
                  <a:pt x="653" y="757"/>
                  <a:pt x="650" y="759"/>
                  <a:pt x="649" y="758"/>
                </a:cubicBezTo>
                <a:cubicBezTo>
                  <a:pt x="650" y="752"/>
                  <a:pt x="655" y="751"/>
                  <a:pt x="657" y="746"/>
                </a:cubicBezTo>
                <a:cubicBezTo>
                  <a:pt x="650" y="742"/>
                  <a:pt x="639" y="746"/>
                  <a:pt x="634" y="747"/>
                </a:cubicBezTo>
                <a:cubicBezTo>
                  <a:pt x="632" y="746"/>
                  <a:pt x="631" y="743"/>
                  <a:pt x="630" y="740"/>
                </a:cubicBezTo>
                <a:cubicBezTo>
                  <a:pt x="629" y="741"/>
                  <a:pt x="629" y="742"/>
                  <a:pt x="627" y="742"/>
                </a:cubicBezTo>
                <a:cubicBezTo>
                  <a:pt x="627" y="738"/>
                  <a:pt x="625" y="734"/>
                  <a:pt x="627" y="731"/>
                </a:cubicBezTo>
                <a:cubicBezTo>
                  <a:pt x="631" y="730"/>
                  <a:pt x="630" y="734"/>
                  <a:pt x="635" y="733"/>
                </a:cubicBezTo>
                <a:cubicBezTo>
                  <a:pt x="638" y="733"/>
                  <a:pt x="637" y="727"/>
                  <a:pt x="639" y="726"/>
                </a:cubicBezTo>
                <a:cubicBezTo>
                  <a:pt x="636" y="725"/>
                  <a:pt x="635" y="729"/>
                  <a:pt x="632" y="727"/>
                </a:cubicBezTo>
                <a:cubicBezTo>
                  <a:pt x="635" y="723"/>
                  <a:pt x="639" y="726"/>
                  <a:pt x="641" y="721"/>
                </a:cubicBezTo>
                <a:cubicBezTo>
                  <a:pt x="651" y="725"/>
                  <a:pt x="656" y="717"/>
                  <a:pt x="662" y="716"/>
                </a:cubicBezTo>
                <a:cubicBezTo>
                  <a:pt x="668" y="722"/>
                  <a:pt x="674" y="726"/>
                  <a:pt x="679" y="730"/>
                </a:cubicBezTo>
                <a:cubicBezTo>
                  <a:pt x="680" y="726"/>
                  <a:pt x="680" y="722"/>
                  <a:pt x="680" y="717"/>
                </a:cubicBezTo>
                <a:cubicBezTo>
                  <a:pt x="683" y="718"/>
                  <a:pt x="682" y="721"/>
                  <a:pt x="683" y="723"/>
                </a:cubicBezTo>
                <a:cubicBezTo>
                  <a:pt x="685" y="722"/>
                  <a:pt x="683" y="717"/>
                  <a:pt x="684" y="715"/>
                </a:cubicBezTo>
                <a:cubicBezTo>
                  <a:pt x="693" y="709"/>
                  <a:pt x="699" y="700"/>
                  <a:pt x="707" y="691"/>
                </a:cubicBezTo>
                <a:cubicBezTo>
                  <a:pt x="709" y="694"/>
                  <a:pt x="703" y="701"/>
                  <a:pt x="705" y="705"/>
                </a:cubicBezTo>
                <a:cubicBezTo>
                  <a:pt x="714" y="693"/>
                  <a:pt x="717" y="684"/>
                  <a:pt x="719" y="666"/>
                </a:cubicBezTo>
                <a:cubicBezTo>
                  <a:pt x="714" y="666"/>
                  <a:pt x="718" y="673"/>
                  <a:pt x="714" y="675"/>
                </a:cubicBezTo>
                <a:cubicBezTo>
                  <a:pt x="714" y="682"/>
                  <a:pt x="710" y="685"/>
                  <a:pt x="708" y="689"/>
                </a:cubicBezTo>
                <a:cubicBezTo>
                  <a:pt x="707" y="677"/>
                  <a:pt x="709" y="667"/>
                  <a:pt x="714" y="656"/>
                </a:cubicBezTo>
                <a:cubicBezTo>
                  <a:pt x="716" y="656"/>
                  <a:pt x="715" y="659"/>
                  <a:pt x="716" y="660"/>
                </a:cubicBezTo>
                <a:cubicBezTo>
                  <a:pt x="717" y="660"/>
                  <a:pt x="717" y="660"/>
                  <a:pt x="718" y="660"/>
                </a:cubicBezTo>
                <a:cubicBezTo>
                  <a:pt x="720" y="656"/>
                  <a:pt x="715" y="658"/>
                  <a:pt x="715" y="653"/>
                </a:cubicBezTo>
                <a:cubicBezTo>
                  <a:pt x="722" y="651"/>
                  <a:pt x="735" y="647"/>
                  <a:pt x="741" y="656"/>
                </a:cubicBezTo>
                <a:cubicBezTo>
                  <a:pt x="739" y="664"/>
                  <a:pt x="737" y="672"/>
                  <a:pt x="734" y="680"/>
                </a:cubicBezTo>
                <a:close/>
                <a:moveTo>
                  <a:pt x="738" y="685"/>
                </a:moveTo>
                <a:cubicBezTo>
                  <a:pt x="739" y="678"/>
                  <a:pt x="738" y="652"/>
                  <a:pt x="749" y="659"/>
                </a:cubicBezTo>
                <a:cubicBezTo>
                  <a:pt x="744" y="667"/>
                  <a:pt x="742" y="677"/>
                  <a:pt x="738" y="685"/>
                </a:cubicBezTo>
                <a:close/>
                <a:moveTo>
                  <a:pt x="746" y="189"/>
                </a:moveTo>
                <a:cubicBezTo>
                  <a:pt x="749" y="187"/>
                  <a:pt x="757" y="188"/>
                  <a:pt x="757" y="192"/>
                </a:cubicBezTo>
                <a:cubicBezTo>
                  <a:pt x="755" y="192"/>
                  <a:pt x="748" y="191"/>
                  <a:pt x="746" y="189"/>
                </a:cubicBezTo>
                <a:close/>
                <a:moveTo>
                  <a:pt x="752" y="762"/>
                </a:moveTo>
                <a:cubicBezTo>
                  <a:pt x="753" y="760"/>
                  <a:pt x="752" y="757"/>
                  <a:pt x="754" y="755"/>
                </a:cubicBezTo>
                <a:cubicBezTo>
                  <a:pt x="755" y="757"/>
                  <a:pt x="755" y="754"/>
                  <a:pt x="757" y="756"/>
                </a:cubicBezTo>
                <a:cubicBezTo>
                  <a:pt x="756" y="759"/>
                  <a:pt x="755" y="762"/>
                  <a:pt x="752" y="762"/>
                </a:cubicBezTo>
                <a:close/>
                <a:moveTo>
                  <a:pt x="754" y="258"/>
                </a:moveTo>
                <a:cubicBezTo>
                  <a:pt x="754" y="255"/>
                  <a:pt x="757" y="258"/>
                  <a:pt x="758" y="260"/>
                </a:cubicBezTo>
                <a:cubicBezTo>
                  <a:pt x="760" y="262"/>
                  <a:pt x="755" y="258"/>
                  <a:pt x="754" y="258"/>
                </a:cubicBezTo>
                <a:close/>
                <a:moveTo>
                  <a:pt x="759" y="260"/>
                </a:moveTo>
                <a:cubicBezTo>
                  <a:pt x="763" y="261"/>
                  <a:pt x="766" y="262"/>
                  <a:pt x="770" y="263"/>
                </a:cubicBezTo>
                <a:cubicBezTo>
                  <a:pt x="766" y="258"/>
                  <a:pt x="758" y="253"/>
                  <a:pt x="750" y="249"/>
                </a:cubicBezTo>
                <a:cubicBezTo>
                  <a:pt x="752" y="248"/>
                  <a:pt x="754" y="247"/>
                  <a:pt x="757" y="247"/>
                </a:cubicBezTo>
                <a:cubicBezTo>
                  <a:pt x="758" y="256"/>
                  <a:pt x="779" y="254"/>
                  <a:pt x="779" y="264"/>
                </a:cubicBezTo>
                <a:cubicBezTo>
                  <a:pt x="778" y="266"/>
                  <a:pt x="775" y="266"/>
                  <a:pt x="776" y="270"/>
                </a:cubicBezTo>
                <a:cubicBezTo>
                  <a:pt x="770" y="266"/>
                  <a:pt x="764" y="264"/>
                  <a:pt x="759" y="260"/>
                </a:cubicBezTo>
                <a:close/>
                <a:moveTo>
                  <a:pt x="784" y="762"/>
                </a:moveTo>
                <a:cubicBezTo>
                  <a:pt x="784" y="761"/>
                  <a:pt x="785" y="755"/>
                  <a:pt x="789" y="756"/>
                </a:cubicBezTo>
                <a:cubicBezTo>
                  <a:pt x="788" y="759"/>
                  <a:pt x="785" y="759"/>
                  <a:pt x="784" y="762"/>
                </a:cubicBezTo>
                <a:close/>
                <a:moveTo>
                  <a:pt x="792" y="710"/>
                </a:moveTo>
                <a:cubicBezTo>
                  <a:pt x="791" y="713"/>
                  <a:pt x="793" y="713"/>
                  <a:pt x="793" y="716"/>
                </a:cubicBezTo>
                <a:cubicBezTo>
                  <a:pt x="790" y="717"/>
                  <a:pt x="790" y="720"/>
                  <a:pt x="787" y="721"/>
                </a:cubicBezTo>
                <a:cubicBezTo>
                  <a:pt x="793" y="729"/>
                  <a:pt x="779" y="739"/>
                  <a:pt x="774" y="741"/>
                </a:cubicBezTo>
                <a:cubicBezTo>
                  <a:pt x="777" y="738"/>
                  <a:pt x="772" y="738"/>
                  <a:pt x="770" y="738"/>
                </a:cubicBezTo>
                <a:cubicBezTo>
                  <a:pt x="767" y="739"/>
                  <a:pt x="773" y="739"/>
                  <a:pt x="771" y="741"/>
                </a:cubicBezTo>
                <a:cubicBezTo>
                  <a:pt x="771" y="741"/>
                  <a:pt x="771" y="742"/>
                  <a:pt x="771" y="743"/>
                </a:cubicBezTo>
                <a:cubicBezTo>
                  <a:pt x="761" y="736"/>
                  <a:pt x="769" y="724"/>
                  <a:pt x="770" y="713"/>
                </a:cubicBezTo>
                <a:cubicBezTo>
                  <a:pt x="772" y="713"/>
                  <a:pt x="772" y="710"/>
                  <a:pt x="775" y="710"/>
                </a:cubicBezTo>
                <a:cubicBezTo>
                  <a:pt x="776" y="704"/>
                  <a:pt x="773" y="705"/>
                  <a:pt x="773" y="699"/>
                </a:cubicBezTo>
                <a:cubicBezTo>
                  <a:pt x="774" y="699"/>
                  <a:pt x="775" y="699"/>
                  <a:pt x="775" y="698"/>
                </a:cubicBezTo>
                <a:cubicBezTo>
                  <a:pt x="776" y="699"/>
                  <a:pt x="776" y="700"/>
                  <a:pt x="777" y="700"/>
                </a:cubicBezTo>
                <a:cubicBezTo>
                  <a:pt x="776" y="703"/>
                  <a:pt x="778" y="705"/>
                  <a:pt x="776" y="706"/>
                </a:cubicBezTo>
                <a:cubicBezTo>
                  <a:pt x="776" y="707"/>
                  <a:pt x="778" y="705"/>
                  <a:pt x="777" y="710"/>
                </a:cubicBezTo>
                <a:cubicBezTo>
                  <a:pt x="782" y="705"/>
                  <a:pt x="784" y="696"/>
                  <a:pt x="786" y="688"/>
                </a:cubicBezTo>
                <a:cubicBezTo>
                  <a:pt x="785" y="686"/>
                  <a:pt x="781" y="689"/>
                  <a:pt x="780" y="689"/>
                </a:cubicBezTo>
                <a:cubicBezTo>
                  <a:pt x="779" y="693"/>
                  <a:pt x="783" y="691"/>
                  <a:pt x="782" y="694"/>
                </a:cubicBezTo>
                <a:cubicBezTo>
                  <a:pt x="780" y="696"/>
                  <a:pt x="778" y="692"/>
                  <a:pt x="779" y="697"/>
                </a:cubicBezTo>
                <a:cubicBezTo>
                  <a:pt x="777" y="696"/>
                  <a:pt x="777" y="698"/>
                  <a:pt x="775" y="697"/>
                </a:cubicBezTo>
                <a:cubicBezTo>
                  <a:pt x="775" y="690"/>
                  <a:pt x="779" y="690"/>
                  <a:pt x="777" y="681"/>
                </a:cubicBezTo>
                <a:cubicBezTo>
                  <a:pt x="780" y="679"/>
                  <a:pt x="779" y="676"/>
                  <a:pt x="780" y="674"/>
                </a:cubicBezTo>
                <a:cubicBezTo>
                  <a:pt x="780" y="674"/>
                  <a:pt x="781" y="675"/>
                  <a:pt x="781" y="676"/>
                </a:cubicBezTo>
                <a:cubicBezTo>
                  <a:pt x="783" y="675"/>
                  <a:pt x="783" y="673"/>
                  <a:pt x="784" y="672"/>
                </a:cubicBezTo>
                <a:cubicBezTo>
                  <a:pt x="785" y="671"/>
                  <a:pt x="782" y="679"/>
                  <a:pt x="783" y="682"/>
                </a:cubicBezTo>
                <a:cubicBezTo>
                  <a:pt x="785" y="681"/>
                  <a:pt x="784" y="675"/>
                  <a:pt x="787" y="678"/>
                </a:cubicBezTo>
                <a:cubicBezTo>
                  <a:pt x="786" y="674"/>
                  <a:pt x="787" y="673"/>
                  <a:pt x="786" y="670"/>
                </a:cubicBezTo>
                <a:cubicBezTo>
                  <a:pt x="791" y="666"/>
                  <a:pt x="796" y="669"/>
                  <a:pt x="802" y="667"/>
                </a:cubicBezTo>
                <a:cubicBezTo>
                  <a:pt x="799" y="665"/>
                  <a:pt x="795" y="664"/>
                  <a:pt x="792" y="662"/>
                </a:cubicBezTo>
                <a:cubicBezTo>
                  <a:pt x="791" y="655"/>
                  <a:pt x="794" y="652"/>
                  <a:pt x="794" y="646"/>
                </a:cubicBezTo>
                <a:cubicBezTo>
                  <a:pt x="801" y="645"/>
                  <a:pt x="805" y="644"/>
                  <a:pt x="811" y="646"/>
                </a:cubicBezTo>
                <a:cubicBezTo>
                  <a:pt x="811" y="637"/>
                  <a:pt x="802" y="638"/>
                  <a:pt x="798" y="633"/>
                </a:cubicBezTo>
                <a:cubicBezTo>
                  <a:pt x="805" y="630"/>
                  <a:pt x="816" y="639"/>
                  <a:pt x="821" y="635"/>
                </a:cubicBezTo>
                <a:cubicBezTo>
                  <a:pt x="815" y="631"/>
                  <a:pt x="809" y="627"/>
                  <a:pt x="802" y="626"/>
                </a:cubicBezTo>
                <a:cubicBezTo>
                  <a:pt x="801" y="622"/>
                  <a:pt x="802" y="619"/>
                  <a:pt x="805" y="616"/>
                </a:cubicBezTo>
                <a:cubicBezTo>
                  <a:pt x="810" y="618"/>
                  <a:pt x="814" y="616"/>
                  <a:pt x="818" y="617"/>
                </a:cubicBezTo>
                <a:cubicBezTo>
                  <a:pt x="810" y="609"/>
                  <a:pt x="792" y="615"/>
                  <a:pt x="799" y="597"/>
                </a:cubicBezTo>
                <a:cubicBezTo>
                  <a:pt x="800" y="596"/>
                  <a:pt x="803" y="596"/>
                  <a:pt x="803" y="594"/>
                </a:cubicBezTo>
                <a:cubicBezTo>
                  <a:pt x="805" y="589"/>
                  <a:pt x="801" y="578"/>
                  <a:pt x="807" y="576"/>
                </a:cubicBezTo>
                <a:cubicBezTo>
                  <a:pt x="809" y="580"/>
                  <a:pt x="806" y="583"/>
                  <a:pt x="809" y="586"/>
                </a:cubicBezTo>
                <a:cubicBezTo>
                  <a:pt x="806" y="586"/>
                  <a:pt x="806" y="586"/>
                  <a:pt x="806" y="586"/>
                </a:cubicBezTo>
                <a:cubicBezTo>
                  <a:pt x="807" y="589"/>
                  <a:pt x="809" y="590"/>
                  <a:pt x="808" y="595"/>
                </a:cubicBezTo>
                <a:cubicBezTo>
                  <a:pt x="809" y="596"/>
                  <a:pt x="810" y="596"/>
                  <a:pt x="811" y="596"/>
                </a:cubicBezTo>
                <a:cubicBezTo>
                  <a:pt x="813" y="595"/>
                  <a:pt x="810" y="593"/>
                  <a:pt x="811" y="591"/>
                </a:cubicBezTo>
                <a:cubicBezTo>
                  <a:pt x="813" y="590"/>
                  <a:pt x="818" y="591"/>
                  <a:pt x="818" y="596"/>
                </a:cubicBezTo>
                <a:cubicBezTo>
                  <a:pt x="820" y="592"/>
                  <a:pt x="821" y="586"/>
                  <a:pt x="824" y="582"/>
                </a:cubicBezTo>
                <a:cubicBezTo>
                  <a:pt x="826" y="585"/>
                  <a:pt x="826" y="589"/>
                  <a:pt x="824" y="592"/>
                </a:cubicBezTo>
                <a:cubicBezTo>
                  <a:pt x="828" y="590"/>
                  <a:pt x="826" y="582"/>
                  <a:pt x="829" y="579"/>
                </a:cubicBezTo>
                <a:cubicBezTo>
                  <a:pt x="833" y="580"/>
                  <a:pt x="830" y="586"/>
                  <a:pt x="830" y="589"/>
                </a:cubicBezTo>
                <a:cubicBezTo>
                  <a:pt x="829" y="589"/>
                  <a:pt x="829" y="588"/>
                  <a:pt x="828" y="588"/>
                </a:cubicBezTo>
                <a:cubicBezTo>
                  <a:pt x="828" y="591"/>
                  <a:pt x="828" y="598"/>
                  <a:pt x="826" y="602"/>
                </a:cubicBezTo>
                <a:cubicBezTo>
                  <a:pt x="825" y="601"/>
                  <a:pt x="824" y="600"/>
                  <a:pt x="824" y="598"/>
                </a:cubicBezTo>
                <a:cubicBezTo>
                  <a:pt x="823" y="601"/>
                  <a:pt x="823" y="604"/>
                  <a:pt x="824" y="606"/>
                </a:cubicBezTo>
                <a:cubicBezTo>
                  <a:pt x="824" y="606"/>
                  <a:pt x="824" y="605"/>
                  <a:pt x="823" y="605"/>
                </a:cubicBezTo>
                <a:cubicBezTo>
                  <a:pt x="823" y="609"/>
                  <a:pt x="823" y="609"/>
                  <a:pt x="823" y="609"/>
                </a:cubicBezTo>
                <a:cubicBezTo>
                  <a:pt x="823" y="612"/>
                  <a:pt x="825" y="607"/>
                  <a:pt x="825" y="610"/>
                </a:cubicBezTo>
                <a:cubicBezTo>
                  <a:pt x="825" y="613"/>
                  <a:pt x="825" y="610"/>
                  <a:pt x="823" y="610"/>
                </a:cubicBezTo>
                <a:cubicBezTo>
                  <a:pt x="823" y="613"/>
                  <a:pt x="824" y="613"/>
                  <a:pt x="824" y="616"/>
                </a:cubicBezTo>
                <a:cubicBezTo>
                  <a:pt x="826" y="616"/>
                  <a:pt x="823" y="612"/>
                  <a:pt x="825" y="612"/>
                </a:cubicBezTo>
                <a:cubicBezTo>
                  <a:pt x="833" y="621"/>
                  <a:pt x="831" y="640"/>
                  <a:pt x="824" y="647"/>
                </a:cubicBezTo>
                <a:cubicBezTo>
                  <a:pt x="825" y="649"/>
                  <a:pt x="824" y="652"/>
                  <a:pt x="824" y="654"/>
                </a:cubicBezTo>
                <a:cubicBezTo>
                  <a:pt x="820" y="657"/>
                  <a:pt x="818" y="670"/>
                  <a:pt x="819" y="674"/>
                </a:cubicBezTo>
                <a:cubicBezTo>
                  <a:pt x="814" y="685"/>
                  <a:pt x="804" y="698"/>
                  <a:pt x="797" y="710"/>
                </a:cubicBezTo>
                <a:cubicBezTo>
                  <a:pt x="794" y="711"/>
                  <a:pt x="794" y="709"/>
                  <a:pt x="792" y="710"/>
                </a:cubicBezTo>
                <a:close/>
                <a:moveTo>
                  <a:pt x="796" y="745"/>
                </a:moveTo>
                <a:cubicBezTo>
                  <a:pt x="796" y="742"/>
                  <a:pt x="796" y="741"/>
                  <a:pt x="798" y="741"/>
                </a:cubicBezTo>
                <a:cubicBezTo>
                  <a:pt x="799" y="743"/>
                  <a:pt x="798" y="745"/>
                  <a:pt x="796" y="745"/>
                </a:cubicBezTo>
                <a:close/>
                <a:moveTo>
                  <a:pt x="854" y="600"/>
                </a:moveTo>
                <a:cubicBezTo>
                  <a:pt x="855" y="603"/>
                  <a:pt x="854" y="605"/>
                  <a:pt x="853" y="607"/>
                </a:cubicBezTo>
                <a:cubicBezTo>
                  <a:pt x="857" y="608"/>
                  <a:pt x="853" y="605"/>
                  <a:pt x="856" y="605"/>
                </a:cubicBezTo>
                <a:cubicBezTo>
                  <a:pt x="859" y="613"/>
                  <a:pt x="854" y="631"/>
                  <a:pt x="850" y="639"/>
                </a:cubicBezTo>
                <a:cubicBezTo>
                  <a:pt x="851" y="658"/>
                  <a:pt x="841" y="676"/>
                  <a:pt x="838" y="690"/>
                </a:cubicBezTo>
                <a:cubicBezTo>
                  <a:pt x="836" y="690"/>
                  <a:pt x="836" y="691"/>
                  <a:pt x="835" y="691"/>
                </a:cubicBezTo>
                <a:cubicBezTo>
                  <a:pt x="829" y="708"/>
                  <a:pt x="818" y="716"/>
                  <a:pt x="810" y="728"/>
                </a:cubicBezTo>
                <a:cubicBezTo>
                  <a:pt x="807" y="715"/>
                  <a:pt x="818" y="707"/>
                  <a:pt x="816" y="695"/>
                </a:cubicBezTo>
                <a:cubicBezTo>
                  <a:pt x="818" y="693"/>
                  <a:pt x="819" y="690"/>
                  <a:pt x="823" y="691"/>
                </a:cubicBezTo>
                <a:cubicBezTo>
                  <a:pt x="824" y="688"/>
                  <a:pt x="825" y="685"/>
                  <a:pt x="829" y="685"/>
                </a:cubicBezTo>
                <a:cubicBezTo>
                  <a:pt x="832" y="667"/>
                  <a:pt x="848" y="650"/>
                  <a:pt x="842" y="625"/>
                </a:cubicBezTo>
                <a:cubicBezTo>
                  <a:pt x="846" y="625"/>
                  <a:pt x="846" y="625"/>
                  <a:pt x="846" y="625"/>
                </a:cubicBezTo>
                <a:cubicBezTo>
                  <a:pt x="844" y="623"/>
                  <a:pt x="843" y="621"/>
                  <a:pt x="844" y="617"/>
                </a:cubicBezTo>
                <a:cubicBezTo>
                  <a:pt x="845" y="618"/>
                  <a:pt x="846" y="620"/>
                  <a:pt x="846" y="622"/>
                </a:cubicBezTo>
                <a:cubicBezTo>
                  <a:pt x="849" y="619"/>
                  <a:pt x="847" y="614"/>
                  <a:pt x="847" y="610"/>
                </a:cubicBezTo>
                <a:cubicBezTo>
                  <a:pt x="849" y="611"/>
                  <a:pt x="851" y="612"/>
                  <a:pt x="853" y="613"/>
                </a:cubicBezTo>
                <a:cubicBezTo>
                  <a:pt x="855" y="611"/>
                  <a:pt x="851" y="609"/>
                  <a:pt x="850" y="607"/>
                </a:cubicBezTo>
                <a:cubicBezTo>
                  <a:pt x="850" y="604"/>
                  <a:pt x="851" y="602"/>
                  <a:pt x="849" y="598"/>
                </a:cubicBezTo>
                <a:cubicBezTo>
                  <a:pt x="846" y="595"/>
                  <a:pt x="848" y="590"/>
                  <a:pt x="845" y="585"/>
                </a:cubicBezTo>
                <a:cubicBezTo>
                  <a:pt x="846" y="581"/>
                  <a:pt x="853" y="592"/>
                  <a:pt x="849" y="593"/>
                </a:cubicBezTo>
                <a:cubicBezTo>
                  <a:pt x="850" y="594"/>
                  <a:pt x="852" y="595"/>
                  <a:pt x="854" y="596"/>
                </a:cubicBezTo>
                <a:cubicBezTo>
                  <a:pt x="854" y="596"/>
                  <a:pt x="855" y="595"/>
                  <a:pt x="855" y="594"/>
                </a:cubicBezTo>
                <a:cubicBezTo>
                  <a:pt x="855" y="597"/>
                  <a:pt x="855" y="597"/>
                  <a:pt x="858" y="599"/>
                </a:cubicBezTo>
                <a:cubicBezTo>
                  <a:pt x="855" y="599"/>
                  <a:pt x="857" y="602"/>
                  <a:pt x="854" y="600"/>
                </a:cubicBezTo>
                <a:close/>
                <a:moveTo>
                  <a:pt x="940" y="190"/>
                </a:moveTo>
                <a:cubicBezTo>
                  <a:pt x="941" y="191"/>
                  <a:pt x="943" y="193"/>
                  <a:pt x="942" y="194"/>
                </a:cubicBezTo>
                <a:cubicBezTo>
                  <a:pt x="940" y="194"/>
                  <a:pt x="938" y="192"/>
                  <a:pt x="940" y="190"/>
                </a:cubicBezTo>
                <a:close/>
                <a:moveTo>
                  <a:pt x="922" y="150"/>
                </a:moveTo>
                <a:cubicBezTo>
                  <a:pt x="921" y="149"/>
                  <a:pt x="921" y="150"/>
                  <a:pt x="920" y="150"/>
                </a:cubicBezTo>
                <a:cubicBezTo>
                  <a:pt x="919" y="149"/>
                  <a:pt x="917" y="148"/>
                  <a:pt x="917" y="145"/>
                </a:cubicBezTo>
                <a:cubicBezTo>
                  <a:pt x="920" y="145"/>
                  <a:pt x="921" y="147"/>
                  <a:pt x="922" y="150"/>
                </a:cubicBezTo>
                <a:close/>
                <a:moveTo>
                  <a:pt x="905" y="180"/>
                </a:moveTo>
                <a:cubicBezTo>
                  <a:pt x="906" y="182"/>
                  <a:pt x="910" y="180"/>
                  <a:pt x="909" y="184"/>
                </a:cubicBezTo>
                <a:cubicBezTo>
                  <a:pt x="907" y="185"/>
                  <a:pt x="907" y="183"/>
                  <a:pt x="905" y="184"/>
                </a:cubicBezTo>
                <a:lnTo>
                  <a:pt x="905" y="180"/>
                </a:lnTo>
                <a:close/>
                <a:moveTo>
                  <a:pt x="898" y="427"/>
                </a:moveTo>
                <a:cubicBezTo>
                  <a:pt x="895" y="429"/>
                  <a:pt x="894" y="425"/>
                  <a:pt x="893" y="423"/>
                </a:cubicBezTo>
                <a:cubicBezTo>
                  <a:pt x="895" y="424"/>
                  <a:pt x="897" y="425"/>
                  <a:pt x="898" y="427"/>
                </a:cubicBezTo>
                <a:close/>
                <a:moveTo>
                  <a:pt x="895" y="252"/>
                </a:moveTo>
                <a:cubicBezTo>
                  <a:pt x="887" y="252"/>
                  <a:pt x="880" y="251"/>
                  <a:pt x="880" y="243"/>
                </a:cubicBezTo>
                <a:cubicBezTo>
                  <a:pt x="886" y="247"/>
                  <a:pt x="894" y="243"/>
                  <a:pt x="895" y="252"/>
                </a:cubicBezTo>
                <a:close/>
                <a:moveTo>
                  <a:pt x="880" y="121"/>
                </a:moveTo>
                <a:cubicBezTo>
                  <a:pt x="877" y="119"/>
                  <a:pt x="875" y="119"/>
                  <a:pt x="874" y="116"/>
                </a:cubicBezTo>
                <a:cubicBezTo>
                  <a:pt x="876" y="119"/>
                  <a:pt x="880" y="115"/>
                  <a:pt x="880" y="121"/>
                </a:cubicBezTo>
                <a:close/>
                <a:moveTo>
                  <a:pt x="860" y="272"/>
                </a:moveTo>
                <a:cubicBezTo>
                  <a:pt x="863" y="273"/>
                  <a:pt x="865" y="273"/>
                  <a:pt x="866" y="275"/>
                </a:cubicBezTo>
                <a:cubicBezTo>
                  <a:pt x="865" y="280"/>
                  <a:pt x="859" y="277"/>
                  <a:pt x="860" y="272"/>
                </a:cubicBezTo>
                <a:close/>
                <a:moveTo>
                  <a:pt x="866" y="111"/>
                </a:moveTo>
                <a:cubicBezTo>
                  <a:pt x="868" y="106"/>
                  <a:pt x="872" y="112"/>
                  <a:pt x="872" y="114"/>
                </a:cubicBezTo>
                <a:cubicBezTo>
                  <a:pt x="871" y="116"/>
                  <a:pt x="867" y="112"/>
                  <a:pt x="866" y="111"/>
                </a:cubicBezTo>
                <a:close/>
                <a:moveTo>
                  <a:pt x="870" y="277"/>
                </a:moveTo>
                <a:cubicBezTo>
                  <a:pt x="876" y="278"/>
                  <a:pt x="879" y="282"/>
                  <a:pt x="881" y="288"/>
                </a:cubicBezTo>
                <a:cubicBezTo>
                  <a:pt x="876" y="286"/>
                  <a:pt x="873" y="281"/>
                  <a:pt x="870" y="277"/>
                </a:cubicBezTo>
                <a:close/>
                <a:moveTo>
                  <a:pt x="890" y="266"/>
                </a:moveTo>
                <a:cubicBezTo>
                  <a:pt x="885" y="261"/>
                  <a:pt x="879" y="265"/>
                  <a:pt x="874" y="259"/>
                </a:cubicBezTo>
                <a:cubicBezTo>
                  <a:pt x="875" y="258"/>
                  <a:pt x="878" y="258"/>
                  <a:pt x="876" y="256"/>
                </a:cubicBezTo>
                <a:cubicBezTo>
                  <a:pt x="877" y="256"/>
                  <a:pt x="889" y="259"/>
                  <a:pt x="893" y="263"/>
                </a:cubicBezTo>
                <a:cubicBezTo>
                  <a:pt x="893" y="266"/>
                  <a:pt x="889" y="263"/>
                  <a:pt x="890" y="266"/>
                </a:cubicBezTo>
                <a:close/>
                <a:moveTo>
                  <a:pt x="898" y="438"/>
                </a:moveTo>
                <a:cubicBezTo>
                  <a:pt x="894" y="437"/>
                  <a:pt x="894" y="432"/>
                  <a:pt x="893" y="428"/>
                </a:cubicBezTo>
                <a:cubicBezTo>
                  <a:pt x="896" y="430"/>
                  <a:pt x="900" y="434"/>
                  <a:pt x="898" y="438"/>
                </a:cubicBezTo>
                <a:close/>
                <a:moveTo>
                  <a:pt x="902" y="444"/>
                </a:moveTo>
                <a:cubicBezTo>
                  <a:pt x="903" y="444"/>
                  <a:pt x="904" y="444"/>
                  <a:pt x="904" y="443"/>
                </a:cubicBezTo>
                <a:cubicBezTo>
                  <a:pt x="906" y="444"/>
                  <a:pt x="905" y="448"/>
                  <a:pt x="908" y="447"/>
                </a:cubicBezTo>
                <a:cubicBezTo>
                  <a:pt x="905" y="450"/>
                  <a:pt x="909" y="453"/>
                  <a:pt x="911" y="456"/>
                </a:cubicBezTo>
                <a:cubicBezTo>
                  <a:pt x="906" y="457"/>
                  <a:pt x="904" y="448"/>
                  <a:pt x="902" y="444"/>
                </a:cubicBezTo>
                <a:close/>
                <a:moveTo>
                  <a:pt x="904" y="301"/>
                </a:moveTo>
                <a:cubicBezTo>
                  <a:pt x="906" y="302"/>
                  <a:pt x="907" y="302"/>
                  <a:pt x="908" y="304"/>
                </a:cubicBezTo>
                <a:cubicBezTo>
                  <a:pt x="907" y="306"/>
                  <a:pt x="903" y="304"/>
                  <a:pt x="904" y="301"/>
                </a:cubicBezTo>
                <a:close/>
                <a:moveTo>
                  <a:pt x="917" y="342"/>
                </a:moveTo>
                <a:cubicBezTo>
                  <a:pt x="920" y="340"/>
                  <a:pt x="924" y="345"/>
                  <a:pt x="924" y="340"/>
                </a:cubicBezTo>
                <a:cubicBezTo>
                  <a:pt x="928" y="340"/>
                  <a:pt x="931" y="340"/>
                  <a:pt x="933" y="342"/>
                </a:cubicBezTo>
                <a:cubicBezTo>
                  <a:pt x="931" y="347"/>
                  <a:pt x="935" y="347"/>
                  <a:pt x="935" y="351"/>
                </a:cubicBezTo>
                <a:cubicBezTo>
                  <a:pt x="930" y="347"/>
                  <a:pt x="919" y="349"/>
                  <a:pt x="917" y="342"/>
                </a:cubicBezTo>
                <a:close/>
                <a:moveTo>
                  <a:pt x="921" y="248"/>
                </a:moveTo>
                <a:cubicBezTo>
                  <a:pt x="921" y="246"/>
                  <a:pt x="921" y="246"/>
                  <a:pt x="921" y="246"/>
                </a:cubicBezTo>
                <a:cubicBezTo>
                  <a:pt x="925" y="246"/>
                  <a:pt x="925" y="250"/>
                  <a:pt x="927" y="252"/>
                </a:cubicBezTo>
                <a:cubicBezTo>
                  <a:pt x="924" y="250"/>
                  <a:pt x="924" y="248"/>
                  <a:pt x="921" y="248"/>
                </a:cubicBezTo>
                <a:close/>
                <a:moveTo>
                  <a:pt x="928" y="252"/>
                </a:moveTo>
                <a:cubicBezTo>
                  <a:pt x="931" y="252"/>
                  <a:pt x="932" y="253"/>
                  <a:pt x="932" y="256"/>
                </a:cubicBezTo>
                <a:cubicBezTo>
                  <a:pt x="930" y="255"/>
                  <a:pt x="928" y="255"/>
                  <a:pt x="928" y="252"/>
                </a:cubicBezTo>
                <a:close/>
                <a:moveTo>
                  <a:pt x="936" y="253"/>
                </a:moveTo>
                <a:cubicBezTo>
                  <a:pt x="926" y="239"/>
                  <a:pt x="908" y="238"/>
                  <a:pt x="898" y="224"/>
                </a:cubicBezTo>
                <a:cubicBezTo>
                  <a:pt x="905" y="226"/>
                  <a:pt x="909" y="228"/>
                  <a:pt x="917" y="230"/>
                </a:cubicBezTo>
                <a:cubicBezTo>
                  <a:pt x="916" y="233"/>
                  <a:pt x="923" y="237"/>
                  <a:pt x="925" y="236"/>
                </a:cubicBezTo>
                <a:cubicBezTo>
                  <a:pt x="929" y="247"/>
                  <a:pt x="942" y="246"/>
                  <a:pt x="946" y="256"/>
                </a:cubicBezTo>
                <a:cubicBezTo>
                  <a:pt x="942" y="256"/>
                  <a:pt x="940" y="251"/>
                  <a:pt x="936" y="253"/>
                </a:cubicBezTo>
                <a:close/>
                <a:moveTo>
                  <a:pt x="952" y="227"/>
                </a:moveTo>
                <a:cubicBezTo>
                  <a:pt x="951" y="228"/>
                  <a:pt x="955" y="231"/>
                  <a:pt x="955" y="234"/>
                </a:cubicBezTo>
                <a:cubicBezTo>
                  <a:pt x="951" y="234"/>
                  <a:pt x="949" y="230"/>
                  <a:pt x="946" y="228"/>
                </a:cubicBezTo>
                <a:cubicBezTo>
                  <a:pt x="946" y="230"/>
                  <a:pt x="943" y="232"/>
                  <a:pt x="942" y="230"/>
                </a:cubicBezTo>
                <a:cubicBezTo>
                  <a:pt x="941" y="232"/>
                  <a:pt x="942" y="232"/>
                  <a:pt x="943" y="233"/>
                </a:cubicBezTo>
                <a:cubicBezTo>
                  <a:pt x="941" y="235"/>
                  <a:pt x="939" y="229"/>
                  <a:pt x="937" y="233"/>
                </a:cubicBezTo>
                <a:cubicBezTo>
                  <a:pt x="934" y="225"/>
                  <a:pt x="924" y="220"/>
                  <a:pt x="920" y="211"/>
                </a:cubicBezTo>
                <a:cubicBezTo>
                  <a:pt x="923" y="211"/>
                  <a:pt x="923" y="211"/>
                  <a:pt x="923" y="211"/>
                </a:cubicBezTo>
                <a:cubicBezTo>
                  <a:pt x="922" y="208"/>
                  <a:pt x="919" y="208"/>
                  <a:pt x="919" y="205"/>
                </a:cubicBezTo>
                <a:cubicBezTo>
                  <a:pt x="925" y="209"/>
                  <a:pt x="933" y="210"/>
                  <a:pt x="938" y="214"/>
                </a:cubicBezTo>
                <a:cubicBezTo>
                  <a:pt x="938" y="219"/>
                  <a:pt x="940" y="220"/>
                  <a:pt x="944" y="220"/>
                </a:cubicBezTo>
                <a:cubicBezTo>
                  <a:pt x="943" y="219"/>
                  <a:pt x="940" y="220"/>
                  <a:pt x="941" y="217"/>
                </a:cubicBezTo>
                <a:cubicBezTo>
                  <a:pt x="942" y="217"/>
                  <a:pt x="943" y="217"/>
                  <a:pt x="943" y="216"/>
                </a:cubicBezTo>
                <a:cubicBezTo>
                  <a:pt x="943" y="214"/>
                  <a:pt x="942" y="213"/>
                  <a:pt x="940" y="213"/>
                </a:cubicBezTo>
                <a:cubicBezTo>
                  <a:pt x="953" y="206"/>
                  <a:pt x="955" y="226"/>
                  <a:pt x="963" y="229"/>
                </a:cubicBezTo>
                <a:cubicBezTo>
                  <a:pt x="963" y="232"/>
                  <a:pt x="964" y="232"/>
                  <a:pt x="964" y="235"/>
                </a:cubicBezTo>
                <a:cubicBezTo>
                  <a:pt x="959" y="234"/>
                  <a:pt x="957" y="229"/>
                  <a:pt x="952" y="227"/>
                </a:cubicBezTo>
                <a:close/>
                <a:moveTo>
                  <a:pt x="966" y="256"/>
                </a:moveTo>
                <a:cubicBezTo>
                  <a:pt x="965" y="257"/>
                  <a:pt x="962" y="254"/>
                  <a:pt x="963" y="250"/>
                </a:cubicBezTo>
                <a:cubicBezTo>
                  <a:pt x="965" y="251"/>
                  <a:pt x="966" y="252"/>
                  <a:pt x="967" y="255"/>
                </a:cubicBezTo>
                <a:cubicBezTo>
                  <a:pt x="965" y="254"/>
                  <a:pt x="965" y="256"/>
                  <a:pt x="966" y="256"/>
                </a:cubicBezTo>
                <a:close/>
                <a:moveTo>
                  <a:pt x="966" y="199"/>
                </a:moveTo>
                <a:cubicBezTo>
                  <a:pt x="970" y="199"/>
                  <a:pt x="972" y="202"/>
                  <a:pt x="975" y="204"/>
                </a:cubicBezTo>
                <a:cubicBezTo>
                  <a:pt x="972" y="208"/>
                  <a:pt x="967" y="202"/>
                  <a:pt x="966" y="199"/>
                </a:cubicBezTo>
                <a:close/>
                <a:moveTo>
                  <a:pt x="880" y="807"/>
                </a:moveTo>
                <a:cubicBezTo>
                  <a:pt x="880" y="802"/>
                  <a:pt x="882" y="800"/>
                  <a:pt x="884" y="798"/>
                </a:cubicBezTo>
                <a:cubicBezTo>
                  <a:pt x="886" y="802"/>
                  <a:pt x="883" y="806"/>
                  <a:pt x="880" y="807"/>
                </a:cubicBezTo>
                <a:close/>
                <a:moveTo>
                  <a:pt x="890" y="805"/>
                </a:moveTo>
                <a:cubicBezTo>
                  <a:pt x="891" y="801"/>
                  <a:pt x="892" y="802"/>
                  <a:pt x="896" y="802"/>
                </a:cubicBezTo>
                <a:cubicBezTo>
                  <a:pt x="896" y="805"/>
                  <a:pt x="893" y="807"/>
                  <a:pt x="890" y="805"/>
                </a:cubicBezTo>
                <a:close/>
                <a:moveTo>
                  <a:pt x="854" y="904"/>
                </a:moveTo>
                <a:cubicBezTo>
                  <a:pt x="849" y="906"/>
                  <a:pt x="844" y="912"/>
                  <a:pt x="838" y="910"/>
                </a:cubicBezTo>
                <a:cubicBezTo>
                  <a:pt x="843" y="903"/>
                  <a:pt x="848" y="893"/>
                  <a:pt x="859" y="896"/>
                </a:cubicBezTo>
                <a:cubicBezTo>
                  <a:pt x="857" y="899"/>
                  <a:pt x="855" y="898"/>
                  <a:pt x="854" y="904"/>
                </a:cubicBezTo>
                <a:close/>
                <a:moveTo>
                  <a:pt x="873" y="877"/>
                </a:moveTo>
                <a:cubicBezTo>
                  <a:pt x="870" y="877"/>
                  <a:pt x="870" y="880"/>
                  <a:pt x="866" y="880"/>
                </a:cubicBezTo>
                <a:cubicBezTo>
                  <a:pt x="867" y="875"/>
                  <a:pt x="869" y="872"/>
                  <a:pt x="874" y="872"/>
                </a:cubicBezTo>
                <a:cubicBezTo>
                  <a:pt x="874" y="874"/>
                  <a:pt x="873" y="874"/>
                  <a:pt x="873" y="877"/>
                </a:cubicBezTo>
                <a:close/>
                <a:moveTo>
                  <a:pt x="916" y="832"/>
                </a:moveTo>
                <a:cubicBezTo>
                  <a:pt x="913" y="834"/>
                  <a:pt x="911" y="832"/>
                  <a:pt x="910" y="830"/>
                </a:cubicBezTo>
                <a:cubicBezTo>
                  <a:pt x="911" y="823"/>
                  <a:pt x="920" y="824"/>
                  <a:pt x="916" y="832"/>
                </a:cubicBezTo>
                <a:close/>
                <a:moveTo>
                  <a:pt x="885" y="951"/>
                </a:moveTo>
                <a:cubicBezTo>
                  <a:pt x="888" y="949"/>
                  <a:pt x="889" y="945"/>
                  <a:pt x="893" y="944"/>
                </a:cubicBezTo>
                <a:cubicBezTo>
                  <a:pt x="891" y="947"/>
                  <a:pt x="888" y="952"/>
                  <a:pt x="885" y="951"/>
                </a:cubicBezTo>
                <a:close/>
                <a:moveTo>
                  <a:pt x="892" y="915"/>
                </a:moveTo>
                <a:cubicBezTo>
                  <a:pt x="885" y="920"/>
                  <a:pt x="879" y="926"/>
                  <a:pt x="870" y="928"/>
                </a:cubicBezTo>
                <a:cubicBezTo>
                  <a:pt x="870" y="924"/>
                  <a:pt x="873" y="923"/>
                  <a:pt x="876" y="922"/>
                </a:cubicBezTo>
                <a:cubicBezTo>
                  <a:pt x="884" y="918"/>
                  <a:pt x="890" y="910"/>
                  <a:pt x="900" y="908"/>
                </a:cubicBezTo>
                <a:cubicBezTo>
                  <a:pt x="901" y="912"/>
                  <a:pt x="897" y="917"/>
                  <a:pt x="892" y="915"/>
                </a:cubicBezTo>
                <a:close/>
                <a:moveTo>
                  <a:pt x="899" y="940"/>
                </a:moveTo>
                <a:cubicBezTo>
                  <a:pt x="902" y="928"/>
                  <a:pt x="913" y="924"/>
                  <a:pt x="921" y="917"/>
                </a:cubicBezTo>
                <a:cubicBezTo>
                  <a:pt x="919" y="928"/>
                  <a:pt x="905" y="932"/>
                  <a:pt x="899" y="940"/>
                </a:cubicBezTo>
                <a:close/>
                <a:moveTo>
                  <a:pt x="924" y="887"/>
                </a:moveTo>
                <a:cubicBezTo>
                  <a:pt x="920" y="886"/>
                  <a:pt x="920" y="890"/>
                  <a:pt x="916" y="889"/>
                </a:cubicBezTo>
                <a:cubicBezTo>
                  <a:pt x="918" y="886"/>
                  <a:pt x="920" y="883"/>
                  <a:pt x="924" y="883"/>
                </a:cubicBezTo>
                <a:lnTo>
                  <a:pt x="924" y="887"/>
                </a:lnTo>
                <a:close/>
                <a:moveTo>
                  <a:pt x="944" y="754"/>
                </a:moveTo>
                <a:cubicBezTo>
                  <a:pt x="941" y="752"/>
                  <a:pt x="946" y="750"/>
                  <a:pt x="946" y="748"/>
                </a:cubicBezTo>
                <a:cubicBezTo>
                  <a:pt x="948" y="750"/>
                  <a:pt x="943" y="751"/>
                  <a:pt x="944" y="754"/>
                </a:cubicBezTo>
                <a:close/>
                <a:moveTo>
                  <a:pt x="946" y="747"/>
                </a:moveTo>
                <a:cubicBezTo>
                  <a:pt x="945" y="745"/>
                  <a:pt x="944" y="739"/>
                  <a:pt x="947" y="736"/>
                </a:cubicBezTo>
                <a:cubicBezTo>
                  <a:pt x="949" y="740"/>
                  <a:pt x="950" y="745"/>
                  <a:pt x="946" y="747"/>
                </a:cubicBezTo>
                <a:close/>
                <a:moveTo>
                  <a:pt x="809" y="1015"/>
                </a:moveTo>
                <a:cubicBezTo>
                  <a:pt x="808" y="1011"/>
                  <a:pt x="814" y="1011"/>
                  <a:pt x="814" y="1014"/>
                </a:cubicBezTo>
                <a:cubicBezTo>
                  <a:pt x="812" y="1014"/>
                  <a:pt x="811" y="1016"/>
                  <a:pt x="809" y="1015"/>
                </a:cubicBezTo>
                <a:close/>
                <a:moveTo>
                  <a:pt x="864" y="1003"/>
                </a:moveTo>
                <a:cubicBezTo>
                  <a:pt x="863" y="1000"/>
                  <a:pt x="867" y="995"/>
                  <a:pt x="872" y="995"/>
                </a:cubicBezTo>
                <a:cubicBezTo>
                  <a:pt x="870" y="999"/>
                  <a:pt x="866" y="1000"/>
                  <a:pt x="864" y="1003"/>
                </a:cubicBezTo>
                <a:close/>
                <a:moveTo>
                  <a:pt x="859" y="1053"/>
                </a:moveTo>
                <a:cubicBezTo>
                  <a:pt x="863" y="1048"/>
                  <a:pt x="869" y="1047"/>
                  <a:pt x="875" y="1045"/>
                </a:cubicBezTo>
                <a:cubicBezTo>
                  <a:pt x="873" y="1050"/>
                  <a:pt x="865" y="1053"/>
                  <a:pt x="859" y="1053"/>
                </a:cubicBezTo>
                <a:close/>
                <a:moveTo>
                  <a:pt x="906" y="981"/>
                </a:moveTo>
                <a:cubicBezTo>
                  <a:pt x="903" y="981"/>
                  <a:pt x="904" y="979"/>
                  <a:pt x="902" y="979"/>
                </a:cubicBezTo>
                <a:cubicBezTo>
                  <a:pt x="901" y="976"/>
                  <a:pt x="903" y="976"/>
                  <a:pt x="903" y="973"/>
                </a:cubicBezTo>
                <a:cubicBezTo>
                  <a:pt x="906" y="973"/>
                  <a:pt x="906" y="973"/>
                  <a:pt x="906" y="973"/>
                </a:cubicBezTo>
                <a:cubicBezTo>
                  <a:pt x="905" y="977"/>
                  <a:pt x="907" y="979"/>
                  <a:pt x="906" y="981"/>
                </a:cubicBezTo>
                <a:close/>
                <a:moveTo>
                  <a:pt x="907" y="1053"/>
                </a:moveTo>
                <a:cubicBezTo>
                  <a:pt x="908" y="1050"/>
                  <a:pt x="910" y="1050"/>
                  <a:pt x="913" y="1050"/>
                </a:cubicBezTo>
                <a:cubicBezTo>
                  <a:pt x="913" y="1053"/>
                  <a:pt x="910" y="1053"/>
                  <a:pt x="907" y="1053"/>
                </a:cubicBezTo>
                <a:close/>
                <a:moveTo>
                  <a:pt x="919" y="954"/>
                </a:moveTo>
                <a:cubicBezTo>
                  <a:pt x="920" y="951"/>
                  <a:pt x="923" y="949"/>
                  <a:pt x="927" y="948"/>
                </a:cubicBezTo>
                <a:cubicBezTo>
                  <a:pt x="925" y="952"/>
                  <a:pt x="922" y="954"/>
                  <a:pt x="919" y="954"/>
                </a:cubicBezTo>
                <a:close/>
                <a:moveTo>
                  <a:pt x="961" y="1042"/>
                </a:moveTo>
                <a:cubicBezTo>
                  <a:pt x="961" y="1039"/>
                  <a:pt x="961" y="1039"/>
                  <a:pt x="961" y="1039"/>
                </a:cubicBezTo>
                <a:cubicBezTo>
                  <a:pt x="965" y="1040"/>
                  <a:pt x="964" y="1035"/>
                  <a:pt x="968" y="1036"/>
                </a:cubicBezTo>
                <a:cubicBezTo>
                  <a:pt x="967" y="1040"/>
                  <a:pt x="963" y="1043"/>
                  <a:pt x="961" y="1042"/>
                </a:cubicBezTo>
                <a:close/>
                <a:moveTo>
                  <a:pt x="968" y="1029"/>
                </a:moveTo>
                <a:cubicBezTo>
                  <a:pt x="969" y="1026"/>
                  <a:pt x="971" y="1027"/>
                  <a:pt x="972" y="1025"/>
                </a:cubicBezTo>
                <a:cubicBezTo>
                  <a:pt x="974" y="1026"/>
                  <a:pt x="971" y="1029"/>
                  <a:pt x="968" y="1029"/>
                </a:cubicBezTo>
                <a:close/>
                <a:moveTo>
                  <a:pt x="972" y="1011"/>
                </a:moveTo>
                <a:cubicBezTo>
                  <a:pt x="971" y="1003"/>
                  <a:pt x="977" y="1001"/>
                  <a:pt x="983" y="1000"/>
                </a:cubicBezTo>
                <a:cubicBezTo>
                  <a:pt x="980" y="1005"/>
                  <a:pt x="977" y="1009"/>
                  <a:pt x="972" y="1011"/>
                </a:cubicBezTo>
                <a:close/>
                <a:moveTo>
                  <a:pt x="990" y="1016"/>
                </a:moveTo>
                <a:cubicBezTo>
                  <a:pt x="986" y="1015"/>
                  <a:pt x="982" y="1019"/>
                  <a:pt x="982" y="1013"/>
                </a:cubicBezTo>
                <a:cubicBezTo>
                  <a:pt x="987" y="1014"/>
                  <a:pt x="988" y="1009"/>
                  <a:pt x="992" y="1011"/>
                </a:cubicBezTo>
                <a:cubicBezTo>
                  <a:pt x="992" y="1014"/>
                  <a:pt x="990" y="1014"/>
                  <a:pt x="990" y="1016"/>
                </a:cubicBezTo>
                <a:close/>
                <a:moveTo>
                  <a:pt x="1021" y="515"/>
                </a:moveTo>
                <a:cubicBezTo>
                  <a:pt x="1028" y="517"/>
                  <a:pt x="1023" y="525"/>
                  <a:pt x="1024" y="527"/>
                </a:cubicBezTo>
                <a:cubicBezTo>
                  <a:pt x="1022" y="528"/>
                  <a:pt x="1021" y="533"/>
                  <a:pt x="1018" y="531"/>
                </a:cubicBezTo>
                <a:cubicBezTo>
                  <a:pt x="1016" y="532"/>
                  <a:pt x="1017" y="538"/>
                  <a:pt x="1014" y="539"/>
                </a:cubicBezTo>
                <a:cubicBezTo>
                  <a:pt x="1012" y="529"/>
                  <a:pt x="1014" y="518"/>
                  <a:pt x="1021" y="515"/>
                </a:cubicBezTo>
                <a:close/>
                <a:moveTo>
                  <a:pt x="1008" y="607"/>
                </a:moveTo>
                <a:cubicBezTo>
                  <a:pt x="1007" y="606"/>
                  <a:pt x="1006" y="605"/>
                  <a:pt x="1006" y="603"/>
                </a:cubicBezTo>
                <a:cubicBezTo>
                  <a:pt x="1007" y="602"/>
                  <a:pt x="1009" y="602"/>
                  <a:pt x="1009" y="600"/>
                </a:cubicBezTo>
                <a:cubicBezTo>
                  <a:pt x="1011" y="602"/>
                  <a:pt x="1009" y="605"/>
                  <a:pt x="1008" y="607"/>
                </a:cubicBezTo>
                <a:close/>
                <a:moveTo>
                  <a:pt x="1012" y="965"/>
                </a:moveTo>
                <a:cubicBezTo>
                  <a:pt x="1014" y="964"/>
                  <a:pt x="1015" y="965"/>
                  <a:pt x="1017" y="965"/>
                </a:cubicBezTo>
                <a:cubicBezTo>
                  <a:pt x="1018" y="968"/>
                  <a:pt x="1016" y="968"/>
                  <a:pt x="1016" y="970"/>
                </a:cubicBezTo>
                <a:cubicBezTo>
                  <a:pt x="1014" y="969"/>
                  <a:pt x="1012" y="968"/>
                  <a:pt x="1012" y="965"/>
                </a:cubicBezTo>
                <a:close/>
                <a:moveTo>
                  <a:pt x="1014" y="1005"/>
                </a:moveTo>
                <a:cubicBezTo>
                  <a:pt x="1015" y="1001"/>
                  <a:pt x="1018" y="999"/>
                  <a:pt x="1022" y="998"/>
                </a:cubicBezTo>
                <a:cubicBezTo>
                  <a:pt x="1021" y="1002"/>
                  <a:pt x="1018" y="1004"/>
                  <a:pt x="1014" y="1005"/>
                </a:cubicBezTo>
                <a:close/>
                <a:moveTo>
                  <a:pt x="1022" y="997"/>
                </a:moveTo>
                <a:cubicBezTo>
                  <a:pt x="1022" y="996"/>
                  <a:pt x="1024" y="997"/>
                  <a:pt x="1024" y="995"/>
                </a:cubicBezTo>
                <a:cubicBezTo>
                  <a:pt x="1026" y="996"/>
                  <a:pt x="1026" y="997"/>
                  <a:pt x="1027" y="997"/>
                </a:cubicBezTo>
                <a:cubicBezTo>
                  <a:pt x="1026" y="1000"/>
                  <a:pt x="1023" y="998"/>
                  <a:pt x="1022" y="997"/>
                </a:cubicBezTo>
                <a:close/>
                <a:moveTo>
                  <a:pt x="1041" y="247"/>
                </a:moveTo>
                <a:cubicBezTo>
                  <a:pt x="1043" y="247"/>
                  <a:pt x="1043" y="247"/>
                  <a:pt x="1043" y="247"/>
                </a:cubicBezTo>
                <a:cubicBezTo>
                  <a:pt x="1042" y="254"/>
                  <a:pt x="1048" y="254"/>
                  <a:pt x="1048" y="260"/>
                </a:cubicBezTo>
                <a:cubicBezTo>
                  <a:pt x="1040" y="263"/>
                  <a:pt x="1036" y="254"/>
                  <a:pt x="1041" y="247"/>
                </a:cubicBezTo>
                <a:close/>
                <a:moveTo>
                  <a:pt x="1062" y="978"/>
                </a:moveTo>
                <a:cubicBezTo>
                  <a:pt x="1063" y="978"/>
                  <a:pt x="1063" y="979"/>
                  <a:pt x="1064" y="979"/>
                </a:cubicBezTo>
                <a:cubicBezTo>
                  <a:pt x="1064" y="974"/>
                  <a:pt x="1063" y="973"/>
                  <a:pt x="1064" y="970"/>
                </a:cubicBezTo>
                <a:cubicBezTo>
                  <a:pt x="1070" y="970"/>
                  <a:pt x="1064" y="983"/>
                  <a:pt x="1062" y="978"/>
                </a:cubicBezTo>
                <a:close/>
                <a:moveTo>
                  <a:pt x="1079" y="277"/>
                </a:moveTo>
                <a:cubicBezTo>
                  <a:pt x="1078" y="280"/>
                  <a:pt x="1082" y="283"/>
                  <a:pt x="1080" y="287"/>
                </a:cubicBezTo>
                <a:cubicBezTo>
                  <a:pt x="1077" y="286"/>
                  <a:pt x="1070" y="280"/>
                  <a:pt x="1076" y="279"/>
                </a:cubicBezTo>
                <a:cubicBezTo>
                  <a:pt x="1076" y="277"/>
                  <a:pt x="1072" y="279"/>
                  <a:pt x="1071" y="278"/>
                </a:cubicBezTo>
                <a:cubicBezTo>
                  <a:pt x="1070" y="275"/>
                  <a:pt x="1069" y="274"/>
                  <a:pt x="1067" y="272"/>
                </a:cubicBezTo>
                <a:cubicBezTo>
                  <a:pt x="1067" y="271"/>
                  <a:pt x="1068" y="271"/>
                  <a:pt x="1068" y="270"/>
                </a:cubicBezTo>
                <a:cubicBezTo>
                  <a:pt x="1070" y="270"/>
                  <a:pt x="1072" y="271"/>
                  <a:pt x="1072" y="267"/>
                </a:cubicBezTo>
                <a:cubicBezTo>
                  <a:pt x="1076" y="270"/>
                  <a:pt x="1079" y="273"/>
                  <a:pt x="1082" y="277"/>
                </a:cubicBezTo>
                <a:cubicBezTo>
                  <a:pt x="1083" y="277"/>
                  <a:pt x="1083" y="276"/>
                  <a:pt x="1083" y="275"/>
                </a:cubicBezTo>
                <a:cubicBezTo>
                  <a:pt x="1087" y="276"/>
                  <a:pt x="1085" y="280"/>
                  <a:pt x="1086" y="284"/>
                </a:cubicBezTo>
                <a:cubicBezTo>
                  <a:pt x="1082" y="283"/>
                  <a:pt x="1082" y="279"/>
                  <a:pt x="1079" y="277"/>
                </a:cubicBezTo>
                <a:close/>
                <a:moveTo>
                  <a:pt x="1090" y="289"/>
                </a:moveTo>
                <a:cubicBezTo>
                  <a:pt x="1096" y="290"/>
                  <a:pt x="1098" y="297"/>
                  <a:pt x="1099" y="304"/>
                </a:cubicBezTo>
                <a:cubicBezTo>
                  <a:pt x="1093" y="300"/>
                  <a:pt x="1094" y="294"/>
                  <a:pt x="1090" y="289"/>
                </a:cubicBezTo>
                <a:close/>
                <a:moveTo>
                  <a:pt x="1100" y="904"/>
                </a:moveTo>
                <a:cubicBezTo>
                  <a:pt x="1098" y="904"/>
                  <a:pt x="1098" y="903"/>
                  <a:pt x="1096" y="902"/>
                </a:cubicBezTo>
                <a:cubicBezTo>
                  <a:pt x="1097" y="895"/>
                  <a:pt x="1101" y="892"/>
                  <a:pt x="1105" y="888"/>
                </a:cubicBezTo>
                <a:cubicBezTo>
                  <a:pt x="1106" y="889"/>
                  <a:pt x="1106" y="889"/>
                  <a:pt x="1107" y="890"/>
                </a:cubicBezTo>
                <a:cubicBezTo>
                  <a:pt x="1106" y="896"/>
                  <a:pt x="1101" y="898"/>
                  <a:pt x="1100" y="904"/>
                </a:cubicBezTo>
                <a:close/>
                <a:moveTo>
                  <a:pt x="1172" y="461"/>
                </a:moveTo>
                <a:cubicBezTo>
                  <a:pt x="1169" y="460"/>
                  <a:pt x="1169" y="452"/>
                  <a:pt x="1169" y="449"/>
                </a:cubicBezTo>
                <a:cubicBezTo>
                  <a:pt x="1172" y="452"/>
                  <a:pt x="1172" y="456"/>
                  <a:pt x="1172" y="461"/>
                </a:cubicBezTo>
                <a:close/>
                <a:moveTo>
                  <a:pt x="1198" y="684"/>
                </a:moveTo>
                <a:cubicBezTo>
                  <a:pt x="1198" y="683"/>
                  <a:pt x="1198" y="683"/>
                  <a:pt x="1199" y="682"/>
                </a:cubicBezTo>
                <a:cubicBezTo>
                  <a:pt x="1198" y="683"/>
                  <a:pt x="1198" y="683"/>
                  <a:pt x="1198" y="684"/>
                </a:cubicBezTo>
                <a:close/>
                <a:moveTo>
                  <a:pt x="274" y="93"/>
                </a:moveTo>
                <a:cubicBezTo>
                  <a:pt x="274" y="92"/>
                  <a:pt x="275" y="92"/>
                  <a:pt x="275" y="92"/>
                </a:cubicBezTo>
                <a:cubicBezTo>
                  <a:pt x="274" y="92"/>
                  <a:pt x="274" y="92"/>
                  <a:pt x="274" y="93"/>
                </a:cubicBezTo>
                <a:close/>
                <a:moveTo>
                  <a:pt x="298" y="99"/>
                </a:moveTo>
                <a:cubicBezTo>
                  <a:pt x="301" y="99"/>
                  <a:pt x="305" y="94"/>
                  <a:pt x="306" y="93"/>
                </a:cubicBezTo>
                <a:cubicBezTo>
                  <a:pt x="302" y="94"/>
                  <a:pt x="300" y="96"/>
                  <a:pt x="298" y="99"/>
                </a:cubicBezTo>
                <a:close/>
                <a:moveTo>
                  <a:pt x="306" y="93"/>
                </a:moveTo>
                <a:cubicBezTo>
                  <a:pt x="306" y="93"/>
                  <a:pt x="306" y="93"/>
                  <a:pt x="306" y="93"/>
                </a:cubicBezTo>
                <a:cubicBezTo>
                  <a:pt x="306" y="92"/>
                  <a:pt x="306" y="92"/>
                  <a:pt x="306" y="93"/>
                </a:cubicBezTo>
                <a:close/>
                <a:moveTo>
                  <a:pt x="957" y="97"/>
                </a:moveTo>
                <a:cubicBezTo>
                  <a:pt x="966" y="98"/>
                  <a:pt x="963" y="95"/>
                  <a:pt x="955" y="93"/>
                </a:cubicBezTo>
                <a:cubicBezTo>
                  <a:pt x="953" y="95"/>
                  <a:pt x="957" y="95"/>
                  <a:pt x="957" y="97"/>
                </a:cubicBezTo>
                <a:close/>
                <a:moveTo>
                  <a:pt x="307" y="136"/>
                </a:moveTo>
                <a:cubicBezTo>
                  <a:pt x="310" y="133"/>
                  <a:pt x="315" y="131"/>
                  <a:pt x="318" y="127"/>
                </a:cubicBezTo>
                <a:cubicBezTo>
                  <a:pt x="311" y="127"/>
                  <a:pt x="310" y="132"/>
                  <a:pt x="307" y="136"/>
                </a:cubicBezTo>
                <a:close/>
                <a:moveTo>
                  <a:pt x="1024" y="152"/>
                </a:moveTo>
                <a:cubicBezTo>
                  <a:pt x="1027" y="152"/>
                  <a:pt x="1029" y="151"/>
                  <a:pt x="1030" y="150"/>
                </a:cubicBezTo>
                <a:cubicBezTo>
                  <a:pt x="1030" y="150"/>
                  <a:pt x="1031" y="151"/>
                  <a:pt x="1032" y="150"/>
                </a:cubicBezTo>
                <a:cubicBezTo>
                  <a:pt x="1032" y="146"/>
                  <a:pt x="1029" y="150"/>
                  <a:pt x="1028" y="150"/>
                </a:cubicBezTo>
                <a:cubicBezTo>
                  <a:pt x="1028" y="149"/>
                  <a:pt x="1024" y="146"/>
                  <a:pt x="1022" y="143"/>
                </a:cubicBezTo>
                <a:cubicBezTo>
                  <a:pt x="1022" y="145"/>
                  <a:pt x="1021" y="145"/>
                  <a:pt x="1020" y="146"/>
                </a:cubicBezTo>
                <a:cubicBezTo>
                  <a:pt x="1025" y="146"/>
                  <a:pt x="1024" y="150"/>
                  <a:pt x="1024" y="152"/>
                </a:cubicBezTo>
                <a:close/>
                <a:moveTo>
                  <a:pt x="941" y="152"/>
                </a:moveTo>
                <a:cubicBezTo>
                  <a:pt x="940" y="148"/>
                  <a:pt x="943" y="152"/>
                  <a:pt x="945" y="151"/>
                </a:cubicBezTo>
                <a:cubicBezTo>
                  <a:pt x="945" y="150"/>
                  <a:pt x="944" y="149"/>
                  <a:pt x="945" y="149"/>
                </a:cubicBezTo>
                <a:cubicBezTo>
                  <a:pt x="954" y="148"/>
                  <a:pt x="955" y="162"/>
                  <a:pt x="963" y="160"/>
                </a:cubicBezTo>
                <a:cubicBezTo>
                  <a:pt x="957" y="154"/>
                  <a:pt x="950" y="145"/>
                  <a:pt x="941" y="145"/>
                </a:cubicBezTo>
                <a:cubicBezTo>
                  <a:pt x="939" y="146"/>
                  <a:pt x="942" y="147"/>
                  <a:pt x="940" y="148"/>
                </a:cubicBezTo>
                <a:cubicBezTo>
                  <a:pt x="937" y="149"/>
                  <a:pt x="937" y="143"/>
                  <a:pt x="935" y="145"/>
                </a:cubicBezTo>
                <a:cubicBezTo>
                  <a:pt x="936" y="148"/>
                  <a:pt x="938" y="151"/>
                  <a:pt x="941" y="152"/>
                </a:cubicBezTo>
                <a:close/>
                <a:moveTo>
                  <a:pt x="959" y="161"/>
                </a:moveTo>
                <a:cubicBezTo>
                  <a:pt x="959" y="164"/>
                  <a:pt x="956" y="166"/>
                  <a:pt x="959" y="167"/>
                </a:cubicBezTo>
                <a:cubicBezTo>
                  <a:pt x="959" y="163"/>
                  <a:pt x="966" y="167"/>
                  <a:pt x="965" y="165"/>
                </a:cubicBezTo>
                <a:cubicBezTo>
                  <a:pt x="962" y="164"/>
                  <a:pt x="963" y="160"/>
                  <a:pt x="959" y="161"/>
                </a:cubicBezTo>
                <a:close/>
                <a:moveTo>
                  <a:pt x="313" y="176"/>
                </a:moveTo>
                <a:cubicBezTo>
                  <a:pt x="311" y="174"/>
                  <a:pt x="308" y="175"/>
                  <a:pt x="306" y="174"/>
                </a:cubicBezTo>
                <a:cubicBezTo>
                  <a:pt x="306" y="172"/>
                  <a:pt x="308" y="171"/>
                  <a:pt x="306" y="170"/>
                </a:cubicBezTo>
                <a:cubicBezTo>
                  <a:pt x="304" y="169"/>
                  <a:pt x="304" y="171"/>
                  <a:pt x="301" y="171"/>
                </a:cubicBezTo>
                <a:cubicBezTo>
                  <a:pt x="301" y="169"/>
                  <a:pt x="305" y="168"/>
                  <a:pt x="302" y="167"/>
                </a:cubicBezTo>
                <a:cubicBezTo>
                  <a:pt x="301" y="169"/>
                  <a:pt x="298" y="168"/>
                  <a:pt x="296" y="170"/>
                </a:cubicBezTo>
                <a:cubicBezTo>
                  <a:pt x="300" y="178"/>
                  <a:pt x="289" y="178"/>
                  <a:pt x="292" y="185"/>
                </a:cubicBezTo>
                <a:cubicBezTo>
                  <a:pt x="289" y="184"/>
                  <a:pt x="290" y="188"/>
                  <a:pt x="287" y="187"/>
                </a:cubicBezTo>
                <a:cubicBezTo>
                  <a:pt x="285" y="187"/>
                  <a:pt x="285" y="185"/>
                  <a:pt x="283" y="185"/>
                </a:cubicBezTo>
                <a:cubicBezTo>
                  <a:pt x="282" y="188"/>
                  <a:pt x="281" y="188"/>
                  <a:pt x="282" y="192"/>
                </a:cubicBezTo>
                <a:cubicBezTo>
                  <a:pt x="279" y="191"/>
                  <a:pt x="278" y="193"/>
                  <a:pt x="278" y="194"/>
                </a:cubicBezTo>
                <a:cubicBezTo>
                  <a:pt x="281" y="195"/>
                  <a:pt x="278" y="198"/>
                  <a:pt x="280" y="199"/>
                </a:cubicBezTo>
                <a:cubicBezTo>
                  <a:pt x="279" y="201"/>
                  <a:pt x="276" y="200"/>
                  <a:pt x="277" y="203"/>
                </a:cubicBezTo>
                <a:cubicBezTo>
                  <a:pt x="281" y="204"/>
                  <a:pt x="281" y="200"/>
                  <a:pt x="284" y="200"/>
                </a:cubicBezTo>
                <a:cubicBezTo>
                  <a:pt x="285" y="202"/>
                  <a:pt x="281" y="205"/>
                  <a:pt x="283" y="203"/>
                </a:cubicBezTo>
                <a:cubicBezTo>
                  <a:pt x="284" y="202"/>
                  <a:pt x="287" y="201"/>
                  <a:pt x="287" y="204"/>
                </a:cubicBezTo>
                <a:cubicBezTo>
                  <a:pt x="297" y="201"/>
                  <a:pt x="301" y="191"/>
                  <a:pt x="314" y="191"/>
                </a:cubicBezTo>
                <a:cubicBezTo>
                  <a:pt x="315" y="188"/>
                  <a:pt x="318" y="188"/>
                  <a:pt x="319" y="186"/>
                </a:cubicBezTo>
                <a:cubicBezTo>
                  <a:pt x="320" y="183"/>
                  <a:pt x="317" y="183"/>
                  <a:pt x="318" y="180"/>
                </a:cubicBezTo>
                <a:cubicBezTo>
                  <a:pt x="314" y="179"/>
                  <a:pt x="312" y="183"/>
                  <a:pt x="311" y="179"/>
                </a:cubicBezTo>
                <a:cubicBezTo>
                  <a:pt x="311" y="178"/>
                  <a:pt x="313" y="178"/>
                  <a:pt x="313" y="176"/>
                </a:cubicBezTo>
                <a:close/>
                <a:moveTo>
                  <a:pt x="287" y="201"/>
                </a:moveTo>
                <a:cubicBezTo>
                  <a:pt x="289" y="199"/>
                  <a:pt x="290" y="196"/>
                  <a:pt x="295" y="196"/>
                </a:cubicBezTo>
                <a:cubicBezTo>
                  <a:pt x="292" y="198"/>
                  <a:pt x="291" y="201"/>
                  <a:pt x="287" y="201"/>
                </a:cubicBezTo>
                <a:close/>
                <a:moveTo>
                  <a:pt x="296" y="185"/>
                </a:moveTo>
                <a:cubicBezTo>
                  <a:pt x="297" y="183"/>
                  <a:pt x="298" y="181"/>
                  <a:pt x="301" y="181"/>
                </a:cubicBezTo>
                <a:cubicBezTo>
                  <a:pt x="300" y="183"/>
                  <a:pt x="299" y="185"/>
                  <a:pt x="296" y="185"/>
                </a:cubicBezTo>
                <a:close/>
                <a:moveTo>
                  <a:pt x="995" y="203"/>
                </a:moveTo>
                <a:cubicBezTo>
                  <a:pt x="992" y="205"/>
                  <a:pt x="999" y="209"/>
                  <a:pt x="997" y="207"/>
                </a:cubicBezTo>
                <a:cubicBezTo>
                  <a:pt x="995" y="206"/>
                  <a:pt x="998" y="204"/>
                  <a:pt x="995" y="203"/>
                </a:cubicBezTo>
                <a:close/>
                <a:moveTo>
                  <a:pt x="1047" y="224"/>
                </a:moveTo>
                <a:cubicBezTo>
                  <a:pt x="1043" y="221"/>
                  <a:pt x="1039" y="213"/>
                  <a:pt x="1035" y="213"/>
                </a:cubicBezTo>
                <a:cubicBezTo>
                  <a:pt x="1039" y="216"/>
                  <a:pt x="1044" y="223"/>
                  <a:pt x="1047" y="224"/>
                </a:cubicBezTo>
                <a:close/>
                <a:moveTo>
                  <a:pt x="1039" y="227"/>
                </a:moveTo>
                <a:cubicBezTo>
                  <a:pt x="1041" y="228"/>
                  <a:pt x="1046" y="232"/>
                  <a:pt x="1042" y="235"/>
                </a:cubicBezTo>
                <a:cubicBezTo>
                  <a:pt x="1044" y="236"/>
                  <a:pt x="1047" y="235"/>
                  <a:pt x="1049" y="235"/>
                </a:cubicBezTo>
                <a:cubicBezTo>
                  <a:pt x="1047" y="232"/>
                  <a:pt x="1042" y="227"/>
                  <a:pt x="1039" y="227"/>
                </a:cubicBezTo>
                <a:close/>
                <a:moveTo>
                  <a:pt x="1051" y="248"/>
                </a:moveTo>
                <a:cubicBezTo>
                  <a:pt x="1051" y="245"/>
                  <a:pt x="1049" y="243"/>
                  <a:pt x="1047" y="242"/>
                </a:cubicBezTo>
                <a:cubicBezTo>
                  <a:pt x="1047" y="243"/>
                  <a:pt x="1046" y="242"/>
                  <a:pt x="1046" y="242"/>
                </a:cubicBezTo>
                <a:cubicBezTo>
                  <a:pt x="1045" y="245"/>
                  <a:pt x="1050" y="242"/>
                  <a:pt x="1049" y="247"/>
                </a:cubicBezTo>
                <a:cubicBezTo>
                  <a:pt x="1050" y="247"/>
                  <a:pt x="1051" y="247"/>
                  <a:pt x="1051" y="248"/>
                </a:cubicBezTo>
                <a:close/>
                <a:moveTo>
                  <a:pt x="6" y="590"/>
                </a:moveTo>
                <a:cubicBezTo>
                  <a:pt x="10" y="589"/>
                  <a:pt x="10" y="594"/>
                  <a:pt x="13" y="596"/>
                </a:cubicBezTo>
                <a:cubicBezTo>
                  <a:pt x="13" y="597"/>
                  <a:pt x="12" y="603"/>
                  <a:pt x="13" y="605"/>
                </a:cubicBezTo>
                <a:cubicBezTo>
                  <a:pt x="15" y="604"/>
                  <a:pt x="19" y="609"/>
                  <a:pt x="21" y="605"/>
                </a:cubicBezTo>
                <a:cubicBezTo>
                  <a:pt x="20" y="611"/>
                  <a:pt x="25" y="611"/>
                  <a:pt x="26" y="615"/>
                </a:cubicBezTo>
                <a:cubicBezTo>
                  <a:pt x="26" y="610"/>
                  <a:pt x="30" y="609"/>
                  <a:pt x="35" y="610"/>
                </a:cubicBezTo>
                <a:cubicBezTo>
                  <a:pt x="34" y="603"/>
                  <a:pt x="38" y="604"/>
                  <a:pt x="41" y="602"/>
                </a:cubicBezTo>
                <a:cubicBezTo>
                  <a:pt x="43" y="603"/>
                  <a:pt x="41" y="609"/>
                  <a:pt x="43" y="610"/>
                </a:cubicBezTo>
                <a:cubicBezTo>
                  <a:pt x="44" y="607"/>
                  <a:pt x="42" y="601"/>
                  <a:pt x="45" y="601"/>
                </a:cubicBezTo>
                <a:cubicBezTo>
                  <a:pt x="46" y="603"/>
                  <a:pt x="47" y="607"/>
                  <a:pt x="50" y="607"/>
                </a:cubicBezTo>
                <a:cubicBezTo>
                  <a:pt x="48" y="613"/>
                  <a:pt x="55" y="618"/>
                  <a:pt x="52" y="625"/>
                </a:cubicBezTo>
                <a:cubicBezTo>
                  <a:pt x="56" y="626"/>
                  <a:pt x="55" y="620"/>
                  <a:pt x="58" y="619"/>
                </a:cubicBezTo>
                <a:cubicBezTo>
                  <a:pt x="58" y="625"/>
                  <a:pt x="61" y="628"/>
                  <a:pt x="61" y="632"/>
                </a:cubicBezTo>
                <a:cubicBezTo>
                  <a:pt x="63" y="630"/>
                  <a:pt x="59" y="625"/>
                  <a:pt x="65" y="625"/>
                </a:cubicBezTo>
                <a:cubicBezTo>
                  <a:pt x="65" y="628"/>
                  <a:pt x="69" y="623"/>
                  <a:pt x="68" y="629"/>
                </a:cubicBezTo>
                <a:cubicBezTo>
                  <a:pt x="72" y="629"/>
                  <a:pt x="72" y="629"/>
                  <a:pt x="72" y="629"/>
                </a:cubicBezTo>
                <a:cubicBezTo>
                  <a:pt x="71" y="628"/>
                  <a:pt x="65" y="621"/>
                  <a:pt x="69" y="616"/>
                </a:cubicBezTo>
                <a:cubicBezTo>
                  <a:pt x="72" y="616"/>
                  <a:pt x="71" y="617"/>
                  <a:pt x="73" y="616"/>
                </a:cubicBezTo>
                <a:cubicBezTo>
                  <a:pt x="73" y="613"/>
                  <a:pt x="70" y="609"/>
                  <a:pt x="73" y="607"/>
                </a:cubicBezTo>
                <a:cubicBezTo>
                  <a:pt x="75" y="607"/>
                  <a:pt x="77" y="608"/>
                  <a:pt x="78" y="610"/>
                </a:cubicBezTo>
                <a:cubicBezTo>
                  <a:pt x="74" y="613"/>
                  <a:pt x="82" y="624"/>
                  <a:pt x="74" y="623"/>
                </a:cubicBezTo>
                <a:cubicBezTo>
                  <a:pt x="76" y="628"/>
                  <a:pt x="72" y="635"/>
                  <a:pt x="78" y="637"/>
                </a:cubicBezTo>
                <a:cubicBezTo>
                  <a:pt x="78" y="633"/>
                  <a:pt x="81" y="632"/>
                  <a:pt x="83" y="631"/>
                </a:cubicBezTo>
                <a:cubicBezTo>
                  <a:pt x="86" y="624"/>
                  <a:pt x="77" y="607"/>
                  <a:pt x="87" y="605"/>
                </a:cubicBezTo>
                <a:cubicBezTo>
                  <a:pt x="87" y="612"/>
                  <a:pt x="87" y="615"/>
                  <a:pt x="89" y="621"/>
                </a:cubicBezTo>
                <a:cubicBezTo>
                  <a:pt x="89" y="619"/>
                  <a:pt x="94" y="618"/>
                  <a:pt x="95" y="619"/>
                </a:cubicBezTo>
                <a:cubicBezTo>
                  <a:pt x="93" y="609"/>
                  <a:pt x="95" y="604"/>
                  <a:pt x="92" y="597"/>
                </a:cubicBezTo>
                <a:cubicBezTo>
                  <a:pt x="91" y="599"/>
                  <a:pt x="91" y="605"/>
                  <a:pt x="92" y="607"/>
                </a:cubicBezTo>
                <a:cubicBezTo>
                  <a:pt x="90" y="606"/>
                  <a:pt x="91" y="610"/>
                  <a:pt x="89" y="610"/>
                </a:cubicBezTo>
                <a:cubicBezTo>
                  <a:pt x="88" y="607"/>
                  <a:pt x="90" y="602"/>
                  <a:pt x="89" y="602"/>
                </a:cubicBezTo>
                <a:cubicBezTo>
                  <a:pt x="88" y="603"/>
                  <a:pt x="89" y="605"/>
                  <a:pt x="87" y="604"/>
                </a:cubicBezTo>
                <a:cubicBezTo>
                  <a:pt x="83" y="603"/>
                  <a:pt x="86" y="595"/>
                  <a:pt x="89" y="599"/>
                </a:cubicBezTo>
                <a:cubicBezTo>
                  <a:pt x="88" y="596"/>
                  <a:pt x="90" y="597"/>
                  <a:pt x="90" y="594"/>
                </a:cubicBezTo>
                <a:cubicBezTo>
                  <a:pt x="86" y="592"/>
                  <a:pt x="84" y="591"/>
                  <a:pt x="86" y="585"/>
                </a:cubicBezTo>
                <a:cubicBezTo>
                  <a:pt x="83" y="583"/>
                  <a:pt x="83" y="589"/>
                  <a:pt x="79" y="588"/>
                </a:cubicBezTo>
                <a:cubicBezTo>
                  <a:pt x="80" y="572"/>
                  <a:pt x="85" y="555"/>
                  <a:pt x="86" y="539"/>
                </a:cubicBezTo>
                <a:cubicBezTo>
                  <a:pt x="83" y="533"/>
                  <a:pt x="77" y="531"/>
                  <a:pt x="74" y="526"/>
                </a:cubicBezTo>
                <a:cubicBezTo>
                  <a:pt x="75" y="530"/>
                  <a:pt x="70" y="535"/>
                  <a:pt x="72" y="532"/>
                </a:cubicBezTo>
                <a:cubicBezTo>
                  <a:pt x="68" y="536"/>
                  <a:pt x="68" y="546"/>
                  <a:pt x="64" y="551"/>
                </a:cubicBezTo>
                <a:cubicBezTo>
                  <a:pt x="60" y="549"/>
                  <a:pt x="64" y="544"/>
                  <a:pt x="60" y="542"/>
                </a:cubicBezTo>
                <a:cubicBezTo>
                  <a:pt x="60" y="545"/>
                  <a:pt x="59" y="547"/>
                  <a:pt x="58" y="548"/>
                </a:cubicBezTo>
                <a:cubicBezTo>
                  <a:pt x="49" y="543"/>
                  <a:pt x="54" y="530"/>
                  <a:pt x="54" y="518"/>
                </a:cubicBezTo>
                <a:cubicBezTo>
                  <a:pt x="51" y="518"/>
                  <a:pt x="51" y="515"/>
                  <a:pt x="49" y="516"/>
                </a:cubicBezTo>
                <a:cubicBezTo>
                  <a:pt x="50" y="512"/>
                  <a:pt x="53" y="503"/>
                  <a:pt x="47" y="502"/>
                </a:cubicBezTo>
                <a:cubicBezTo>
                  <a:pt x="46" y="505"/>
                  <a:pt x="49" y="507"/>
                  <a:pt x="45" y="508"/>
                </a:cubicBezTo>
                <a:cubicBezTo>
                  <a:pt x="46" y="505"/>
                  <a:pt x="46" y="501"/>
                  <a:pt x="48" y="498"/>
                </a:cubicBezTo>
                <a:cubicBezTo>
                  <a:pt x="40" y="501"/>
                  <a:pt x="42" y="512"/>
                  <a:pt x="37" y="517"/>
                </a:cubicBezTo>
                <a:cubicBezTo>
                  <a:pt x="38" y="516"/>
                  <a:pt x="38" y="511"/>
                  <a:pt x="36" y="511"/>
                </a:cubicBezTo>
                <a:cubicBezTo>
                  <a:pt x="34" y="525"/>
                  <a:pt x="26" y="529"/>
                  <a:pt x="17" y="539"/>
                </a:cubicBezTo>
                <a:cubicBezTo>
                  <a:pt x="18" y="534"/>
                  <a:pt x="14" y="539"/>
                  <a:pt x="13" y="536"/>
                </a:cubicBezTo>
                <a:cubicBezTo>
                  <a:pt x="17" y="533"/>
                  <a:pt x="16" y="528"/>
                  <a:pt x="15" y="524"/>
                </a:cubicBezTo>
                <a:cubicBezTo>
                  <a:pt x="15" y="531"/>
                  <a:pt x="7" y="534"/>
                  <a:pt x="8" y="539"/>
                </a:cubicBezTo>
                <a:cubicBezTo>
                  <a:pt x="10" y="538"/>
                  <a:pt x="16" y="541"/>
                  <a:pt x="17" y="540"/>
                </a:cubicBezTo>
                <a:cubicBezTo>
                  <a:pt x="15" y="545"/>
                  <a:pt x="14" y="550"/>
                  <a:pt x="16" y="554"/>
                </a:cubicBezTo>
                <a:cubicBezTo>
                  <a:pt x="15" y="554"/>
                  <a:pt x="14" y="555"/>
                  <a:pt x="13" y="555"/>
                </a:cubicBezTo>
                <a:cubicBezTo>
                  <a:pt x="15" y="559"/>
                  <a:pt x="11" y="565"/>
                  <a:pt x="13" y="571"/>
                </a:cubicBezTo>
                <a:cubicBezTo>
                  <a:pt x="16" y="573"/>
                  <a:pt x="17" y="570"/>
                  <a:pt x="18" y="573"/>
                </a:cubicBezTo>
                <a:cubicBezTo>
                  <a:pt x="15" y="576"/>
                  <a:pt x="18" y="581"/>
                  <a:pt x="14" y="582"/>
                </a:cubicBezTo>
                <a:cubicBezTo>
                  <a:pt x="14" y="578"/>
                  <a:pt x="14" y="576"/>
                  <a:pt x="12" y="575"/>
                </a:cubicBezTo>
                <a:cubicBezTo>
                  <a:pt x="11" y="576"/>
                  <a:pt x="11" y="576"/>
                  <a:pt x="10" y="575"/>
                </a:cubicBezTo>
                <a:cubicBezTo>
                  <a:pt x="9" y="577"/>
                  <a:pt x="9" y="580"/>
                  <a:pt x="8" y="581"/>
                </a:cubicBezTo>
                <a:cubicBezTo>
                  <a:pt x="7" y="580"/>
                  <a:pt x="8" y="578"/>
                  <a:pt x="7" y="578"/>
                </a:cubicBezTo>
                <a:cubicBezTo>
                  <a:pt x="4" y="581"/>
                  <a:pt x="8" y="585"/>
                  <a:pt x="6" y="590"/>
                </a:cubicBezTo>
                <a:close/>
                <a:moveTo>
                  <a:pt x="50" y="518"/>
                </a:moveTo>
                <a:cubicBezTo>
                  <a:pt x="52" y="519"/>
                  <a:pt x="54" y="524"/>
                  <a:pt x="50" y="524"/>
                </a:cubicBezTo>
                <a:cubicBezTo>
                  <a:pt x="49" y="521"/>
                  <a:pt x="50" y="522"/>
                  <a:pt x="50" y="518"/>
                </a:cubicBezTo>
                <a:close/>
                <a:moveTo>
                  <a:pt x="47" y="590"/>
                </a:moveTo>
                <a:cubicBezTo>
                  <a:pt x="49" y="592"/>
                  <a:pt x="49" y="592"/>
                  <a:pt x="52" y="591"/>
                </a:cubicBezTo>
                <a:cubicBezTo>
                  <a:pt x="52" y="596"/>
                  <a:pt x="50" y="600"/>
                  <a:pt x="49" y="603"/>
                </a:cubicBezTo>
                <a:cubicBezTo>
                  <a:pt x="47" y="602"/>
                  <a:pt x="47" y="594"/>
                  <a:pt x="47" y="590"/>
                </a:cubicBezTo>
                <a:close/>
                <a:moveTo>
                  <a:pt x="34" y="583"/>
                </a:moveTo>
                <a:cubicBezTo>
                  <a:pt x="37" y="583"/>
                  <a:pt x="37" y="583"/>
                  <a:pt x="37" y="583"/>
                </a:cubicBezTo>
                <a:cubicBezTo>
                  <a:pt x="37" y="586"/>
                  <a:pt x="37" y="588"/>
                  <a:pt x="34" y="588"/>
                </a:cubicBezTo>
                <a:cubicBezTo>
                  <a:pt x="36" y="586"/>
                  <a:pt x="35" y="585"/>
                  <a:pt x="34" y="583"/>
                </a:cubicBezTo>
                <a:close/>
                <a:moveTo>
                  <a:pt x="33" y="595"/>
                </a:moveTo>
                <a:cubicBezTo>
                  <a:pt x="35" y="595"/>
                  <a:pt x="36" y="598"/>
                  <a:pt x="34" y="600"/>
                </a:cubicBezTo>
                <a:cubicBezTo>
                  <a:pt x="32" y="599"/>
                  <a:pt x="32" y="597"/>
                  <a:pt x="33" y="595"/>
                </a:cubicBezTo>
                <a:close/>
                <a:moveTo>
                  <a:pt x="10" y="583"/>
                </a:moveTo>
                <a:cubicBezTo>
                  <a:pt x="11" y="582"/>
                  <a:pt x="14" y="583"/>
                  <a:pt x="15" y="584"/>
                </a:cubicBezTo>
                <a:cubicBezTo>
                  <a:pt x="15" y="587"/>
                  <a:pt x="12" y="586"/>
                  <a:pt x="10" y="587"/>
                </a:cubicBezTo>
                <a:lnTo>
                  <a:pt x="10" y="583"/>
                </a:lnTo>
                <a:close/>
                <a:moveTo>
                  <a:pt x="13" y="522"/>
                </a:moveTo>
                <a:cubicBezTo>
                  <a:pt x="15" y="519"/>
                  <a:pt x="16" y="520"/>
                  <a:pt x="15" y="515"/>
                </a:cubicBezTo>
                <a:cubicBezTo>
                  <a:pt x="16" y="513"/>
                  <a:pt x="16" y="515"/>
                  <a:pt x="19" y="515"/>
                </a:cubicBezTo>
                <a:cubicBezTo>
                  <a:pt x="19" y="512"/>
                  <a:pt x="18" y="510"/>
                  <a:pt x="17" y="510"/>
                </a:cubicBezTo>
                <a:cubicBezTo>
                  <a:pt x="14" y="515"/>
                  <a:pt x="14" y="514"/>
                  <a:pt x="11" y="518"/>
                </a:cubicBezTo>
                <a:cubicBezTo>
                  <a:pt x="17" y="518"/>
                  <a:pt x="11" y="520"/>
                  <a:pt x="13" y="522"/>
                </a:cubicBezTo>
                <a:close/>
                <a:moveTo>
                  <a:pt x="898" y="610"/>
                </a:moveTo>
                <a:cubicBezTo>
                  <a:pt x="898" y="609"/>
                  <a:pt x="899" y="608"/>
                  <a:pt x="899" y="606"/>
                </a:cubicBezTo>
                <a:cubicBezTo>
                  <a:pt x="899" y="605"/>
                  <a:pt x="898" y="602"/>
                  <a:pt x="897" y="604"/>
                </a:cubicBezTo>
                <a:cubicBezTo>
                  <a:pt x="901" y="606"/>
                  <a:pt x="896" y="609"/>
                  <a:pt x="898" y="610"/>
                </a:cubicBezTo>
                <a:close/>
                <a:moveTo>
                  <a:pt x="870" y="710"/>
                </a:moveTo>
                <a:cubicBezTo>
                  <a:pt x="869" y="704"/>
                  <a:pt x="874" y="703"/>
                  <a:pt x="875" y="699"/>
                </a:cubicBezTo>
                <a:cubicBezTo>
                  <a:pt x="875" y="697"/>
                  <a:pt x="874" y="693"/>
                  <a:pt x="875" y="691"/>
                </a:cubicBezTo>
                <a:cubicBezTo>
                  <a:pt x="877" y="685"/>
                  <a:pt x="883" y="681"/>
                  <a:pt x="885" y="676"/>
                </a:cubicBezTo>
                <a:cubicBezTo>
                  <a:pt x="886" y="675"/>
                  <a:pt x="884" y="673"/>
                  <a:pt x="885" y="673"/>
                </a:cubicBezTo>
                <a:cubicBezTo>
                  <a:pt x="885" y="671"/>
                  <a:pt x="887" y="671"/>
                  <a:pt x="887" y="670"/>
                </a:cubicBezTo>
                <a:cubicBezTo>
                  <a:pt x="887" y="668"/>
                  <a:pt x="882" y="666"/>
                  <a:pt x="886" y="663"/>
                </a:cubicBezTo>
                <a:cubicBezTo>
                  <a:pt x="885" y="666"/>
                  <a:pt x="889" y="667"/>
                  <a:pt x="887" y="666"/>
                </a:cubicBezTo>
                <a:cubicBezTo>
                  <a:pt x="888" y="660"/>
                  <a:pt x="886" y="657"/>
                  <a:pt x="888" y="654"/>
                </a:cubicBezTo>
                <a:cubicBezTo>
                  <a:pt x="888" y="655"/>
                  <a:pt x="888" y="656"/>
                  <a:pt x="889" y="656"/>
                </a:cubicBezTo>
                <a:cubicBezTo>
                  <a:pt x="890" y="648"/>
                  <a:pt x="892" y="648"/>
                  <a:pt x="891" y="641"/>
                </a:cubicBezTo>
                <a:cubicBezTo>
                  <a:pt x="889" y="640"/>
                  <a:pt x="887" y="643"/>
                  <a:pt x="889" y="643"/>
                </a:cubicBezTo>
                <a:cubicBezTo>
                  <a:pt x="889" y="641"/>
                  <a:pt x="891" y="643"/>
                  <a:pt x="890" y="645"/>
                </a:cubicBezTo>
                <a:cubicBezTo>
                  <a:pt x="887" y="644"/>
                  <a:pt x="887" y="647"/>
                  <a:pt x="888" y="649"/>
                </a:cubicBezTo>
                <a:cubicBezTo>
                  <a:pt x="882" y="649"/>
                  <a:pt x="887" y="659"/>
                  <a:pt x="880" y="663"/>
                </a:cubicBezTo>
                <a:cubicBezTo>
                  <a:pt x="879" y="660"/>
                  <a:pt x="883" y="659"/>
                  <a:pt x="881" y="658"/>
                </a:cubicBezTo>
                <a:cubicBezTo>
                  <a:pt x="879" y="659"/>
                  <a:pt x="882" y="661"/>
                  <a:pt x="878" y="660"/>
                </a:cubicBezTo>
                <a:cubicBezTo>
                  <a:pt x="878" y="662"/>
                  <a:pt x="879" y="662"/>
                  <a:pt x="879" y="664"/>
                </a:cubicBezTo>
                <a:cubicBezTo>
                  <a:pt x="878" y="664"/>
                  <a:pt x="877" y="663"/>
                  <a:pt x="876" y="664"/>
                </a:cubicBezTo>
                <a:cubicBezTo>
                  <a:pt x="871" y="677"/>
                  <a:pt x="875" y="697"/>
                  <a:pt x="867" y="708"/>
                </a:cubicBezTo>
                <a:cubicBezTo>
                  <a:pt x="870" y="706"/>
                  <a:pt x="868" y="711"/>
                  <a:pt x="870" y="710"/>
                </a:cubicBezTo>
                <a:close/>
                <a:moveTo>
                  <a:pt x="866" y="651"/>
                </a:moveTo>
                <a:cubicBezTo>
                  <a:pt x="867" y="651"/>
                  <a:pt x="867" y="653"/>
                  <a:pt x="867" y="654"/>
                </a:cubicBezTo>
                <a:cubicBezTo>
                  <a:pt x="869" y="655"/>
                  <a:pt x="869" y="652"/>
                  <a:pt x="869" y="651"/>
                </a:cubicBezTo>
                <a:cubicBezTo>
                  <a:pt x="868" y="650"/>
                  <a:pt x="867" y="650"/>
                  <a:pt x="866" y="651"/>
                </a:cubicBezTo>
                <a:close/>
                <a:moveTo>
                  <a:pt x="129" y="651"/>
                </a:moveTo>
                <a:cubicBezTo>
                  <a:pt x="129" y="660"/>
                  <a:pt x="125" y="663"/>
                  <a:pt x="124" y="670"/>
                </a:cubicBezTo>
                <a:cubicBezTo>
                  <a:pt x="127" y="670"/>
                  <a:pt x="125" y="659"/>
                  <a:pt x="129" y="664"/>
                </a:cubicBezTo>
                <a:cubicBezTo>
                  <a:pt x="129" y="661"/>
                  <a:pt x="131" y="655"/>
                  <a:pt x="129" y="651"/>
                </a:cubicBezTo>
                <a:close/>
                <a:moveTo>
                  <a:pt x="35" y="686"/>
                </a:moveTo>
                <a:cubicBezTo>
                  <a:pt x="35" y="688"/>
                  <a:pt x="33" y="692"/>
                  <a:pt x="35" y="694"/>
                </a:cubicBezTo>
                <a:cubicBezTo>
                  <a:pt x="36" y="691"/>
                  <a:pt x="38" y="695"/>
                  <a:pt x="40" y="694"/>
                </a:cubicBezTo>
                <a:cubicBezTo>
                  <a:pt x="42" y="711"/>
                  <a:pt x="41" y="728"/>
                  <a:pt x="47" y="745"/>
                </a:cubicBezTo>
                <a:cubicBezTo>
                  <a:pt x="47" y="744"/>
                  <a:pt x="47" y="742"/>
                  <a:pt x="48" y="743"/>
                </a:cubicBezTo>
                <a:cubicBezTo>
                  <a:pt x="51" y="743"/>
                  <a:pt x="47" y="747"/>
                  <a:pt x="52" y="747"/>
                </a:cubicBezTo>
                <a:cubicBezTo>
                  <a:pt x="50" y="742"/>
                  <a:pt x="51" y="738"/>
                  <a:pt x="52" y="732"/>
                </a:cubicBezTo>
                <a:cubicBezTo>
                  <a:pt x="56" y="733"/>
                  <a:pt x="57" y="730"/>
                  <a:pt x="55" y="728"/>
                </a:cubicBezTo>
                <a:cubicBezTo>
                  <a:pt x="58" y="729"/>
                  <a:pt x="59" y="730"/>
                  <a:pt x="63" y="729"/>
                </a:cubicBezTo>
                <a:cubicBezTo>
                  <a:pt x="66" y="732"/>
                  <a:pt x="61" y="739"/>
                  <a:pt x="65" y="742"/>
                </a:cubicBezTo>
                <a:cubicBezTo>
                  <a:pt x="65" y="740"/>
                  <a:pt x="67" y="740"/>
                  <a:pt x="68" y="738"/>
                </a:cubicBezTo>
                <a:cubicBezTo>
                  <a:pt x="66" y="736"/>
                  <a:pt x="64" y="729"/>
                  <a:pt x="67" y="728"/>
                </a:cubicBezTo>
                <a:cubicBezTo>
                  <a:pt x="69" y="732"/>
                  <a:pt x="73" y="730"/>
                  <a:pt x="74" y="727"/>
                </a:cubicBezTo>
                <a:cubicBezTo>
                  <a:pt x="75" y="729"/>
                  <a:pt x="72" y="731"/>
                  <a:pt x="75" y="731"/>
                </a:cubicBezTo>
                <a:cubicBezTo>
                  <a:pt x="77" y="730"/>
                  <a:pt x="75" y="726"/>
                  <a:pt x="78" y="726"/>
                </a:cubicBezTo>
                <a:cubicBezTo>
                  <a:pt x="88" y="725"/>
                  <a:pt x="79" y="740"/>
                  <a:pt x="84" y="745"/>
                </a:cubicBezTo>
                <a:cubicBezTo>
                  <a:pt x="84" y="736"/>
                  <a:pt x="88" y="728"/>
                  <a:pt x="87" y="722"/>
                </a:cubicBezTo>
                <a:cubicBezTo>
                  <a:pt x="86" y="721"/>
                  <a:pt x="84" y="721"/>
                  <a:pt x="84" y="721"/>
                </a:cubicBezTo>
                <a:cubicBezTo>
                  <a:pt x="82" y="717"/>
                  <a:pt x="83" y="713"/>
                  <a:pt x="82" y="710"/>
                </a:cubicBezTo>
                <a:cubicBezTo>
                  <a:pt x="82" y="711"/>
                  <a:pt x="82" y="712"/>
                  <a:pt x="81" y="713"/>
                </a:cubicBezTo>
                <a:cubicBezTo>
                  <a:pt x="81" y="712"/>
                  <a:pt x="81" y="711"/>
                  <a:pt x="80" y="711"/>
                </a:cubicBezTo>
                <a:cubicBezTo>
                  <a:pt x="80" y="716"/>
                  <a:pt x="79" y="720"/>
                  <a:pt x="78" y="722"/>
                </a:cubicBezTo>
                <a:cubicBezTo>
                  <a:pt x="77" y="721"/>
                  <a:pt x="77" y="719"/>
                  <a:pt x="76" y="717"/>
                </a:cubicBezTo>
                <a:cubicBezTo>
                  <a:pt x="81" y="713"/>
                  <a:pt x="76" y="703"/>
                  <a:pt x="84" y="702"/>
                </a:cubicBezTo>
                <a:cubicBezTo>
                  <a:pt x="84" y="704"/>
                  <a:pt x="83" y="704"/>
                  <a:pt x="85" y="704"/>
                </a:cubicBezTo>
                <a:cubicBezTo>
                  <a:pt x="85" y="703"/>
                  <a:pt x="85" y="701"/>
                  <a:pt x="84" y="701"/>
                </a:cubicBezTo>
                <a:cubicBezTo>
                  <a:pt x="84" y="703"/>
                  <a:pt x="82" y="701"/>
                  <a:pt x="82" y="699"/>
                </a:cubicBezTo>
                <a:cubicBezTo>
                  <a:pt x="81" y="699"/>
                  <a:pt x="79" y="701"/>
                  <a:pt x="78" y="699"/>
                </a:cubicBezTo>
                <a:cubicBezTo>
                  <a:pt x="77" y="701"/>
                  <a:pt x="79" y="701"/>
                  <a:pt x="78" y="703"/>
                </a:cubicBezTo>
                <a:cubicBezTo>
                  <a:pt x="74" y="701"/>
                  <a:pt x="75" y="709"/>
                  <a:pt x="71" y="704"/>
                </a:cubicBezTo>
                <a:cubicBezTo>
                  <a:pt x="72" y="706"/>
                  <a:pt x="73" y="712"/>
                  <a:pt x="69" y="712"/>
                </a:cubicBezTo>
                <a:cubicBezTo>
                  <a:pt x="68" y="706"/>
                  <a:pt x="68" y="698"/>
                  <a:pt x="65" y="693"/>
                </a:cubicBezTo>
                <a:cubicBezTo>
                  <a:pt x="69" y="689"/>
                  <a:pt x="67" y="672"/>
                  <a:pt x="64" y="665"/>
                </a:cubicBezTo>
                <a:cubicBezTo>
                  <a:pt x="63" y="669"/>
                  <a:pt x="60" y="680"/>
                  <a:pt x="63" y="681"/>
                </a:cubicBezTo>
                <a:cubicBezTo>
                  <a:pt x="60" y="683"/>
                  <a:pt x="62" y="692"/>
                  <a:pt x="56" y="692"/>
                </a:cubicBezTo>
                <a:cubicBezTo>
                  <a:pt x="58" y="689"/>
                  <a:pt x="56" y="690"/>
                  <a:pt x="55" y="688"/>
                </a:cubicBezTo>
                <a:cubicBezTo>
                  <a:pt x="57" y="688"/>
                  <a:pt x="57" y="689"/>
                  <a:pt x="58" y="687"/>
                </a:cubicBezTo>
                <a:cubicBezTo>
                  <a:pt x="51" y="684"/>
                  <a:pt x="50" y="674"/>
                  <a:pt x="47" y="667"/>
                </a:cubicBezTo>
                <a:cubicBezTo>
                  <a:pt x="38" y="670"/>
                  <a:pt x="46" y="657"/>
                  <a:pt x="41" y="652"/>
                </a:cubicBezTo>
                <a:cubicBezTo>
                  <a:pt x="41" y="654"/>
                  <a:pt x="41" y="657"/>
                  <a:pt x="39" y="657"/>
                </a:cubicBezTo>
                <a:cubicBezTo>
                  <a:pt x="39" y="669"/>
                  <a:pt x="29" y="674"/>
                  <a:pt x="35" y="686"/>
                </a:cubicBezTo>
                <a:close/>
                <a:moveTo>
                  <a:pt x="60" y="689"/>
                </a:moveTo>
                <a:cubicBezTo>
                  <a:pt x="62" y="689"/>
                  <a:pt x="62" y="688"/>
                  <a:pt x="64" y="688"/>
                </a:cubicBezTo>
                <a:cubicBezTo>
                  <a:pt x="61" y="692"/>
                  <a:pt x="64" y="691"/>
                  <a:pt x="65" y="695"/>
                </a:cubicBezTo>
                <a:cubicBezTo>
                  <a:pt x="64" y="695"/>
                  <a:pt x="63" y="695"/>
                  <a:pt x="63" y="696"/>
                </a:cubicBezTo>
                <a:cubicBezTo>
                  <a:pt x="60" y="696"/>
                  <a:pt x="60" y="693"/>
                  <a:pt x="60" y="689"/>
                </a:cubicBezTo>
                <a:close/>
                <a:moveTo>
                  <a:pt x="60" y="717"/>
                </a:moveTo>
                <a:cubicBezTo>
                  <a:pt x="61" y="722"/>
                  <a:pt x="58" y="723"/>
                  <a:pt x="56" y="726"/>
                </a:cubicBezTo>
                <a:cubicBezTo>
                  <a:pt x="55" y="725"/>
                  <a:pt x="55" y="722"/>
                  <a:pt x="55" y="719"/>
                </a:cubicBezTo>
                <a:cubicBezTo>
                  <a:pt x="57" y="718"/>
                  <a:pt x="58" y="717"/>
                  <a:pt x="60" y="717"/>
                </a:cubicBezTo>
                <a:close/>
                <a:moveTo>
                  <a:pt x="894" y="690"/>
                </a:moveTo>
                <a:cubicBezTo>
                  <a:pt x="894" y="689"/>
                  <a:pt x="897" y="691"/>
                  <a:pt x="898" y="692"/>
                </a:cubicBezTo>
                <a:cubicBezTo>
                  <a:pt x="897" y="698"/>
                  <a:pt x="899" y="701"/>
                  <a:pt x="898" y="706"/>
                </a:cubicBezTo>
                <a:cubicBezTo>
                  <a:pt x="901" y="706"/>
                  <a:pt x="900" y="700"/>
                  <a:pt x="901" y="696"/>
                </a:cubicBezTo>
                <a:cubicBezTo>
                  <a:pt x="903" y="697"/>
                  <a:pt x="904" y="696"/>
                  <a:pt x="905" y="695"/>
                </a:cubicBezTo>
                <a:cubicBezTo>
                  <a:pt x="908" y="697"/>
                  <a:pt x="903" y="703"/>
                  <a:pt x="906" y="705"/>
                </a:cubicBezTo>
                <a:cubicBezTo>
                  <a:pt x="909" y="688"/>
                  <a:pt x="916" y="676"/>
                  <a:pt x="919" y="659"/>
                </a:cubicBezTo>
                <a:cubicBezTo>
                  <a:pt x="916" y="659"/>
                  <a:pt x="915" y="659"/>
                  <a:pt x="913" y="662"/>
                </a:cubicBezTo>
                <a:cubicBezTo>
                  <a:pt x="910" y="662"/>
                  <a:pt x="910" y="657"/>
                  <a:pt x="909" y="656"/>
                </a:cubicBezTo>
                <a:cubicBezTo>
                  <a:pt x="908" y="657"/>
                  <a:pt x="909" y="660"/>
                  <a:pt x="907" y="660"/>
                </a:cubicBezTo>
                <a:cubicBezTo>
                  <a:pt x="905" y="658"/>
                  <a:pt x="906" y="662"/>
                  <a:pt x="903" y="662"/>
                </a:cubicBezTo>
                <a:cubicBezTo>
                  <a:pt x="905" y="659"/>
                  <a:pt x="905" y="659"/>
                  <a:pt x="903" y="659"/>
                </a:cubicBezTo>
                <a:cubicBezTo>
                  <a:pt x="905" y="658"/>
                  <a:pt x="905" y="655"/>
                  <a:pt x="904" y="654"/>
                </a:cubicBezTo>
                <a:cubicBezTo>
                  <a:pt x="903" y="661"/>
                  <a:pt x="896" y="669"/>
                  <a:pt x="899" y="678"/>
                </a:cubicBezTo>
                <a:cubicBezTo>
                  <a:pt x="897" y="678"/>
                  <a:pt x="896" y="681"/>
                  <a:pt x="894" y="681"/>
                </a:cubicBezTo>
                <a:cubicBezTo>
                  <a:pt x="895" y="687"/>
                  <a:pt x="893" y="686"/>
                  <a:pt x="894" y="690"/>
                </a:cubicBezTo>
                <a:close/>
                <a:moveTo>
                  <a:pt x="906" y="675"/>
                </a:moveTo>
                <a:cubicBezTo>
                  <a:pt x="908" y="675"/>
                  <a:pt x="908" y="675"/>
                  <a:pt x="908" y="675"/>
                </a:cubicBezTo>
                <a:cubicBezTo>
                  <a:pt x="907" y="677"/>
                  <a:pt x="909" y="680"/>
                  <a:pt x="907" y="681"/>
                </a:cubicBezTo>
                <a:cubicBezTo>
                  <a:pt x="905" y="681"/>
                  <a:pt x="906" y="677"/>
                  <a:pt x="906" y="675"/>
                </a:cubicBezTo>
                <a:close/>
                <a:moveTo>
                  <a:pt x="677" y="731"/>
                </a:moveTo>
                <a:cubicBezTo>
                  <a:pt x="677" y="732"/>
                  <a:pt x="677" y="732"/>
                  <a:pt x="678" y="733"/>
                </a:cubicBezTo>
                <a:cubicBezTo>
                  <a:pt x="676" y="733"/>
                  <a:pt x="675" y="735"/>
                  <a:pt x="675" y="736"/>
                </a:cubicBezTo>
                <a:cubicBezTo>
                  <a:pt x="675" y="736"/>
                  <a:pt x="678" y="738"/>
                  <a:pt x="678" y="736"/>
                </a:cubicBezTo>
                <a:cubicBezTo>
                  <a:pt x="676" y="735"/>
                  <a:pt x="681" y="731"/>
                  <a:pt x="677" y="731"/>
                </a:cubicBezTo>
                <a:close/>
                <a:moveTo>
                  <a:pt x="793" y="807"/>
                </a:moveTo>
                <a:cubicBezTo>
                  <a:pt x="788" y="816"/>
                  <a:pt x="781" y="824"/>
                  <a:pt x="773" y="831"/>
                </a:cubicBezTo>
                <a:cubicBezTo>
                  <a:pt x="770" y="834"/>
                  <a:pt x="762" y="836"/>
                  <a:pt x="763" y="843"/>
                </a:cubicBezTo>
                <a:cubicBezTo>
                  <a:pt x="775" y="831"/>
                  <a:pt x="787" y="820"/>
                  <a:pt x="798" y="809"/>
                </a:cubicBezTo>
                <a:cubicBezTo>
                  <a:pt x="804" y="807"/>
                  <a:pt x="807" y="804"/>
                  <a:pt x="808" y="798"/>
                </a:cubicBezTo>
                <a:cubicBezTo>
                  <a:pt x="813" y="795"/>
                  <a:pt x="821" y="783"/>
                  <a:pt x="828" y="779"/>
                </a:cubicBezTo>
                <a:cubicBezTo>
                  <a:pt x="831" y="777"/>
                  <a:pt x="837" y="774"/>
                  <a:pt x="837" y="779"/>
                </a:cubicBezTo>
                <a:cubicBezTo>
                  <a:pt x="835" y="782"/>
                  <a:pt x="839" y="781"/>
                  <a:pt x="838" y="785"/>
                </a:cubicBezTo>
                <a:cubicBezTo>
                  <a:pt x="838" y="784"/>
                  <a:pt x="839" y="784"/>
                  <a:pt x="841" y="784"/>
                </a:cubicBezTo>
                <a:cubicBezTo>
                  <a:pt x="839" y="779"/>
                  <a:pt x="844" y="777"/>
                  <a:pt x="845" y="772"/>
                </a:cubicBezTo>
                <a:cubicBezTo>
                  <a:pt x="843" y="772"/>
                  <a:pt x="842" y="771"/>
                  <a:pt x="842" y="769"/>
                </a:cubicBezTo>
                <a:cubicBezTo>
                  <a:pt x="844" y="766"/>
                  <a:pt x="845" y="771"/>
                  <a:pt x="846" y="769"/>
                </a:cubicBezTo>
                <a:cubicBezTo>
                  <a:pt x="845" y="767"/>
                  <a:pt x="848" y="760"/>
                  <a:pt x="845" y="757"/>
                </a:cubicBezTo>
                <a:cubicBezTo>
                  <a:pt x="851" y="757"/>
                  <a:pt x="853" y="753"/>
                  <a:pt x="855" y="750"/>
                </a:cubicBezTo>
                <a:cubicBezTo>
                  <a:pt x="851" y="750"/>
                  <a:pt x="852" y="755"/>
                  <a:pt x="847" y="754"/>
                </a:cubicBezTo>
                <a:cubicBezTo>
                  <a:pt x="845" y="749"/>
                  <a:pt x="850" y="746"/>
                  <a:pt x="853" y="743"/>
                </a:cubicBezTo>
                <a:cubicBezTo>
                  <a:pt x="848" y="742"/>
                  <a:pt x="843" y="737"/>
                  <a:pt x="840" y="741"/>
                </a:cubicBezTo>
                <a:cubicBezTo>
                  <a:pt x="834" y="753"/>
                  <a:pt x="820" y="764"/>
                  <a:pt x="811" y="774"/>
                </a:cubicBezTo>
                <a:cubicBezTo>
                  <a:pt x="812" y="784"/>
                  <a:pt x="800" y="784"/>
                  <a:pt x="802" y="791"/>
                </a:cubicBezTo>
                <a:cubicBezTo>
                  <a:pt x="802" y="790"/>
                  <a:pt x="804" y="787"/>
                  <a:pt x="805" y="789"/>
                </a:cubicBezTo>
                <a:cubicBezTo>
                  <a:pt x="804" y="796"/>
                  <a:pt x="796" y="798"/>
                  <a:pt x="798" y="805"/>
                </a:cubicBezTo>
                <a:cubicBezTo>
                  <a:pt x="796" y="805"/>
                  <a:pt x="795" y="806"/>
                  <a:pt x="793" y="807"/>
                </a:cubicBezTo>
                <a:close/>
                <a:moveTo>
                  <a:pt x="840" y="772"/>
                </a:moveTo>
                <a:cubicBezTo>
                  <a:pt x="843" y="772"/>
                  <a:pt x="843" y="772"/>
                  <a:pt x="843" y="772"/>
                </a:cubicBezTo>
                <a:cubicBezTo>
                  <a:pt x="843" y="774"/>
                  <a:pt x="842" y="775"/>
                  <a:pt x="840" y="775"/>
                </a:cubicBezTo>
                <a:lnTo>
                  <a:pt x="840" y="772"/>
                </a:lnTo>
                <a:close/>
                <a:moveTo>
                  <a:pt x="918" y="766"/>
                </a:moveTo>
                <a:cubicBezTo>
                  <a:pt x="913" y="765"/>
                  <a:pt x="909" y="777"/>
                  <a:pt x="909" y="778"/>
                </a:cubicBezTo>
                <a:cubicBezTo>
                  <a:pt x="912" y="774"/>
                  <a:pt x="916" y="771"/>
                  <a:pt x="918" y="766"/>
                </a:cubicBezTo>
                <a:close/>
                <a:moveTo>
                  <a:pt x="19" y="768"/>
                </a:moveTo>
                <a:cubicBezTo>
                  <a:pt x="19" y="769"/>
                  <a:pt x="19" y="769"/>
                  <a:pt x="18" y="769"/>
                </a:cubicBezTo>
                <a:cubicBezTo>
                  <a:pt x="18" y="769"/>
                  <a:pt x="18" y="768"/>
                  <a:pt x="17" y="768"/>
                </a:cubicBezTo>
                <a:cubicBezTo>
                  <a:pt x="18" y="777"/>
                  <a:pt x="20" y="783"/>
                  <a:pt x="19" y="769"/>
                </a:cubicBezTo>
                <a:cubicBezTo>
                  <a:pt x="19" y="769"/>
                  <a:pt x="20" y="768"/>
                  <a:pt x="19" y="768"/>
                </a:cubicBezTo>
                <a:close/>
                <a:moveTo>
                  <a:pt x="105" y="833"/>
                </a:moveTo>
                <a:cubicBezTo>
                  <a:pt x="105" y="830"/>
                  <a:pt x="105" y="830"/>
                  <a:pt x="105" y="830"/>
                </a:cubicBezTo>
                <a:cubicBezTo>
                  <a:pt x="104" y="829"/>
                  <a:pt x="103" y="831"/>
                  <a:pt x="102" y="830"/>
                </a:cubicBezTo>
                <a:cubicBezTo>
                  <a:pt x="96" y="821"/>
                  <a:pt x="97" y="805"/>
                  <a:pt x="88" y="799"/>
                </a:cubicBezTo>
                <a:cubicBezTo>
                  <a:pt x="87" y="803"/>
                  <a:pt x="91" y="806"/>
                  <a:pt x="88" y="809"/>
                </a:cubicBezTo>
                <a:cubicBezTo>
                  <a:pt x="83" y="805"/>
                  <a:pt x="87" y="799"/>
                  <a:pt x="82" y="795"/>
                </a:cubicBezTo>
                <a:cubicBezTo>
                  <a:pt x="82" y="801"/>
                  <a:pt x="79" y="797"/>
                  <a:pt x="78" y="801"/>
                </a:cubicBezTo>
                <a:cubicBezTo>
                  <a:pt x="77" y="799"/>
                  <a:pt x="73" y="800"/>
                  <a:pt x="73" y="798"/>
                </a:cubicBezTo>
                <a:cubicBezTo>
                  <a:pt x="74" y="798"/>
                  <a:pt x="74" y="797"/>
                  <a:pt x="73" y="795"/>
                </a:cubicBezTo>
                <a:cubicBezTo>
                  <a:pt x="75" y="795"/>
                  <a:pt x="76" y="796"/>
                  <a:pt x="77" y="795"/>
                </a:cubicBezTo>
                <a:cubicBezTo>
                  <a:pt x="74" y="795"/>
                  <a:pt x="74" y="793"/>
                  <a:pt x="71" y="794"/>
                </a:cubicBezTo>
                <a:cubicBezTo>
                  <a:pt x="71" y="797"/>
                  <a:pt x="72" y="801"/>
                  <a:pt x="69" y="802"/>
                </a:cubicBezTo>
                <a:cubicBezTo>
                  <a:pt x="69" y="802"/>
                  <a:pt x="68" y="801"/>
                  <a:pt x="67" y="800"/>
                </a:cubicBezTo>
                <a:cubicBezTo>
                  <a:pt x="66" y="802"/>
                  <a:pt x="69" y="803"/>
                  <a:pt x="67" y="804"/>
                </a:cubicBezTo>
                <a:cubicBezTo>
                  <a:pt x="64" y="796"/>
                  <a:pt x="60" y="786"/>
                  <a:pt x="62" y="780"/>
                </a:cubicBezTo>
                <a:cubicBezTo>
                  <a:pt x="57" y="781"/>
                  <a:pt x="62" y="785"/>
                  <a:pt x="60" y="788"/>
                </a:cubicBezTo>
                <a:cubicBezTo>
                  <a:pt x="56" y="789"/>
                  <a:pt x="58" y="783"/>
                  <a:pt x="54" y="783"/>
                </a:cubicBezTo>
                <a:cubicBezTo>
                  <a:pt x="53" y="785"/>
                  <a:pt x="53" y="790"/>
                  <a:pt x="51" y="787"/>
                </a:cubicBezTo>
                <a:cubicBezTo>
                  <a:pt x="55" y="809"/>
                  <a:pt x="55" y="833"/>
                  <a:pt x="61" y="849"/>
                </a:cubicBezTo>
                <a:cubicBezTo>
                  <a:pt x="62" y="843"/>
                  <a:pt x="65" y="846"/>
                  <a:pt x="68" y="845"/>
                </a:cubicBezTo>
                <a:cubicBezTo>
                  <a:pt x="66" y="838"/>
                  <a:pt x="66" y="826"/>
                  <a:pt x="64" y="814"/>
                </a:cubicBezTo>
                <a:cubicBezTo>
                  <a:pt x="66" y="813"/>
                  <a:pt x="69" y="809"/>
                  <a:pt x="71" y="813"/>
                </a:cubicBezTo>
                <a:cubicBezTo>
                  <a:pt x="71" y="814"/>
                  <a:pt x="70" y="815"/>
                  <a:pt x="70" y="816"/>
                </a:cubicBezTo>
                <a:cubicBezTo>
                  <a:pt x="69" y="816"/>
                  <a:pt x="69" y="814"/>
                  <a:pt x="67" y="815"/>
                </a:cubicBezTo>
                <a:cubicBezTo>
                  <a:pt x="67" y="818"/>
                  <a:pt x="67" y="821"/>
                  <a:pt x="69" y="823"/>
                </a:cubicBezTo>
                <a:cubicBezTo>
                  <a:pt x="68" y="821"/>
                  <a:pt x="69" y="820"/>
                  <a:pt x="71" y="820"/>
                </a:cubicBezTo>
                <a:cubicBezTo>
                  <a:pt x="72" y="822"/>
                  <a:pt x="71" y="826"/>
                  <a:pt x="73" y="826"/>
                </a:cubicBezTo>
                <a:cubicBezTo>
                  <a:pt x="74" y="822"/>
                  <a:pt x="79" y="821"/>
                  <a:pt x="77" y="816"/>
                </a:cubicBezTo>
                <a:cubicBezTo>
                  <a:pt x="79" y="818"/>
                  <a:pt x="80" y="816"/>
                  <a:pt x="82" y="816"/>
                </a:cubicBezTo>
                <a:cubicBezTo>
                  <a:pt x="83" y="823"/>
                  <a:pt x="87" y="826"/>
                  <a:pt x="85" y="832"/>
                </a:cubicBezTo>
                <a:cubicBezTo>
                  <a:pt x="83" y="832"/>
                  <a:pt x="83" y="830"/>
                  <a:pt x="82" y="830"/>
                </a:cubicBezTo>
                <a:cubicBezTo>
                  <a:pt x="80" y="834"/>
                  <a:pt x="79" y="835"/>
                  <a:pt x="77" y="837"/>
                </a:cubicBezTo>
                <a:cubicBezTo>
                  <a:pt x="75" y="838"/>
                  <a:pt x="76" y="834"/>
                  <a:pt x="73" y="835"/>
                </a:cubicBezTo>
                <a:cubicBezTo>
                  <a:pt x="73" y="839"/>
                  <a:pt x="74" y="843"/>
                  <a:pt x="75" y="846"/>
                </a:cubicBezTo>
                <a:cubicBezTo>
                  <a:pt x="75" y="841"/>
                  <a:pt x="77" y="845"/>
                  <a:pt x="78" y="846"/>
                </a:cubicBezTo>
                <a:cubicBezTo>
                  <a:pt x="78" y="844"/>
                  <a:pt x="80" y="843"/>
                  <a:pt x="82" y="841"/>
                </a:cubicBezTo>
                <a:cubicBezTo>
                  <a:pt x="80" y="848"/>
                  <a:pt x="87" y="847"/>
                  <a:pt x="87" y="852"/>
                </a:cubicBezTo>
                <a:cubicBezTo>
                  <a:pt x="87" y="845"/>
                  <a:pt x="89" y="839"/>
                  <a:pt x="86" y="831"/>
                </a:cubicBezTo>
                <a:cubicBezTo>
                  <a:pt x="88" y="831"/>
                  <a:pt x="88" y="830"/>
                  <a:pt x="91" y="830"/>
                </a:cubicBezTo>
                <a:cubicBezTo>
                  <a:pt x="91" y="840"/>
                  <a:pt x="92" y="844"/>
                  <a:pt x="92" y="852"/>
                </a:cubicBezTo>
                <a:cubicBezTo>
                  <a:pt x="94" y="853"/>
                  <a:pt x="95" y="854"/>
                  <a:pt x="97" y="854"/>
                </a:cubicBezTo>
                <a:cubicBezTo>
                  <a:pt x="97" y="852"/>
                  <a:pt x="97" y="850"/>
                  <a:pt x="100" y="851"/>
                </a:cubicBezTo>
                <a:cubicBezTo>
                  <a:pt x="104" y="851"/>
                  <a:pt x="102" y="859"/>
                  <a:pt x="106" y="860"/>
                </a:cubicBezTo>
                <a:cubicBezTo>
                  <a:pt x="103" y="860"/>
                  <a:pt x="102" y="859"/>
                  <a:pt x="101" y="862"/>
                </a:cubicBezTo>
                <a:cubicBezTo>
                  <a:pt x="104" y="862"/>
                  <a:pt x="104" y="869"/>
                  <a:pt x="107" y="866"/>
                </a:cubicBezTo>
                <a:cubicBezTo>
                  <a:pt x="105" y="866"/>
                  <a:pt x="104" y="865"/>
                  <a:pt x="104" y="863"/>
                </a:cubicBezTo>
                <a:cubicBezTo>
                  <a:pt x="107" y="863"/>
                  <a:pt x="108" y="864"/>
                  <a:pt x="110" y="863"/>
                </a:cubicBezTo>
                <a:cubicBezTo>
                  <a:pt x="103" y="858"/>
                  <a:pt x="105" y="846"/>
                  <a:pt x="100" y="841"/>
                </a:cubicBezTo>
                <a:cubicBezTo>
                  <a:pt x="103" y="840"/>
                  <a:pt x="102" y="835"/>
                  <a:pt x="104" y="834"/>
                </a:cubicBezTo>
                <a:cubicBezTo>
                  <a:pt x="102" y="834"/>
                  <a:pt x="101" y="834"/>
                  <a:pt x="102" y="831"/>
                </a:cubicBezTo>
                <a:cubicBezTo>
                  <a:pt x="105" y="830"/>
                  <a:pt x="103" y="834"/>
                  <a:pt x="105" y="833"/>
                </a:cubicBezTo>
                <a:close/>
                <a:moveTo>
                  <a:pt x="58" y="790"/>
                </a:moveTo>
                <a:cubicBezTo>
                  <a:pt x="60" y="787"/>
                  <a:pt x="60" y="794"/>
                  <a:pt x="61" y="795"/>
                </a:cubicBezTo>
                <a:cubicBezTo>
                  <a:pt x="59" y="799"/>
                  <a:pt x="59" y="791"/>
                  <a:pt x="58" y="790"/>
                </a:cubicBezTo>
                <a:close/>
                <a:moveTo>
                  <a:pt x="81" y="809"/>
                </a:moveTo>
                <a:cubicBezTo>
                  <a:pt x="79" y="808"/>
                  <a:pt x="78" y="804"/>
                  <a:pt x="79" y="802"/>
                </a:cubicBezTo>
                <a:cubicBezTo>
                  <a:pt x="80" y="805"/>
                  <a:pt x="82" y="806"/>
                  <a:pt x="81" y="809"/>
                </a:cubicBezTo>
                <a:close/>
                <a:moveTo>
                  <a:pt x="82" y="804"/>
                </a:moveTo>
                <a:cubicBezTo>
                  <a:pt x="82" y="803"/>
                  <a:pt x="82" y="801"/>
                  <a:pt x="81" y="801"/>
                </a:cubicBezTo>
                <a:cubicBezTo>
                  <a:pt x="82" y="798"/>
                  <a:pt x="86" y="805"/>
                  <a:pt x="82" y="804"/>
                </a:cubicBezTo>
                <a:close/>
                <a:moveTo>
                  <a:pt x="83" y="809"/>
                </a:moveTo>
                <a:cubicBezTo>
                  <a:pt x="83" y="806"/>
                  <a:pt x="85" y="810"/>
                  <a:pt x="87" y="809"/>
                </a:cubicBezTo>
                <a:cubicBezTo>
                  <a:pt x="87" y="814"/>
                  <a:pt x="87" y="814"/>
                  <a:pt x="87" y="814"/>
                </a:cubicBezTo>
                <a:cubicBezTo>
                  <a:pt x="83" y="814"/>
                  <a:pt x="84" y="809"/>
                  <a:pt x="83" y="809"/>
                </a:cubicBezTo>
                <a:close/>
                <a:moveTo>
                  <a:pt x="88" y="825"/>
                </a:moveTo>
                <a:cubicBezTo>
                  <a:pt x="87" y="825"/>
                  <a:pt x="87" y="824"/>
                  <a:pt x="87" y="823"/>
                </a:cubicBezTo>
                <a:cubicBezTo>
                  <a:pt x="87" y="822"/>
                  <a:pt x="87" y="823"/>
                  <a:pt x="87" y="823"/>
                </a:cubicBezTo>
                <a:cubicBezTo>
                  <a:pt x="86" y="823"/>
                  <a:pt x="86" y="823"/>
                  <a:pt x="87" y="823"/>
                </a:cubicBezTo>
                <a:cubicBezTo>
                  <a:pt x="84" y="821"/>
                  <a:pt x="86" y="820"/>
                  <a:pt x="88" y="820"/>
                </a:cubicBezTo>
                <a:lnTo>
                  <a:pt x="88" y="825"/>
                </a:lnTo>
                <a:close/>
                <a:moveTo>
                  <a:pt x="115" y="817"/>
                </a:moveTo>
                <a:cubicBezTo>
                  <a:pt x="115" y="818"/>
                  <a:pt x="115" y="819"/>
                  <a:pt x="114" y="819"/>
                </a:cubicBezTo>
                <a:cubicBezTo>
                  <a:pt x="110" y="813"/>
                  <a:pt x="111" y="807"/>
                  <a:pt x="106" y="802"/>
                </a:cubicBezTo>
                <a:cubicBezTo>
                  <a:pt x="108" y="810"/>
                  <a:pt x="105" y="823"/>
                  <a:pt x="112" y="827"/>
                </a:cubicBezTo>
                <a:cubicBezTo>
                  <a:pt x="115" y="824"/>
                  <a:pt x="116" y="829"/>
                  <a:pt x="119" y="830"/>
                </a:cubicBezTo>
                <a:cubicBezTo>
                  <a:pt x="119" y="828"/>
                  <a:pt x="119" y="826"/>
                  <a:pt x="118" y="825"/>
                </a:cubicBezTo>
                <a:cubicBezTo>
                  <a:pt x="122" y="825"/>
                  <a:pt x="120" y="823"/>
                  <a:pt x="122" y="822"/>
                </a:cubicBezTo>
                <a:cubicBezTo>
                  <a:pt x="123" y="824"/>
                  <a:pt x="128" y="826"/>
                  <a:pt x="130" y="823"/>
                </a:cubicBezTo>
                <a:cubicBezTo>
                  <a:pt x="129" y="823"/>
                  <a:pt x="127" y="823"/>
                  <a:pt x="126" y="822"/>
                </a:cubicBezTo>
                <a:cubicBezTo>
                  <a:pt x="128" y="820"/>
                  <a:pt x="128" y="818"/>
                  <a:pt x="129" y="816"/>
                </a:cubicBezTo>
                <a:cubicBezTo>
                  <a:pt x="124" y="811"/>
                  <a:pt x="126" y="799"/>
                  <a:pt x="121" y="793"/>
                </a:cubicBezTo>
                <a:cubicBezTo>
                  <a:pt x="119" y="801"/>
                  <a:pt x="125" y="801"/>
                  <a:pt x="123" y="809"/>
                </a:cubicBezTo>
                <a:cubicBezTo>
                  <a:pt x="119" y="809"/>
                  <a:pt x="120" y="805"/>
                  <a:pt x="117" y="804"/>
                </a:cubicBezTo>
                <a:cubicBezTo>
                  <a:pt x="117" y="813"/>
                  <a:pt x="125" y="818"/>
                  <a:pt x="119" y="823"/>
                </a:cubicBezTo>
                <a:cubicBezTo>
                  <a:pt x="115" y="823"/>
                  <a:pt x="117" y="818"/>
                  <a:pt x="115" y="817"/>
                </a:cubicBezTo>
                <a:close/>
                <a:moveTo>
                  <a:pt x="111" y="854"/>
                </a:moveTo>
                <a:cubicBezTo>
                  <a:pt x="114" y="854"/>
                  <a:pt x="110" y="866"/>
                  <a:pt x="115" y="866"/>
                </a:cubicBezTo>
                <a:cubicBezTo>
                  <a:pt x="113" y="864"/>
                  <a:pt x="115" y="861"/>
                  <a:pt x="115" y="858"/>
                </a:cubicBezTo>
                <a:cubicBezTo>
                  <a:pt x="116" y="859"/>
                  <a:pt x="116" y="860"/>
                  <a:pt x="117" y="859"/>
                </a:cubicBezTo>
                <a:cubicBezTo>
                  <a:pt x="118" y="854"/>
                  <a:pt x="118" y="850"/>
                  <a:pt x="121" y="851"/>
                </a:cubicBezTo>
                <a:cubicBezTo>
                  <a:pt x="120" y="846"/>
                  <a:pt x="125" y="843"/>
                  <a:pt x="121" y="841"/>
                </a:cubicBezTo>
                <a:cubicBezTo>
                  <a:pt x="122" y="844"/>
                  <a:pt x="119" y="842"/>
                  <a:pt x="118" y="844"/>
                </a:cubicBezTo>
                <a:cubicBezTo>
                  <a:pt x="114" y="840"/>
                  <a:pt x="115" y="831"/>
                  <a:pt x="112" y="827"/>
                </a:cubicBezTo>
                <a:cubicBezTo>
                  <a:pt x="110" y="838"/>
                  <a:pt x="123" y="851"/>
                  <a:pt x="111" y="854"/>
                </a:cubicBezTo>
                <a:close/>
                <a:moveTo>
                  <a:pt x="747" y="809"/>
                </a:moveTo>
                <a:cubicBezTo>
                  <a:pt x="745" y="811"/>
                  <a:pt x="744" y="815"/>
                  <a:pt x="741" y="817"/>
                </a:cubicBezTo>
                <a:cubicBezTo>
                  <a:pt x="745" y="816"/>
                  <a:pt x="755" y="809"/>
                  <a:pt x="749" y="806"/>
                </a:cubicBezTo>
                <a:cubicBezTo>
                  <a:pt x="748" y="808"/>
                  <a:pt x="750" y="808"/>
                  <a:pt x="750" y="809"/>
                </a:cubicBezTo>
                <a:cubicBezTo>
                  <a:pt x="749" y="810"/>
                  <a:pt x="748" y="810"/>
                  <a:pt x="747" y="809"/>
                </a:cubicBezTo>
                <a:close/>
                <a:moveTo>
                  <a:pt x="132" y="816"/>
                </a:moveTo>
                <a:cubicBezTo>
                  <a:pt x="133" y="816"/>
                  <a:pt x="132" y="812"/>
                  <a:pt x="130" y="812"/>
                </a:cubicBezTo>
                <a:cubicBezTo>
                  <a:pt x="129" y="814"/>
                  <a:pt x="131" y="813"/>
                  <a:pt x="130" y="816"/>
                </a:cubicBezTo>
                <a:cubicBezTo>
                  <a:pt x="134" y="814"/>
                  <a:pt x="130" y="819"/>
                  <a:pt x="132" y="816"/>
                </a:cubicBezTo>
                <a:close/>
                <a:moveTo>
                  <a:pt x="837" y="826"/>
                </a:moveTo>
                <a:cubicBezTo>
                  <a:pt x="832" y="827"/>
                  <a:pt x="832" y="832"/>
                  <a:pt x="826" y="831"/>
                </a:cubicBezTo>
                <a:cubicBezTo>
                  <a:pt x="827" y="835"/>
                  <a:pt x="821" y="841"/>
                  <a:pt x="824" y="844"/>
                </a:cubicBezTo>
                <a:cubicBezTo>
                  <a:pt x="823" y="845"/>
                  <a:pt x="823" y="843"/>
                  <a:pt x="821" y="844"/>
                </a:cubicBezTo>
                <a:cubicBezTo>
                  <a:pt x="820" y="848"/>
                  <a:pt x="814" y="850"/>
                  <a:pt x="809" y="849"/>
                </a:cubicBezTo>
                <a:cubicBezTo>
                  <a:pt x="796" y="854"/>
                  <a:pt x="793" y="870"/>
                  <a:pt x="784" y="879"/>
                </a:cubicBezTo>
                <a:cubicBezTo>
                  <a:pt x="782" y="879"/>
                  <a:pt x="782" y="877"/>
                  <a:pt x="781" y="879"/>
                </a:cubicBezTo>
                <a:cubicBezTo>
                  <a:pt x="783" y="879"/>
                  <a:pt x="778" y="884"/>
                  <a:pt x="780" y="885"/>
                </a:cubicBezTo>
                <a:cubicBezTo>
                  <a:pt x="790" y="880"/>
                  <a:pt x="798" y="871"/>
                  <a:pt x="806" y="864"/>
                </a:cubicBezTo>
                <a:cubicBezTo>
                  <a:pt x="807" y="860"/>
                  <a:pt x="807" y="861"/>
                  <a:pt x="806" y="858"/>
                </a:cubicBezTo>
                <a:cubicBezTo>
                  <a:pt x="811" y="854"/>
                  <a:pt x="814" y="848"/>
                  <a:pt x="819" y="851"/>
                </a:cubicBezTo>
                <a:cubicBezTo>
                  <a:pt x="819" y="845"/>
                  <a:pt x="830" y="844"/>
                  <a:pt x="833" y="840"/>
                </a:cubicBezTo>
                <a:cubicBezTo>
                  <a:pt x="831" y="840"/>
                  <a:pt x="828" y="843"/>
                  <a:pt x="827" y="840"/>
                </a:cubicBezTo>
                <a:cubicBezTo>
                  <a:pt x="829" y="837"/>
                  <a:pt x="831" y="835"/>
                  <a:pt x="831" y="831"/>
                </a:cubicBezTo>
                <a:cubicBezTo>
                  <a:pt x="833" y="831"/>
                  <a:pt x="833" y="833"/>
                  <a:pt x="835" y="832"/>
                </a:cubicBezTo>
                <a:cubicBezTo>
                  <a:pt x="836" y="831"/>
                  <a:pt x="837" y="829"/>
                  <a:pt x="837" y="826"/>
                </a:cubicBezTo>
                <a:close/>
                <a:moveTo>
                  <a:pt x="529" y="858"/>
                </a:moveTo>
                <a:cubicBezTo>
                  <a:pt x="526" y="858"/>
                  <a:pt x="528" y="856"/>
                  <a:pt x="531" y="855"/>
                </a:cubicBezTo>
                <a:cubicBezTo>
                  <a:pt x="521" y="850"/>
                  <a:pt x="512" y="845"/>
                  <a:pt x="502" y="844"/>
                </a:cubicBezTo>
                <a:cubicBezTo>
                  <a:pt x="505" y="845"/>
                  <a:pt x="503" y="847"/>
                  <a:pt x="502" y="849"/>
                </a:cubicBezTo>
                <a:cubicBezTo>
                  <a:pt x="509" y="854"/>
                  <a:pt x="519" y="865"/>
                  <a:pt x="529" y="858"/>
                </a:cubicBezTo>
                <a:close/>
                <a:moveTo>
                  <a:pt x="754" y="850"/>
                </a:moveTo>
                <a:cubicBezTo>
                  <a:pt x="756" y="846"/>
                  <a:pt x="760" y="846"/>
                  <a:pt x="762" y="843"/>
                </a:cubicBezTo>
                <a:cubicBezTo>
                  <a:pt x="759" y="844"/>
                  <a:pt x="756" y="845"/>
                  <a:pt x="754" y="846"/>
                </a:cubicBezTo>
                <a:cubicBezTo>
                  <a:pt x="756" y="848"/>
                  <a:pt x="752" y="850"/>
                  <a:pt x="754" y="850"/>
                </a:cubicBezTo>
                <a:close/>
                <a:moveTo>
                  <a:pt x="539" y="857"/>
                </a:moveTo>
                <a:cubicBezTo>
                  <a:pt x="541" y="858"/>
                  <a:pt x="544" y="863"/>
                  <a:pt x="546" y="861"/>
                </a:cubicBezTo>
                <a:cubicBezTo>
                  <a:pt x="543" y="861"/>
                  <a:pt x="541" y="855"/>
                  <a:pt x="539" y="857"/>
                </a:cubicBezTo>
                <a:close/>
                <a:moveTo>
                  <a:pt x="627" y="916"/>
                </a:moveTo>
                <a:cubicBezTo>
                  <a:pt x="637" y="908"/>
                  <a:pt x="650" y="920"/>
                  <a:pt x="658" y="909"/>
                </a:cubicBezTo>
                <a:cubicBezTo>
                  <a:pt x="662" y="911"/>
                  <a:pt x="667" y="906"/>
                  <a:pt x="671" y="905"/>
                </a:cubicBezTo>
                <a:cubicBezTo>
                  <a:pt x="663" y="906"/>
                  <a:pt x="657" y="905"/>
                  <a:pt x="651" y="908"/>
                </a:cubicBezTo>
                <a:cubicBezTo>
                  <a:pt x="651" y="907"/>
                  <a:pt x="652" y="907"/>
                  <a:pt x="650" y="907"/>
                </a:cubicBezTo>
                <a:cubicBezTo>
                  <a:pt x="630" y="914"/>
                  <a:pt x="599" y="905"/>
                  <a:pt x="578" y="896"/>
                </a:cubicBezTo>
                <a:cubicBezTo>
                  <a:pt x="571" y="897"/>
                  <a:pt x="558" y="892"/>
                  <a:pt x="553" y="885"/>
                </a:cubicBezTo>
                <a:cubicBezTo>
                  <a:pt x="556" y="887"/>
                  <a:pt x="560" y="888"/>
                  <a:pt x="565" y="886"/>
                </a:cubicBezTo>
                <a:cubicBezTo>
                  <a:pt x="550" y="880"/>
                  <a:pt x="534" y="875"/>
                  <a:pt x="519" y="869"/>
                </a:cubicBezTo>
                <a:cubicBezTo>
                  <a:pt x="509" y="877"/>
                  <a:pt x="497" y="862"/>
                  <a:pt x="489" y="860"/>
                </a:cubicBezTo>
                <a:cubicBezTo>
                  <a:pt x="492" y="862"/>
                  <a:pt x="486" y="859"/>
                  <a:pt x="487" y="861"/>
                </a:cubicBezTo>
                <a:cubicBezTo>
                  <a:pt x="490" y="861"/>
                  <a:pt x="490" y="865"/>
                  <a:pt x="491" y="867"/>
                </a:cubicBezTo>
                <a:cubicBezTo>
                  <a:pt x="496" y="869"/>
                  <a:pt x="501" y="871"/>
                  <a:pt x="504" y="876"/>
                </a:cubicBezTo>
                <a:cubicBezTo>
                  <a:pt x="524" y="879"/>
                  <a:pt x="529" y="891"/>
                  <a:pt x="550" y="891"/>
                </a:cubicBezTo>
                <a:cubicBezTo>
                  <a:pt x="563" y="895"/>
                  <a:pt x="577" y="902"/>
                  <a:pt x="590" y="903"/>
                </a:cubicBezTo>
                <a:cubicBezTo>
                  <a:pt x="600" y="910"/>
                  <a:pt x="614" y="909"/>
                  <a:pt x="624" y="910"/>
                </a:cubicBezTo>
                <a:cubicBezTo>
                  <a:pt x="624" y="913"/>
                  <a:pt x="626" y="915"/>
                  <a:pt x="627" y="916"/>
                </a:cubicBezTo>
                <a:close/>
                <a:moveTo>
                  <a:pt x="789" y="863"/>
                </a:moveTo>
                <a:cubicBezTo>
                  <a:pt x="782" y="864"/>
                  <a:pt x="779" y="873"/>
                  <a:pt x="777" y="877"/>
                </a:cubicBezTo>
                <a:cubicBezTo>
                  <a:pt x="783" y="875"/>
                  <a:pt x="785" y="868"/>
                  <a:pt x="789" y="863"/>
                </a:cubicBezTo>
                <a:close/>
                <a:moveTo>
                  <a:pt x="731" y="865"/>
                </a:moveTo>
                <a:cubicBezTo>
                  <a:pt x="727" y="865"/>
                  <a:pt x="725" y="867"/>
                  <a:pt x="723" y="869"/>
                </a:cubicBezTo>
                <a:cubicBezTo>
                  <a:pt x="725" y="867"/>
                  <a:pt x="729" y="867"/>
                  <a:pt x="731" y="865"/>
                </a:cubicBezTo>
                <a:close/>
                <a:moveTo>
                  <a:pt x="45" y="876"/>
                </a:moveTo>
                <a:cubicBezTo>
                  <a:pt x="46" y="874"/>
                  <a:pt x="41" y="866"/>
                  <a:pt x="39" y="866"/>
                </a:cubicBezTo>
                <a:cubicBezTo>
                  <a:pt x="40" y="867"/>
                  <a:pt x="40" y="870"/>
                  <a:pt x="40" y="873"/>
                </a:cubicBezTo>
                <a:cubicBezTo>
                  <a:pt x="43" y="874"/>
                  <a:pt x="42" y="874"/>
                  <a:pt x="45" y="876"/>
                </a:cubicBezTo>
                <a:close/>
                <a:moveTo>
                  <a:pt x="570" y="871"/>
                </a:moveTo>
                <a:cubicBezTo>
                  <a:pt x="576" y="872"/>
                  <a:pt x="579" y="876"/>
                  <a:pt x="584" y="877"/>
                </a:cubicBezTo>
                <a:cubicBezTo>
                  <a:pt x="581" y="874"/>
                  <a:pt x="575" y="869"/>
                  <a:pt x="570" y="871"/>
                </a:cubicBezTo>
                <a:close/>
                <a:moveTo>
                  <a:pt x="591" y="886"/>
                </a:moveTo>
                <a:cubicBezTo>
                  <a:pt x="591" y="888"/>
                  <a:pt x="592" y="888"/>
                  <a:pt x="593" y="890"/>
                </a:cubicBezTo>
                <a:cubicBezTo>
                  <a:pt x="596" y="891"/>
                  <a:pt x="598" y="889"/>
                  <a:pt x="601" y="889"/>
                </a:cubicBezTo>
                <a:cubicBezTo>
                  <a:pt x="603" y="885"/>
                  <a:pt x="608" y="884"/>
                  <a:pt x="610" y="880"/>
                </a:cubicBezTo>
                <a:cubicBezTo>
                  <a:pt x="605" y="882"/>
                  <a:pt x="600" y="874"/>
                  <a:pt x="601" y="880"/>
                </a:cubicBezTo>
                <a:cubicBezTo>
                  <a:pt x="598" y="882"/>
                  <a:pt x="600" y="878"/>
                  <a:pt x="597" y="879"/>
                </a:cubicBezTo>
                <a:cubicBezTo>
                  <a:pt x="597" y="881"/>
                  <a:pt x="596" y="880"/>
                  <a:pt x="593" y="881"/>
                </a:cubicBezTo>
                <a:cubicBezTo>
                  <a:pt x="594" y="885"/>
                  <a:pt x="594" y="885"/>
                  <a:pt x="591" y="886"/>
                </a:cubicBezTo>
                <a:close/>
                <a:moveTo>
                  <a:pt x="815" y="881"/>
                </a:moveTo>
                <a:cubicBezTo>
                  <a:pt x="814" y="884"/>
                  <a:pt x="809" y="885"/>
                  <a:pt x="811" y="887"/>
                </a:cubicBezTo>
                <a:cubicBezTo>
                  <a:pt x="811" y="885"/>
                  <a:pt x="812" y="886"/>
                  <a:pt x="814" y="886"/>
                </a:cubicBezTo>
                <a:cubicBezTo>
                  <a:pt x="813" y="884"/>
                  <a:pt x="817" y="882"/>
                  <a:pt x="815" y="881"/>
                </a:cubicBezTo>
                <a:close/>
                <a:moveTo>
                  <a:pt x="51" y="895"/>
                </a:moveTo>
                <a:cubicBezTo>
                  <a:pt x="54" y="899"/>
                  <a:pt x="58" y="901"/>
                  <a:pt x="62" y="900"/>
                </a:cubicBezTo>
                <a:cubicBezTo>
                  <a:pt x="61" y="896"/>
                  <a:pt x="59" y="894"/>
                  <a:pt x="57" y="892"/>
                </a:cubicBezTo>
                <a:cubicBezTo>
                  <a:pt x="56" y="895"/>
                  <a:pt x="59" y="894"/>
                  <a:pt x="59" y="897"/>
                </a:cubicBezTo>
                <a:cubicBezTo>
                  <a:pt x="55" y="895"/>
                  <a:pt x="52" y="881"/>
                  <a:pt x="47" y="888"/>
                </a:cubicBezTo>
                <a:cubicBezTo>
                  <a:pt x="47" y="885"/>
                  <a:pt x="47" y="885"/>
                  <a:pt x="47" y="885"/>
                </a:cubicBezTo>
                <a:cubicBezTo>
                  <a:pt x="45" y="883"/>
                  <a:pt x="41" y="886"/>
                  <a:pt x="43" y="887"/>
                </a:cubicBezTo>
                <a:cubicBezTo>
                  <a:pt x="47" y="883"/>
                  <a:pt x="46" y="896"/>
                  <a:pt x="49" y="893"/>
                </a:cubicBezTo>
                <a:cubicBezTo>
                  <a:pt x="49" y="894"/>
                  <a:pt x="50" y="894"/>
                  <a:pt x="50" y="894"/>
                </a:cubicBezTo>
                <a:cubicBezTo>
                  <a:pt x="50" y="896"/>
                  <a:pt x="49" y="896"/>
                  <a:pt x="49" y="898"/>
                </a:cubicBezTo>
                <a:cubicBezTo>
                  <a:pt x="53" y="899"/>
                  <a:pt x="48" y="896"/>
                  <a:pt x="51" y="895"/>
                </a:cubicBezTo>
                <a:close/>
                <a:moveTo>
                  <a:pt x="52" y="893"/>
                </a:moveTo>
                <a:cubicBezTo>
                  <a:pt x="55" y="892"/>
                  <a:pt x="56" y="894"/>
                  <a:pt x="56" y="896"/>
                </a:cubicBezTo>
                <a:cubicBezTo>
                  <a:pt x="55" y="895"/>
                  <a:pt x="52" y="896"/>
                  <a:pt x="52" y="893"/>
                </a:cubicBezTo>
                <a:close/>
                <a:moveTo>
                  <a:pt x="48" y="890"/>
                </a:moveTo>
                <a:cubicBezTo>
                  <a:pt x="49" y="889"/>
                  <a:pt x="50" y="889"/>
                  <a:pt x="52" y="890"/>
                </a:cubicBezTo>
                <a:cubicBezTo>
                  <a:pt x="51" y="893"/>
                  <a:pt x="51" y="892"/>
                  <a:pt x="52" y="894"/>
                </a:cubicBezTo>
                <a:cubicBezTo>
                  <a:pt x="50" y="893"/>
                  <a:pt x="50" y="891"/>
                  <a:pt x="48" y="890"/>
                </a:cubicBezTo>
                <a:close/>
                <a:moveTo>
                  <a:pt x="680" y="901"/>
                </a:moveTo>
                <a:cubicBezTo>
                  <a:pt x="680" y="904"/>
                  <a:pt x="684" y="899"/>
                  <a:pt x="688" y="901"/>
                </a:cubicBezTo>
                <a:cubicBezTo>
                  <a:pt x="687" y="895"/>
                  <a:pt x="683" y="901"/>
                  <a:pt x="680" y="901"/>
                </a:cubicBezTo>
                <a:close/>
                <a:moveTo>
                  <a:pt x="88" y="919"/>
                </a:moveTo>
                <a:cubicBezTo>
                  <a:pt x="89" y="917"/>
                  <a:pt x="91" y="917"/>
                  <a:pt x="92" y="915"/>
                </a:cubicBezTo>
                <a:cubicBezTo>
                  <a:pt x="87" y="911"/>
                  <a:pt x="83" y="903"/>
                  <a:pt x="81" y="899"/>
                </a:cubicBezTo>
                <a:cubicBezTo>
                  <a:pt x="78" y="905"/>
                  <a:pt x="86" y="906"/>
                  <a:pt x="87" y="912"/>
                </a:cubicBezTo>
                <a:cubicBezTo>
                  <a:pt x="83" y="913"/>
                  <a:pt x="85" y="919"/>
                  <a:pt x="88" y="919"/>
                </a:cubicBezTo>
                <a:close/>
                <a:moveTo>
                  <a:pt x="897" y="900"/>
                </a:moveTo>
                <a:cubicBezTo>
                  <a:pt x="894" y="902"/>
                  <a:pt x="889" y="903"/>
                  <a:pt x="887" y="906"/>
                </a:cubicBezTo>
                <a:cubicBezTo>
                  <a:pt x="891" y="905"/>
                  <a:pt x="897" y="902"/>
                  <a:pt x="897" y="900"/>
                </a:cubicBezTo>
                <a:close/>
                <a:moveTo>
                  <a:pt x="885" y="906"/>
                </a:moveTo>
                <a:cubicBezTo>
                  <a:pt x="885" y="909"/>
                  <a:pt x="878" y="909"/>
                  <a:pt x="880" y="912"/>
                </a:cubicBezTo>
                <a:cubicBezTo>
                  <a:pt x="881" y="910"/>
                  <a:pt x="887" y="908"/>
                  <a:pt x="885" y="906"/>
                </a:cubicBezTo>
                <a:close/>
                <a:moveTo>
                  <a:pt x="66" y="947"/>
                </a:moveTo>
                <a:cubicBezTo>
                  <a:pt x="63" y="947"/>
                  <a:pt x="63" y="943"/>
                  <a:pt x="62" y="941"/>
                </a:cubicBezTo>
                <a:cubicBezTo>
                  <a:pt x="64" y="943"/>
                  <a:pt x="67" y="943"/>
                  <a:pt x="66" y="947"/>
                </a:cubicBezTo>
                <a:close/>
                <a:moveTo>
                  <a:pt x="181" y="984"/>
                </a:moveTo>
                <a:cubicBezTo>
                  <a:pt x="184" y="986"/>
                  <a:pt x="188" y="990"/>
                  <a:pt x="187" y="994"/>
                </a:cubicBezTo>
                <a:cubicBezTo>
                  <a:pt x="182" y="993"/>
                  <a:pt x="182" y="988"/>
                  <a:pt x="181" y="984"/>
                </a:cubicBezTo>
                <a:close/>
                <a:moveTo>
                  <a:pt x="202" y="1015"/>
                </a:moveTo>
                <a:cubicBezTo>
                  <a:pt x="199" y="1009"/>
                  <a:pt x="191" y="1004"/>
                  <a:pt x="191" y="998"/>
                </a:cubicBezTo>
                <a:cubicBezTo>
                  <a:pt x="195" y="1001"/>
                  <a:pt x="199" y="1005"/>
                  <a:pt x="204" y="1009"/>
                </a:cubicBezTo>
                <a:cubicBezTo>
                  <a:pt x="203" y="1011"/>
                  <a:pt x="203" y="1014"/>
                  <a:pt x="202" y="1015"/>
                </a:cubicBezTo>
                <a:close/>
                <a:moveTo>
                  <a:pt x="1077" y="966"/>
                </a:moveTo>
                <a:cubicBezTo>
                  <a:pt x="1073" y="968"/>
                  <a:pt x="1075" y="971"/>
                  <a:pt x="1075" y="975"/>
                </a:cubicBezTo>
                <a:cubicBezTo>
                  <a:pt x="1072" y="974"/>
                  <a:pt x="1070" y="984"/>
                  <a:pt x="1069" y="986"/>
                </a:cubicBezTo>
                <a:cubicBezTo>
                  <a:pt x="1071" y="983"/>
                  <a:pt x="1067" y="991"/>
                  <a:pt x="1071" y="991"/>
                </a:cubicBezTo>
                <a:cubicBezTo>
                  <a:pt x="1069" y="990"/>
                  <a:pt x="1068" y="995"/>
                  <a:pt x="1069" y="996"/>
                </a:cubicBezTo>
                <a:cubicBezTo>
                  <a:pt x="1073" y="990"/>
                  <a:pt x="1073" y="982"/>
                  <a:pt x="1073" y="976"/>
                </a:cubicBezTo>
                <a:cubicBezTo>
                  <a:pt x="1076" y="976"/>
                  <a:pt x="1077" y="974"/>
                  <a:pt x="1077" y="972"/>
                </a:cubicBezTo>
                <a:cubicBezTo>
                  <a:pt x="1075" y="970"/>
                  <a:pt x="1076" y="969"/>
                  <a:pt x="1077" y="966"/>
                </a:cubicBezTo>
                <a:close/>
                <a:moveTo>
                  <a:pt x="661" y="973"/>
                </a:moveTo>
                <a:cubicBezTo>
                  <a:pt x="660" y="976"/>
                  <a:pt x="654" y="972"/>
                  <a:pt x="654" y="975"/>
                </a:cubicBezTo>
                <a:cubicBezTo>
                  <a:pt x="655" y="975"/>
                  <a:pt x="655" y="975"/>
                  <a:pt x="655" y="977"/>
                </a:cubicBezTo>
                <a:cubicBezTo>
                  <a:pt x="658" y="977"/>
                  <a:pt x="662" y="975"/>
                  <a:pt x="661" y="973"/>
                </a:cubicBezTo>
                <a:close/>
                <a:moveTo>
                  <a:pt x="1065" y="992"/>
                </a:moveTo>
                <a:cubicBezTo>
                  <a:pt x="1066" y="994"/>
                  <a:pt x="1063" y="997"/>
                  <a:pt x="1065" y="998"/>
                </a:cubicBezTo>
                <a:cubicBezTo>
                  <a:pt x="1065" y="995"/>
                  <a:pt x="1067" y="995"/>
                  <a:pt x="1068" y="993"/>
                </a:cubicBezTo>
                <a:cubicBezTo>
                  <a:pt x="1066" y="993"/>
                  <a:pt x="1067" y="991"/>
                  <a:pt x="1065" y="992"/>
                </a:cubicBezTo>
                <a:close/>
                <a:moveTo>
                  <a:pt x="247" y="1014"/>
                </a:moveTo>
                <a:cubicBezTo>
                  <a:pt x="249" y="1013"/>
                  <a:pt x="249" y="1017"/>
                  <a:pt x="251" y="1014"/>
                </a:cubicBezTo>
                <a:cubicBezTo>
                  <a:pt x="251" y="1012"/>
                  <a:pt x="245" y="1009"/>
                  <a:pt x="248" y="1011"/>
                </a:cubicBezTo>
                <a:cubicBezTo>
                  <a:pt x="248" y="1012"/>
                  <a:pt x="248" y="1012"/>
                  <a:pt x="248" y="1013"/>
                </a:cubicBezTo>
                <a:cubicBezTo>
                  <a:pt x="248" y="1013"/>
                  <a:pt x="247" y="1013"/>
                  <a:pt x="247" y="1014"/>
                </a:cubicBezTo>
                <a:close/>
                <a:moveTo>
                  <a:pt x="325" y="1020"/>
                </a:moveTo>
                <a:cubicBezTo>
                  <a:pt x="322" y="1019"/>
                  <a:pt x="321" y="1021"/>
                  <a:pt x="318" y="1021"/>
                </a:cubicBezTo>
                <a:cubicBezTo>
                  <a:pt x="313" y="1017"/>
                  <a:pt x="311" y="1010"/>
                  <a:pt x="305" y="1008"/>
                </a:cubicBezTo>
                <a:cubicBezTo>
                  <a:pt x="305" y="1011"/>
                  <a:pt x="302" y="1011"/>
                  <a:pt x="300" y="1011"/>
                </a:cubicBezTo>
                <a:cubicBezTo>
                  <a:pt x="301" y="1014"/>
                  <a:pt x="303" y="1016"/>
                  <a:pt x="305" y="1018"/>
                </a:cubicBezTo>
                <a:cubicBezTo>
                  <a:pt x="309" y="1015"/>
                  <a:pt x="309" y="1022"/>
                  <a:pt x="313" y="1022"/>
                </a:cubicBezTo>
                <a:cubicBezTo>
                  <a:pt x="314" y="1021"/>
                  <a:pt x="314" y="1019"/>
                  <a:pt x="315" y="1019"/>
                </a:cubicBezTo>
                <a:cubicBezTo>
                  <a:pt x="317" y="1020"/>
                  <a:pt x="317" y="1023"/>
                  <a:pt x="318" y="1025"/>
                </a:cubicBezTo>
                <a:cubicBezTo>
                  <a:pt x="323" y="1023"/>
                  <a:pt x="332" y="1040"/>
                  <a:pt x="338" y="1032"/>
                </a:cubicBezTo>
                <a:cubicBezTo>
                  <a:pt x="333" y="1028"/>
                  <a:pt x="326" y="1027"/>
                  <a:pt x="325" y="1020"/>
                </a:cubicBezTo>
                <a:close/>
                <a:moveTo>
                  <a:pt x="319" y="1029"/>
                </a:moveTo>
                <a:cubicBezTo>
                  <a:pt x="318" y="1029"/>
                  <a:pt x="313" y="1024"/>
                  <a:pt x="314" y="1027"/>
                </a:cubicBezTo>
                <a:cubicBezTo>
                  <a:pt x="315" y="1028"/>
                  <a:pt x="317" y="1033"/>
                  <a:pt x="319" y="1029"/>
                </a:cubicBezTo>
                <a:close/>
                <a:moveTo>
                  <a:pt x="699" y="1055"/>
                </a:moveTo>
                <a:cubicBezTo>
                  <a:pt x="697" y="1052"/>
                  <a:pt x="703" y="1051"/>
                  <a:pt x="703" y="1048"/>
                </a:cubicBezTo>
                <a:cubicBezTo>
                  <a:pt x="708" y="1046"/>
                  <a:pt x="711" y="1048"/>
                  <a:pt x="714" y="1044"/>
                </a:cubicBezTo>
                <a:cubicBezTo>
                  <a:pt x="704" y="1040"/>
                  <a:pt x="690" y="1052"/>
                  <a:pt x="688" y="1043"/>
                </a:cubicBezTo>
                <a:cubicBezTo>
                  <a:pt x="694" y="1038"/>
                  <a:pt x="702" y="1040"/>
                  <a:pt x="707" y="1036"/>
                </a:cubicBezTo>
                <a:cubicBezTo>
                  <a:pt x="703" y="1036"/>
                  <a:pt x="703" y="1032"/>
                  <a:pt x="698" y="1033"/>
                </a:cubicBezTo>
                <a:cubicBezTo>
                  <a:pt x="696" y="1041"/>
                  <a:pt x="676" y="1034"/>
                  <a:pt x="676" y="1042"/>
                </a:cubicBezTo>
                <a:cubicBezTo>
                  <a:pt x="673" y="1043"/>
                  <a:pt x="672" y="1038"/>
                  <a:pt x="670" y="1041"/>
                </a:cubicBezTo>
                <a:cubicBezTo>
                  <a:pt x="674" y="1041"/>
                  <a:pt x="671" y="1043"/>
                  <a:pt x="670" y="1044"/>
                </a:cubicBezTo>
                <a:cubicBezTo>
                  <a:pt x="673" y="1044"/>
                  <a:pt x="672" y="1047"/>
                  <a:pt x="672" y="1050"/>
                </a:cubicBezTo>
                <a:cubicBezTo>
                  <a:pt x="657" y="1057"/>
                  <a:pt x="641" y="1047"/>
                  <a:pt x="627" y="1050"/>
                </a:cubicBezTo>
                <a:cubicBezTo>
                  <a:pt x="628" y="1052"/>
                  <a:pt x="628" y="1054"/>
                  <a:pt x="628" y="1057"/>
                </a:cubicBezTo>
                <a:cubicBezTo>
                  <a:pt x="631" y="1056"/>
                  <a:pt x="633" y="1055"/>
                  <a:pt x="636" y="1057"/>
                </a:cubicBezTo>
                <a:cubicBezTo>
                  <a:pt x="636" y="1056"/>
                  <a:pt x="635" y="1054"/>
                  <a:pt x="636" y="1054"/>
                </a:cubicBezTo>
                <a:cubicBezTo>
                  <a:pt x="645" y="1054"/>
                  <a:pt x="658" y="1059"/>
                  <a:pt x="662" y="1053"/>
                </a:cubicBezTo>
                <a:cubicBezTo>
                  <a:pt x="664" y="1053"/>
                  <a:pt x="666" y="1055"/>
                  <a:pt x="664" y="1057"/>
                </a:cubicBezTo>
                <a:cubicBezTo>
                  <a:pt x="671" y="1057"/>
                  <a:pt x="677" y="1059"/>
                  <a:pt x="683" y="1061"/>
                </a:cubicBezTo>
                <a:cubicBezTo>
                  <a:pt x="684" y="1059"/>
                  <a:pt x="681" y="1058"/>
                  <a:pt x="683" y="1057"/>
                </a:cubicBezTo>
                <a:cubicBezTo>
                  <a:pt x="683" y="1059"/>
                  <a:pt x="685" y="1058"/>
                  <a:pt x="685" y="1059"/>
                </a:cubicBezTo>
                <a:cubicBezTo>
                  <a:pt x="686" y="1053"/>
                  <a:pt x="697" y="1055"/>
                  <a:pt x="699" y="1055"/>
                </a:cubicBezTo>
                <a:close/>
                <a:moveTo>
                  <a:pt x="489" y="1081"/>
                </a:moveTo>
                <a:cubicBezTo>
                  <a:pt x="490" y="1085"/>
                  <a:pt x="494" y="1086"/>
                  <a:pt x="496" y="1085"/>
                </a:cubicBezTo>
                <a:cubicBezTo>
                  <a:pt x="492" y="1085"/>
                  <a:pt x="494" y="1080"/>
                  <a:pt x="489" y="1081"/>
                </a:cubicBezTo>
                <a:close/>
                <a:moveTo>
                  <a:pt x="517" y="1092"/>
                </a:moveTo>
                <a:cubicBezTo>
                  <a:pt x="510" y="1092"/>
                  <a:pt x="502" y="1087"/>
                  <a:pt x="496" y="1089"/>
                </a:cubicBezTo>
                <a:cubicBezTo>
                  <a:pt x="504" y="1090"/>
                  <a:pt x="509" y="1094"/>
                  <a:pt x="517" y="1092"/>
                </a:cubicBezTo>
                <a:close/>
                <a:moveTo>
                  <a:pt x="823" y="1101"/>
                </a:moveTo>
                <a:cubicBezTo>
                  <a:pt x="823" y="1104"/>
                  <a:pt x="818" y="1101"/>
                  <a:pt x="818" y="1103"/>
                </a:cubicBezTo>
                <a:cubicBezTo>
                  <a:pt x="819" y="1105"/>
                  <a:pt x="825" y="1103"/>
                  <a:pt x="823" y="1101"/>
                </a:cubicBezTo>
                <a:close/>
                <a:moveTo>
                  <a:pt x="593" y="1118"/>
                </a:moveTo>
                <a:cubicBezTo>
                  <a:pt x="597" y="1118"/>
                  <a:pt x="603" y="1124"/>
                  <a:pt x="606" y="1120"/>
                </a:cubicBezTo>
                <a:cubicBezTo>
                  <a:pt x="603" y="1118"/>
                  <a:pt x="592" y="1117"/>
                  <a:pt x="593" y="1118"/>
                </a:cubicBezTo>
                <a:close/>
                <a:moveTo>
                  <a:pt x="818" y="1126"/>
                </a:moveTo>
                <a:cubicBezTo>
                  <a:pt x="814" y="1127"/>
                  <a:pt x="806" y="1126"/>
                  <a:pt x="810" y="1131"/>
                </a:cubicBezTo>
                <a:cubicBezTo>
                  <a:pt x="796" y="1134"/>
                  <a:pt x="784" y="1133"/>
                  <a:pt x="775" y="1139"/>
                </a:cubicBezTo>
                <a:cubicBezTo>
                  <a:pt x="771" y="1134"/>
                  <a:pt x="767" y="1141"/>
                  <a:pt x="764" y="1143"/>
                </a:cubicBezTo>
                <a:cubicBezTo>
                  <a:pt x="781" y="1141"/>
                  <a:pt x="801" y="1137"/>
                  <a:pt x="817" y="1129"/>
                </a:cubicBezTo>
                <a:cubicBezTo>
                  <a:pt x="815" y="1129"/>
                  <a:pt x="814" y="1127"/>
                  <a:pt x="818" y="1126"/>
                </a:cubicBezTo>
                <a:close/>
                <a:moveTo>
                  <a:pt x="916" y="627"/>
                </a:moveTo>
                <a:cubicBezTo>
                  <a:pt x="917" y="623"/>
                  <a:pt x="917" y="618"/>
                  <a:pt x="916" y="616"/>
                </a:cubicBezTo>
                <a:cubicBezTo>
                  <a:pt x="915" y="619"/>
                  <a:pt x="914" y="621"/>
                  <a:pt x="914" y="625"/>
                </a:cubicBezTo>
                <a:cubicBezTo>
                  <a:pt x="917" y="623"/>
                  <a:pt x="914" y="627"/>
                  <a:pt x="916" y="627"/>
                </a:cubicBezTo>
                <a:close/>
                <a:moveTo>
                  <a:pt x="912" y="748"/>
                </a:moveTo>
                <a:cubicBezTo>
                  <a:pt x="920" y="748"/>
                  <a:pt x="918" y="735"/>
                  <a:pt x="924" y="736"/>
                </a:cubicBezTo>
                <a:cubicBezTo>
                  <a:pt x="926" y="732"/>
                  <a:pt x="927" y="727"/>
                  <a:pt x="931" y="725"/>
                </a:cubicBezTo>
                <a:cubicBezTo>
                  <a:pt x="931" y="732"/>
                  <a:pt x="936" y="727"/>
                  <a:pt x="933" y="734"/>
                </a:cubicBezTo>
                <a:cubicBezTo>
                  <a:pt x="938" y="734"/>
                  <a:pt x="936" y="726"/>
                  <a:pt x="937" y="722"/>
                </a:cubicBezTo>
                <a:cubicBezTo>
                  <a:pt x="938" y="721"/>
                  <a:pt x="940" y="721"/>
                  <a:pt x="940" y="720"/>
                </a:cubicBezTo>
                <a:cubicBezTo>
                  <a:pt x="943" y="714"/>
                  <a:pt x="942" y="700"/>
                  <a:pt x="946" y="706"/>
                </a:cubicBezTo>
                <a:cubicBezTo>
                  <a:pt x="946" y="698"/>
                  <a:pt x="953" y="691"/>
                  <a:pt x="949" y="686"/>
                </a:cubicBezTo>
                <a:cubicBezTo>
                  <a:pt x="950" y="685"/>
                  <a:pt x="950" y="683"/>
                  <a:pt x="952" y="684"/>
                </a:cubicBezTo>
                <a:cubicBezTo>
                  <a:pt x="949" y="677"/>
                  <a:pt x="953" y="673"/>
                  <a:pt x="950" y="666"/>
                </a:cubicBezTo>
                <a:cubicBezTo>
                  <a:pt x="942" y="666"/>
                  <a:pt x="938" y="682"/>
                  <a:pt x="933" y="676"/>
                </a:cubicBezTo>
                <a:cubicBezTo>
                  <a:pt x="931" y="685"/>
                  <a:pt x="926" y="690"/>
                  <a:pt x="928" y="702"/>
                </a:cubicBezTo>
                <a:cubicBezTo>
                  <a:pt x="926" y="702"/>
                  <a:pt x="925" y="704"/>
                  <a:pt x="924" y="705"/>
                </a:cubicBezTo>
                <a:cubicBezTo>
                  <a:pt x="924" y="708"/>
                  <a:pt x="926" y="708"/>
                  <a:pt x="926" y="711"/>
                </a:cubicBezTo>
                <a:cubicBezTo>
                  <a:pt x="923" y="709"/>
                  <a:pt x="926" y="715"/>
                  <a:pt x="925" y="718"/>
                </a:cubicBezTo>
                <a:cubicBezTo>
                  <a:pt x="922" y="725"/>
                  <a:pt x="918" y="729"/>
                  <a:pt x="918" y="738"/>
                </a:cubicBezTo>
                <a:cubicBezTo>
                  <a:pt x="916" y="741"/>
                  <a:pt x="912" y="742"/>
                  <a:pt x="912" y="748"/>
                </a:cubicBezTo>
                <a:close/>
                <a:moveTo>
                  <a:pt x="932" y="685"/>
                </a:moveTo>
                <a:cubicBezTo>
                  <a:pt x="935" y="685"/>
                  <a:pt x="932" y="691"/>
                  <a:pt x="930" y="691"/>
                </a:cubicBezTo>
                <a:cubicBezTo>
                  <a:pt x="930" y="688"/>
                  <a:pt x="931" y="687"/>
                  <a:pt x="932" y="685"/>
                </a:cubicBezTo>
                <a:close/>
                <a:moveTo>
                  <a:pt x="125" y="832"/>
                </a:moveTo>
                <a:cubicBezTo>
                  <a:pt x="126" y="837"/>
                  <a:pt x="126" y="836"/>
                  <a:pt x="126" y="842"/>
                </a:cubicBezTo>
                <a:cubicBezTo>
                  <a:pt x="131" y="842"/>
                  <a:pt x="129" y="834"/>
                  <a:pt x="133" y="834"/>
                </a:cubicBezTo>
                <a:cubicBezTo>
                  <a:pt x="132" y="831"/>
                  <a:pt x="133" y="828"/>
                  <a:pt x="132" y="827"/>
                </a:cubicBezTo>
                <a:cubicBezTo>
                  <a:pt x="131" y="830"/>
                  <a:pt x="129" y="823"/>
                  <a:pt x="128" y="827"/>
                </a:cubicBezTo>
                <a:cubicBezTo>
                  <a:pt x="129" y="827"/>
                  <a:pt x="129" y="834"/>
                  <a:pt x="125" y="832"/>
                </a:cubicBezTo>
                <a:close/>
                <a:moveTo>
                  <a:pt x="548" y="863"/>
                </a:moveTo>
                <a:cubicBezTo>
                  <a:pt x="551" y="868"/>
                  <a:pt x="557" y="871"/>
                  <a:pt x="561" y="875"/>
                </a:cubicBezTo>
                <a:cubicBezTo>
                  <a:pt x="559" y="870"/>
                  <a:pt x="565" y="873"/>
                  <a:pt x="565" y="870"/>
                </a:cubicBezTo>
                <a:cubicBezTo>
                  <a:pt x="561" y="864"/>
                  <a:pt x="554" y="860"/>
                  <a:pt x="549" y="855"/>
                </a:cubicBezTo>
                <a:cubicBezTo>
                  <a:pt x="547" y="862"/>
                  <a:pt x="556" y="860"/>
                  <a:pt x="557" y="866"/>
                </a:cubicBezTo>
                <a:cubicBezTo>
                  <a:pt x="552" y="867"/>
                  <a:pt x="551" y="864"/>
                  <a:pt x="548" y="863"/>
                </a:cubicBezTo>
                <a:close/>
                <a:moveTo>
                  <a:pt x="738" y="887"/>
                </a:moveTo>
                <a:cubicBezTo>
                  <a:pt x="739" y="890"/>
                  <a:pt x="739" y="891"/>
                  <a:pt x="738" y="894"/>
                </a:cubicBezTo>
                <a:cubicBezTo>
                  <a:pt x="740" y="894"/>
                  <a:pt x="741" y="893"/>
                  <a:pt x="742" y="893"/>
                </a:cubicBezTo>
                <a:cubicBezTo>
                  <a:pt x="743" y="895"/>
                  <a:pt x="742" y="896"/>
                  <a:pt x="745" y="898"/>
                </a:cubicBezTo>
                <a:cubicBezTo>
                  <a:pt x="748" y="893"/>
                  <a:pt x="754" y="892"/>
                  <a:pt x="758" y="888"/>
                </a:cubicBezTo>
                <a:cubicBezTo>
                  <a:pt x="757" y="885"/>
                  <a:pt x="756" y="882"/>
                  <a:pt x="753" y="881"/>
                </a:cubicBezTo>
                <a:cubicBezTo>
                  <a:pt x="750" y="885"/>
                  <a:pt x="743" y="885"/>
                  <a:pt x="738" y="887"/>
                </a:cubicBezTo>
                <a:close/>
                <a:moveTo>
                  <a:pt x="136" y="922"/>
                </a:moveTo>
                <a:cubicBezTo>
                  <a:pt x="137" y="922"/>
                  <a:pt x="138" y="923"/>
                  <a:pt x="138" y="925"/>
                </a:cubicBezTo>
                <a:cubicBezTo>
                  <a:pt x="134" y="926"/>
                  <a:pt x="131" y="923"/>
                  <a:pt x="129" y="926"/>
                </a:cubicBezTo>
                <a:cubicBezTo>
                  <a:pt x="130" y="928"/>
                  <a:pt x="132" y="929"/>
                  <a:pt x="132" y="932"/>
                </a:cubicBezTo>
                <a:cubicBezTo>
                  <a:pt x="142" y="932"/>
                  <a:pt x="144" y="940"/>
                  <a:pt x="152" y="941"/>
                </a:cubicBezTo>
                <a:cubicBezTo>
                  <a:pt x="151" y="936"/>
                  <a:pt x="150" y="933"/>
                  <a:pt x="148" y="929"/>
                </a:cubicBezTo>
                <a:cubicBezTo>
                  <a:pt x="151" y="928"/>
                  <a:pt x="148" y="924"/>
                  <a:pt x="152" y="924"/>
                </a:cubicBezTo>
                <a:cubicBezTo>
                  <a:pt x="150" y="919"/>
                  <a:pt x="142" y="920"/>
                  <a:pt x="139" y="916"/>
                </a:cubicBezTo>
                <a:cubicBezTo>
                  <a:pt x="138" y="920"/>
                  <a:pt x="141" y="921"/>
                  <a:pt x="139" y="923"/>
                </a:cubicBezTo>
                <a:cubicBezTo>
                  <a:pt x="138" y="923"/>
                  <a:pt x="137" y="919"/>
                  <a:pt x="136" y="922"/>
                </a:cubicBezTo>
                <a:close/>
                <a:moveTo>
                  <a:pt x="638" y="991"/>
                </a:moveTo>
                <a:cubicBezTo>
                  <a:pt x="639" y="988"/>
                  <a:pt x="637" y="988"/>
                  <a:pt x="638" y="986"/>
                </a:cubicBezTo>
                <a:cubicBezTo>
                  <a:pt x="631" y="982"/>
                  <a:pt x="628" y="988"/>
                  <a:pt x="619" y="987"/>
                </a:cubicBezTo>
                <a:cubicBezTo>
                  <a:pt x="620" y="994"/>
                  <a:pt x="631" y="990"/>
                  <a:pt x="634" y="995"/>
                </a:cubicBezTo>
                <a:cubicBezTo>
                  <a:pt x="633" y="992"/>
                  <a:pt x="635" y="991"/>
                  <a:pt x="638" y="991"/>
                </a:cubicBezTo>
                <a:close/>
                <a:moveTo>
                  <a:pt x="675" y="1018"/>
                </a:moveTo>
                <a:cubicBezTo>
                  <a:pt x="677" y="1018"/>
                  <a:pt x="680" y="1017"/>
                  <a:pt x="680" y="1019"/>
                </a:cubicBezTo>
                <a:cubicBezTo>
                  <a:pt x="679" y="1019"/>
                  <a:pt x="676" y="1018"/>
                  <a:pt x="677" y="1021"/>
                </a:cubicBezTo>
                <a:cubicBezTo>
                  <a:pt x="677" y="1024"/>
                  <a:pt x="682" y="1020"/>
                  <a:pt x="684" y="1022"/>
                </a:cubicBezTo>
                <a:cubicBezTo>
                  <a:pt x="685" y="1017"/>
                  <a:pt x="685" y="1016"/>
                  <a:pt x="688" y="1014"/>
                </a:cubicBezTo>
                <a:cubicBezTo>
                  <a:pt x="682" y="1013"/>
                  <a:pt x="677" y="1013"/>
                  <a:pt x="675" y="1018"/>
                </a:cubicBezTo>
                <a:close/>
                <a:moveTo>
                  <a:pt x="847" y="1109"/>
                </a:moveTo>
                <a:cubicBezTo>
                  <a:pt x="841" y="1112"/>
                  <a:pt x="836" y="1115"/>
                  <a:pt x="835" y="1120"/>
                </a:cubicBezTo>
                <a:cubicBezTo>
                  <a:pt x="833" y="1118"/>
                  <a:pt x="837" y="1116"/>
                  <a:pt x="833" y="1116"/>
                </a:cubicBezTo>
                <a:cubicBezTo>
                  <a:pt x="833" y="1121"/>
                  <a:pt x="833" y="1121"/>
                  <a:pt x="833" y="1121"/>
                </a:cubicBezTo>
                <a:cubicBezTo>
                  <a:pt x="840" y="1122"/>
                  <a:pt x="847" y="1119"/>
                  <a:pt x="850" y="1114"/>
                </a:cubicBezTo>
                <a:cubicBezTo>
                  <a:pt x="849" y="1113"/>
                  <a:pt x="847" y="1112"/>
                  <a:pt x="847" y="110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62222" y="2981913"/>
            <a:ext cx="1200329" cy="923330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6000" spc="1200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 dir="u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4119365" y="1590938"/>
            <a:ext cx="3953271" cy="3953842"/>
            <a:chOff x="4119365" y="1590938"/>
            <a:chExt cx="3953271" cy="3953842"/>
          </a:xfrm>
        </p:grpSpPr>
        <p:sp>
          <p:nvSpPr>
            <p:cNvPr id="3" name="Shape 16786"/>
            <p:cNvSpPr/>
            <p:nvPr/>
          </p:nvSpPr>
          <p:spPr>
            <a:xfrm>
              <a:off x="6096977" y="2578485"/>
              <a:ext cx="1975659" cy="19756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501" y="2433"/>
                  </a:moveTo>
                  <a:cubicBezTo>
                    <a:pt x="1833" y="3098"/>
                    <a:pt x="1816" y="4173"/>
                    <a:pt x="2476" y="4839"/>
                  </a:cubicBezTo>
                  <a:cubicBezTo>
                    <a:pt x="2544" y="4907"/>
                    <a:pt x="2928" y="5228"/>
                    <a:pt x="3240" y="5333"/>
                  </a:cubicBezTo>
                  <a:cubicBezTo>
                    <a:pt x="4695" y="5819"/>
                    <a:pt x="4379" y="6372"/>
                    <a:pt x="4243" y="6557"/>
                  </a:cubicBezTo>
                  <a:lnTo>
                    <a:pt x="4206" y="6594"/>
                  </a:lnTo>
                  <a:lnTo>
                    <a:pt x="4194" y="6606"/>
                  </a:lnTo>
                  <a:lnTo>
                    <a:pt x="0" y="10800"/>
                  </a:lnTo>
                  <a:lnTo>
                    <a:pt x="4375" y="15175"/>
                  </a:lnTo>
                  <a:cubicBezTo>
                    <a:pt x="4502" y="15423"/>
                    <a:pt x="4504" y="15874"/>
                    <a:pt x="3298" y="16283"/>
                  </a:cubicBezTo>
                  <a:cubicBezTo>
                    <a:pt x="3267" y="16293"/>
                    <a:pt x="2706" y="16532"/>
                    <a:pt x="2501" y="16737"/>
                  </a:cubicBezTo>
                  <a:cubicBezTo>
                    <a:pt x="1842" y="17395"/>
                    <a:pt x="1842" y="18466"/>
                    <a:pt x="2501" y="19124"/>
                  </a:cubicBezTo>
                  <a:cubicBezTo>
                    <a:pt x="3159" y="19782"/>
                    <a:pt x="4226" y="19779"/>
                    <a:pt x="4885" y="19121"/>
                  </a:cubicBezTo>
                  <a:cubicBezTo>
                    <a:pt x="4951" y="19054"/>
                    <a:pt x="5270" y="18672"/>
                    <a:pt x="5375" y="18360"/>
                  </a:cubicBezTo>
                  <a:cubicBezTo>
                    <a:pt x="5785" y="17154"/>
                    <a:pt x="6238" y="17160"/>
                    <a:pt x="6486" y="17286"/>
                  </a:cubicBezTo>
                  <a:lnTo>
                    <a:pt x="10800" y="21600"/>
                  </a:lnTo>
                  <a:lnTo>
                    <a:pt x="11303" y="21097"/>
                  </a:lnTo>
                  <a:lnTo>
                    <a:pt x="15166" y="17234"/>
                  </a:lnTo>
                  <a:cubicBezTo>
                    <a:pt x="15270" y="16979"/>
                    <a:pt x="15219" y="16559"/>
                    <a:pt x="14080" y="16172"/>
                  </a:cubicBezTo>
                  <a:cubicBezTo>
                    <a:pt x="14048" y="16162"/>
                    <a:pt x="13484" y="15920"/>
                    <a:pt x="13279" y="15715"/>
                  </a:cubicBezTo>
                  <a:cubicBezTo>
                    <a:pt x="12621" y="15057"/>
                    <a:pt x="12621" y="13992"/>
                    <a:pt x="13279" y="13334"/>
                  </a:cubicBezTo>
                  <a:cubicBezTo>
                    <a:pt x="13937" y="12676"/>
                    <a:pt x="15005" y="12673"/>
                    <a:pt x="15663" y="13331"/>
                  </a:cubicBezTo>
                  <a:cubicBezTo>
                    <a:pt x="15730" y="13398"/>
                    <a:pt x="16051" y="13783"/>
                    <a:pt x="16157" y="14095"/>
                  </a:cubicBezTo>
                  <a:cubicBezTo>
                    <a:pt x="16544" y="15235"/>
                    <a:pt x="16961" y="15288"/>
                    <a:pt x="17216" y="15184"/>
                  </a:cubicBezTo>
                  <a:lnTo>
                    <a:pt x="17231" y="15169"/>
                  </a:lnTo>
                  <a:lnTo>
                    <a:pt x="21121" y="11279"/>
                  </a:lnTo>
                  <a:lnTo>
                    <a:pt x="21600" y="10800"/>
                  </a:lnTo>
                  <a:lnTo>
                    <a:pt x="18342" y="7542"/>
                  </a:lnTo>
                  <a:lnTo>
                    <a:pt x="17243" y="6443"/>
                  </a:lnTo>
                  <a:cubicBezTo>
                    <a:pt x="17125" y="6192"/>
                    <a:pt x="17143" y="5751"/>
                    <a:pt x="18323" y="5351"/>
                  </a:cubicBezTo>
                  <a:cubicBezTo>
                    <a:pt x="18355" y="5340"/>
                    <a:pt x="18919" y="5099"/>
                    <a:pt x="19124" y="4894"/>
                  </a:cubicBezTo>
                  <a:cubicBezTo>
                    <a:pt x="19782" y="4236"/>
                    <a:pt x="19782" y="3171"/>
                    <a:pt x="19124" y="2513"/>
                  </a:cubicBezTo>
                  <a:cubicBezTo>
                    <a:pt x="18466" y="1855"/>
                    <a:pt x="17398" y="1852"/>
                    <a:pt x="16740" y="2510"/>
                  </a:cubicBezTo>
                  <a:cubicBezTo>
                    <a:pt x="16673" y="2577"/>
                    <a:pt x="16352" y="2962"/>
                    <a:pt x="16246" y="3274"/>
                  </a:cubicBezTo>
                  <a:cubicBezTo>
                    <a:pt x="15846" y="4454"/>
                    <a:pt x="15408" y="4475"/>
                    <a:pt x="15157" y="4357"/>
                  </a:cubicBezTo>
                  <a:lnTo>
                    <a:pt x="14092" y="3292"/>
                  </a:lnTo>
                  <a:lnTo>
                    <a:pt x="10800" y="0"/>
                  </a:lnTo>
                  <a:lnTo>
                    <a:pt x="6640" y="4160"/>
                  </a:lnTo>
                  <a:lnTo>
                    <a:pt x="6624" y="4176"/>
                  </a:lnTo>
                  <a:lnTo>
                    <a:pt x="6587" y="4213"/>
                  </a:lnTo>
                  <a:cubicBezTo>
                    <a:pt x="6407" y="4350"/>
                    <a:pt x="5849" y="4671"/>
                    <a:pt x="5369" y="3252"/>
                  </a:cubicBezTo>
                  <a:cubicBezTo>
                    <a:pt x="5357" y="3217"/>
                    <a:pt x="5114" y="2628"/>
                    <a:pt x="4900" y="2415"/>
                  </a:cubicBezTo>
                  <a:cubicBezTo>
                    <a:pt x="4239" y="1754"/>
                    <a:pt x="3167" y="1769"/>
                    <a:pt x="2501" y="2433"/>
                  </a:cubicBezTo>
                  <a:close/>
                </a:path>
              </a:pathLst>
            </a:custGeom>
            <a:solidFill>
              <a:schemeClr val="tx2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Shape 16789"/>
            <p:cNvSpPr/>
            <p:nvPr/>
          </p:nvSpPr>
          <p:spPr>
            <a:xfrm>
              <a:off x="5108306" y="3567156"/>
              <a:ext cx="1977624" cy="19776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418" y="2559"/>
                  </a:moveTo>
                  <a:cubicBezTo>
                    <a:pt x="1761" y="3217"/>
                    <a:pt x="1758" y="4283"/>
                    <a:pt x="2415" y="4941"/>
                  </a:cubicBezTo>
                  <a:cubicBezTo>
                    <a:pt x="2482" y="5008"/>
                    <a:pt x="2867" y="5329"/>
                    <a:pt x="3179" y="5434"/>
                  </a:cubicBezTo>
                  <a:cubicBezTo>
                    <a:pt x="4358" y="5834"/>
                    <a:pt x="4379" y="6272"/>
                    <a:pt x="4261" y="6523"/>
                  </a:cubicBezTo>
                  <a:lnTo>
                    <a:pt x="3197" y="7586"/>
                  </a:lnTo>
                  <a:lnTo>
                    <a:pt x="3212" y="7602"/>
                  </a:lnTo>
                  <a:lnTo>
                    <a:pt x="0" y="10814"/>
                  </a:lnTo>
                  <a:lnTo>
                    <a:pt x="4307" y="15120"/>
                  </a:lnTo>
                  <a:cubicBezTo>
                    <a:pt x="4433" y="15368"/>
                    <a:pt x="4438" y="15821"/>
                    <a:pt x="3234" y="16230"/>
                  </a:cubicBezTo>
                  <a:cubicBezTo>
                    <a:pt x="2922" y="16336"/>
                    <a:pt x="2540" y="16653"/>
                    <a:pt x="2474" y="16720"/>
                  </a:cubicBezTo>
                  <a:cubicBezTo>
                    <a:pt x="1816" y="17378"/>
                    <a:pt x="1813" y="18445"/>
                    <a:pt x="2470" y="19102"/>
                  </a:cubicBezTo>
                  <a:cubicBezTo>
                    <a:pt x="3128" y="19759"/>
                    <a:pt x="4198" y="19759"/>
                    <a:pt x="4855" y="19102"/>
                  </a:cubicBezTo>
                  <a:cubicBezTo>
                    <a:pt x="5060" y="18897"/>
                    <a:pt x="5298" y="18336"/>
                    <a:pt x="5309" y="18305"/>
                  </a:cubicBezTo>
                  <a:cubicBezTo>
                    <a:pt x="5717" y="17100"/>
                    <a:pt x="6168" y="17103"/>
                    <a:pt x="6415" y="17229"/>
                  </a:cubicBezTo>
                  <a:lnTo>
                    <a:pt x="10786" y="21600"/>
                  </a:lnTo>
                  <a:lnTo>
                    <a:pt x="15001" y="17385"/>
                  </a:lnTo>
                  <a:lnTo>
                    <a:pt x="15013" y="17373"/>
                  </a:lnTo>
                  <a:lnTo>
                    <a:pt x="15050" y="17336"/>
                  </a:lnTo>
                  <a:cubicBezTo>
                    <a:pt x="15220" y="17184"/>
                    <a:pt x="15793" y="16827"/>
                    <a:pt x="16297" y="18314"/>
                  </a:cubicBezTo>
                  <a:cubicBezTo>
                    <a:pt x="16403" y="18626"/>
                    <a:pt x="16724" y="19010"/>
                    <a:pt x="16791" y="19077"/>
                  </a:cubicBezTo>
                  <a:cubicBezTo>
                    <a:pt x="17448" y="19735"/>
                    <a:pt x="18512" y="19735"/>
                    <a:pt x="19169" y="19077"/>
                  </a:cubicBezTo>
                  <a:cubicBezTo>
                    <a:pt x="19827" y="18420"/>
                    <a:pt x="19827" y="17356"/>
                    <a:pt x="19169" y="16699"/>
                  </a:cubicBezTo>
                  <a:cubicBezTo>
                    <a:pt x="18964" y="16494"/>
                    <a:pt x="18401" y="16253"/>
                    <a:pt x="18369" y="16242"/>
                  </a:cubicBezTo>
                  <a:cubicBezTo>
                    <a:pt x="16882" y="15738"/>
                    <a:pt x="17239" y="15165"/>
                    <a:pt x="17392" y="14995"/>
                  </a:cubicBezTo>
                  <a:lnTo>
                    <a:pt x="17428" y="14958"/>
                  </a:lnTo>
                  <a:lnTo>
                    <a:pt x="17441" y="14946"/>
                  </a:lnTo>
                  <a:lnTo>
                    <a:pt x="21600" y="10786"/>
                  </a:lnTo>
                  <a:lnTo>
                    <a:pt x="17186" y="6372"/>
                  </a:lnTo>
                  <a:cubicBezTo>
                    <a:pt x="16928" y="6354"/>
                    <a:pt x="16568" y="6499"/>
                    <a:pt x="16233" y="7307"/>
                  </a:cubicBezTo>
                  <a:cubicBezTo>
                    <a:pt x="16202" y="7383"/>
                    <a:pt x="15922" y="8022"/>
                    <a:pt x="15666" y="8267"/>
                  </a:cubicBezTo>
                  <a:cubicBezTo>
                    <a:pt x="15022" y="8881"/>
                    <a:pt x="14013" y="8893"/>
                    <a:pt x="13361" y="8291"/>
                  </a:cubicBezTo>
                  <a:cubicBezTo>
                    <a:pt x="12652" y="7637"/>
                    <a:pt x="12637" y="6521"/>
                    <a:pt x="13358" y="5910"/>
                  </a:cubicBezTo>
                  <a:cubicBezTo>
                    <a:pt x="13443" y="5837"/>
                    <a:pt x="13838" y="5579"/>
                    <a:pt x="14146" y="5490"/>
                  </a:cubicBezTo>
                  <a:cubicBezTo>
                    <a:pt x="15148" y="5198"/>
                    <a:pt x="15293" y="4708"/>
                    <a:pt x="15240" y="4426"/>
                  </a:cubicBezTo>
                  <a:lnTo>
                    <a:pt x="10814" y="0"/>
                  </a:lnTo>
                  <a:lnTo>
                    <a:pt x="7457" y="3356"/>
                  </a:lnTo>
                  <a:lnTo>
                    <a:pt x="7442" y="3341"/>
                  </a:lnTo>
                  <a:lnTo>
                    <a:pt x="6345" y="4438"/>
                  </a:lnTo>
                  <a:cubicBezTo>
                    <a:pt x="6094" y="4556"/>
                    <a:pt x="5654" y="4538"/>
                    <a:pt x="5254" y="3359"/>
                  </a:cubicBezTo>
                  <a:cubicBezTo>
                    <a:pt x="5243" y="3328"/>
                    <a:pt x="5002" y="2764"/>
                    <a:pt x="4797" y="2559"/>
                  </a:cubicBezTo>
                  <a:cubicBezTo>
                    <a:pt x="4139" y="1902"/>
                    <a:pt x="3076" y="1902"/>
                    <a:pt x="2418" y="2559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Shape 16792"/>
            <p:cNvSpPr/>
            <p:nvPr/>
          </p:nvSpPr>
          <p:spPr>
            <a:xfrm>
              <a:off x="4119365" y="2579336"/>
              <a:ext cx="1979026" cy="19790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18"/>
                  </a:moveTo>
                  <a:lnTo>
                    <a:pt x="4307" y="15125"/>
                  </a:lnTo>
                  <a:cubicBezTo>
                    <a:pt x="4433" y="15372"/>
                    <a:pt x="4438" y="15825"/>
                    <a:pt x="3234" y="16234"/>
                  </a:cubicBezTo>
                  <a:cubicBezTo>
                    <a:pt x="2923" y="16339"/>
                    <a:pt x="2539" y="16660"/>
                    <a:pt x="2472" y="16727"/>
                  </a:cubicBezTo>
                  <a:cubicBezTo>
                    <a:pt x="1815" y="17384"/>
                    <a:pt x="1815" y="18447"/>
                    <a:pt x="2472" y="19104"/>
                  </a:cubicBezTo>
                  <a:cubicBezTo>
                    <a:pt x="3129" y="19761"/>
                    <a:pt x="4195" y="19764"/>
                    <a:pt x="4852" y="19107"/>
                  </a:cubicBezTo>
                  <a:cubicBezTo>
                    <a:pt x="5057" y="18902"/>
                    <a:pt x="5297" y="18339"/>
                    <a:pt x="5308" y="18307"/>
                  </a:cubicBezTo>
                  <a:cubicBezTo>
                    <a:pt x="5717" y="17104"/>
                    <a:pt x="6166" y="17106"/>
                    <a:pt x="6414" y="17232"/>
                  </a:cubicBezTo>
                  <a:lnTo>
                    <a:pt x="10782" y="21600"/>
                  </a:lnTo>
                  <a:lnTo>
                    <a:pt x="14969" y="17413"/>
                  </a:lnTo>
                  <a:lnTo>
                    <a:pt x="14981" y="17401"/>
                  </a:lnTo>
                  <a:lnTo>
                    <a:pt x="15018" y="17364"/>
                  </a:lnTo>
                  <a:cubicBezTo>
                    <a:pt x="15188" y="17211"/>
                    <a:pt x="15757" y="16858"/>
                    <a:pt x="16261" y="18344"/>
                  </a:cubicBezTo>
                  <a:cubicBezTo>
                    <a:pt x="16367" y="18655"/>
                    <a:pt x="16688" y="19040"/>
                    <a:pt x="16754" y="19107"/>
                  </a:cubicBezTo>
                  <a:cubicBezTo>
                    <a:pt x="17411" y="19764"/>
                    <a:pt x="18477" y="19761"/>
                    <a:pt x="19134" y="19104"/>
                  </a:cubicBezTo>
                  <a:cubicBezTo>
                    <a:pt x="19791" y="18447"/>
                    <a:pt x="19791" y="17384"/>
                    <a:pt x="19134" y="16727"/>
                  </a:cubicBezTo>
                  <a:cubicBezTo>
                    <a:pt x="18929" y="16522"/>
                    <a:pt x="18366" y="16281"/>
                    <a:pt x="18335" y="16270"/>
                  </a:cubicBezTo>
                  <a:cubicBezTo>
                    <a:pt x="16849" y="15766"/>
                    <a:pt x="17205" y="15194"/>
                    <a:pt x="17358" y="15024"/>
                  </a:cubicBezTo>
                  <a:lnTo>
                    <a:pt x="17395" y="14987"/>
                  </a:lnTo>
                  <a:lnTo>
                    <a:pt x="17407" y="14975"/>
                  </a:lnTo>
                  <a:lnTo>
                    <a:pt x="21600" y="10782"/>
                  </a:lnTo>
                  <a:lnTo>
                    <a:pt x="18353" y="7535"/>
                  </a:lnTo>
                  <a:lnTo>
                    <a:pt x="17542" y="6723"/>
                  </a:lnTo>
                  <a:lnTo>
                    <a:pt x="17257" y="6438"/>
                  </a:lnTo>
                  <a:cubicBezTo>
                    <a:pt x="17139" y="6188"/>
                    <a:pt x="17157" y="5748"/>
                    <a:pt x="18335" y="5348"/>
                  </a:cubicBezTo>
                  <a:cubicBezTo>
                    <a:pt x="18366" y="5337"/>
                    <a:pt x="18930" y="5096"/>
                    <a:pt x="19134" y="4892"/>
                  </a:cubicBezTo>
                  <a:cubicBezTo>
                    <a:pt x="19791" y="4234"/>
                    <a:pt x="19791" y="3172"/>
                    <a:pt x="19134" y="2515"/>
                  </a:cubicBezTo>
                  <a:cubicBezTo>
                    <a:pt x="18477" y="1858"/>
                    <a:pt x="17411" y="1855"/>
                    <a:pt x="16754" y="2512"/>
                  </a:cubicBezTo>
                  <a:cubicBezTo>
                    <a:pt x="16688" y="2578"/>
                    <a:pt x="16367" y="2963"/>
                    <a:pt x="16261" y="3274"/>
                  </a:cubicBezTo>
                  <a:cubicBezTo>
                    <a:pt x="15862" y="4453"/>
                    <a:pt x="15425" y="4474"/>
                    <a:pt x="15174" y="4356"/>
                  </a:cubicBezTo>
                  <a:lnTo>
                    <a:pt x="15162" y="4343"/>
                  </a:lnTo>
                  <a:lnTo>
                    <a:pt x="14111" y="3293"/>
                  </a:lnTo>
                  <a:lnTo>
                    <a:pt x="10818" y="0"/>
                  </a:lnTo>
                  <a:lnTo>
                    <a:pt x="7517" y="3302"/>
                  </a:lnTo>
                  <a:lnTo>
                    <a:pt x="6420" y="4398"/>
                  </a:lnTo>
                  <a:cubicBezTo>
                    <a:pt x="6420" y="4399"/>
                    <a:pt x="6417" y="4400"/>
                    <a:pt x="6417" y="4401"/>
                  </a:cubicBezTo>
                  <a:cubicBezTo>
                    <a:pt x="6320" y="4657"/>
                    <a:pt x="6387" y="5069"/>
                    <a:pt x="7507" y="5449"/>
                  </a:cubicBezTo>
                  <a:cubicBezTo>
                    <a:pt x="7539" y="5460"/>
                    <a:pt x="8102" y="5701"/>
                    <a:pt x="8307" y="5905"/>
                  </a:cubicBezTo>
                  <a:cubicBezTo>
                    <a:pt x="8964" y="6562"/>
                    <a:pt x="8964" y="7625"/>
                    <a:pt x="8307" y="8282"/>
                  </a:cubicBezTo>
                  <a:cubicBezTo>
                    <a:pt x="7650" y="8939"/>
                    <a:pt x="6584" y="8942"/>
                    <a:pt x="5927" y="8285"/>
                  </a:cubicBezTo>
                  <a:cubicBezTo>
                    <a:pt x="5860" y="8219"/>
                    <a:pt x="5539" y="7834"/>
                    <a:pt x="5434" y="7523"/>
                  </a:cubicBezTo>
                  <a:cubicBezTo>
                    <a:pt x="5052" y="6399"/>
                    <a:pt x="4641" y="6334"/>
                    <a:pt x="4386" y="6432"/>
                  </a:cubicBezTo>
                  <a:lnTo>
                    <a:pt x="3274" y="7544"/>
                  </a:lnTo>
                  <a:lnTo>
                    <a:pt x="0" y="1081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Shape 16795"/>
            <p:cNvSpPr/>
            <p:nvPr/>
          </p:nvSpPr>
          <p:spPr>
            <a:xfrm>
              <a:off x="5105219" y="1590938"/>
              <a:ext cx="1979588" cy="1979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542" y="2428"/>
                  </a:moveTo>
                  <a:cubicBezTo>
                    <a:pt x="1885" y="3085"/>
                    <a:pt x="1885" y="4148"/>
                    <a:pt x="2542" y="4804"/>
                  </a:cubicBezTo>
                  <a:cubicBezTo>
                    <a:pt x="2608" y="4871"/>
                    <a:pt x="2993" y="5192"/>
                    <a:pt x="3304" y="5297"/>
                  </a:cubicBezTo>
                  <a:cubicBezTo>
                    <a:pt x="4789" y="5801"/>
                    <a:pt x="4433" y="6373"/>
                    <a:pt x="4281" y="6544"/>
                  </a:cubicBezTo>
                  <a:lnTo>
                    <a:pt x="4244" y="6580"/>
                  </a:lnTo>
                  <a:lnTo>
                    <a:pt x="4232" y="6593"/>
                  </a:lnTo>
                  <a:lnTo>
                    <a:pt x="0" y="10824"/>
                  </a:lnTo>
                  <a:lnTo>
                    <a:pt x="10776" y="21600"/>
                  </a:lnTo>
                  <a:lnTo>
                    <a:pt x="14092" y="18284"/>
                  </a:lnTo>
                  <a:lnTo>
                    <a:pt x="14107" y="18299"/>
                  </a:lnTo>
                  <a:lnTo>
                    <a:pt x="15170" y="17237"/>
                  </a:lnTo>
                  <a:cubicBezTo>
                    <a:pt x="15420" y="17119"/>
                    <a:pt x="15857" y="17139"/>
                    <a:pt x="16257" y="18317"/>
                  </a:cubicBezTo>
                  <a:cubicBezTo>
                    <a:pt x="16362" y="18629"/>
                    <a:pt x="16683" y="19013"/>
                    <a:pt x="16750" y="19080"/>
                  </a:cubicBezTo>
                  <a:cubicBezTo>
                    <a:pt x="17407" y="19737"/>
                    <a:pt x="18472" y="19734"/>
                    <a:pt x="19129" y="19077"/>
                  </a:cubicBezTo>
                  <a:cubicBezTo>
                    <a:pt x="19786" y="18420"/>
                    <a:pt x="19786" y="17358"/>
                    <a:pt x="19129" y="16701"/>
                  </a:cubicBezTo>
                  <a:cubicBezTo>
                    <a:pt x="18924" y="16496"/>
                    <a:pt x="18361" y="16255"/>
                    <a:pt x="18330" y="16244"/>
                  </a:cubicBezTo>
                  <a:cubicBezTo>
                    <a:pt x="17152" y="15845"/>
                    <a:pt x="17134" y="15405"/>
                    <a:pt x="17252" y="15154"/>
                  </a:cubicBezTo>
                  <a:lnTo>
                    <a:pt x="18348" y="14058"/>
                  </a:lnTo>
                  <a:lnTo>
                    <a:pt x="18333" y="14043"/>
                  </a:lnTo>
                  <a:lnTo>
                    <a:pt x="21600" y="10776"/>
                  </a:lnTo>
                  <a:lnTo>
                    <a:pt x="17178" y="6354"/>
                  </a:lnTo>
                  <a:cubicBezTo>
                    <a:pt x="16920" y="6294"/>
                    <a:pt x="16539" y="6440"/>
                    <a:pt x="16189" y="7472"/>
                  </a:cubicBezTo>
                  <a:cubicBezTo>
                    <a:pt x="16084" y="7783"/>
                    <a:pt x="15763" y="8167"/>
                    <a:pt x="15696" y="8234"/>
                  </a:cubicBezTo>
                  <a:cubicBezTo>
                    <a:pt x="15039" y="8891"/>
                    <a:pt x="13974" y="8888"/>
                    <a:pt x="13317" y="8231"/>
                  </a:cubicBezTo>
                  <a:cubicBezTo>
                    <a:pt x="12660" y="7574"/>
                    <a:pt x="12660" y="6512"/>
                    <a:pt x="13317" y="5855"/>
                  </a:cubicBezTo>
                  <a:cubicBezTo>
                    <a:pt x="13522" y="5650"/>
                    <a:pt x="14085" y="5409"/>
                    <a:pt x="14116" y="5398"/>
                  </a:cubicBezTo>
                  <a:cubicBezTo>
                    <a:pt x="15148" y="5048"/>
                    <a:pt x="15293" y="4667"/>
                    <a:pt x="15234" y="4409"/>
                  </a:cubicBezTo>
                  <a:lnTo>
                    <a:pt x="10824" y="0"/>
                  </a:lnTo>
                  <a:lnTo>
                    <a:pt x="6672" y="4152"/>
                  </a:lnTo>
                  <a:lnTo>
                    <a:pt x="6657" y="4168"/>
                  </a:lnTo>
                  <a:lnTo>
                    <a:pt x="6620" y="4204"/>
                  </a:lnTo>
                  <a:cubicBezTo>
                    <a:pt x="6450" y="4357"/>
                    <a:pt x="5878" y="4713"/>
                    <a:pt x="5374" y="3227"/>
                  </a:cubicBezTo>
                  <a:cubicBezTo>
                    <a:pt x="5363" y="3196"/>
                    <a:pt x="5126" y="2630"/>
                    <a:pt x="4921" y="2425"/>
                  </a:cubicBezTo>
                  <a:cubicBezTo>
                    <a:pt x="4264" y="1768"/>
                    <a:pt x="3198" y="1771"/>
                    <a:pt x="2542" y="2428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5834045" y="2394792"/>
            <a:ext cx="521938" cy="58009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lang="en-US" altLang="zh-CN" sz="3200" spc="16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01</a:t>
            </a:r>
            <a:endParaRPr lang="zh-CN" altLang="en-US" sz="3200" spc="16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834045" y="4414092"/>
            <a:ext cx="521938" cy="58009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lang="en-US" altLang="zh-CN" sz="3200" spc="16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04</a:t>
            </a:r>
            <a:endParaRPr lang="zh-CN" altLang="en-US" sz="3200" spc="16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970445" y="3411637"/>
            <a:ext cx="521938" cy="58009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lang="en-US" altLang="zh-CN" sz="3200" spc="16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02</a:t>
            </a:r>
            <a:endParaRPr lang="zh-CN" altLang="en-US" sz="3200" spc="16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646845" y="3411637"/>
            <a:ext cx="521938" cy="58009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lang="en-US" altLang="zh-CN" sz="3200" spc="16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03</a:t>
            </a:r>
            <a:endParaRPr lang="zh-CN" altLang="en-US" sz="3200" spc="16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1407218" y="944563"/>
            <a:ext cx="2456609" cy="2306637"/>
          </a:xfrm>
          <a:prstGeom prst="roundRect">
            <a:avLst>
              <a:gd name="adj" fmla="val 2487"/>
            </a:avLst>
          </a:prstGeom>
          <a:solidFill>
            <a:schemeClr val="bg1"/>
          </a:solidFill>
          <a:ln w="3175">
            <a:noFill/>
          </a:ln>
          <a:effectLst>
            <a:outerShdw blurRad="1016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012102" y="1338406"/>
            <a:ext cx="1256754" cy="3600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pc="160" dirty="0">
                <a:solidFill>
                  <a:schemeClr val="bg1">
                    <a:lumMod val="25000"/>
                  </a:schemeClr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  <a:endParaRPr lang="zh-CN" altLang="en-US" spc="160" dirty="0">
              <a:solidFill>
                <a:schemeClr val="bg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562747" y="2006607"/>
            <a:ext cx="2145552" cy="10942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spc="16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单击此处输入你的正文，文字是您思想的提炼，请您尽可能提炼思想的精髓。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2425169" y="1801767"/>
            <a:ext cx="420707" cy="0"/>
          </a:xfrm>
          <a:prstGeom prst="line">
            <a:avLst/>
          </a:prstGeom>
          <a:ln w="1905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2396997" y="1015964"/>
            <a:ext cx="477054" cy="5601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lang="en-US" altLang="zh-CN" sz="2800" spc="160" dirty="0">
                <a:gradFill>
                  <a:gsLst>
                    <a:gs pos="10000">
                      <a:schemeClr val="accent1"/>
                    </a:gs>
                    <a:gs pos="78000">
                      <a:schemeClr val="accent1">
                        <a:alpha val="0"/>
                      </a:schemeClr>
                    </a:gs>
                  </a:gsLst>
                  <a:lin ang="5400000" scaled="0"/>
                </a:gra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01</a:t>
            </a:r>
            <a:endParaRPr lang="zh-CN" altLang="en-US" sz="2800" spc="160" dirty="0">
              <a:gradFill>
                <a:gsLst>
                  <a:gs pos="10000">
                    <a:schemeClr val="accent1"/>
                  </a:gs>
                  <a:gs pos="78000">
                    <a:schemeClr val="accent1">
                      <a:alpha val="0"/>
                    </a:schemeClr>
                  </a:gs>
                </a:gsLst>
                <a:lin ang="5400000" scaled="0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1407218" y="3930651"/>
            <a:ext cx="2456609" cy="2306637"/>
          </a:xfrm>
          <a:prstGeom prst="roundRect">
            <a:avLst>
              <a:gd name="adj" fmla="val 2487"/>
            </a:avLst>
          </a:prstGeom>
          <a:solidFill>
            <a:schemeClr val="bg1"/>
          </a:solidFill>
          <a:ln w="3175">
            <a:noFill/>
          </a:ln>
          <a:effectLst>
            <a:outerShdw blurRad="1016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012102" y="4324494"/>
            <a:ext cx="1256754" cy="3600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pc="160" dirty="0">
                <a:solidFill>
                  <a:schemeClr val="bg1">
                    <a:lumMod val="25000"/>
                  </a:schemeClr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  <a:endParaRPr lang="zh-CN" altLang="en-US" spc="160" dirty="0">
              <a:solidFill>
                <a:schemeClr val="bg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562747" y="4992695"/>
            <a:ext cx="2145552" cy="10942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spc="16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单击此处输入你的正文，文字是您思想的提炼，请您尽可能提炼思想的精髓。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2425169" y="4787855"/>
            <a:ext cx="420707" cy="0"/>
          </a:xfrm>
          <a:prstGeom prst="line">
            <a:avLst/>
          </a:prstGeom>
          <a:ln w="1905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2396997" y="4002052"/>
            <a:ext cx="477054" cy="5601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lang="en-US" altLang="zh-CN" sz="2800" spc="160" dirty="0">
                <a:gradFill>
                  <a:gsLst>
                    <a:gs pos="10000">
                      <a:schemeClr val="accent1"/>
                    </a:gs>
                    <a:gs pos="78000">
                      <a:schemeClr val="accent1">
                        <a:alpha val="0"/>
                      </a:schemeClr>
                    </a:gs>
                  </a:gsLst>
                  <a:lin ang="5400000" scaled="0"/>
                </a:gra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03</a:t>
            </a:r>
            <a:endParaRPr lang="zh-CN" altLang="en-US" sz="2800" spc="160" dirty="0">
              <a:gradFill>
                <a:gsLst>
                  <a:gs pos="10000">
                    <a:schemeClr val="accent1"/>
                  </a:gs>
                  <a:gs pos="78000">
                    <a:schemeClr val="accent1">
                      <a:alpha val="0"/>
                    </a:schemeClr>
                  </a:gs>
                </a:gsLst>
                <a:lin ang="5400000" scaled="0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8328173" y="944563"/>
            <a:ext cx="2456609" cy="2306637"/>
          </a:xfrm>
          <a:prstGeom prst="roundRect">
            <a:avLst>
              <a:gd name="adj" fmla="val 2487"/>
            </a:avLst>
          </a:prstGeom>
          <a:solidFill>
            <a:schemeClr val="bg1"/>
          </a:solidFill>
          <a:ln w="3175">
            <a:noFill/>
          </a:ln>
          <a:effectLst>
            <a:outerShdw blurRad="1016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933057" y="1338406"/>
            <a:ext cx="1256754" cy="3600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pc="160" dirty="0">
                <a:solidFill>
                  <a:schemeClr val="bg1">
                    <a:lumMod val="25000"/>
                  </a:schemeClr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  <a:endParaRPr lang="zh-CN" altLang="en-US" spc="160" dirty="0">
              <a:solidFill>
                <a:schemeClr val="bg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483702" y="2006607"/>
            <a:ext cx="2145552" cy="10942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spc="16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单击此处输入你的正文，文字是您思想的提炼，请您尽可能提炼思想的精髓。</a:t>
            </a:r>
          </a:p>
        </p:txBody>
      </p:sp>
      <p:cxnSp>
        <p:nvCxnSpPr>
          <p:cNvPr id="33" name="直接连接符 32"/>
          <p:cNvCxnSpPr/>
          <p:nvPr/>
        </p:nvCxnSpPr>
        <p:spPr>
          <a:xfrm>
            <a:off x="9346124" y="1801767"/>
            <a:ext cx="420707" cy="0"/>
          </a:xfrm>
          <a:prstGeom prst="line">
            <a:avLst/>
          </a:prstGeom>
          <a:ln w="1905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9317952" y="1015964"/>
            <a:ext cx="477054" cy="5601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lang="en-US" altLang="zh-CN" sz="2800" spc="160" dirty="0">
                <a:gradFill>
                  <a:gsLst>
                    <a:gs pos="10000">
                      <a:schemeClr val="accent1"/>
                    </a:gs>
                    <a:gs pos="78000">
                      <a:schemeClr val="accent1">
                        <a:alpha val="0"/>
                      </a:schemeClr>
                    </a:gs>
                  </a:gsLst>
                  <a:lin ang="5400000" scaled="0"/>
                </a:gra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02</a:t>
            </a:r>
            <a:endParaRPr lang="zh-CN" altLang="en-US" sz="2800" spc="160" dirty="0">
              <a:gradFill>
                <a:gsLst>
                  <a:gs pos="10000">
                    <a:schemeClr val="accent1"/>
                  </a:gs>
                  <a:gs pos="78000">
                    <a:schemeClr val="accent1">
                      <a:alpha val="0"/>
                    </a:schemeClr>
                  </a:gs>
                </a:gsLst>
                <a:lin ang="5400000" scaled="0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35" name="矩形: 圆角 34"/>
          <p:cNvSpPr/>
          <p:nvPr/>
        </p:nvSpPr>
        <p:spPr>
          <a:xfrm>
            <a:off x="8328173" y="3930651"/>
            <a:ext cx="2456609" cy="2306637"/>
          </a:xfrm>
          <a:prstGeom prst="roundRect">
            <a:avLst>
              <a:gd name="adj" fmla="val 2487"/>
            </a:avLst>
          </a:prstGeom>
          <a:solidFill>
            <a:schemeClr val="bg1"/>
          </a:solidFill>
          <a:ln w="3175">
            <a:noFill/>
          </a:ln>
          <a:effectLst>
            <a:outerShdw blurRad="1016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933057" y="4324494"/>
            <a:ext cx="1256754" cy="3600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pc="160" dirty="0">
                <a:solidFill>
                  <a:schemeClr val="bg1">
                    <a:lumMod val="25000"/>
                  </a:schemeClr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  <a:endParaRPr lang="zh-CN" altLang="en-US" spc="160" dirty="0">
              <a:solidFill>
                <a:schemeClr val="bg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483702" y="4992695"/>
            <a:ext cx="2145552" cy="10942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spc="16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单击此处输入你的正文，文字是您思想的提炼，请您尽可能提炼思想的精髓。</a:t>
            </a:r>
          </a:p>
        </p:txBody>
      </p:sp>
      <p:cxnSp>
        <p:nvCxnSpPr>
          <p:cNvPr id="38" name="直接连接符 37"/>
          <p:cNvCxnSpPr/>
          <p:nvPr/>
        </p:nvCxnSpPr>
        <p:spPr>
          <a:xfrm>
            <a:off x="9346124" y="4787855"/>
            <a:ext cx="420707" cy="0"/>
          </a:xfrm>
          <a:prstGeom prst="line">
            <a:avLst/>
          </a:prstGeom>
          <a:ln w="1905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9317952" y="4002052"/>
            <a:ext cx="477054" cy="5601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lang="en-US" altLang="zh-CN" sz="2800" spc="160" dirty="0">
                <a:gradFill>
                  <a:gsLst>
                    <a:gs pos="10000">
                      <a:schemeClr val="accent1"/>
                    </a:gs>
                    <a:gs pos="78000">
                      <a:schemeClr val="accent1">
                        <a:alpha val="0"/>
                      </a:schemeClr>
                    </a:gs>
                  </a:gsLst>
                  <a:lin ang="5400000" scaled="0"/>
                </a:gra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04</a:t>
            </a:r>
            <a:endParaRPr lang="zh-CN" altLang="en-US" sz="2800" spc="160" dirty="0">
              <a:gradFill>
                <a:gsLst>
                  <a:gs pos="10000">
                    <a:schemeClr val="accent1"/>
                  </a:gs>
                  <a:gs pos="78000">
                    <a:schemeClr val="accent1">
                      <a:alpha val="0"/>
                    </a:schemeClr>
                  </a:gs>
                </a:gsLst>
                <a:lin ang="5400000" scaled="0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958737" y="152400"/>
            <a:ext cx="2799556" cy="61277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22466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请添加标题</a:t>
            </a: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3918631" y="152400"/>
            <a:ext cx="8273369" cy="612775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4488180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请添加副标题</a:t>
            </a:r>
          </a:p>
        </p:txBody>
      </p:sp>
      <p:grpSp>
        <p:nvGrpSpPr>
          <p:cNvPr id="8" name="组合 7"/>
          <p:cNvGrpSpPr/>
          <p:nvPr>
            <p:custDataLst>
              <p:tags r:id="rId5"/>
            </p:custDataLst>
          </p:nvPr>
        </p:nvGrpSpPr>
        <p:grpSpPr>
          <a:xfrm>
            <a:off x="0" y="152400"/>
            <a:ext cx="650082" cy="612775"/>
            <a:chOff x="71437" y="388144"/>
            <a:chExt cx="650082" cy="416719"/>
          </a:xfrm>
        </p:grpSpPr>
        <p:sp>
          <p:nvSpPr>
            <p:cNvPr id="10" name="矩形 9"/>
            <p:cNvSpPr/>
            <p:nvPr/>
          </p:nvSpPr>
          <p:spPr>
            <a:xfrm>
              <a:off x="71437" y="388144"/>
              <a:ext cx="352426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85775" y="388144"/>
              <a:ext cx="114300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50081" y="388144"/>
              <a:ext cx="71438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等腰三角形 13"/>
          <p:cNvSpPr/>
          <p:nvPr>
            <p:custDataLst>
              <p:tags r:id="rId6"/>
            </p:custDataLst>
          </p:nvPr>
        </p:nvSpPr>
        <p:spPr>
          <a:xfrm rot="5400000">
            <a:off x="11420353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等腰三角形 39"/>
          <p:cNvSpPr/>
          <p:nvPr>
            <p:custDataLst>
              <p:tags r:id="rId7"/>
            </p:custDataLst>
          </p:nvPr>
        </p:nvSpPr>
        <p:spPr>
          <a:xfrm rot="5400000">
            <a:off x="11339391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等腰三角形 40"/>
          <p:cNvSpPr/>
          <p:nvPr>
            <p:custDataLst>
              <p:tags r:id="rId8"/>
            </p:custDataLst>
          </p:nvPr>
        </p:nvSpPr>
        <p:spPr>
          <a:xfrm rot="5400000">
            <a:off x="11258429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cover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cover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占位符 28"/>
          <p:cNvPicPr>
            <a:picLocks noGrp="1" noChangeAspect="1"/>
          </p:cNvPicPr>
          <p:nvPr>
            <p:ph type="pic" sz="quarter" idx="10"/>
          </p:nvPr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1038" y="2657475"/>
            <a:ext cx="3294062" cy="3579813"/>
          </a:xfrm>
          <a:custGeom>
            <a:avLst/>
            <a:gdLst>
              <a:gd name="connsiteX0" fmla="*/ 53725 w 3294000"/>
              <a:gd name="connsiteY0" fmla="*/ 0 h 3579514"/>
              <a:gd name="connsiteX1" fmla="*/ 3240275 w 3294000"/>
              <a:gd name="connsiteY1" fmla="*/ 0 h 3579514"/>
              <a:gd name="connsiteX2" fmla="*/ 3294000 w 3294000"/>
              <a:gd name="connsiteY2" fmla="*/ 53725 h 3579514"/>
              <a:gd name="connsiteX3" fmla="*/ 3294000 w 3294000"/>
              <a:gd name="connsiteY3" fmla="*/ 3525789 h 3579514"/>
              <a:gd name="connsiteX4" fmla="*/ 3240275 w 3294000"/>
              <a:gd name="connsiteY4" fmla="*/ 3579514 h 3579514"/>
              <a:gd name="connsiteX5" fmla="*/ 53725 w 3294000"/>
              <a:gd name="connsiteY5" fmla="*/ 3579514 h 3579514"/>
              <a:gd name="connsiteX6" fmla="*/ 0 w 3294000"/>
              <a:gd name="connsiteY6" fmla="*/ 3525789 h 3579514"/>
              <a:gd name="connsiteX7" fmla="*/ 0 w 3294000"/>
              <a:gd name="connsiteY7" fmla="*/ 53725 h 3579514"/>
              <a:gd name="connsiteX8" fmla="*/ 53725 w 3294000"/>
              <a:gd name="connsiteY8" fmla="*/ 0 h 3579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93999" h="3579514">
                <a:moveTo>
                  <a:pt x="53725" y="0"/>
                </a:moveTo>
                <a:lnTo>
                  <a:pt x="3240275" y="0"/>
                </a:lnTo>
                <a:cubicBezTo>
                  <a:pt x="3269946" y="0"/>
                  <a:pt x="3294000" y="24054"/>
                  <a:pt x="3294000" y="53725"/>
                </a:cubicBezTo>
                <a:lnTo>
                  <a:pt x="3294000" y="3525789"/>
                </a:lnTo>
                <a:cubicBezTo>
                  <a:pt x="3294000" y="3555460"/>
                  <a:pt x="3269946" y="3579514"/>
                  <a:pt x="3240275" y="3579514"/>
                </a:cubicBezTo>
                <a:lnTo>
                  <a:pt x="53725" y="3579514"/>
                </a:lnTo>
                <a:cubicBezTo>
                  <a:pt x="24054" y="3579514"/>
                  <a:pt x="0" y="3555460"/>
                  <a:pt x="0" y="3525789"/>
                </a:cubicBezTo>
                <a:lnTo>
                  <a:pt x="0" y="53725"/>
                </a:lnTo>
                <a:cubicBezTo>
                  <a:pt x="0" y="24054"/>
                  <a:pt x="24054" y="0"/>
                  <a:pt x="53725" y="0"/>
                </a:cubicBezTo>
                <a:close/>
              </a:path>
            </a:pathLst>
          </a:custGeom>
          <a:solidFill>
            <a:schemeClr val="bg1">
              <a:lumMod val="90000"/>
            </a:schemeClr>
          </a:solidFill>
          <a:effectLst>
            <a:outerShdw blurRad="114300" dist="38100" dir="2700000" sx="98000" sy="98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梯形 2"/>
          <p:cNvSpPr/>
          <p:nvPr/>
        </p:nvSpPr>
        <p:spPr>
          <a:xfrm>
            <a:off x="4880739" y="2657774"/>
            <a:ext cx="2430524" cy="457201"/>
          </a:xfrm>
          <a:prstGeom prst="trapezoid">
            <a:avLst>
              <a:gd name="adj" fmla="val 66667"/>
            </a:avLst>
          </a:prstGeom>
          <a:solidFill>
            <a:schemeClr val="accent1">
              <a:lumMod val="50000"/>
            </a:schemeClr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4449001" y="2918426"/>
            <a:ext cx="3294000" cy="3318862"/>
          </a:xfrm>
          <a:prstGeom prst="roundRect">
            <a:avLst>
              <a:gd name="adj" fmla="val 6257"/>
            </a:avLst>
          </a:prstGeom>
          <a:solidFill>
            <a:schemeClr val="bg1"/>
          </a:solidFill>
          <a:ln w="3175" cap="flat" cmpd="sng" algn="ctr">
            <a:noFill/>
            <a:prstDash val="solid"/>
            <a:miter lim="800000"/>
          </a:ln>
          <a:effectLst>
            <a:outerShdw blurRad="1524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185539" y="2657774"/>
            <a:ext cx="1820924" cy="457201"/>
          </a:xfrm>
          <a:prstGeom prst="rect">
            <a:avLst/>
          </a:prstGeom>
          <a:solidFill>
            <a:schemeClr val="accent1"/>
          </a:solidFill>
          <a:ln w="31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064126" y="3607648"/>
            <a:ext cx="2063750" cy="22145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spc="16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</a:p>
        </p:txBody>
      </p:sp>
      <p:sp>
        <p:nvSpPr>
          <p:cNvPr id="7" name="Oval 29"/>
          <p:cNvSpPr/>
          <p:nvPr/>
        </p:nvSpPr>
        <p:spPr>
          <a:xfrm>
            <a:off x="5852132" y="3187161"/>
            <a:ext cx="487738" cy="394780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 w="31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梯形 7"/>
          <p:cNvSpPr/>
          <p:nvPr/>
        </p:nvSpPr>
        <p:spPr>
          <a:xfrm>
            <a:off x="8648701" y="2657774"/>
            <a:ext cx="2430524" cy="457201"/>
          </a:xfrm>
          <a:prstGeom prst="trapezoid">
            <a:avLst>
              <a:gd name="adj" fmla="val 66667"/>
            </a:avLst>
          </a:prstGeom>
          <a:solidFill>
            <a:schemeClr val="accent1">
              <a:lumMod val="50000"/>
            </a:schemeClr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8216963" y="2918426"/>
            <a:ext cx="3294000" cy="3318862"/>
          </a:xfrm>
          <a:prstGeom prst="roundRect">
            <a:avLst>
              <a:gd name="adj" fmla="val 6257"/>
            </a:avLst>
          </a:prstGeom>
          <a:solidFill>
            <a:schemeClr val="bg1"/>
          </a:solidFill>
          <a:ln w="3175" cap="flat" cmpd="sng" algn="ctr">
            <a:noFill/>
            <a:prstDash val="solid"/>
            <a:miter lim="800000"/>
          </a:ln>
          <a:effectLst>
            <a:outerShdw blurRad="1524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953501" y="2657774"/>
            <a:ext cx="1820924" cy="457201"/>
          </a:xfrm>
          <a:prstGeom prst="rect">
            <a:avLst/>
          </a:prstGeom>
          <a:solidFill>
            <a:schemeClr val="accent1"/>
          </a:solidFill>
          <a:ln w="31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832088" y="3607648"/>
            <a:ext cx="2063750" cy="22145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spc="16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</a:p>
        </p:txBody>
      </p:sp>
      <p:sp>
        <p:nvSpPr>
          <p:cNvPr id="12" name="Oval 29"/>
          <p:cNvSpPr/>
          <p:nvPr/>
        </p:nvSpPr>
        <p:spPr>
          <a:xfrm>
            <a:off x="9702863" y="3182494"/>
            <a:ext cx="322200" cy="404114"/>
          </a:xfrm>
          <a:custGeom>
            <a:avLst/>
            <a:gdLst>
              <a:gd name="connsiteX0" fmla="*/ 253338 w 483514"/>
              <a:gd name="connsiteY0" fmla="*/ 416124 h 606439"/>
              <a:gd name="connsiteX1" fmla="*/ 396788 w 483514"/>
              <a:gd name="connsiteY1" fmla="*/ 416124 h 606439"/>
              <a:gd name="connsiteX2" fmla="*/ 436657 w 483514"/>
              <a:gd name="connsiteY2" fmla="*/ 455944 h 606439"/>
              <a:gd name="connsiteX3" fmla="*/ 436657 w 483514"/>
              <a:gd name="connsiteY3" fmla="*/ 529284 h 606439"/>
              <a:gd name="connsiteX4" fmla="*/ 462697 w 483514"/>
              <a:gd name="connsiteY4" fmla="*/ 566619 h 606439"/>
              <a:gd name="connsiteX5" fmla="*/ 422769 w 483514"/>
              <a:gd name="connsiteY5" fmla="*/ 606439 h 606439"/>
              <a:gd name="connsiteX6" fmla="*/ 161736 w 483514"/>
              <a:gd name="connsiteY6" fmla="*/ 606439 h 606439"/>
              <a:gd name="connsiteX7" fmla="*/ 121866 w 483514"/>
              <a:gd name="connsiteY7" fmla="*/ 566619 h 606439"/>
              <a:gd name="connsiteX8" fmla="*/ 161736 w 483514"/>
              <a:gd name="connsiteY8" fmla="*/ 526799 h 606439"/>
              <a:gd name="connsiteX9" fmla="*/ 213468 w 483514"/>
              <a:gd name="connsiteY9" fmla="*/ 526799 h 606439"/>
              <a:gd name="connsiteX10" fmla="*/ 213468 w 483514"/>
              <a:gd name="connsiteY10" fmla="*/ 455944 h 606439"/>
              <a:gd name="connsiteX11" fmla="*/ 253338 w 483514"/>
              <a:gd name="connsiteY11" fmla="*/ 416124 h 606439"/>
              <a:gd name="connsiteX12" fmla="*/ 10995 w 483514"/>
              <a:gd name="connsiteY12" fmla="*/ 381265 h 606439"/>
              <a:gd name="connsiteX13" fmla="*/ 170134 w 483514"/>
              <a:gd name="connsiteY13" fmla="*/ 381265 h 606439"/>
              <a:gd name="connsiteX14" fmla="*/ 181071 w 483514"/>
              <a:gd name="connsiteY14" fmla="*/ 392188 h 606439"/>
              <a:gd name="connsiteX15" fmla="*/ 181071 w 483514"/>
              <a:gd name="connsiteY15" fmla="*/ 513502 h 606439"/>
              <a:gd name="connsiteX16" fmla="*/ 161743 w 483514"/>
              <a:gd name="connsiteY16" fmla="*/ 513502 h 606439"/>
              <a:gd name="connsiteX17" fmla="*/ 160354 w 483514"/>
              <a:gd name="connsiteY17" fmla="*/ 513560 h 606439"/>
              <a:gd name="connsiteX18" fmla="*/ 160354 w 483514"/>
              <a:gd name="connsiteY18" fmla="*/ 405308 h 606439"/>
              <a:gd name="connsiteX19" fmla="*/ 20775 w 483514"/>
              <a:gd name="connsiteY19" fmla="*/ 405308 h 606439"/>
              <a:gd name="connsiteX20" fmla="*/ 20775 w 483514"/>
              <a:gd name="connsiteY20" fmla="*/ 548064 h 606439"/>
              <a:gd name="connsiteX21" fmla="*/ 111976 w 483514"/>
              <a:gd name="connsiteY21" fmla="*/ 548064 h 606439"/>
              <a:gd name="connsiteX22" fmla="*/ 108619 w 483514"/>
              <a:gd name="connsiteY22" fmla="*/ 566616 h 606439"/>
              <a:gd name="connsiteX23" fmla="*/ 111339 w 483514"/>
              <a:gd name="connsiteY23" fmla="*/ 583435 h 606439"/>
              <a:gd name="connsiteX24" fmla="*/ 10995 w 483514"/>
              <a:gd name="connsiteY24" fmla="*/ 583435 h 606439"/>
              <a:gd name="connsiteX25" fmla="*/ 0 w 483514"/>
              <a:gd name="connsiteY25" fmla="*/ 572512 h 606439"/>
              <a:gd name="connsiteX26" fmla="*/ 0 w 483514"/>
              <a:gd name="connsiteY26" fmla="*/ 392188 h 606439"/>
              <a:gd name="connsiteX27" fmla="*/ 10995 w 483514"/>
              <a:gd name="connsiteY27" fmla="*/ 381265 h 606439"/>
              <a:gd name="connsiteX28" fmla="*/ 325060 w 483514"/>
              <a:gd name="connsiteY28" fmla="*/ 224892 h 606439"/>
              <a:gd name="connsiteX29" fmla="*/ 416831 w 483514"/>
              <a:gd name="connsiteY29" fmla="*/ 316521 h 606439"/>
              <a:gd name="connsiteX30" fmla="*/ 325060 w 483514"/>
              <a:gd name="connsiteY30" fmla="*/ 408150 h 606439"/>
              <a:gd name="connsiteX31" fmla="*/ 233289 w 483514"/>
              <a:gd name="connsiteY31" fmla="*/ 316521 h 606439"/>
              <a:gd name="connsiteX32" fmla="*/ 325060 w 483514"/>
              <a:gd name="connsiteY32" fmla="*/ 224892 h 606439"/>
              <a:gd name="connsiteX33" fmla="*/ 196031 w 483514"/>
              <a:gd name="connsiteY33" fmla="*/ 170204 h 606439"/>
              <a:gd name="connsiteX34" fmla="*/ 244015 w 483514"/>
              <a:gd name="connsiteY34" fmla="*/ 170204 h 606439"/>
              <a:gd name="connsiteX35" fmla="*/ 244015 w 483514"/>
              <a:gd name="connsiteY35" fmla="*/ 249703 h 606439"/>
              <a:gd name="connsiteX36" fmla="*/ 234812 w 483514"/>
              <a:gd name="connsiteY36" fmla="*/ 262645 h 606439"/>
              <a:gd name="connsiteX37" fmla="*/ 196031 w 483514"/>
              <a:gd name="connsiteY37" fmla="*/ 262645 h 606439"/>
              <a:gd name="connsiteX38" fmla="*/ 352897 w 483514"/>
              <a:gd name="connsiteY38" fmla="*/ 149316 h 606439"/>
              <a:gd name="connsiteX39" fmla="*/ 400881 w 483514"/>
              <a:gd name="connsiteY39" fmla="*/ 149316 h 606439"/>
              <a:gd name="connsiteX40" fmla="*/ 400881 w 483514"/>
              <a:gd name="connsiteY40" fmla="*/ 243944 h 606439"/>
              <a:gd name="connsiteX41" fmla="*/ 352897 w 483514"/>
              <a:gd name="connsiteY41" fmla="*/ 215348 h 606439"/>
              <a:gd name="connsiteX42" fmla="*/ 274429 w 483514"/>
              <a:gd name="connsiteY42" fmla="*/ 113469 h 606439"/>
              <a:gd name="connsiteX43" fmla="*/ 322413 w 483514"/>
              <a:gd name="connsiteY43" fmla="*/ 113469 h 606439"/>
              <a:gd name="connsiteX44" fmla="*/ 322413 w 483514"/>
              <a:gd name="connsiteY44" fmla="*/ 211675 h 606439"/>
              <a:gd name="connsiteX45" fmla="*/ 274429 w 483514"/>
              <a:gd name="connsiteY45" fmla="*/ 224680 h 606439"/>
              <a:gd name="connsiteX46" fmla="*/ 117632 w 483514"/>
              <a:gd name="connsiteY46" fmla="*/ 77692 h 606439"/>
              <a:gd name="connsiteX47" fmla="*/ 165616 w 483514"/>
              <a:gd name="connsiteY47" fmla="*/ 77692 h 606439"/>
              <a:gd name="connsiteX48" fmla="*/ 165616 w 483514"/>
              <a:gd name="connsiteY48" fmla="*/ 262644 h 606439"/>
              <a:gd name="connsiteX49" fmla="*/ 117632 w 483514"/>
              <a:gd name="connsiteY49" fmla="*/ 262644 h 606439"/>
              <a:gd name="connsiteX50" fmla="*/ 68875 w 483514"/>
              <a:gd name="connsiteY50" fmla="*/ 0 h 606439"/>
              <a:gd name="connsiteX51" fmla="*/ 443641 w 483514"/>
              <a:gd name="connsiteY51" fmla="*/ 0 h 606439"/>
              <a:gd name="connsiteX52" fmla="*/ 483514 w 483514"/>
              <a:gd name="connsiteY52" fmla="*/ 39813 h 606439"/>
              <a:gd name="connsiteX53" fmla="*/ 483514 w 483514"/>
              <a:gd name="connsiteY53" fmla="*/ 300594 h 606439"/>
              <a:gd name="connsiteX54" fmla="*/ 443641 w 483514"/>
              <a:gd name="connsiteY54" fmla="*/ 340407 h 606439"/>
              <a:gd name="connsiteX55" fmla="*/ 427322 w 483514"/>
              <a:gd name="connsiteY55" fmla="*/ 340407 h 606439"/>
              <a:gd name="connsiteX56" fmla="*/ 430100 w 483514"/>
              <a:gd name="connsiteY56" fmla="*/ 316542 h 606439"/>
              <a:gd name="connsiteX57" fmla="*/ 429405 w 483514"/>
              <a:gd name="connsiteY57" fmla="*/ 304581 h 606439"/>
              <a:gd name="connsiteX58" fmla="*/ 439706 w 483514"/>
              <a:gd name="connsiteY58" fmla="*/ 304581 h 606439"/>
              <a:gd name="connsiteX59" fmla="*/ 439706 w 483514"/>
              <a:gd name="connsiteY59" fmla="*/ 35826 h 606439"/>
              <a:gd name="connsiteX60" fmla="*/ 72810 w 483514"/>
              <a:gd name="connsiteY60" fmla="*/ 35826 h 606439"/>
              <a:gd name="connsiteX61" fmla="*/ 72810 w 483514"/>
              <a:gd name="connsiteY61" fmla="*/ 304581 h 606439"/>
              <a:gd name="connsiteX62" fmla="*/ 220668 w 483514"/>
              <a:gd name="connsiteY62" fmla="*/ 304581 h 606439"/>
              <a:gd name="connsiteX63" fmla="*/ 220031 w 483514"/>
              <a:gd name="connsiteY63" fmla="*/ 316542 h 606439"/>
              <a:gd name="connsiteX64" fmla="*/ 222751 w 483514"/>
              <a:gd name="connsiteY64" fmla="*/ 340407 h 606439"/>
              <a:gd name="connsiteX65" fmla="*/ 68875 w 483514"/>
              <a:gd name="connsiteY65" fmla="*/ 340407 h 606439"/>
              <a:gd name="connsiteX66" fmla="*/ 29002 w 483514"/>
              <a:gd name="connsiteY66" fmla="*/ 300594 h 606439"/>
              <a:gd name="connsiteX67" fmla="*/ 29002 w 483514"/>
              <a:gd name="connsiteY67" fmla="*/ 39813 h 606439"/>
              <a:gd name="connsiteX68" fmla="*/ 68875 w 483514"/>
              <a:gd name="connsiteY68" fmla="*/ 0 h 606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483514" h="606439">
                <a:moveTo>
                  <a:pt x="253338" y="416124"/>
                </a:moveTo>
                <a:lnTo>
                  <a:pt x="396788" y="416124"/>
                </a:lnTo>
                <a:cubicBezTo>
                  <a:pt x="418835" y="416124"/>
                  <a:pt x="436657" y="433982"/>
                  <a:pt x="436657" y="455944"/>
                </a:cubicBezTo>
                <a:lnTo>
                  <a:pt x="436657" y="529284"/>
                </a:lnTo>
                <a:cubicBezTo>
                  <a:pt x="451876" y="534890"/>
                  <a:pt x="462697" y="549512"/>
                  <a:pt x="462697" y="566619"/>
                </a:cubicBezTo>
                <a:cubicBezTo>
                  <a:pt x="462697" y="588639"/>
                  <a:pt x="444816" y="606439"/>
                  <a:pt x="422769" y="606439"/>
                </a:cubicBezTo>
                <a:lnTo>
                  <a:pt x="161736" y="606439"/>
                </a:lnTo>
                <a:cubicBezTo>
                  <a:pt x="139747" y="606439"/>
                  <a:pt x="121866" y="588639"/>
                  <a:pt x="121866" y="566619"/>
                </a:cubicBezTo>
                <a:cubicBezTo>
                  <a:pt x="121866" y="544657"/>
                  <a:pt x="139747" y="526799"/>
                  <a:pt x="161736" y="526799"/>
                </a:cubicBezTo>
                <a:lnTo>
                  <a:pt x="213468" y="526799"/>
                </a:lnTo>
                <a:lnTo>
                  <a:pt x="213468" y="455944"/>
                </a:lnTo>
                <a:cubicBezTo>
                  <a:pt x="213468" y="433982"/>
                  <a:pt x="231291" y="416124"/>
                  <a:pt x="253338" y="416124"/>
                </a:cubicBezTo>
                <a:close/>
                <a:moveTo>
                  <a:pt x="10995" y="381265"/>
                </a:moveTo>
                <a:lnTo>
                  <a:pt x="170134" y="381265"/>
                </a:lnTo>
                <a:cubicBezTo>
                  <a:pt x="176210" y="381265"/>
                  <a:pt x="181071" y="386120"/>
                  <a:pt x="181071" y="392188"/>
                </a:cubicBezTo>
                <a:lnTo>
                  <a:pt x="181071" y="513502"/>
                </a:lnTo>
                <a:lnTo>
                  <a:pt x="161743" y="513502"/>
                </a:lnTo>
                <a:cubicBezTo>
                  <a:pt x="161280" y="513502"/>
                  <a:pt x="160817" y="513560"/>
                  <a:pt x="160354" y="513560"/>
                </a:cubicBezTo>
                <a:lnTo>
                  <a:pt x="160354" y="405308"/>
                </a:lnTo>
                <a:lnTo>
                  <a:pt x="20775" y="405308"/>
                </a:lnTo>
                <a:lnTo>
                  <a:pt x="20775" y="548064"/>
                </a:lnTo>
                <a:lnTo>
                  <a:pt x="111976" y="548064"/>
                </a:lnTo>
                <a:cubicBezTo>
                  <a:pt x="109777" y="553843"/>
                  <a:pt x="108619" y="560085"/>
                  <a:pt x="108619" y="566616"/>
                </a:cubicBezTo>
                <a:cubicBezTo>
                  <a:pt x="108619" y="572512"/>
                  <a:pt x="109545" y="578176"/>
                  <a:pt x="111339" y="583435"/>
                </a:cubicBezTo>
                <a:lnTo>
                  <a:pt x="10995" y="583435"/>
                </a:lnTo>
                <a:cubicBezTo>
                  <a:pt x="4919" y="583435"/>
                  <a:pt x="0" y="578580"/>
                  <a:pt x="0" y="572512"/>
                </a:cubicBezTo>
                <a:lnTo>
                  <a:pt x="0" y="392188"/>
                </a:lnTo>
                <a:cubicBezTo>
                  <a:pt x="0" y="386120"/>
                  <a:pt x="4919" y="381265"/>
                  <a:pt x="10995" y="381265"/>
                </a:cubicBezTo>
                <a:close/>
                <a:moveTo>
                  <a:pt x="325060" y="224892"/>
                </a:moveTo>
                <a:cubicBezTo>
                  <a:pt x="375744" y="224892"/>
                  <a:pt x="416831" y="265916"/>
                  <a:pt x="416831" y="316521"/>
                </a:cubicBezTo>
                <a:cubicBezTo>
                  <a:pt x="416831" y="367126"/>
                  <a:pt x="375744" y="408150"/>
                  <a:pt x="325060" y="408150"/>
                </a:cubicBezTo>
                <a:cubicBezTo>
                  <a:pt x="274376" y="408150"/>
                  <a:pt x="233289" y="367126"/>
                  <a:pt x="233289" y="316521"/>
                </a:cubicBezTo>
                <a:cubicBezTo>
                  <a:pt x="233289" y="265916"/>
                  <a:pt x="274376" y="224892"/>
                  <a:pt x="325060" y="224892"/>
                </a:cubicBezTo>
                <a:close/>
                <a:moveTo>
                  <a:pt x="196031" y="170204"/>
                </a:moveTo>
                <a:lnTo>
                  <a:pt x="244015" y="170204"/>
                </a:lnTo>
                <a:lnTo>
                  <a:pt x="244015" y="249703"/>
                </a:lnTo>
                <a:cubicBezTo>
                  <a:pt x="240658" y="253748"/>
                  <a:pt x="237590" y="258081"/>
                  <a:pt x="234812" y="262645"/>
                </a:cubicBezTo>
                <a:lnTo>
                  <a:pt x="196031" y="262645"/>
                </a:lnTo>
                <a:close/>
                <a:moveTo>
                  <a:pt x="352897" y="149316"/>
                </a:moveTo>
                <a:lnTo>
                  <a:pt x="400881" y="149316"/>
                </a:lnTo>
                <a:lnTo>
                  <a:pt x="400881" y="243944"/>
                </a:lnTo>
                <a:cubicBezTo>
                  <a:pt x="387915" y="230483"/>
                  <a:pt x="371419" y="220431"/>
                  <a:pt x="352897" y="215348"/>
                </a:cubicBezTo>
                <a:close/>
                <a:moveTo>
                  <a:pt x="274429" y="113469"/>
                </a:moveTo>
                <a:lnTo>
                  <a:pt x="322413" y="113469"/>
                </a:lnTo>
                <a:lnTo>
                  <a:pt x="322413" y="211675"/>
                </a:lnTo>
                <a:cubicBezTo>
                  <a:pt x="305048" y="212137"/>
                  <a:pt x="288726" y="216761"/>
                  <a:pt x="274429" y="224680"/>
                </a:cubicBezTo>
                <a:close/>
                <a:moveTo>
                  <a:pt x="117632" y="77692"/>
                </a:moveTo>
                <a:lnTo>
                  <a:pt x="165616" y="77692"/>
                </a:lnTo>
                <a:lnTo>
                  <a:pt x="165616" y="262644"/>
                </a:lnTo>
                <a:lnTo>
                  <a:pt x="117632" y="262644"/>
                </a:lnTo>
                <a:close/>
                <a:moveTo>
                  <a:pt x="68875" y="0"/>
                </a:moveTo>
                <a:lnTo>
                  <a:pt x="443641" y="0"/>
                </a:lnTo>
                <a:cubicBezTo>
                  <a:pt x="465632" y="0"/>
                  <a:pt x="483514" y="17855"/>
                  <a:pt x="483514" y="39813"/>
                </a:cubicBezTo>
                <a:lnTo>
                  <a:pt x="483514" y="300594"/>
                </a:lnTo>
                <a:cubicBezTo>
                  <a:pt x="483514" y="322609"/>
                  <a:pt x="465632" y="340407"/>
                  <a:pt x="443641" y="340407"/>
                </a:cubicBezTo>
                <a:lnTo>
                  <a:pt x="427322" y="340407"/>
                </a:lnTo>
                <a:cubicBezTo>
                  <a:pt x="429116" y="332722"/>
                  <a:pt x="430100" y="324747"/>
                  <a:pt x="430100" y="316542"/>
                </a:cubicBezTo>
                <a:cubicBezTo>
                  <a:pt x="430100" y="312497"/>
                  <a:pt x="429868" y="308510"/>
                  <a:pt x="429405" y="304581"/>
                </a:cubicBezTo>
                <a:lnTo>
                  <a:pt x="439706" y="304581"/>
                </a:lnTo>
                <a:lnTo>
                  <a:pt x="439706" y="35826"/>
                </a:lnTo>
                <a:lnTo>
                  <a:pt x="72810" y="35826"/>
                </a:lnTo>
                <a:lnTo>
                  <a:pt x="72810" y="304581"/>
                </a:lnTo>
                <a:lnTo>
                  <a:pt x="220668" y="304581"/>
                </a:lnTo>
                <a:cubicBezTo>
                  <a:pt x="220263" y="308510"/>
                  <a:pt x="220031" y="312497"/>
                  <a:pt x="220031" y="316542"/>
                </a:cubicBezTo>
                <a:cubicBezTo>
                  <a:pt x="220031" y="324747"/>
                  <a:pt x="220957" y="332722"/>
                  <a:pt x="222751" y="340407"/>
                </a:cubicBezTo>
                <a:lnTo>
                  <a:pt x="68875" y="340407"/>
                </a:lnTo>
                <a:cubicBezTo>
                  <a:pt x="46826" y="340407"/>
                  <a:pt x="29002" y="322609"/>
                  <a:pt x="29002" y="300594"/>
                </a:cubicBezTo>
                <a:lnTo>
                  <a:pt x="29002" y="39813"/>
                </a:lnTo>
                <a:cubicBezTo>
                  <a:pt x="29002" y="17855"/>
                  <a:pt x="46826" y="0"/>
                  <a:pt x="6887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 w="31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81037" y="944563"/>
            <a:ext cx="10829925" cy="1330254"/>
          </a:xfrm>
          <a:prstGeom prst="rect">
            <a:avLst/>
          </a:prstGeom>
          <a:noFill/>
          <a:ln w="15875" cap="flat" cmpd="sng" algn="ctr">
            <a:solidFill>
              <a:schemeClr val="accent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33438" y="1095113"/>
            <a:ext cx="1256754" cy="3600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pc="160" dirty="0">
                <a:solidFill>
                  <a:schemeClr val="bg1">
                    <a:lumMod val="25000"/>
                  </a:schemeClr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  <a:endParaRPr lang="zh-CN" altLang="en-US" spc="160" dirty="0">
              <a:solidFill>
                <a:schemeClr val="bg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33438" y="1588172"/>
            <a:ext cx="10456862" cy="534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spc="16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您的正文已经简明扼要，但请您尽可能提炼思想的精髓。</a:t>
            </a:r>
          </a:p>
        </p:txBody>
      </p:sp>
      <p:sp>
        <p:nvSpPr>
          <p:cNvPr id="16" name="Oval 9"/>
          <p:cNvSpPr/>
          <p:nvPr/>
        </p:nvSpPr>
        <p:spPr>
          <a:xfrm>
            <a:off x="2625160" y="1138869"/>
            <a:ext cx="406508" cy="329030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81000">
                <a:schemeClr val="accent1"/>
              </a:gs>
            </a:gsLst>
            <a:lin ang="16200000" scaled="0"/>
          </a:gradFill>
          <a:ln w="31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958737" y="152400"/>
            <a:ext cx="2799556" cy="61277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1222466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请添加标题</a:t>
            </a:r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3918631" y="152400"/>
            <a:ext cx="8273369" cy="612775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488180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请添加副标题</a:t>
            </a:r>
          </a:p>
        </p:txBody>
      </p:sp>
      <p:grpSp>
        <p:nvGrpSpPr>
          <p:cNvPr id="21" name="组合 20"/>
          <p:cNvGrpSpPr/>
          <p:nvPr>
            <p:custDataLst>
              <p:tags r:id="rId5"/>
            </p:custDataLst>
          </p:nvPr>
        </p:nvGrpSpPr>
        <p:grpSpPr>
          <a:xfrm>
            <a:off x="0" y="152400"/>
            <a:ext cx="650082" cy="612775"/>
            <a:chOff x="71437" y="388144"/>
            <a:chExt cx="650082" cy="416719"/>
          </a:xfrm>
        </p:grpSpPr>
        <p:sp>
          <p:nvSpPr>
            <p:cNvPr id="22" name="矩形 21"/>
            <p:cNvSpPr/>
            <p:nvPr/>
          </p:nvSpPr>
          <p:spPr>
            <a:xfrm>
              <a:off x="71437" y="388144"/>
              <a:ext cx="352426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485775" y="388144"/>
              <a:ext cx="114300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650081" y="388144"/>
              <a:ext cx="71438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等腰三角形 24"/>
          <p:cNvSpPr/>
          <p:nvPr>
            <p:custDataLst>
              <p:tags r:id="rId6"/>
            </p:custDataLst>
          </p:nvPr>
        </p:nvSpPr>
        <p:spPr>
          <a:xfrm rot="5400000">
            <a:off x="11420353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等腰三角形 25"/>
          <p:cNvSpPr/>
          <p:nvPr>
            <p:custDataLst>
              <p:tags r:id="rId7"/>
            </p:custDataLst>
          </p:nvPr>
        </p:nvSpPr>
        <p:spPr>
          <a:xfrm rot="5400000">
            <a:off x="11339391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等腰三角形 26"/>
          <p:cNvSpPr/>
          <p:nvPr>
            <p:custDataLst>
              <p:tags r:id="rId8"/>
            </p:custDataLst>
          </p:nvPr>
        </p:nvSpPr>
        <p:spPr>
          <a:xfrm rot="5400000">
            <a:off x="11258429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28216"/>
          <p:cNvSpPr/>
          <p:nvPr/>
        </p:nvSpPr>
        <p:spPr>
          <a:xfrm>
            <a:off x="1204254" y="3117507"/>
            <a:ext cx="4703619" cy="14123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91" h="21599" extrusionOk="0">
                <a:moveTo>
                  <a:pt x="4109" y="41"/>
                </a:moveTo>
                <a:lnTo>
                  <a:pt x="18140" y="0"/>
                </a:lnTo>
                <a:lnTo>
                  <a:pt x="18140" y="41"/>
                </a:lnTo>
                <a:lnTo>
                  <a:pt x="21291" y="10723"/>
                </a:lnTo>
                <a:lnTo>
                  <a:pt x="18140" y="21599"/>
                </a:lnTo>
                <a:lnTo>
                  <a:pt x="18140" y="21581"/>
                </a:lnTo>
                <a:lnTo>
                  <a:pt x="4016" y="21527"/>
                </a:lnTo>
                <a:lnTo>
                  <a:pt x="3573" y="21538"/>
                </a:lnTo>
                <a:lnTo>
                  <a:pt x="3093" y="21512"/>
                </a:lnTo>
                <a:cubicBezTo>
                  <a:pt x="2268" y="21469"/>
                  <a:pt x="1487" y="20298"/>
                  <a:pt x="914" y="18291"/>
                </a:cubicBezTo>
                <a:cubicBezTo>
                  <a:pt x="-299" y="14041"/>
                  <a:pt x="-309" y="7340"/>
                  <a:pt x="914" y="3154"/>
                </a:cubicBezTo>
                <a:cubicBezTo>
                  <a:pt x="1470" y="1251"/>
                  <a:pt x="2223" y="180"/>
                  <a:pt x="3014" y="33"/>
                </a:cubicBezTo>
                <a:cubicBezTo>
                  <a:pt x="3196" y="-1"/>
                  <a:pt x="3379" y="15"/>
                  <a:pt x="3562" y="25"/>
                </a:cubicBezTo>
                <a:cubicBezTo>
                  <a:pt x="3744" y="36"/>
                  <a:pt x="3927" y="41"/>
                  <a:pt x="4109" y="41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hape 28217"/>
          <p:cNvSpPr/>
          <p:nvPr/>
        </p:nvSpPr>
        <p:spPr>
          <a:xfrm>
            <a:off x="1340512" y="3252179"/>
            <a:ext cx="1143002" cy="1143003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10355" y="3533367"/>
            <a:ext cx="403316" cy="4350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sz="2400" spc="160" dirty="0"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01</a:t>
            </a:r>
            <a:endParaRPr lang="zh-CN" altLang="en-US" sz="2400" spc="160" dirty="0"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19772" y="3378721"/>
            <a:ext cx="24130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zh-CN" altLang="en-US" sz="1800" spc="16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添加标题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707402" y="3741620"/>
            <a:ext cx="2461628" cy="534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spc="16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单击此处输入你的正文，请尽量言简意赅的阐述观点。</a:t>
            </a:r>
          </a:p>
        </p:txBody>
      </p:sp>
      <p:sp>
        <p:nvSpPr>
          <p:cNvPr id="16" name="Shape 28216"/>
          <p:cNvSpPr/>
          <p:nvPr/>
        </p:nvSpPr>
        <p:spPr>
          <a:xfrm>
            <a:off x="1204254" y="4841911"/>
            <a:ext cx="4703619" cy="14123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91" h="21599" extrusionOk="0">
                <a:moveTo>
                  <a:pt x="4109" y="41"/>
                </a:moveTo>
                <a:lnTo>
                  <a:pt x="18140" y="0"/>
                </a:lnTo>
                <a:lnTo>
                  <a:pt x="18140" y="41"/>
                </a:lnTo>
                <a:lnTo>
                  <a:pt x="21291" y="10723"/>
                </a:lnTo>
                <a:lnTo>
                  <a:pt x="18140" y="21599"/>
                </a:lnTo>
                <a:lnTo>
                  <a:pt x="18140" y="21581"/>
                </a:lnTo>
                <a:lnTo>
                  <a:pt x="4016" y="21527"/>
                </a:lnTo>
                <a:lnTo>
                  <a:pt x="3573" y="21538"/>
                </a:lnTo>
                <a:lnTo>
                  <a:pt x="3093" y="21512"/>
                </a:lnTo>
                <a:cubicBezTo>
                  <a:pt x="2268" y="21469"/>
                  <a:pt x="1487" y="20298"/>
                  <a:pt x="914" y="18291"/>
                </a:cubicBezTo>
                <a:cubicBezTo>
                  <a:pt x="-299" y="14041"/>
                  <a:pt x="-309" y="7340"/>
                  <a:pt x="914" y="3154"/>
                </a:cubicBezTo>
                <a:cubicBezTo>
                  <a:pt x="1470" y="1251"/>
                  <a:pt x="2223" y="180"/>
                  <a:pt x="3014" y="33"/>
                </a:cubicBezTo>
                <a:cubicBezTo>
                  <a:pt x="3196" y="-1"/>
                  <a:pt x="3379" y="15"/>
                  <a:pt x="3562" y="25"/>
                </a:cubicBezTo>
                <a:cubicBezTo>
                  <a:pt x="3744" y="36"/>
                  <a:pt x="3927" y="41"/>
                  <a:pt x="4109" y="41"/>
                </a:cubicBezTo>
                <a:close/>
              </a:path>
            </a:pathLst>
          </a:custGeom>
          <a:solidFill>
            <a:schemeClr val="tx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Shape 28217"/>
          <p:cNvSpPr/>
          <p:nvPr/>
        </p:nvSpPr>
        <p:spPr>
          <a:xfrm>
            <a:off x="1340512" y="4976583"/>
            <a:ext cx="1143002" cy="1143003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710355" y="5257771"/>
            <a:ext cx="403316" cy="4350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sz="2400" spc="160" dirty="0"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03</a:t>
            </a:r>
            <a:endParaRPr lang="zh-CN" altLang="en-US" sz="2400" spc="160" dirty="0"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619772" y="5103125"/>
            <a:ext cx="24130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zh-CN" altLang="en-US" sz="1800" spc="16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添加标题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707402" y="5466024"/>
            <a:ext cx="2461628" cy="534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spc="16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单击此处输入你的正文，请尽量言简意赅的阐述观点。</a:t>
            </a:r>
          </a:p>
        </p:txBody>
      </p:sp>
      <p:sp>
        <p:nvSpPr>
          <p:cNvPr id="22" name="Shape 28216"/>
          <p:cNvSpPr/>
          <p:nvPr/>
        </p:nvSpPr>
        <p:spPr>
          <a:xfrm>
            <a:off x="6284128" y="3117507"/>
            <a:ext cx="4703619" cy="14123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91" h="21599" extrusionOk="0">
                <a:moveTo>
                  <a:pt x="4109" y="41"/>
                </a:moveTo>
                <a:lnTo>
                  <a:pt x="18140" y="0"/>
                </a:lnTo>
                <a:lnTo>
                  <a:pt x="18140" y="41"/>
                </a:lnTo>
                <a:lnTo>
                  <a:pt x="21291" y="10723"/>
                </a:lnTo>
                <a:lnTo>
                  <a:pt x="18140" y="21599"/>
                </a:lnTo>
                <a:lnTo>
                  <a:pt x="18140" y="21581"/>
                </a:lnTo>
                <a:lnTo>
                  <a:pt x="4016" y="21527"/>
                </a:lnTo>
                <a:lnTo>
                  <a:pt x="3573" y="21538"/>
                </a:lnTo>
                <a:lnTo>
                  <a:pt x="3093" y="21512"/>
                </a:lnTo>
                <a:cubicBezTo>
                  <a:pt x="2268" y="21469"/>
                  <a:pt x="1487" y="20298"/>
                  <a:pt x="914" y="18291"/>
                </a:cubicBezTo>
                <a:cubicBezTo>
                  <a:pt x="-299" y="14041"/>
                  <a:pt x="-309" y="7340"/>
                  <a:pt x="914" y="3154"/>
                </a:cubicBezTo>
                <a:cubicBezTo>
                  <a:pt x="1470" y="1251"/>
                  <a:pt x="2223" y="180"/>
                  <a:pt x="3014" y="33"/>
                </a:cubicBezTo>
                <a:cubicBezTo>
                  <a:pt x="3196" y="-1"/>
                  <a:pt x="3379" y="15"/>
                  <a:pt x="3562" y="25"/>
                </a:cubicBezTo>
                <a:cubicBezTo>
                  <a:pt x="3744" y="36"/>
                  <a:pt x="3927" y="41"/>
                  <a:pt x="4109" y="41"/>
                </a:cubicBezTo>
                <a:close/>
              </a:path>
            </a:pathLst>
          </a:custGeom>
          <a:solidFill>
            <a:schemeClr val="tx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Shape 28217"/>
          <p:cNvSpPr/>
          <p:nvPr/>
        </p:nvSpPr>
        <p:spPr>
          <a:xfrm>
            <a:off x="6420386" y="3252179"/>
            <a:ext cx="1143002" cy="1143003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790229" y="3533367"/>
            <a:ext cx="403316" cy="4350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sz="2400" spc="160" dirty="0"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02</a:t>
            </a:r>
            <a:endParaRPr lang="zh-CN" altLang="en-US" sz="2400" spc="160" dirty="0"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699646" y="3378721"/>
            <a:ext cx="24130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zh-CN" altLang="en-US" sz="1800" spc="16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添加标题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7787276" y="3741620"/>
            <a:ext cx="2461628" cy="534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spc="16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单击此处输入你的正文，请尽量言简意赅的阐述观点。</a:t>
            </a:r>
          </a:p>
        </p:txBody>
      </p:sp>
      <p:sp>
        <p:nvSpPr>
          <p:cNvPr id="28" name="Shape 28216"/>
          <p:cNvSpPr/>
          <p:nvPr/>
        </p:nvSpPr>
        <p:spPr>
          <a:xfrm>
            <a:off x="6284128" y="4841911"/>
            <a:ext cx="4703619" cy="14123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91" h="21599" extrusionOk="0">
                <a:moveTo>
                  <a:pt x="4109" y="41"/>
                </a:moveTo>
                <a:lnTo>
                  <a:pt x="18140" y="0"/>
                </a:lnTo>
                <a:lnTo>
                  <a:pt x="18140" y="41"/>
                </a:lnTo>
                <a:lnTo>
                  <a:pt x="21291" y="10723"/>
                </a:lnTo>
                <a:lnTo>
                  <a:pt x="18140" y="21599"/>
                </a:lnTo>
                <a:lnTo>
                  <a:pt x="18140" y="21581"/>
                </a:lnTo>
                <a:lnTo>
                  <a:pt x="4016" y="21527"/>
                </a:lnTo>
                <a:lnTo>
                  <a:pt x="3573" y="21538"/>
                </a:lnTo>
                <a:lnTo>
                  <a:pt x="3093" y="21512"/>
                </a:lnTo>
                <a:cubicBezTo>
                  <a:pt x="2268" y="21469"/>
                  <a:pt x="1487" y="20298"/>
                  <a:pt x="914" y="18291"/>
                </a:cubicBezTo>
                <a:cubicBezTo>
                  <a:pt x="-299" y="14041"/>
                  <a:pt x="-309" y="7340"/>
                  <a:pt x="914" y="3154"/>
                </a:cubicBezTo>
                <a:cubicBezTo>
                  <a:pt x="1470" y="1251"/>
                  <a:pt x="2223" y="180"/>
                  <a:pt x="3014" y="33"/>
                </a:cubicBezTo>
                <a:cubicBezTo>
                  <a:pt x="3196" y="-1"/>
                  <a:pt x="3379" y="15"/>
                  <a:pt x="3562" y="25"/>
                </a:cubicBezTo>
                <a:cubicBezTo>
                  <a:pt x="3744" y="36"/>
                  <a:pt x="3927" y="41"/>
                  <a:pt x="4109" y="41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Shape 28217"/>
          <p:cNvSpPr/>
          <p:nvPr/>
        </p:nvSpPr>
        <p:spPr>
          <a:xfrm>
            <a:off x="6420386" y="4976583"/>
            <a:ext cx="1143002" cy="1143003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790229" y="5257771"/>
            <a:ext cx="403316" cy="4350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sz="2400" spc="160" dirty="0"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04</a:t>
            </a:r>
            <a:endParaRPr lang="zh-CN" altLang="en-US" sz="2400" spc="160" dirty="0"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699646" y="5103125"/>
            <a:ext cx="24130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zh-CN" altLang="en-US" sz="1800" spc="16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添加标题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7787276" y="5466024"/>
            <a:ext cx="2461628" cy="534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spc="16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单击此处输入你的正文，请尽量言简意赅的阐述观点。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595147" y="1081854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单击此处添加</a:t>
            </a:r>
            <a:endParaRPr lang="en-US" altLang="zh-CN" sz="2800" dirty="0">
              <a:latin typeface="思源宋体 CN Heavy" pitchFamily="18" charset="-122"/>
              <a:ea typeface="思源宋体 CN Heavy" pitchFamily="18" charset="-122"/>
              <a:sym typeface="思源宋体 CN Heavy" panose="02020900000000000000" pitchFamily="18" charset="-122"/>
            </a:endParaRPr>
          </a:p>
          <a:p>
            <a:r>
              <a:rPr lang="zh-CN" altLang="en-US" sz="2800" dirty="0"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大标题内容</a:t>
            </a:r>
          </a:p>
        </p:txBody>
      </p:sp>
      <p:sp>
        <p:nvSpPr>
          <p:cNvPr id="36" name="菱形 35"/>
          <p:cNvSpPr/>
          <p:nvPr/>
        </p:nvSpPr>
        <p:spPr>
          <a:xfrm>
            <a:off x="2511337" y="1799788"/>
            <a:ext cx="108435" cy="108435"/>
          </a:xfrm>
          <a:prstGeom prst="diamond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菱形 36"/>
          <p:cNvSpPr/>
          <p:nvPr/>
        </p:nvSpPr>
        <p:spPr>
          <a:xfrm>
            <a:off x="2666118" y="1799788"/>
            <a:ext cx="108435" cy="108435"/>
          </a:xfrm>
          <a:prstGeom prst="diamond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00484" y="2084455"/>
            <a:ext cx="10810479" cy="814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spc="16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您的正文已经简明扼要，字字珠玑，但信息却错综复杂，需要用更多的文字来表述，但请您尽可能提炼思想的精髓。</a:t>
            </a: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958737" y="152400"/>
            <a:ext cx="2799556" cy="61277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22466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请添加标题</a:t>
            </a: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3918631" y="152400"/>
            <a:ext cx="8273369" cy="612775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4488180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请添加副标题</a:t>
            </a:r>
          </a:p>
        </p:txBody>
      </p:sp>
      <p:grpSp>
        <p:nvGrpSpPr>
          <p:cNvPr id="6" name="组合 5"/>
          <p:cNvGrpSpPr/>
          <p:nvPr>
            <p:custDataLst>
              <p:tags r:id="rId5"/>
            </p:custDataLst>
          </p:nvPr>
        </p:nvGrpSpPr>
        <p:grpSpPr>
          <a:xfrm>
            <a:off x="0" y="152400"/>
            <a:ext cx="650082" cy="612775"/>
            <a:chOff x="71437" y="388144"/>
            <a:chExt cx="650082" cy="416719"/>
          </a:xfrm>
        </p:grpSpPr>
        <p:sp>
          <p:nvSpPr>
            <p:cNvPr id="8" name="矩形 7"/>
            <p:cNvSpPr/>
            <p:nvPr/>
          </p:nvSpPr>
          <p:spPr>
            <a:xfrm>
              <a:off x="71437" y="388144"/>
              <a:ext cx="352426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85775" y="388144"/>
              <a:ext cx="114300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650081" y="388144"/>
              <a:ext cx="71438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等腰三角形 14"/>
          <p:cNvSpPr/>
          <p:nvPr>
            <p:custDataLst>
              <p:tags r:id="rId6"/>
            </p:custDataLst>
          </p:nvPr>
        </p:nvSpPr>
        <p:spPr>
          <a:xfrm rot="5400000">
            <a:off x="11420353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等腰三角形 20"/>
          <p:cNvSpPr/>
          <p:nvPr>
            <p:custDataLst>
              <p:tags r:id="rId7"/>
            </p:custDataLst>
          </p:nvPr>
        </p:nvSpPr>
        <p:spPr>
          <a:xfrm rot="5400000">
            <a:off x="11339391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等腰三角形 26"/>
          <p:cNvSpPr/>
          <p:nvPr>
            <p:custDataLst>
              <p:tags r:id="rId8"/>
            </p:custDataLst>
          </p:nvPr>
        </p:nvSpPr>
        <p:spPr>
          <a:xfrm rot="5400000">
            <a:off x="11258429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ll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pull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/>
          <p:cNvPicPr>
            <a:picLocks noGrp="1" noChangeAspect="1"/>
          </p:cNvPicPr>
          <p:nvPr>
            <p:ph type="pic" sz="quarter" idx="10"/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719263"/>
            <a:ext cx="6096000" cy="3419475"/>
          </a:xfrm>
          <a:custGeom>
            <a:avLst/>
            <a:gdLst>
              <a:gd name="connsiteX0" fmla="*/ 0 w 6096000"/>
              <a:gd name="connsiteY0" fmla="*/ 0 h 3420191"/>
              <a:gd name="connsiteX1" fmla="*/ 6096000 w 6096000"/>
              <a:gd name="connsiteY1" fmla="*/ 0 h 3420191"/>
              <a:gd name="connsiteX2" fmla="*/ 6096000 w 6096000"/>
              <a:gd name="connsiteY2" fmla="*/ 3420191 h 3420191"/>
              <a:gd name="connsiteX3" fmla="*/ 2202393 w 6096000"/>
              <a:gd name="connsiteY3" fmla="*/ 3420191 h 3420191"/>
              <a:gd name="connsiteX4" fmla="*/ 0 w 6096000"/>
              <a:gd name="connsiteY4" fmla="*/ 1217798 h 3420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3420191">
                <a:moveTo>
                  <a:pt x="0" y="0"/>
                </a:moveTo>
                <a:lnTo>
                  <a:pt x="6096000" y="0"/>
                </a:lnTo>
                <a:lnTo>
                  <a:pt x="6096000" y="3420191"/>
                </a:lnTo>
                <a:lnTo>
                  <a:pt x="2202393" y="3420191"/>
                </a:lnTo>
                <a:lnTo>
                  <a:pt x="0" y="1217798"/>
                </a:lnTo>
                <a:close/>
              </a:path>
            </a:pathLst>
          </a:custGeom>
          <a:solidFill>
            <a:schemeClr val="tx2"/>
          </a:solidFill>
        </p:spPr>
      </p:pic>
      <p:sp>
        <p:nvSpPr>
          <p:cNvPr id="48" name="PA-任意多边形 47"/>
          <p:cNvSpPr/>
          <p:nvPr>
            <p:custDataLst>
              <p:tags r:id="rId1"/>
            </p:custDataLst>
          </p:nvPr>
        </p:nvSpPr>
        <p:spPr>
          <a:xfrm flipH="1">
            <a:off x="3058720" y="6781872"/>
            <a:ext cx="9133280" cy="76128"/>
          </a:xfrm>
          <a:custGeom>
            <a:avLst/>
            <a:gdLst>
              <a:gd name="connsiteX0" fmla="*/ 6792864 w 6849960"/>
              <a:gd name="connsiteY0" fmla="*/ 0 h 57096"/>
              <a:gd name="connsiteX1" fmla="*/ 0 w 6849960"/>
              <a:gd name="connsiteY1" fmla="*/ 0 h 57096"/>
              <a:gd name="connsiteX2" fmla="*/ 0 w 6849960"/>
              <a:gd name="connsiteY2" fmla="*/ 57096 h 57096"/>
              <a:gd name="connsiteX3" fmla="*/ 6849960 w 6849960"/>
              <a:gd name="connsiteY3" fmla="*/ 57096 h 5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9960" h="57096">
                <a:moveTo>
                  <a:pt x="6792864" y="0"/>
                </a:moveTo>
                <a:lnTo>
                  <a:pt x="0" y="0"/>
                </a:lnTo>
                <a:lnTo>
                  <a:pt x="0" y="57096"/>
                </a:lnTo>
                <a:lnTo>
                  <a:pt x="6849960" y="570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51" name="PA-文本框 50"/>
          <p:cNvSpPr txBox="1"/>
          <p:nvPr>
            <p:custDataLst>
              <p:tags r:id="rId2"/>
            </p:custDataLst>
          </p:nvPr>
        </p:nvSpPr>
        <p:spPr>
          <a:xfrm>
            <a:off x="1383625" y="4131820"/>
            <a:ext cx="4712375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dirty="0"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全新方案</a:t>
            </a:r>
          </a:p>
        </p:txBody>
      </p:sp>
      <p:sp>
        <p:nvSpPr>
          <p:cNvPr id="52" name="PA-文本框 51"/>
          <p:cNvSpPr txBox="1"/>
          <p:nvPr>
            <p:custDataLst>
              <p:tags r:id="rId3"/>
            </p:custDataLst>
          </p:nvPr>
        </p:nvSpPr>
        <p:spPr>
          <a:xfrm>
            <a:off x="1406485" y="4883635"/>
            <a:ext cx="473858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Please supplement the title with a further description here. the description should be short and to the point</a:t>
            </a:r>
          </a:p>
        </p:txBody>
      </p:sp>
      <p:sp>
        <p:nvSpPr>
          <p:cNvPr id="3" name="PA-矩形 2"/>
          <p:cNvSpPr/>
          <p:nvPr>
            <p:custDataLst>
              <p:tags r:id="rId4"/>
            </p:custDataLst>
          </p:nvPr>
        </p:nvSpPr>
        <p:spPr>
          <a:xfrm>
            <a:off x="0" y="3508456"/>
            <a:ext cx="139700" cy="1711243"/>
          </a:xfrm>
          <a:prstGeom prst="rect">
            <a:avLst/>
          </a:prstGeom>
          <a:solidFill>
            <a:schemeClr val="accent1"/>
          </a:solidFill>
          <a:ln w="31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4399" y="959173"/>
            <a:ext cx="321883" cy="32188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17285" y="1281056"/>
            <a:ext cx="217042" cy="21704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平行四边形 4"/>
          <p:cNvSpPr/>
          <p:nvPr/>
        </p:nvSpPr>
        <p:spPr>
          <a:xfrm flipH="1">
            <a:off x="4328694" y="2485499"/>
            <a:ext cx="4856328" cy="2975428"/>
          </a:xfrm>
          <a:prstGeom prst="parallelogram">
            <a:avLst>
              <a:gd name="adj" fmla="val 99333"/>
            </a:avLst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Freeform 5"/>
          <p:cNvSpPr>
            <a:spLocks noEditPoints="1"/>
          </p:cNvSpPr>
          <p:nvPr/>
        </p:nvSpPr>
        <p:spPr bwMode="auto">
          <a:xfrm>
            <a:off x="1505843" y="2726180"/>
            <a:ext cx="1399558" cy="1437462"/>
          </a:xfrm>
          <a:custGeom>
            <a:avLst/>
            <a:gdLst>
              <a:gd name="T0" fmla="*/ 984 w 1216"/>
              <a:gd name="T1" fmla="*/ 113 h 1249"/>
              <a:gd name="T2" fmla="*/ 1112 w 1216"/>
              <a:gd name="T3" fmla="*/ 259 h 1249"/>
              <a:gd name="T4" fmla="*/ 923 w 1216"/>
              <a:gd name="T5" fmla="*/ 612 h 1249"/>
              <a:gd name="T6" fmla="*/ 98 w 1216"/>
              <a:gd name="T7" fmla="*/ 754 h 1249"/>
              <a:gd name="T8" fmla="*/ 71 w 1216"/>
              <a:gd name="T9" fmla="*/ 785 h 1249"/>
              <a:gd name="T10" fmla="*/ 99 w 1216"/>
              <a:gd name="T11" fmla="*/ 865 h 1249"/>
              <a:gd name="T12" fmla="*/ 132 w 1216"/>
              <a:gd name="T13" fmla="*/ 906 h 1249"/>
              <a:gd name="T14" fmla="*/ 1048 w 1216"/>
              <a:gd name="T15" fmla="*/ 1009 h 1249"/>
              <a:gd name="T16" fmla="*/ 597 w 1216"/>
              <a:gd name="T17" fmla="*/ 1066 h 1249"/>
              <a:gd name="T18" fmla="*/ 630 w 1216"/>
              <a:gd name="T19" fmla="*/ 1124 h 1249"/>
              <a:gd name="T20" fmla="*/ 496 w 1216"/>
              <a:gd name="T21" fmla="*/ 1245 h 1249"/>
              <a:gd name="T22" fmla="*/ 1007 w 1216"/>
              <a:gd name="T23" fmla="*/ 227 h 1249"/>
              <a:gd name="T24" fmla="*/ 742 w 1216"/>
              <a:gd name="T25" fmla="*/ 47 h 1249"/>
              <a:gd name="T26" fmla="*/ 346 w 1216"/>
              <a:gd name="T27" fmla="*/ 133 h 1249"/>
              <a:gd name="T28" fmla="*/ 188 w 1216"/>
              <a:gd name="T29" fmla="*/ 252 h 1249"/>
              <a:gd name="T30" fmla="*/ 265 w 1216"/>
              <a:gd name="T31" fmla="*/ 123 h 1249"/>
              <a:gd name="T32" fmla="*/ 118 w 1216"/>
              <a:gd name="T33" fmla="*/ 258 h 1249"/>
              <a:gd name="T34" fmla="*/ 134 w 1216"/>
              <a:gd name="T35" fmla="*/ 484 h 1249"/>
              <a:gd name="T36" fmla="*/ 278 w 1216"/>
              <a:gd name="T37" fmla="*/ 987 h 1249"/>
              <a:gd name="T38" fmla="*/ 355 w 1216"/>
              <a:gd name="T39" fmla="*/ 1049 h 1249"/>
              <a:gd name="T40" fmla="*/ 662 w 1216"/>
              <a:gd name="T41" fmla="*/ 1017 h 1249"/>
              <a:gd name="T42" fmla="*/ 593 w 1216"/>
              <a:gd name="T43" fmla="*/ 922 h 1249"/>
              <a:gd name="T44" fmla="*/ 518 w 1216"/>
              <a:gd name="T45" fmla="*/ 708 h 1249"/>
              <a:gd name="T46" fmla="*/ 601 w 1216"/>
              <a:gd name="T47" fmla="*/ 844 h 1249"/>
              <a:gd name="T48" fmla="*/ 819 w 1216"/>
              <a:gd name="T49" fmla="*/ 744 h 1249"/>
              <a:gd name="T50" fmla="*/ 977 w 1216"/>
              <a:gd name="T51" fmla="*/ 533 h 1249"/>
              <a:gd name="T52" fmla="*/ 878 w 1216"/>
              <a:gd name="T53" fmla="*/ 830 h 1249"/>
              <a:gd name="T54" fmla="*/ 860 w 1216"/>
              <a:gd name="T55" fmla="*/ 905 h 1249"/>
              <a:gd name="T56" fmla="*/ 856 w 1216"/>
              <a:gd name="T57" fmla="*/ 992 h 1249"/>
              <a:gd name="T58" fmla="*/ 886 w 1216"/>
              <a:gd name="T59" fmla="*/ 1090 h 1249"/>
              <a:gd name="T60" fmla="*/ 1199 w 1216"/>
              <a:gd name="T61" fmla="*/ 650 h 1249"/>
              <a:gd name="T62" fmla="*/ 114 w 1216"/>
              <a:gd name="T63" fmla="*/ 287 h 1249"/>
              <a:gd name="T64" fmla="*/ 151 w 1216"/>
              <a:gd name="T65" fmla="*/ 219 h 1249"/>
              <a:gd name="T66" fmla="*/ 174 w 1216"/>
              <a:gd name="T67" fmla="*/ 256 h 1249"/>
              <a:gd name="T68" fmla="*/ 250 w 1216"/>
              <a:gd name="T69" fmla="*/ 954 h 1249"/>
              <a:gd name="T70" fmla="*/ 457 w 1216"/>
              <a:gd name="T71" fmla="*/ 1075 h 1249"/>
              <a:gd name="T72" fmla="*/ 720 w 1216"/>
              <a:gd name="T73" fmla="*/ 572 h 1249"/>
              <a:gd name="T74" fmla="*/ 658 w 1216"/>
              <a:gd name="T75" fmla="*/ 494 h 1249"/>
              <a:gd name="T76" fmla="*/ 611 w 1216"/>
              <a:gd name="T77" fmla="*/ 550 h 1249"/>
              <a:gd name="T78" fmla="*/ 584 w 1216"/>
              <a:gd name="T79" fmla="*/ 162 h 1249"/>
              <a:gd name="T80" fmla="*/ 490 w 1216"/>
              <a:gd name="T81" fmla="*/ 644 h 1249"/>
              <a:gd name="T82" fmla="*/ 529 w 1216"/>
              <a:gd name="T83" fmla="*/ 437 h 1249"/>
              <a:gd name="T84" fmla="*/ 567 w 1216"/>
              <a:gd name="T85" fmla="*/ 734 h 1249"/>
              <a:gd name="T86" fmla="*/ 731 w 1216"/>
              <a:gd name="T87" fmla="*/ 681 h 1249"/>
              <a:gd name="T88" fmla="*/ 784 w 1216"/>
              <a:gd name="T89" fmla="*/ 762 h 1249"/>
              <a:gd name="T90" fmla="*/ 823 w 1216"/>
              <a:gd name="T91" fmla="*/ 609 h 1249"/>
              <a:gd name="T92" fmla="*/ 880 w 1216"/>
              <a:gd name="T93" fmla="*/ 121 h 1249"/>
              <a:gd name="T94" fmla="*/ 919 w 1216"/>
              <a:gd name="T95" fmla="*/ 205 h 1249"/>
              <a:gd name="T96" fmla="*/ 809 w 1216"/>
              <a:gd name="T97" fmla="*/ 1015 h 1249"/>
              <a:gd name="T98" fmla="*/ 1041 w 1216"/>
              <a:gd name="T99" fmla="*/ 247 h 1249"/>
              <a:gd name="T100" fmla="*/ 1024 w 1216"/>
              <a:gd name="T101" fmla="*/ 152 h 1249"/>
              <a:gd name="T102" fmla="*/ 1051 w 1216"/>
              <a:gd name="T103" fmla="*/ 248 h 1249"/>
              <a:gd name="T104" fmla="*/ 16 w 1216"/>
              <a:gd name="T105" fmla="*/ 554 h 1249"/>
              <a:gd name="T106" fmla="*/ 878 w 1216"/>
              <a:gd name="T107" fmla="*/ 660 h 1249"/>
              <a:gd name="T108" fmla="*/ 60 w 1216"/>
              <a:gd name="T109" fmla="*/ 689 h 1249"/>
              <a:gd name="T110" fmla="*/ 798 w 1216"/>
              <a:gd name="T111" fmla="*/ 805 h 1249"/>
              <a:gd name="T112" fmla="*/ 97 w 1216"/>
              <a:gd name="T113" fmla="*/ 854 h 1249"/>
              <a:gd name="T114" fmla="*/ 747 w 1216"/>
              <a:gd name="T115" fmla="*/ 809 h 1249"/>
              <a:gd name="T116" fmla="*/ 789 w 1216"/>
              <a:gd name="T117" fmla="*/ 863 h 1249"/>
              <a:gd name="T118" fmla="*/ 885 w 1216"/>
              <a:gd name="T119" fmla="*/ 906 h 1249"/>
              <a:gd name="T120" fmla="*/ 670 w 1216"/>
              <a:gd name="T121" fmla="*/ 1041 h 1249"/>
              <a:gd name="T122" fmla="*/ 932 w 1216"/>
              <a:gd name="T123" fmla="*/ 685 h 1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216" h="1249">
                <a:moveTo>
                  <a:pt x="575" y="11"/>
                </a:moveTo>
                <a:cubicBezTo>
                  <a:pt x="573" y="12"/>
                  <a:pt x="569" y="12"/>
                  <a:pt x="568" y="14"/>
                </a:cubicBezTo>
                <a:cubicBezTo>
                  <a:pt x="571" y="14"/>
                  <a:pt x="574" y="13"/>
                  <a:pt x="575" y="11"/>
                </a:cubicBezTo>
                <a:close/>
                <a:moveTo>
                  <a:pt x="487" y="32"/>
                </a:moveTo>
                <a:cubicBezTo>
                  <a:pt x="488" y="37"/>
                  <a:pt x="482" y="33"/>
                  <a:pt x="482" y="36"/>
                </a:cubicBezTo>
                <a:cubicBezTo>
                  <a:pt x="488" y="36"/>
                  <a:pt x="498" y="36"/>
                  <a:pt x="505" y="33"/>
                </a:cubicBezTo>
                <a:cubicBezTo>
                  <a:pt x="499" y="30"/>
                  <a:pt x="496" y="33"/>
                  <a:pt x="487" y="32"/>
                </a:cubicBezTo>
                <a:close/>
                <a:moveTo>
                  <a:pt x="440" y="34"/>
                </a:moveTo>
                <a:cubicBezTo>
                  <a:pt x="442" y="34"/>
                  <a:pt x="444" y="33"/>
                  <a:pt x="445" y="32"/>
                </a:cubicBezTo>
                <a:cubicBezTo>
                  <a:pt x="443" y="31"/>
                  <a:pt x="441" y="32"/>
                  <a:pt x="440" y="34"/>
                </a:cubicBezTo>
                <a:close/>
                <a:moveTo>
                  <a:pt x="452" y="43"/>
                </a:moveTo>
                <a:cubicBezTo>
                  <a:pt x="464" y="43"/>
                  <a:pt x="469" y="39"/>
                  <a:pt x="478" y="36"/>
                </a:cubicBezTo>
                <a:cubicBezTo>
                  <a:pt x="469" y="39"/>
                  <a:pt x="457" y="37"/>
                  <a:pt x="452" y="43"/>
                </a:cubicBezTo>
                <a:close/>
                <a:moveTo>
                  <a:pt x="361" y="42"/>
                </a:moveTo>
                <a:cubicBezTo>
                  <a:pt x="362" y="43"/>
                  <a:pt x="365" y="42"/>
                  <a:pt x="366" y="39"/>
                </a:cubicBezTo>
                <a:cubicBezTo>
                  <a:pt x="364" y="40"/>
                  <a:pt x="361" y="40"/>
                  <a:pt x="361" y="42"/>
                </a:cubicBezTo>
                <a:close/>
                <a:moveTo>
                  <a:pt x="440" y="47"/>
                </a:moveTo>
                <a:cubicBezTo>
                  <a:pt x="443" y="48"/>
                  <a:pt x="446" y="47"/>
                  <a:pt x="447" y="44"/>
                </a:cubicBezTo>
                <a:cubicBezTo>
                  <a:pt x="443" y="44"/>
                  <a:pt x="442" y="44"/>
                  <a:pt x="440" y="47"/>
                </a:cubicBezTo>
                <a:close/>
                <a:moveTo>
                  <a:pt x="430" y="52"/>
                </a:moveTo>
                <a:cubicBezTo>
                  <a:pt x="427" y="52"/>
                  <a:pt x="421" y="50"/>
                  <a:pt x="426" y="47"/>
                </a:cubicBezTo>
                <a:cubicBezTo>
                  <a:pt x="425" y="47"/>
                  <a:pt x="424" y="47"/>
                  <a:pt x="423" y="46"/>
                </a:cubicBezTo>
                <a:cubicBezTo>
                  <a:pt x="424" y="51"/>
                  <a:pt x="420" y="49"/>
                  <a:pt x="422" y="54"/>
                </a:cubicBezTo>
                <a:cubicBezTo>
                  <a:pt x="421" y="55"/>
                  <a:pt x="416" y="52"/>
                  <a:pt x="417" y="56"/>
                </a:cubicBezTo>
                <a:cubicBezTo>
                  <a:pt x="422" y="56"/>
                  <a:pt x="427" y="54"/>
                  <a:pt x="430" y="52"/>
                </a:cubicBezTo>
                <a:close/>
                <a:moveTo>
                  <a:pt x="344" y="51"/>
                </a:moveTo>
                <a:cubicBezTo>
                  <a:pt x="347" y="51"/>
                  <a:pt x="350" y="50"/>
                  <a:pt x="351" y="47"/>
                </a:cubicBezTo>
                <a:cubicBezTo>
                  <a:pt x="347" y="47"/>
                  <a:pt x="345" y="49"/>
                  <a:pt x="344" y="51"/>
                </a:cubicBezTo>
                <a:close/>
                <a:moveTo>
                  <a:pt x="349" y="57"/>
                </a:moveTo>
                <a:cubicBezTo>
                  <a:pt x="353" y="58"/>
                  <a:pt x="353" y="56"/>
                  <a:pt x="356" y="56"/>
                </a:cubicBezTo>
                <a:cubicBezTo>
                  <a:pt x="356" y="54"/>
                  <a:pt x="357" y="51"/>
                  <a:pt x="354" y="52"/>
                </a:cubicBezTo>
                <a:cubicBezTo>
                  <a:pt x="353" y="55"/>
                  <a:pt x="349" y="54"/>
                  <a:pt x="349" y="57"/>
                </a:cubicBezTo>
                <a:close/>
                <a:moveTo>
                  <a:pt x="327" y="62"/>
                </a:moveTo>
                <a:cubicBezTo>
                  <a:pt x="332" y="61"/>
                  <a:pt x="338" y="57"/>
                  <a:pt x="337" y="53"/>
                </a:cubicBezTo>
                <a:cubicBezTo>
                  <a:pt x="335" y="57"/>
                  <a:pt x="328" y="56"/>
                  <a:pt x="327" y="62"/>
                </a:cubicBezTo>
                <a:close/>
                <a:moveTo>
                  <a:pt x="340" y="65"/>
                </a:moveTo>
                <a:cubicBezTo>
                  <a:pt x="342" y="63"/>
                  <a:pt x="344" y="61"/>
                  <a:pt x="347" y="60"/>
                </a:cubicBezTo>
                <a:cubicBezTo>
                  <a:pt x="343" y="59"/>
                  <a:pt x="338" y="62"/>
                  <a:pt x="340" y="65"/>
                </a:cubicBezTo>
                <a:close/>
                <a:moveTo>
                  <a:pt x="322" y="65"/>
                </a:moveTo>
                <a:cubicBezTo>
                  <a:pt x="323" y="64"/>
                  <a:pt x="325" y="64"/>
                  <a:pt x="326" y="62"/>
                </a:cubicBezTo>
                <a:cubicBezTo>
                  <a:pt x="323" y="61"/>
                  <a:pt x="320" y="64"/>
                  <a:pt x="322" y="65"/>
                </a:cubicBezTo>
                <a:close/>
                <a:moveTo>
                  <a:pt x="869" y="87"/>
                </a:moveTo>
                <a:cubicBezTo>
                  <a:pt x="869" y="89"/>
                  <a:pt x="868" y="89"/>
                  <a:pt x="867" y="91"/>
                </a:cubicBezTo>
                <a:cubicBezTo>
                  <a:pt x="871" y="92"/>
                  <a:pt x="873" y="94"/>
                  <a:pt x="876" y="96"/>
                </a:cubicBezTo>
                <a:cubicBezTo>
                  <a:pt x="874" y="92"/>
                  <a:pt x="874" y="88"/>
                  <a:pt x="869" y="87"/>
                </a:cubicBezTo>
                <a:close/>
                <a:moveTo>
                  <a:pt x="375" y="103"/>
                </a:moveTo>
                <a:cubicBezTo>
                  <a:pt x="374" y="103"/>
                  <a:pt x="373" y="101"/>
                  <a:pt x="372" y="100"/>
                </a:cubicBezTo>
                <a:cubicBezTo>
                  <a:pt x="371" y="99"/>
                  <a:pt x="370" y="101"/>
                  <a:pt x="369" y="100"/>
                </a:cubicBezTo>
                <a:cubicBezTo>
                  <a:pt x="368" y="104"/>
                  <a:pt x="375" y="106"/>
                  <a:pt x="375" y="103"/>
                </a:cubicBezTo>
                <a:close/>
                <a:moveTo>
                  <a:pt x="373" y="106"/>
                </a:moveTo>
                <a:cubicBezTo>
                  <a:pt x="373" y="107"/>
                  <a:pt x="370" y="109"/>
                  <a:pt x="372" y="110"/>
                </a:cubicBezTo>
                <a:cubicBezTo>
                  <a:pt x="372" y="108"/>
                  <a:pt x="375" y="109"/>
                  <a:pt x="374" y="107"/>
                </a:cubicBezTo>
                <a:cubicBezTo>
                  <a:pt x="373" y="107"/>
                  <a:pt x="374" y="106"/>
                  <a:pt x="373" y="106"/>
                </a:cubicBezTo>
                <a:close/>
                <a:moveTo>
                  <a:pt x="984" y="113"/>
                </a:moveTo>
                <a:cubicBezTo>
                  <a:pt x="983" y="110"/>
                  <a:pt x="979" y="110"/>
                  <a:pt x="977" y="107"/>
                </a:cubicBezTo>
                <a:cubicBezTo>
                  <a:pt x="975" y="111"/>
                  <a:pt x="981" y="111"/>
                  <a:pt x="984" y="113"/>
                </a:cubicBezTo>
                <a:close/>
                <a:moveTo>
                  <a:pt x="902" y="124"/>
                </a:moveTo>
                <a:cubicBezTo>
                  <a:pt x="908" y="121"/>
                  <a:pt x="911" y="128"/>
                  <a:pt x="913" y="133"/>
                </a:cubicBezTo>
                <a:cubicBezTo>
                  <a:pt x="925" y="129"/>
                  <a:pt x="926" y="148"/>
                  <a:pt x="933" y="139"/>
                </a:cubicBezTo>
                <a:cubicBezTo>
                  <a:pt x="930" y="131"/>
                  <a:pt x="918" y="131"/>
                  <a:pt x="914" y="124"/>
                </a:cubicBezTo>
                <a:cubicBezTo>
                  <a:pt x="907" y="126"/>
                  <a:pt x="901" y="115"/>
                  <a:pt x="897" y="119"/>
                </a:cubicBezTo>
                <a:cubicBezTo>
                  <a:pt x="898" y="121"/>
                  <a:pt x="902" y="121"/>
                  <a:pt x="902" y="124"/>
                </a:cubicBezTo>
                <a:close/>
                <a:moveTo>
                  <a:pt x="334" y="125"/>
                </a:moveTo>
                <a:cubicBezTo>
                  <a:pt x="334" y="123"/>
                  <a:pt x="338" y="124"/>
                  <a:pt x="337" y="121"/>
                </a:cubicBezTo>
                <a:cubicBezTo>
                  <a:pt x="335" y="121"/>
                  <a:pt x="333" y="121"/>
                  <a:pt x="334" y="118"/>
                </a:cubicBezTo>
                <a:cubicBezTo>
                  <a:pt x="329" y="117"/>
                  <a:pt x="328" y="122"/>
                  <a:pt x="326" y="124"/>
                </a:cubicBezTo>
                <a:cubicBezTo>
                  <a:pt x="329" y="126"/>
                  <a:pt x="331" y="119"/>
                  <a:pt x="334" y="125"/>
                </a:cubicBezTo>
                <a:close/>
                <a:moveTo>
                  <a:pt x="893" y="134"/>
                </a:moveTo>
                <a:cubicBezTo>
                  <a:pt x="892" y="130"/>
                  <a:pt x="888" y="127"/>
                  <a:pt x="885" y="128"/>
                </a:cubicBezTo>
                <a:cubicBezTo>
                  <a:pt x="886" y="132"/>
                  <a:pt x="890" y="132"/>
                  <a:pt x="893" y="134"/>
                </a:cubicBezTo>
                <a:close/>
                <a:moveTo>
                  <a:pt x="323" y="128"/>
                </a:moveTo>
                <a:cubicBezTo>
                  <a:pt x="320" y="128"/>
                  <a:pt x="319" y="129"/>
                  <a:pt x="318" y="131"/>
                </a:cubicBezTo>
                <a:cubicBezTo>
                  <a:pt x="321" y="131"/>
                  <a:pt x="323" y="131"/>
                  <a:pt x="323" y="128"/>
                </a:cubicBezTo>
                <a:close/>
                <a:moveTo>
                  <a:pt x="364" y="128"/>
                </a:moveTo>
                <a:cubicBezTo>
                  <a:pt x="362" y="129"/>
                  <a:pt x="359" y="130"/>
                  <a:pt x="357" y="131"/>
                </a:cubicBezTo>
                <a:cubicBezTo>
                  <a:pt x="361" y="131"/>
                  <a:pt x="363" y="131"/>
                  <a:pt x="364" y="128"/>
                </a:cubicBezTo>
                <a:close/>
                <a:moveTo>
                  <a:pt x="328" y="138"/>
                </a:moveTo>
                <a:cubicBezTo>
                  <a:pt x="325" y="138"/>
                  <a:pt x="324" y="139"/>
                  <a:pt x="322" y="141"/>
                </a:cubicBezTo>
                <a:cubicBezTo>
                  <a:pt x="326" y="141"/>
                  <a:pt x="327" y="139"/>
                  <a:pt x="328" y="138"/>
                </a:cubicBezTo>
                <a:close/>
                <a:moveTo>
                  <a:pt x="988" y="190"/>
                </a:moveTo>
                <a:cubicBezTo>
                  <a:pt x="981" y="186"/>
                  <a:pt x="984" y="183"/>
                  <a:pt x="976" y="180"/>
                </a:cubicBezTo>
                <a:cubicBezTo>
                  <a:pt x="976" y="183"/>
                  <a:pt x="978" y="182"/>
                  <a:pt x="976" y="184"/>
                </a:cubicBezTo>
                <a:cubicBezTo>
                  <a:pt x="983" y="183"/>
                  <a:pt x="982" y="193"/>
                  <a:pt x="988" y="190"/>
                </a:cubicBezTo>
                <a:close/>
                <a:moveTo>
                  <a:pt x="1004" y="185"/>
                </a:moveTo>
                <a:cubicBezTo>
                  <a:pt x="1003" y="184"/>
                  <a:pt x="1002" y="182"/>
                  <a:pt x="1002" y="180"/>
                </a:cubicBezTo>
                <a:cubicBezTo>
                  <a:pt x="1000" y="181"/>
                  <a:pt x="996" y="179"/>
                  <a:pt x="995" y="181"/>
                </a:cubicBezTo>
                <a:cubicBezTo>
                  <a:pt x="998" y="182"/>
                  <a:pt x="1000" y="188"/>
                  <a:pt x="1004" y="185"/>
                </a:cubicBezTo>
                <a:close/>
                <a:moveTo>
                  <a:pt x="998" y="192"/>
                </a:moveTo>
                <a:cubicBezTo>
                  <a:pt x="998" y="191"/>
                  <a:pt x="999" y="191"/>
                  <a:pt x="999" y="191"/>
                </a:cubicBezTo>
                <a:cubicBezTo>
                  <a:pt x="999" y="185"/>
                  <a:pt x="995" y="185"/>
                  <a:pt x="992" y="187"/>
                </a:cubicBezTo>
                <a:cubicBezTo>
                  <a:pt x="993" y="187"/>
                  <a:pt x="993" y="189"/>
                  <a:pt x="992" y="190"/>
                </a:cubicBezTo>
                <a:cubicBezTo>
                  <a:pt x="995" y="190"/>
                  <a:pt x="995" y="193"/>
                  <a:pt x="998" y="192"/>
                </a:cubicBezTo>
                <a:close/>
                <a:moveTo>
                  <a:pt x="1003" y="194"/>
                </a:moveTo>
                <a:cubicBezTo>
                  <a:pt x="1002" y="194"/>
                  <a:pt x="1001" y="194"/>
                  <a:pt x="1000" y="193"/>
                </a:cubicBezTo>
                <a:cubicBezTo>
                  <a:pt x="1001" y="196"/>
                  <a:pt x="1004" y="197"/>
                  <a:pt x="1006" y="199"/>
                </a:cubicBezTo>
                <a:cubicBezTo>
                  <a:pt x="1007" y="197"/>
                  <a:pt x="1006" y="193"/>
                  <a:pt x="1003" y="192"/>
                </a:cubicBezTo>
                <a:lnTo>
                  <a:pt x="1003" y="194"/>
                </a:lnTo>
                <a:close/>
                <a:moveTo>
                  <a:pt x="1091" y="232"/>
                </a:moveTo>
                <a:cubicBezTo>
                  <a:pt x="1092" y="230"/>
                  <a:pt x="1098" y="234"/>
                  <a:pt x="1099" y="232"/>
                </a:cubicBezTo>
                <a:cubicBezTo>
                  <a:pt x="1095" y="230"/>
                  <a:pt x="1095" y="224"/>
                  <a:pt x="1092" y="222"/>
                </a:cubicBezTo>
                <a:cubicBezTo>
                  <a:pt x="1092" y="225"/>
                  <a:pt x="1090" y="227"/>
                  <a:pt x="1089" y="228"/>
                </a:cubicBezTo>
                <a:cubicBezTo>
                  <a:pt x="1090" y="229"/>
                  <a:pt x="1090" y="232"/>
                  <a:pt x="1091" y="232"/>
                </a:cubicBezTo>
                <a:close/>
                <a:moveTo>
                  <a:pt x="1050" y="236"/>
                </a:moveTo>
                <a:cubicBezTo>
                  <a:pt x="1049" y="237"/>
                  <a:pt x="1049" y="238"/>
                  <a:pt x="1049" y="240"/>
                </a:cubicBezTo>
                <a:cubicBezTo>
                  <a:pt x="1053" y="239"/>
                  <a:pt x="1053" y="242"/>
                  <a:pt x="1056" y="242"/>
                </a:cubicBezTo>
                <a:cubicBezTo>
                  <a:pt x="1056" y="239"/>
                  <a:pt x="1052" y="238"/>
                  <a:pt x="1050" y="236"/>
                </a:cubicBezTo>
                <a:close/>
                <a:moveTo>
                  <a:pt x="1116" y="265"/>
                </a:moveTo>
                <a:cubicBezTo>
                  <a:pt x="1116" y="262"/>
                  <a:pt x="1114" y="261"/>
                  <a:pt x="1112" y="259"/>
                </a:cubicBezTo>
                <a:cubicBezTo>
                  <a:pt x="1110" y="263"/>
                  <a:pt x="1113" y="264"/>
                  <a:pt x="1116" y="265"/>
                </a:cubicBezTo>
                <a:close/>
                <a:moveTo>
                  <a:pt x="1135" y="273"/>
                </a:moveTo>
                <a:cubicBezTo>
                  <a:pt x="1135" y="269"/>
                  <a:pt x="1133" y="268"/>
                  <a:pt x="1130" y="267"/>
                </a:cubicBezTo>
                <a:cubicBezTo>
                  <a:pt x="1130" y="271"/>
                  <a:pt x="1132" y="273"/>
                  <a:pt x="1135" y="273"/>
                </a:cubicBezTo>
                <a:close/>
                <a:moveTo>
                  <a:pt x="1140" y="286"/>
                </a:moveTo>
                <a:cubicBezTo>
                  <a:pt x="1140" y="285"/>
                  <a:pt x="1139" y="284"/>
                  <a:pt x="1139" y="283"/>
                </a:cubicBezTo>
                <a:cubicBezTo>
                  <a:pt x="1137" y="283"/>
                  <a:pt x="1138" y="284"/>
                  <a:pt x="1136" y="283"/>
                </a:cubicBezTo>
                <a:cubicBezTo>
                  <a:pt x="1136" y="285"/>
                  <a:pt x="1138" y="286"/>
                  <a:pt x="1140" y="286"/>
                </a:cubicBezTo>
                <a:close/>
                <a:moveTo>
                  <a:pt x="1153" y="305"/>
                </a:moveTo>
                <a:cubicBezTo>
                  <a:pt x="1153" y="301"/>
                  <a:pt x="1151" y="301"/>
                  <a:pt x="1150" y="299"/>
                </a:cubicBezTo>
                <a:cubicBezTo>
                  <a:pt x="1148" y="302"/>
                  <a:pt x="1151" y="303"/>
                  <a:pt x="1153" y="305"/>
                </a:cubicBezTo>
                <a:close/>
                <a:moveTo>
                  <a:pt x="95" y="499"/>
                </a:moveTo>
                <a:cubicBezTo>
                  <a:pt x="96" y="499"/>
                  <a:pt x="97" y="499"/>
                  <a:pt x="98" y="498"/>
                </a:cubicBezTo>
                <a:cubicBezTo>
                  <a:pt x="98" y="497"/>
                  <a:pt x="98" y="495"/>
                  <a:pt x="95" y="495"/>
                </a:cubicBezTo>
                <a:cubicBezTo>
                  <a:pt x="96" y="497"/>
                  <a:pt x="94" y="497"/>
                  <a:pt x="95" y="499"/>
                </a:cubicBezTo>
                <a:close/>
                <a:moveTo>
                  <a:pt x="92" y="504"/>
                </a:moveTo>
                <a:cubicBezTo>
                  <a:pt x="91" y="507"/>
                  <a:pt x="91" y="511"/>
                  <a:pt x="94" y="512"/>
                </a:cubicBezTo>
                <a:cubicBezTo>
                  <a:pt x="95" y="510"/>
                  <a:pt x="94" y="506"/>
                  <a:pt x="92" y="504"/>
                </a:cubicBezTo>
                <a:close/>
                <a:moveTo>
                  <a:pt x="130" y="521"/>
                </a:moveTo>
                <a:cubicBezTo>
                  <a:pt x="130" y="520"/>
                  <a:pt x="131" y="520"/>
                  <a:pt x="132" y="521"/>
                </a:cubicBezTo>
                <a:cubicBezTo>
                  <a:pt x="132" y="519"/>
                  <a:pt x="132" y="517"/>
                  <a:pt x="130" y="517"/>
                </a:cubicBezTo>
                <a:cubicBezTo>
                  <a:pt x="130" y="518"/>
                  <a:pt x="127" y="520"/>
                  <a:pt x="130" y="521"/>
                </a:cubicBezTo>
                <a:close/>
                <a:moveTo>
                  <a:pt x="61" y="536"/>
                </a:moveTo>
                <a:cubicBezTo>
                  <a:pt x="63" y="534"/>
                  <a:pt x="62" y="530"/>
                  <a:pt x="60" y="528"/>
                </a:cubicBezTo>
                <a:cubicBezTo>
                  <a:pt x="61" y="530"/>
                  <a:pt x="59" y="535"/>
                  <a:pt x="61" y="536"/>
                </a:cubicBezTo>
                <a:close/>
                <a:moveTo>
                  <a:pt x="84" y="583"/>
                </a:moveTo>
                <a:cubicBezTo>
                  <a:pt x="86" y="583"/>
                  <a:pt x="87" y="582"/>
                  <a:pt x="88" y="583"/>
                </a:cubicBezTo>
                <a:cubicBezTo>
                  <a:pt x="93" y="568"/>
                  <a:pt x="93" y="553"/>
                  <a:pt x="98" y="536"/>
                </a:cubicBezTo>
                <a:cubicBezTo>
                  <a:pt x="97" y="535"/>
                  <a:pt x="98" y="533"/>
                  <a:pt x="96" y="532"/>
                </a:cubicBezTo>
                <a:cubicBezTo>
                  <a:pt x="94" y="546"/>
                  <a:pt x="83" y="557"/>
                  <a:pt x="87" y="569"/>
                </a:cubicBezTo>
                <a:cubicBezTo>
                  <a:pt x="84" y="572"/>
                  <a:pt x="83" y="579"/>
                  <a:pt x="84" y="583"/>
                </a:cubicBezTo>
                <a:close/>
                <a:moveTo>
                  <a:pt x="117" y="552"/>
                </a:moveTo>
                <a:cubicBezTo>
                  <a:pt x="117" y="555"/>
                  <a:pt x="116" y="556"/>
                  <a:pt x="117" y="560"/>
                </a:cubicBezTo>
                <a:cubicBezTo>
                  <a:pt x="119" y="560"/>
                  <a:pt x="118" y="552"/>
                  <a:pt x="117" y="552"/>
                </a:cubicBezTo>
                <a:close/>
                <a:moveTo>
                  <a:pt x="963" y="552"/>
                </a:moveTo>
                <a:cubicBezTo>
                  <a:pt x="963" y="558"/>
                  <a:pt x="964" y="562"/>
                  <a:pt x="963" y="566"/>
                </a:cubicBezTo>
                <a:cubicBezTo>
                  <a:pt x="968" y="565"/>
                  <a:pt x="967" y="553"/>
                  <a:pt x="963" y="552"/>
                </a:cubicBezTo>
                <a:close/>
                <a:moveTo>
                  <a:pt x="117" y="573"/>
                </a:moveTo>
                <a:cubicBezTo>
                  <a:pt x="116" y="576"/>
                  <a:pt x="117" y="577"/>
                  <a:pt x="119" y="578"/>
                </a:cubicBezTo>
                <a:cubicBezTo>
                  <a:pt x="119" y="576"/>
                  <a:pt x="120" y="574"/>
                  <a:pt x="121" y="573"/>
                </a:cubicBezTo>
                <a:cubicBezTo>
                  <a:pt x="118" y="572"/>
                  <a:pt x="118" y="574"/>
                  <a:pt x="117" y="573"/>
                </a:cubicBezTo>
                <a:close/>
                <a:moveTo>
                  <a:pt x="926" y="599"/>
                </a:moveTo>
                <a:cubicBezTo>
                  <a:pt x="925" y="599"/>
                  <a:pt x="925" y="597"/>
                  <a:pt x="925" y="596"/>
                </a:cubicBezTo>
                <a:cubicBezTo>
                  <a:pt x="924" y="596"/>
                  <a:pt x="923" y="595"/>
                  <a:pt x="923" y="596"/>
                </a:cubicBezTo>
                <a:cubicBezTo>
                  <a:pt x="924" y="597"/>
                  <a:pt x="923" y="598"/>
                  <a:pt x="923" y="599"/>
                </a:cubicBezTo>
                <a:cubicBezTo>
                  <a:pt x="924" y="598"/>
                  <a:pt x="926" y="602"/>
                  <a:pt x="926" y="599"/>
                </a:cubicBezTo>
                <a:close/>
                <a:moveTo>
                  <a:pt x="107" y="596"/>
                </a:moveTo>
                <a:cubicBezTo>
                  <a:pt x="103" y="603"/>
                  <a:pt x="106" y="621"/>
                  <a:pt x="112" y="617"/>
                </a:cubicBezTo>
                <a:cubicBezTo>
                  <a:pt x="110" y="610"/>
                  <a:pt x="111" y="598"/>
                  <a:pt x="107" y="596"/>
                </a:cubicBezTo>
                <a:close/>
                <a:moveTo>
                  <a:pt x="42" y="612"/>
                </a:moveTo>
                <a:cubicBezTo>
                  <a:pt x="40" y="619"/>
                  <a:pt x="37" y="634"/>
                  <a:pt x="42" y="640"/>
                </a:cubicBezTo>
                <a:cubicBezTo>
                  <a:pt x="43" y="630"/>
                  <a:pt x="43" y="618"/>
                  <a:pt x="42" y="612"/>
                </a:cubicBezTo>
                <a:close/>
                <a:moveTo>
                  <a:pt x="923" y="619"/>
                </a:moveTo>
                <a:cubicBezTo>
                  <a:pt x="922" y="617"/>
                  <a:pt x="925" y="614"/>
                  <a:pt x="923" y="612"/>
                </a:cubicBezTo>
                <a:cubicBezTo>
                  <a:pt x="923" y="615"/>
                  <a:pt x="920" y="618"/>
                  <a:pt x="923" y="619"/>
                </a:cubicBezTo>
                <a:close/>
                <a:moveTo>
                  <a:pt x="927" y="613"/>
                </a:moveTo>
                <a:cubicBezTo>
                  <a:pt x="927" y="616"/>
                  <a:pt x="925" y="618"/>
                  <a:pt x="924" y="621"/>
                </a:cubicBezTo>
                <a:cubicBezTo>
                  <a:pt x="927" y="621"/>
                  <a:pt x="930" y="614"/>
                  <a:pt x="927" y="613"/>
                </a:cubicBezTo>
                <a:close/>
                <a:moveTo>
                  <a:pt x="25" y="624"/>
                </a:moveTo>
                <a:cubicBezTo>
                  <a:pt x="25" y="619"/>
                  <a:pt x="26" y="618"/>
                  <a:pt x="22" y="617"/>
                </a:cubicBezTo>
                <a:cubicBezTo>
                  <a:pt x="21" y="618"/>
                  <a:pt x="20" y="619"/>
                  <a:pt x="17" y="618"/>
                </a:cubicBezTo>
                <a:cubicBezTo>
                  <a:pt x="17" y="623"/>
                  <a:pt x="19" y="624"/>
                  <a:pt x="21" y="626"/>
                </a:cubicBezTo>
                <a:cubicBezTo>
                  <a:pt x="21" y="624"/>
                  <a:pt x="24" y="625"/>
                  <a:pt x="25" y="624"/>
                </a:cubicBezTo>
                <a:close/>
                <a:moveTo>
                  <a:pt x="923" y="625"/>
                </a:moveTo>
                <a:cubicBezTo>
                  <a:pt x="922" y="632"/>
                  <a:pt x="921" y="635"/>
                  <a:pt x="920" y="643"/>
                </a:cubicBezTo>
                <a:cubicBezTo>
                  <a:pt x="923" y="638"/>
                  <a:pt x="927" y="629"/>
                  <a:pt x="923" y="625"/>
                </a:cubicBezTo>
                <a:close/>
                <a:moveTo>
                  <a:pt x="875" y="626"/>
                </a:moveTo>
                <a:cubicBezTo>
                  <a:pt x="875" y="632"/>
                  <a:pt x="872" y="634"/>
                  <a:pt x="872" y="639"/>
                </a:cubicBezTo>
                <a:cubicBezTo>
                  <a:pt x="877" y="639"/>
                  <a:pt x="878" y="628"/>
                  <a:pt x="875" y="626"/>
                </a:cubicBezTo>
                <a:close/>
                <a:moveTo>
                  <a:pt x="52" y="629"/>
                </a:moveTo>
                <a:cubicBezTo>
                  <a:pt x="50" y="630"/>
                  <a:pt x="51" y="636"/>
                  <a:pt x="53" y="636"/>
                </a:cubicBezTo>
                <a:cubicBezTo>
                  <a:pt x="53" y="633"/>
                  <a:pt x="53" y="631"/>
                  <a:pt x="52" y="629"/>
                </a:cubicBezTo>
                <a:close/>
                <a:moveTo>
                  <a:pt x="121" y="632"/>
                </a:moveTo>
                <a:cubicBezTo>
                  <a:pt x="119" y="634"/>
                  <a:pt x="119" y="640"/>
                  <a:pt x="122" y="639"/>
                </a:cubicBezTo>
                <a:cubicBezTo>
                  <a:pt x="122" y="637"/>
                  <a:pt x="123" y="633"/>
                  <a:pt x="121" y="632"/>
                </a:cubicBezTo>
                <a:close/>
                <a:moveTo>
                  <a:pt x="21" y="643"/>
                </a:moveTo>
                <a:cubicBezTo>
                  <a:pt x="20" y="641"/>
                  <a:pt x="21" y="638"/>
                  <a:pt x="18" y="638"/>
                </a:cubicBezTo>
                <a:cubicBezTo>
                  <a:pt x="18" y="640"/>
                  <a:pt x="18" y="643"/>
                  <a:pt x="21" y="643"/>
                </a:cubicBezTo>
                <a:close/>
                <a:moveTo>
                  <a:pt x="65" y="653"/>
                </a:moveTo>
                <a:cubicBezTo>
                  <a:pt x="65" y="652"/>
                  <a:pt x="66" y="646"/>
                  <a:pt x="65" y="646"/>
                </a:cubicBezTo>
                <a:cubicBezTo>
                  <a:pt x="64" y="646"/>
                  <a:pt x="63" y="652"/>
                  <a:pt x="65" y="653"/>
                </a:cubicBezTo>
                <a:close/>
                <a:moveTo>
                  <a:pt x="954" y="647"/>
                </a:moveTo>
                <a:cubicBezTo>
                  <a:pt x="954" y="650"/>
                  <a:pt x="951" y="653"/>
                  <a:pt x="953" y="654"/>
                </a:cubicBezTo>
                <a:cubicBezTo>
                  <a:pt x="953" y="653"/>
                  <a:pt x="956" y="649"/>
                  <a:pt x="954" y="647"/>
                </a:cubicBezTo>
                <a:close/>
                <a:moveTo>
                  <a:pt x="19" y="651"/>
                </a:moveTo>
                <a:cubicBezTo>
                  <a:pt x="19" y="657"/>
                  <a:pt x="18" y="660"/>
                  <a:pt x="21" y="664"/>
                </a:cubicBezTo>
                <a:cubicBezTo>
                  <a:pt x="19" y="659"/>
                  <a:pt x="22" y="654"/>
                  <a:pt x="19" y="651"/>
                </a:cubicBezTo>
                <a:close/>
                <a:moveTo>
                  <a:pt x="121" y="669"/>
                </a:moveTo>
                <a:cubicBezTo>
                  <a:pt x="122" y="672"/>
                  <a:pt x="118" y="677"/>
                  <a:pt x="122" y="677"/>
                </a:cubicBezTo>
                <a:cubicBezTo>
                  <a:pt x="120" y="675"/>
                  <a:pt x="126" y="670"/>
                  <a:pt x="121" y="669"/>
                </a:cubicBezTo>
                <a:close/>
                <a:moveTo>
                  <a:pt x="920" y="687"/>
                </a:moveTo>
                <a:cubicBezTo>
                  <a:pt x="924" y="686"/>
                  <a:pt x="927" y="676"/>
                  <a:pt x="924" y="674"/>
                </a:cubicBezTo>
                <a:cubicBezTo>
                  <a:pt x="922" y="677"/>
                  <a:pt x="919" y="683"/>
                  <a:pt x="920" y="687"/>
                </a:cubicBezTo>
                <a:close/>
                <a:moveTo>
                  <a:pt x="14" y="684"/>
                </a:moveTo>
                <a:cubicBezTo>
                  <a:pt x="10" y="684"/>
                  <a:pt x="13" y="676"/>
                  <a:pt x="9" y="676"/>
                </a:cubicBezTo>
                <a:cubicBezTo>
                  <a:pt x="9" y="679"/>
                  <a:pt x="11" y="680"/>
                  <a:pt x="10" y="683"/>
                </a:cubicBezTo>
                <a:cubicBezTo>
                  <a:pt x="11" y="683"/>
                  <a:pt x="13" y="686"/>
                  <a:pt x="14" y="684"/>
                </a:cubicBezTo>
                <a:close/>
                <a:moveTo>
                  <a:pt x="74" y="699"/>
                </a:moveTo>
                <a:cubicBezTo>
                  <a:pt x="80" y="695"/>
                  <a:pt x="74" y="682"/>
                  <a:pt x="74" y="679"/>
                </a:cubicBezTo>
                <a:cubicBezTo>
                  <a:pt x="73" y="683"/>
                  <a:pt x="72" y="687"/>
                  <a:pt x="72" y="692"/>
                </a:cubicBezTo>
                <a:cubicBezTo>
                  <a:pt x="76" y="691"/>
                  <a:pt x="74" y="696"/>
                  <a:pt x="74" y="699"/>
                </a:cubicBezTo>
                <a:close/>
                <a:moveTo>
                  <a:pt x="889" y="688"/>
                </a:moveTo>
                <a:cubicBezTo>
                  <a:pt x="890" y="686"/>
                  <a:pt x="892" y="682"/>
                  <a:pt x="890" y="681"/>
                </a:cubicBezTo>
                <a:cubicBezTo>
                  <a:pt x="890" y="682"/>
                  <a:pt x="888" y="687"/>
                  <a:pt x="889" y="688"/>
                </a:cubicBezTo>
                <a:close/>
                <a:moveTo>
                  <a:pt x="96" y="720"/>
                </a:moveTo>
                <a:cubicBezTo>
                  <a:pt x="94" y="732"/>
                  <a:pt x="96" y="741"/>
                  <a:pt x="98" y="752"/>
                </a:cubicBezTo>
                <a:cubicBezTo>
                  <a:pt x="98" y="751"/>
                  <a:pt x="100" y="749"/>
                  <a:pt x="100" y="751"/>
                </a:cubicBezTo>
                <a:cubicBezTo>
                  <a:pt x="101" y="755"/>
                  <a:pt x="97" y="751"/>
                  <a:pt x="98" y="754"/>
                </a:cubicBezTo>
                <a:cubicBezTo>
                  <a:pt x="99" y="756"/>
                  <a:pt x="99" y="758"/>
                  <a:pt x="101" y="759"/>
                </a:cubicBezTo>
                <a:cubicBezTo>
                  <a:pt x="104" y="748"/>
                  <a:pt x="99" y="738"/>
                  <a:pt x="102" y="731"/>
                </a:cubicBezTo>
                <a:cubicBezTo>
                  <a:pt x="98" y="730"/>
                  <a:pt x="99" y="723"/>
                  <a:pt x="96" y="720"/>
                </a:cubicBezTo>
                <a:close/>
                <a:moveTo>
                  <a:pt x="856" y="730"/>
                </a:moveTo>
                <a:cubicBezTo>
                  <a:pt x="855" y="733"/>
                  <a:pt x="851" y="734"/>
                  <a:pt x="850" y="738"/>
                </a:cubicBezTo>
                <a:cubicBezTo>
                  <a:pt x="854" y="736"/>
                  <a:pt x="858" y="735"/>
                  <a:pt x="859" y="734"/>
                </a:cubicBezTo>
                <a:cubicBezTo>
                  <a:pt x="858" y="734"/>
                  <a:pt x="859" y="730"/>
                  <a:pt x="856" y="730"/>
                </a:cubicBezTo>
                <a:close/>
                <a:moveTo>
                  <a:pt x="78" y="747"/>
                </a:moveTo>
                <a:cubicBezTo>
                  <a:pt x="78" y="744"/>
                  <a:pt x="76" y="737"/>
                  <a:pt x="73" y="739"/>
                </a:cubicBezTo>
                <a:cubicBezTo>
                  <a:pt x="75" y="741"/>
                  <a:pt x="76" y="743"/>
                  <a:pt x="77" y="745"/>
                </a:cubicBezTo>
                <a:cubicBezTo>
                  <a:pt x="75" y="745"/>
                  <a:pt x="73" y="749"/>
                  <a:pt x="75" y="750"/>
                </a:cubicBezTo>
                <a:cubicBezTo>
                  <a:pt x="74" y="747"/>
                  <a:pt x="78" y="749"/>
                  <a:pt x="78" y="747"/>
                </a:cubicBezTo>
                <a:close/>
                <a:moveTo>
                  <a:pt x="108" y="738"/>
                </a:moveTo>
                <a:cubicBezTo>
                  <a:pt x="108" y="746"/>
                  <a:pt x="110" y="752"/>
                  <a:pt x="113" y="757"/>
                </a:cubicBezTo>
                <a:cubicBezTo>
                  <a:pt x="113" y="751"/>
                  <a:pt x="113" y="749"/>
                  <a:pt x="113" y="743"/>
                </a:cubicBezTo>
                <a:cubicBezTo>
                  <a:pt x="109" y="745"/>
                  <a:pt x="111" y="740"/>
                  <a:pt x="108" y="738"/>
                </a:cubicBezTo>
                <a:close/>
                <a:moveTo>
                  <a:pt x="5" y="752"/>
                </a:moveTo>
                <a:cubicBezTo>
                  <a:pt x="4" y="749"/>
                  <a:pt x="2" y="746"/>
                  <a:pt x="0" y="744"/>
                </a:cubicBezTo>
                <a:cubicBezTo>
                  <a:pt x="0" y="752"/>
                  <a:pt x="0" y="752"/>
                  <a:pt x="0" y="752"/>
                </a:cubicBezTo>
                <a:cubicBezTo>
                  <a:pt x="3" y="751"/>
                  <a:pt x="3" y="753"/>
                  <a:pt x="5" y="752"/>
                </a:cubicBezTo>
                <a:close/>
                <a:moveTo>
                  <a:pt x="87" y="753"/>
                </a:moveTo>
                <a:cubicBezTo>
                  <a:pt x="85" y="750"/>
                  <a:pt x="87" y="748"/>
                  <a:pt x="85" y="746"/>
                </a:cubicBezTo>
                <a:cubicBezTo>
                  <a:pt x="85" y="747"/>
                  <a:pt x="84" y="747"/>
                  <a:pt x="82" y="747"/>
                </a:cubicBezTo>
                <a:cubicBezTo>
                  <a:pt x="83" y="751"/>
                  <a:pt x="81" y="753"/>
                  <a:pt x="82" y="757"/>
                </a:cubicBezTo>
                <a:cubicBezTo>
                  <a:pt x="83" y="757"/>
                  <a:pt x="84" y="758"/>
                  <a:pt x="85" y="759"/>
                </a:cubicBezTo>
                <a:cubicBezTo>
                  <a:pt x="86" y="756"/>
                  <a:pt x="85" y="755"/>
                  <a:pt x="84" y="752"/>
                </a:cubicBezTo>
                <a:cubicBezTo>
                  <a:pt x="86" y="751"/>
                  <a:pt x="86" y="753"/>
                  <a:pt x="87" y="753"/>
                </a:cubicBezTo>
                <a:close/>
                <a:moveTo>
                  <a:pt x="6" y="759"/>
                </a:moveTo>
                <a:cubicBezTo>
                  <a:pt x="10" y="761"/>
                  <a:pt x="7" y="750"/>
                  <a:pt x="6" y="755"/>
                </a:cubicBezTo>
                <a:cubicBezTo>
                  <a:pt x="6" y="754"/>
                  <a:pt x="6" y="753"/>
                  <a:pt x="5" y="753"/>
                </a:cubicBezTo>
                <a:cubicBezTo>
                  <a:pt x="4" y="756"/>
                  <a:pt x="6" y="757"/>
                  <a:pt x="6" y="759"/>
                </a:cubicBezTo>
                <a:close/>
                <a:moveTo>
                  <a:pt x="66" y="754"/>
                </a:moveTo>
                <a:cubicBezTo>
                  <a:pt x="67" y="771"/>
                  <a:pt x="69" y="755"/>
                  <a:pt x="66" y="754"/>
                </a:cubicBezTo>
                <a:close/>
                <a:moveTo>
                  <a:pt x="4" y="765"/>
                </a:moveTo>
                <a:cubicBezTo>
                  <a:pt x="2" y="768"/>
                  <a:pt x="3" y="771"/>
                  <a:pt x="4" y="773"/>
                </a:cubicBezTo>
                <a:cubicBezTo>
                  <a:pt x="5" y="772"/>
                  <a:pt x="5" y="766"/>
                  <a:pt x="4" y="765"/>
                </a:cubicBezTo>
                <a:close/>
                <a:moveTo>
                  <a:pt x="902" y="777"/>
                </a:moveTo>
                <a:cubicBezTo>
                  <a:pt x="904" y="777"/>
                  <a:pt x="903" y="779"/>
                  <a:pt x="904" y="780"/>
                </a:cubicBezTo>
                <a:cubicBezTo>
                  <a:pt x="905" y="775"/>
                  <a:pt x="908" y="774"/>
                  <a:pt x="909" y="769"/>
                </a:cubicBezTo>
                <a:cubicBezTo>
                  <a:pt x="905" y="770"/>
                  <a:pt x="906" y="776"/>
                  <a:pt x="902" y="777"/>
                </a:cubicBezTo>
                <a:close/>
                <a:moveTo>
                  <a:pt x="67" y="779"/>
                </a:moveTo>
                <a:cubicBezTo>
                  <a:pt x="67" y="778"/>
                  <a:pt x="67" y="777"/>
                  <a:pt x="68" y="777"/>
                </a:cubicBezTo>
                <a:cubicBezTo>
                  <a:pt x="68" y="778"/>
                  <a:pt x="68" y="778"/>
                  <a:pt x="69" y="778"/>
                </a:cubicBezTo>
                <a:cubicBezTo>
                  <a:pt x="70" y="775"/>
                  <a:pt x="69" y="770"/>
                  <a:pt x="68" y="772"/>
                </a:cubicBezTo>
                <a:cubicBezTo>
                  <a:pt x="68" y="773"/>
                  <a:pt x="68" y="773"/>
                  <a:pt x="68" y="773"/>
                </a:cubicBezTo>
                <a:cubicBezTo>
                  <a:pt x="67" y="772"/>
                  <a:pt x="66" y="773"/>
                  <a:pt x="65" y="774"/>
                </a:cubicBezTo>
                <a:cubicBezTo>
                  <a:pt x="70" y="774"/>
                  <a:pt x="64" y="778"/>
                  <a:pt x="67" y="779"/>
                </a:cubicBezTo>
                <a:close/>
                <a:moveTo>
                  <a:pt x="81" y="772"/>
                </a:moveTo>
                <a:cubicBezTo>
                  <a:pt x="81" y="775"/>
                  <a:pt x="81" y="779"/>
                  <a:pt x="83" y="780"/>
                </a:cubicBezTo>
                <a:cubicBezTo>
                  <a:pt x="83" y="776"/>
                  <a:pt x="83" y="773"/>
                  <a:pt x="81" y="772"/>
                </a:cubicBezTo>
                <a:close/>
                <a:moveTo>
                  <a:pt x="71" y="785"/>
                </a:moveTo>
                <a:cubicBezTo>
                  <a:pt x="71" y="783"/>
                  <a:pt x="71" y="782"/>
                  <a:pt x="69" y="781"/>
                </a:cubicBezTo>
                <a:cubicBezTo>
                  <a:pt x="70" y="783"/>
                  <a:pt x="67" y="782"/>
                  <a:pt x="67" y="784"/>
                </a:cubicBezTo>
                <a:cubicBezTo>
                  <a:pt x="69" y="784"/>
                  <a:pt x="69" y="786"/>
                  <a:pt x="71" y="785"/>
                </a:cubicBezTo>
                <a:close/>
                <a:moveTo>
                  <a:pt x="137" y="815"/>
                </a:moveTo>
                <a:cubicBezTo>
                  <a:pt x="136" y="802"/>
                  <a:pt x="133" y="793"/>
                  <a:pt x="127" y="787"/>
                </a:cubicBezTo>
                <a:cubicBezTo>
                  <a:pt x="129" y="798"/>
                  <a:pt x="133" y="806"/>
                  <a:pt x="137" y="815"/>
                </a:cubicBezTo>
                <a:close/>
                <a:moveTo>
                  <a:pt x="724" y="810"/>
                </a:moveTo>
                <a:cubicBezTo>
                  <a:pt x="726" y="810"/>
                  <a:pt x="725" y="813"/>
                  <a:pt x="726" y="813"/>
                </a:cubicBezTo>
                <a:cubicBezTo>
                  <a:pt x="730" y="810"/>
                  <a:pt x="736" y="804"/>
                  <a:pt x="735" y="800"/>
                </a:cubicBezTo>
                <a:cubicBezTo>
                  <a:pt x="731" y="803"/>
                  <a:pt x="726" y="805"/>
                  <a:pt x="724" y="810"/>
                </a:cubicBezTo>
                <a:close/>
                <a:moveTo>
                  <a:pt x="157" y="816"/>
                </a:moveTo>
                <a:cubicBezTo>
                  <a:pt x="152" y="816"/>
                  <a:pt x="154" y="809"/>
                  <a:pt x="150" y="808"/>
                </a:cubicBezTo>
                <a:cubicBezTo>
                  <a:pt x="151" y="811"/>
                  <a:pt x="151" y="815"/>
                  <a:pt x="152" y="817"/>
                </a:cubicBezTo>
                <a:cubicBezTo>
                  <a:pt x="152" y="814"/>
                  <a:pt x="156" y="820"/>
                  <a:pt x="157" y="816"/>
                </a:cubicBezTo>
                <a:close/>
                <a:moveTo>
                  <a:pt x="847" y="824"/>
                </a:moveTo>
                <a:cubicBezTo>
                  <a:pt x="851" y="822"/>
                  <a:pt x="857" y="818"/>
                  <a:pt x="856" y="813"/>
                </a:cubicBezTo>
                <a:cubicBezTo>
                  <a:pt x="854" y="816"/>
                  <a:pt x="851" y="818"/>
                  <a:pt x="847" y="819"/>
                </a:cubicBezTo>
                <a:lnTo>
                  <a:pt x="847" y="824"/>
                </a:lnTo>
                <a:close/>
                <a:moveTo>
                  <a:pt x="828" y="823"/>
                </a:moveTo>
                <a:cubicBezTo>
                  <a:pt x="826" y="823"/>
                  <a:pt x="824" y="823"/>
                  <a:pt x="824" y="827"/>
                </a:cubicBezTo>
                <a:cubicBezTo>
                  <a:pt x="826" y="826"/>
                  <a:pt x="827" y="824"/>
                  <a:pt x="828" y="823"/>
                </a:cubicBezTo>
                <a:close/>
                <a:moveTo>
                  <a:pt x="627" y="834"/>
                </a:moveTo>
                <a:cubicBezTo>
                  <a:pt x="628" y="836"/>
                  <a:pt x="627" y="836"/>
                  <a:pt x="627" y="837"/>
                </a:cubicBezTo>
                <a:cubicBezTo>
                  <a:pt x="630" y="840"/>
                  <a:pt x="641" y="838"/>
                  <a:pt x="641" y="831"/>
                </a:cubicBezTo>
                <a:cubicBezTo>
                  <a:pt x="636" y="834"/>
                  <a:pt x="634" y="835"/>
                  <a:pt x="627" y="834"/>
                </a:cubicBezTo>
                <a:close/>
                <a:moveTo>
                  <a:pt x="881" y="850"/>
                </a:moveTo>
                <a:cubicBezTo>
                  <a:pt x="882" y="849"/>
                  <a:pt x="886" y="849"/>
                  <a:pt x="885" y="844"/>
                </a:cubicBezTo>
                <a:cubicBezTo>
                  <a:pt x="883" y="844"/>
                  <a:pt x="883" y="843"/>
                  <a:pt x="880" y="844"/>
                </a:cubicBezTo>
                <a:cubicBezTo>
                  <a:pt x="881" y="845"/>
                  <a:pt x="879" y="849"/>
                  <a:pt x="881" y="850"/>
                </a:cubicBezTo>
                <a:close/>
                <a:moveTo>
                  <a:pt x="868" y="850"/>
                </a:moveTo>
                <a:cubicBezTo>
                  <a:pt x="867" y="847"/>
                  <a:pt x="860" y="848"/>
                  <a:pt x="862" y="855"/>
                </a:cubicBezTo>
                <a:cubicBezTo>
                  <a:pt x="865" y="855"/>
                  <a:pt x="867" y="852"/>
                  <a:pt x="868" y="850"/>
                </a:cubicBezTo>
                <a:close/>
                <a:moveTo>
                  <a:pt x="130" y="849"/>
                </a:moveTo>
                <a:cubicBezTo>
                  <a:pt x="130" y="852"/>
                  <a:pt x="131" y="853"/>
                  <a:pt x="130" y="857"/>
                </a:cubicBezTo>
                <a:cubicBezTo>
                  <a:pt x="134" y="856"/>
                  <a:pt x="132" y="849"/>
                  <a:pt x="130" y="849"/>
                </a:cubicBezTo>
                <a:close/>
                <a:moveTo>
                  <a:pt x="684" y="851"/>
                </a:moveTo>
                <a:cubicBezTo>
                  <a:pt x="683" y="850"/>
                  <a:pt x="683" y="849"/>
                  <a:pt x="682" y="849"/>
                </a:cubicBezTo>
                <a:cubicBezTo>
                  <a:pt x="677" y="851"/>
                  <a:pt x="668" y="852"/>
                  <a:pt x="660" y="853"/>
                </a:cubicBezTo>
                <a:cubicBezTo>
                  <a:pt x="660" y="859"/>
                  <a:pt x="660" y="859"/>
                  <a:pt x="660" y="859"/>
                </a:cubicBezTo>
                <a:cubicBezTo>
                  <a:pt x="667" y="860"/>
                  <a:pt x="679" y="858"/>
                  <a:pt x="684" y="851"/>
                </a:cubicBezTo>
                <a:close/>
                <a:moveTo>
                  <a:pt x="732" y="865"/>
                </a:moveTo>
                <a:cubicBezTo>
                  <a:pt x="735" y="863"/>
                  <a:pt x="748" y="856"/>
                  <a:pt x="747" y="852"/>
                </a:cubicBezTo>
                <a:cubicBezTo>
                  <a:pt x="743" y="857"/>
                  <a:pt x="733" y="860"/>
                  <a:pt x="732" y="865"/>
                </a:cubicBezTo>
                <a:close/>
                <a:moveTo>
                  <a:pt x="169" y="853"/>
                </a:moveTo>
                <a:cubicBezTo>
                  <a:pt x="171" y="856"/>
                  <a:pt x="170" y="860"/>
                  <a:pt x="174" y="861"/>
                </a:cubicBezTo>
                <a:cubicBezTo>
                  <a:pt x="173" y="858"/>
                  <a:pt x="172" y="854"/>
                  <a:pt x="169" y="853"/>
                </a:cubicBezTo>
                <a:close/>
                <a:moveTo>
                  <a:pt x="848" y="853"/>
                </a:moveTo>
                <a:cubicBezTo>
                  <a:pt x="845" y="854"/>
                  <a:pt x="843" y="855"/>
                  <a:pt x="842" y="858"/>
                </a:cubicBezTo>
                <a:cubicBezTo>
                  <a:pt x="845" y="858"/>
                  <a:pt x="848" y="857"/>
                  <a:pt x="848" y="853"/>
                </a:cubicBezTo>
                <a:close/>
                <a:moveTo>
                  <a:pt x="658" y="854"/>
                </a:moveTo>
                <a:cubicBezTo>
                  <a:pt x="655" y="854"/>
                  <a:pt x="652" y="856"/>
                  <a:pt x="653" y="860"/>
                </a:cubicBezTo>
                <a:cubicBezTo>
                  <a:pt x="655" y="860"/>
                  <a:pt x="656" y="859"/>
                  <a:pt x="658" y="858"/>
                </a:cubicBezTo>
                <a:cubicBezTo>
                  <a:pt x="657" y="856"/>
                  <a:pt x="659" y="856"/>
                  <a:pt x="658" y="854"/>
                </a:cubicBezTo>
                <a:close/>
                <a:moveTo>
                  <a:pt x="99" y="865"/>
                </a:moveTo>
                <a:cubicBezTo>
                  <a:pt x="99" y="862"/>
                  <a:pt x="99" y="860"/>
                  <a:pt x="98" y="859"/>
                </a:cubicBezTo>
                <a:cubicBezTo>
                  <a:pt x="95" y="859"/>
                  <a:pt x="95" y="859"/>
                  <a:pt x="95" y="859"/>
                </a:cubicBezTo>
                <a:cubicBezTo>
                  <a:pt x="95" y="863"/>
                  <a:pt x="97" y="863"/>
                  <a:pt x="99" y="865"/>
                </a:cubicBezTo>
                <a:close/>
                <a:moveTo>
                  <a:pt x="841" y="859"/>
                </a:moveTo>
                <a:cubicBezTo>
                  <a:pt x="832" y="869"/>
                  <a:pt x="818" y="878"/>
                  <a:pt x="815" y="892"/>
                </a:cubicBezTo>
                <a:cubicBezTo>
                  <a:pt x="820" y="887"/>
                  <a:pt x="824" y="883"/>
                  <a:pt x="828" y="878"/>
                </a:cubicBezTo>
                <a:cubicBezTo>
                  <a:pt x="837" y="876"/>
                  <a:pt x="840" y="868"/>
                  <a:pt x="843" y="860"/>
                </a:cubicBezTo>
                <a:cubicBezTo>
                  <a:pt x="843" y="860"/>
                  <a:pt x="842" y="859"/>
                  <a:pt x="841" y="859"/>
                </a:cubicBezTo>
                <a:close/>
                <a:moveTo>
                  <a:pt x="65" y="868"/>
                </a:moveTo>
                <a:cubicBezTo>
                  <a:pt x="65" y="873"/>
                  <a:pt x="68" y="875"/>
                  <a:pt x="71" y="878"/>
                </a:cubicBezTo>
                <a:cubicBezTo>
                  <a:pt x="69" y="874"/>
                  <a:pt x="68" y="870"/>
                  <a:pt x="65" y="868"/>
                </a:cubicBezTo>
                <a:close/>
                <a:moveTo>
                  <a:pt x="678" y="875"/>
                </a:moveTo>
                <a:cubicBezTo>
                  <a:pt x="678" y="873"/>
                  <a:pt x="677" y="873"/>
                  <a:pt x="678" y="872"/>
                </a:cubicBezTo>
                <a:cubicBezTo>
                  <a:pt x="673" y="871"/>
                  <a:pt x="674" y="871"/>
                  <a:pt x="670" y="872"/>
                </a:cubicBezTo>
                <a:cubicBezTo>
                  <a:pt x="670" y="876"/>
                  <a:pt x="670" y="876"/>
                  <a:pt x="670" y="876"/>
                </a:cubicBezTo>
                <a:cubicBezTo>
                  <a:pt x="673" y="874"/>
                  <a:pt x="673" y="873"/>
                  <a:pt x="678" y="875"/>
                </a:cubicBezTo>
                <a:close/>
                <a:moveTo>
                  <a:pt x="634" y="881"/>
                </a:moveTo>
                <a:cubicBezTo>
                  <a:pt x="632" y="873"/>
                  <a:pt x="621" y="879"/>
                  <a:pt x="619" y="881"/>
                </a:cubicBezTo>
                <a:cubicBezTo>
                  <a:pt x="622" y="881"/>
                  <a:pt x="626" y="881"/>
                  <a:pt x="628" y="880"/>
                </a:cubicBezTo>
                <a:cubicBezTo>
                  <a:pt x="628" y="882"/>
                  <a:pt x="632" y="883"/>
                  <a:pt x="634" y="881"/>
                </a:cubicBezTo>
                <a:close/>
                <a:moveTo>
                  <a:pt x="109" y="881"/>
                </a:moveTo>
                <a:cubicBezTo>
                  <a:pt x="107" y="881"/>
                  <a:pt x="107" y="878"/>
                  <a:pt x="105" y="878"/>
                </a:cubicBezTo>
                <a:cubicBezTo>
                  <a:pt x="107" y="882"/>
                  <a:pt x="105" y="889"/>
                  <a:pt x="109" y="889"/>
                </a:cubicBezTo>
                <a:cubicBezTo>
                  <a:pt x="109" y="886"/>
                  <a:pt x="105" y="882"/>
                  <a:pt x="109" y="881"/>
                </a:cubicBezTo>
                <a:close/>
                <a:moveTo>
                  <a:pt x="48" y="885"/>
                </a:moveTo>
                <a:cubicBezTo>
                  <a:pt x="48" y="883"/>
                  <a:pt x="49" y="883"/>
                  <a:pt x="49" y="881"/>
                </a:cubicBezTo>
                <a:cubicBezTo>
                  <a:pt x="47" y="882"/>
                  <a:pt x="47" y="880"/>
                  <a:pt x="45" y="880"/>
                </a:cubicBezTo>
                <a:cubicBezTo>
                  <a:pt x="44" y="884"/>
                  <a:pt x="48" y="883"/>
                  <a:pt x="48" y="885"/>
                </a:cubicBezTo>
                <a:close/>
                <a:moveTo>
                  <a:pt x="8" y="892"/>
                </a:moveTo>
                <a:cubicBezTo>
                  <a:pt x="7" y="889"/>
                  <a:pt x="5" y="887"/>
                  <a:pt x="7" y="884"/>
                </a:cubicBezTo>
                <a:cubicBezTo>
                  <a:pt x="5" y="884"/>
                  <a:pt x="5" y="883"/>
                  <a:pt x="4" y="882"/>
                </a:cubicBezTo>
                <a:cubicBezTo>
                  <a:pt x="5" y="885"/>
                  <a:pt x="3" y="884"/>
                  <a:pt x="4" y="887"/>
                </a:cubicBezTo>
                <a:cubicBezTo>
                  <a:pt x="7" y="886"/>
                  <a:pt x="5" y="892"/>
                  <a:pt x="8" y="892"/>
                </a:cubicBezTo>
                <a:close/>
                <a:moveTo>
                  <a:pt x="715" y="897"/>
                </a:moveTo>
                <a:cubicBezTo>
                  <a:pt x="717" y="897"/>
                  <a:pt x="717" y="900"/>
                  <a:pt x="719" y="900"/>
                </a:cubicBezTo>
                <a:cubicBezTo>
                  <a:pt x="722" y="897"/>
                  <a:pt x="728" y="899"/>
                  <a:pt x="728" y="894"/>
                </a:cubicBezTo>
                <a:cubicBezTo>
                  <a:pt x="728" y="892"/>
                  <a:pt x="725" y="892"/>
                  <a:pt x="727" y="890"/>
                </a:cubicBezTo>
                <a:cubicBezTo>
                  <a:pt x="723" y="890"/>
                  <a:pt x="720" y="890"/>
                  <a:pt x="717" y="891"/>
                </a:cubicBezTo>
                <a:cubicBezTo>
                  <a:pt x="717" y="893"/>
                  <a:pt x="716" y="894"/>
                  <a:pt x="715" y="897"/>
                </a:cubicBezTo>
                <a:close/>
                <a:moveTo>
                  <a:pt x="822" y="896"/>
                </a:moveTo>
                <a:cubicBezTo>
                  <a:pt x="823" y="895"/>
                  <a:pt x="824" y="894"/>
                  <a:pt x="824" y="892"/>
                </a:cubicBezTo>
                <a:cubicBezTo>
                  <a:pt x="822" y="891"/>
                  <a:pt x="820" y="895"/>
                  <a:pt x="822" y="896"/>
                </a:cubicBezTo>
                <a:close/>
                <a:moveTo>
                  <a:pt x="898" y="894"/>
                </a:moveTo>
                <a:cubicBezTo>
                  <a:pt x="896" y="895"/>
                  <a:pt x="893" y="895"/>
                  <a:pt x="893" y="897"/>
                </a:cubicBezTo>
                <a:cubicBezTo>
                  <a:pt x="895" y="897"/>
                  <a:pt x="898" y="897"/>
                  <a:pt x="898" y="894"/>
                </a:cubicBezTo>
                <a:close/>
                <a:moveTo>
                  <a:pt x="676" y="910"/>
                </a:moveTo>
                <a:cubicBezTo>
                  <a:pt x="681" y="909"/>
                  <a:pt x="686" y="907"/>
                  <a:pt x="688" y="903"/>
                </a:cubicBezTo>
                <a:cubicBezTo>
                  <a:pt x="683" y="901"/>
                  <a:pt x="677" y="904"/>
                  <a:pt x="673" y="905"/>
                </a:cubicBezTo>
                <a:cubicBezTo>
                  <a:pt x="676" y="905"/>
                  <a:pt x="675" y="908"/>
                  <a:pt x="676" y="910"/>
                </a:cubicBezTo>
                <a:close/>
                <a:moveTo>
                  <a:pt x="196" y="910"/>
                </a:moveTo>
                <a:cubicBezTo>
                  <a:pt x="196" y="907"/>
                  <a:pt x="198" y="906"/>
                  <a:pt x="196" y="903"/>
                </a:cubicBezTo>
                <a:cubicBezTo>
                  <a:pt x="194" y="903"/>
                  <a:pt x="194" y="903"/>
                  <a:pt x="194" y="903"/>
                </a:cubicBezTo>
                <a:cubicBezTo>
                  <a:pt x="194" y="907"/>
                  <a:pt x="191" y="911"/>
                  <a:pt x="196" y="910"/>
                </a:cubicBezTo>
                <a:close/>
                <a:moveTo>
                  <a:pt x="132" y="906"/>
                </a:moveTo>
                <a:cubicBezTo>
                  <a:pt x="131" y="906"/>
                  <a:pt x="131" y="905"/>
                  <a:pt x="131" y="904"/>
                </a:cubicBezTo>
                <a:cubicBezTo>
                  <a:pt x="128" y="904"/>
                  <a:pt x="128" y="904"/>
                  <a:pt x="128" y="904"/>
                </a:cubicBezTo>
                <a:cubicBezTo>
                  <a:pt x="127" y="908"/>
                  <a:pt x="132" y="909"/>
                  <a:pt x="132" y="906"/>
                </a:cubicBezTo>
                <a:close/>
                <a:moveTo>
                  <a:pt x="867" y="905"/>
                </a:moveTo>
                <a:cubicBezTo>
                  <a:pt x="865" y="906"/>
                  <a:pt x="862" y="907"/>
                  <a:pt x="861" y="909"/>
                </a:cubicBezTo>
                <a:cubicBezTo>
                  <a:pt x="864" y="909"/>
                  <a:pt x="866" y="908"/>
                  <a:pt x="867" y="905"/>
                </a:cubicBezTo>
                <a:close/>
                <a:moveTo>
                  <a:pt x="745" y="910"/>
                </a:moveTo>
                <a:cubicBezTo>
                  <a:pt x="749" y="909"/>
                  <a:pt x="747" y="909"/>
                  <a:pt x="747" y="913"/>
                </a:cubicBezTo>
                <a:cubicBezTo>
                  <a:pt x="751" y="912"/>
                  <a:pt x="748" y="909"/>
                  <a:pt x="751" y="908"/>
                </a:cubicBezTo>
                <a:cubicBezTo>
                  <a:pt x="748" y="908"/>
                  <a:pt x="747" y="907"/>
                  <a:pt x="745" y="910"/>
                </a:cubicBezTo>
                <a:close/>
                <a:moveTo>
                  <a:pt x="134" y="912"/>
                </a:moveTo>
                <a:cubicBezTo>
                  <a:pt x="135" y="909"/>
                  <a:pt x="134" y="908"/>
                  <a:pt x="131" y="908"/>
                </a:cubicBezTo>
                <a:cubicBezTo>
                  <a:pt x="131" y="911"/>
                  <a:pt x="133" y="911"/>
                  <a:pt x="134" y="912"/>
                </a:cubicBezTo>
                <a:close/>
                <a:moveTo>
                  <a:pt x="598" y="914"/>
                </a:moveTo>
                <a:cubicBezTo>
                  <a:pt x="597" y="912"/>
                  <a:pt x="595" y="911"/>
                  <a:pt x="593" y="911"/>
                </a:cubicBezTo>
                <a:cubicBezTo>
                  <a:pt x="593" y="913"/>
                  <a:pt x="597" y="916"/>
                  <a:pt x="598" y="914"/>
                </a:cubicBezTo>
                <a:close/>
                <a:moveTo>
                  <a:pt x="105" y="927"/>
                </a:moveTo>
                <a:cubicBezTo>
                  <a:pt x="108" y="927"/>
                  <a:pt x="108" y="927"/>
                  <a:pt x="108" y="927"/>
                </a:cubicBezTo>
                <a:cubicBezTo>
                  <a:pt x="109" y="924"/>
                  <a:pt x="106" y="924"/>
                  <a:pt x="104" y="922"/>
                </a:cubicBezTo>
                <a:cubicBezTo>
                  <a:pt x="103" y="927"/>
                  <a:pt x="109" y="924"/>
                  <a:pt x="105" y="927"/>
                </a:cubicBezTo>
                <a:close/>
                <a:moveTo>
                  <a:pt x="761" y="929"/>
                </a:moveTo>
                <a:cubicBezTo>
                  <a:pt x="761" y="928"/>
                  <a:pt x="765" y="929"/>
                  <a:pt x="764" y="927"/>
                </a:cubicBezTo>
                <a:cubicBezTo>
                  <a:pt x="763" y="927"/>
                  <a:pt x="763" y="925"/>
                  <a:pt x="762" y="925"/>
                </a:cubicBezTo>
                <a:cubicBezTo>
                  <a:pt x="761" y="926"/>
                  <a:pt x="758" y="928"/>
                  <a:pt x="761" y="929"/>
                </a:cubicBezTo>
                <a:close/>
                <a:moveTo>
                  <a:pt x="741" y="931"/>
                </a:moveTo>
                <a:cubicBezTo>
                  <a:pt x="744" y="933"/>
                  <a:pt x="748" y="931"/>
                  <a:pt x="750" y="928"/>
                </a:cubicBezTo>
                <a:cubicBezTo>
                  <a:pt x="747" y="929"/>
                  <a:pt x="741" y="927"/>
                  <a:pt x="741" y="931"/>
                </a:cubicBezTo>
                <a:close/>
                <a:moveTo>
                  <a:pt x="727" y="936"/>
                </a:moveTo>
                <a:cubicBezTo>
                  <a:pt x="729" y="935"/>
                  <a:pt x="728" y="939"/>
                  <a:pt x="731" y="937"/>
                </a:cubicBezTo>
                <a:cubicBezTo>
                  <a:pt x="730" y="935"/>
                  <a:pt x="732" y="934"/>
                  <a:pt x="732" y="932"/>
                </a:cubicBezTo>
                <a:cubicBezTo>
                  <a:pt x="729" y="932"/>
                  <a:pt x="728" y="934"/>
                  <a:pt x="727" y="936"/>
                </a:cubicBezTo>
                <a:close/>
                <a:moveTo>
                  <a:pt x="686" y="946"/>
                </a:moveTo>
                <a:cubicBezTo>
                  <a:pt x="690" y="948"/>
                  <a:pt x="696" y="945"/>
                  <a:pt x="698" y="943"/>
                </a:cubicBezTo>
                <a:cubicBezTo>
                  <a:pt x="695" y="942"/>
                  <a:pt x="687" y="943"/>
                  <a:pt x="686" y="946"/>
                </a:cubicBezTo>
                <a:close/>
                <a:moveTo>
                  <a:pt x="650" y="954"/>
                </a:moveTo>
                <a:cubicBezTo>
                  <a:pt x="646" y="955"/>
                  <a:pt x="642" y="956"/>
                  <a:pt x="640" y="959"/>
                </a:cubicBezTo>
                <a:cubicBezTo>
                  <a:pt x="644" y="959"/>
                  <a:pt x="649" y="958"/>
                  <a:pt x="650" y="954"/>
                </a:cubicBezTo>
                <a:close/>
                <a:moveTo>
                  <a:pt x="1081" y="965"/>
                </a:moveTo>
                <a:cubicBezTo>
                  <a:pt x="1082" y="963"/>
                  <a:pt x="1083" y="962"/>
                  <a:pt x="1083" y="959"/>
                </a:cubicBezTo>
                <a:cubicBezTo>
                  <a:pt x="1080" y="958"/>
                  <a:pt x="1080" y="964"/>
                  <a:pt x="1081" y="965"/>
                </a:cubicBezTo>
                <a:close/>
                <a:moveTo>
                  <a:pt x="632" y="966"/>
                </a:moveTo>
                <a:cubicBezTo>
                  <a:pt x="637" y="965"/>
                  <a:pt x="646" y="967"/>
                  <a:pt x="649" y="963"/>
                </a:cubicBezTo>
                <a:cubicBezTo>
                  <a:pt x="644" y="966"/>
                  <a:pt x="637" y="961"/>
                  <a:pt x="632" y="966"/>
                </a:cubicBezTo>
                <a:close/>
                <a:moveTo>
                  <a:pt x="230" y="979"/>
                </a:moveTo>
                <a:cubicBezTo>
                  <a:pt x="233" y="985"/>
                  <a:pt x="238" y="990"/>
                  <a:pt x="245" y="992"/>
                </a:cubicBezTo>
                <a:cubicBezTo>
                  <a:pt x="245" y="983"/>
                  <a:pt x="233" y="985"/>
                  <a:pt x="230" y="979"/>
                </a:cubicBezTo>
                <a:close/>
                <a:moveTo>
                  <a:pt x="1059" y="991"/>
                </a:moveTo>
                <a:cubicBezTo>
                  <a:pt x="1059" y="989"/>
                  <a:pt x="1059" y="989"/>
                  <a:pt x="1059" y="989"/>
                </a:cubicBezTo>
                <a:cubicBezTo>
                  <a:pt x="1059" y="989"/>
                  <a:pt x="1059" y="988"/>
                  <a:pt x="1058" y="988"/>
                </a:cubicBezTo>
                <a:cubicBezTo>
                  <a:pt x="1058" y="989"/>
                  <a:pt x="1053" y="988"/>
                  <a:pt x="1055" y="991"/>
                </a:cubicBezTo>
                <a:cubicBezTo>
                  <a:pt x="1056" y="989"/>
                  <a:pt x="1057" y="992"/>
                  <a:pt x="1059" y="991"/>
                </a:cubicBezTo>
                <a:close/>
                <a:moveTo>
                  <a:pt x="1054" y="994"/>
                </a:moveTo>
                <a:cubicBezTo>
                  <a:pt x="1054" y="994"/>
                  <a:pt x="1054" y="993"/>
                  <a:pt x="1053" y="993"/>
                </a:cubicBezTo>
                <a:cubicBezTo>
                  <a:pt x="1053" y="997"/>
                  <a:pt x="1053" y="997"/>
                  <a:pt x="1053" y="997"/>
                </a:cubicBezTo>
                <a:cubicBezTo>
                  <a:pt x="1054" y="997"/>
                  <a:pt x="1055" y="996"/>
                  <a:pt x="1055" y="997"/>
                </a:cubicBezTo>
                <a:cubicBezTo>
                  <a:pt x="1053" y="1000"/>
                  <a:pt x="1053" y="1005"/>
                  <a:pt x="1047" y="1004"/>
                </a:cubicBezTo>
                <a:cubicBezTo>
                  <a:pt x="1046" y="1007"/>
                  <a:pt x="1048" y="1006"/>
                  <a:pt x="1048" y="1009"/>
                </a:cubicBezTo>
                <a:cubicBezTo>
                  <a:pt x="1055" y="1007"/>
                  <a:pt x="1058" y="1002"/>
                  <a:pt x="1059" y="994"/>
                </a:cubicBezTo>
                <a:cubicBezTo>
                  <a:pt x="1058" y="992"/>
                  <a:pt x="1055" y="997"/>
                  <a:pt x="1054" y="994"/>
                </a:cubicBezTo>
                <a:close/>
                <a:moveTo>
                  <a:pt x="662" y="996"/>
                </a:moveTo>
                <a:cubicBezTo>
                  <a:pt x="658" y="995"/>
                  <a:pt x="651" y="995"/>
                  <a:pt x="648" y="999"/>
                </a:cubicBezTo>
                <a:cubicBezTo>
                  <a:pt x="653" y="999"/>
                  <a:pt x="658" y="999"/>
                  <a:pt x="662" y="996"/>
                </a:cubicBezTo>
                <a:close/>
                <a:moveTo>
                  <a:pt x="808" y="998"/>
                </a:moveTo>
                <a:cubicBezTo>
                  <a:pt x="808" y="1000"/>
                  <a:pt x="805" y="1001"/>
                  <a:pt x="806" y="1004"/>
                </a:cubicBezTo>
                <a:cubicBezTo>
                  <a:pt x="809" y="1003"/>
                  <a:pt x="812" y="1002"/>
                  <a:pt x="815" y="1000"/>
                </a:cubicBezTo>
                <a:cubicBezTo>
                  <a:pt x="813" y="998"/>
                  <a:pt x="810" y="999"/>
                  <a:pt x="808" y="998"/>
                </a:cubicBezTo>
                <a:close/>
                <a:moveTo>
                  <a:pt x="728" y="1008"/>
                </a:moveTo>
                <a:cubicBezTo>
                  <a:pt x="730" y="1008"/>
                  <a:pt x="733" y="1009"/>
                  <a:pt x="733" y="1007"/>
                </a:cubicBezTo>
                <a:cubicBezTo>
                  <a:pt x="732" y="1007"/>
                  <a:pt x="733" y="1005"/>
                  <a:pt x="732" y="1005"/>
                </a:cubicBezTo>
                <a:cubicBezTo>
                  <a:pt x="731" y="1007"/>
                  <a:pt x="727" y="1005"/>
                  <a:pt x="728" y="1008"/>
                </a:cubicBezTo>
                <a:close/>
                <a:moveTo>
                  <a:pt x="1023" y="1012"/>
                </a:moveTo>
                <a:cubicBezTo>
                  <a:pt x="1026" y="1011"/>
                  <a:pt x="1029" y="1009"/>
                  <a:pt x="1029" y="1005"/>
                </a:cubicBezTo>
                <a:cubicBezTo>
                  <a:pt x="1025" y="1005"/>
                  <a:pt x="1025" y="1005"/>
                  <a:pt x="1025" y="1005"/>
                </a:cubicBezTo>
                <a:cubicBezTo>
                  <a:pt x="1024" y="1007"/>
                  <a:pt x="1025" y="1011"/>
                  <a:pt x="1023" y="1012"/>
                </a:cubicBezTo>
                <a:close/>
                <a:moveTo>
                  <a:pt x="328" y="1014"/>
                </a:moveTo>
                <a:cubicBezTo>
                  <a:pt x="330" y="1016"/>
                  <a:pt x="331" y="1018"/>
                  <a:pt x="334" y="1019"/>
                </a:cubicBezTo>
                <a:cubicBezTo>
                  <a:pt x="334" y="1016"/>
                  <a:pt x="330" y="1013"/>
                  <a:pt x="328" y="1014"/>
                </a:cubicBezTo>
                <a:close/>
                <a:moveTo>
                  <a:pt x="787" y="1015"/>
                </a:moveTo>
                <a:cubicBezTo>
                  <a:pt x="784" y="1015"/>
                  <a:pt x="784" y="1015"/>
                  <a:pt x="784" y="1015"/>
                </a:cubicBezTo>
                <a:cubicBezTo>
                  <a:pt x="784" y="1017"/>
                  <a:pt x="785" y="1019"/>
                  <a:pt x="786" y="1019"/>
                </a:cubicBezTo>
                <a:cubicBezTo>
                  <a:pt x="786" y="1018"/>
                  <a:pt x="787" y="1017"/>
                  <a:pt x="787" y="1015"/>
                </a:cubicBezTo>
                <a:close/>
                <a:moveTo>
                  <a:pt x="676" y="1030"/>
                </a:moveTo>
                <a:cubicBezTo>
                  <a:pt x="683" y="1034"/>
                  <a:pt x="688" y="1034"/>
                  <a:pt x="697" y="1033"/>
                </a:cubicBezTo>
                <a:cubicBezTo>
                  <a:pt x="698" y="1029"/>
                  <a:pt x="695" y="1030"/>
                  <a:pt x="696" y="1027"/>
                </a:cubicBezTo>
                <a:cubicBezTo>
                  <a:pt x="690" y="1027"/>
                  <a:pt x="682" y="1027"/>
                  <a:pt x="676" y="1030"/>
                </a:cubicBezTo>
                <a:close/>
                <a:moveTo>
                  <a:pt x="309" y="1029"/>
                </a:moveTo>
                <a:cubicBezTo>
                  <a:pt x="309" y="1032"/>
                  <a:pt x="312" y="1032"/>
                  <a:pt x="314" y="1033"/>
                </a:cubicBezTo>
                <a:cubicBezTo>
                  <a:pt x="314" y="1030"/>
                  <a:pt x="312" y="1029"/>
                  <a:pt x="309" y="1029"/>
                </a:cubicBezTo>
                <a:close/>
                <a:moveTo>
                  <a:pt x="763" y="1050"/>
                </a:moveTo>
                <a:cubicBezTo>
                  <a:pt x="763" y="1050"/>
                  <a:pt x="763" y="1051"/>
                  <a:pt x="762" y="1050"/>
                </a:cubicBezTo>
                <a:cubicBezTo>
                  <a:pt x="761" y="1048"/>
                  <a:pt x="764" y="1049"/>
                  <a:pt x="764" y="1048"/>
                </a:cubicBezTo>
                <a:cubicBezTo>
                  <a:pt x="760" y="1046"/>
                  <a:pt x="753" y="1050"/>
                  <a:pt x="751" y="1043"/>
                </a:cubicBezTo>
                <a:cubicBezTo>
                  <a:pt x="754" y="1042"/>
                  <a:pt x="757" y="1041"/>
                  <a:pt x="758" y="1036"/>
                </a:cubicBezTo>
                <a:cubicBezTo>
                  <a:pt x="749" y="1033"/>
                  <a:pt x="734" y="1034"/>
                  <a:pt x="733" y="1043"/>
                </a:cubicBezTo>
                <a:cubicBezTo>
                  <a:pt x="732" y="1053"/>
                  <a:pt x="751" y="1052"/>
                  <a:pt x="762" y="1054"/>
                </a:cubicBezTo>
                <a:cubicBezTo>
                  <a:pt x="761" y="1051"/>
                  <a:pt x="766" y="1051"/>
                  <a:pt x="763" y="1050"/>
                </a:cubicBezTo>
                <a:close/>
                <a:moveTo>
                  <a:pt x="653" y="1047"/>
                </a:moveTo>
                <a:cubicBezTo>
                  <a:pt x="655" y="1039"/>
                  <a:pt x="665" y="1047"/>
                  <a:pt x="667" y="1040"/>
                </a:cubicBezTo>
                <a:cubicBezTo>
                  <a:pt x="655" y="1042"/>
                  <a:pt x="645" y="1041"/>
                  <a:pt x="636" y="1038"/>
                </a:cubicBezTo>
                <a:cubicBezTo>
                  <a:pt x="638" y="1041"/>
                  <a:pt x="636" y="1043"/>
                  <a:pt x="635" y="1046"/>
                </a:cubicBezTo>
                <a:cubicBezTo>
                  <a:pt x="642" y="1045"/>
                  <a:pt x="646" y="1047"/>
                  <a:pt x="653" y="1047"/>
                </a:cubicBezTo>
                <a:close/>
                <a:moveTo>
                  <a:pt x="978" y="1044"/>
                </a:moveTo>
                <a:cubicBezTo>
                  <a:pt x="978" y="1046"/>
                  <a:pt x="974" y="1045"/>
                  <a:pt x="975" y="1048"/>
                </a:cubicBezTo>
                <a:cubicBezTo>
                  <a:pt x="977" y="1049"/>
                  <a:pt x="980" y="1045"/>
                  <a:pt x="978" y="1044"/>
                </a:cubicBezTo>
                <a:close/>
                <a:moveTo>
                  <a:pt x="966" y="1050"/>
                </a:moveTo>
                <a:cubicBezTo>
                  <a:pt x="966" y="1055"/>
                  <a:pt x="972" y="1054"/>
                  <a:pt x="972" y="1050"/>
                </a:cubicBezTo>
                <a:cubicBezTo>
                  <a:pt x="968" y="1049"/>
                  <a:pt x="968" y="1051"/>
                  <a:pt x="966" y="1050"/>
                </a:cubicBezTo>
                <a:close/>
                <a:moveTo>
                  <a:pt x="603" y="1063"/>
                </a:moveTo>
                <a:cubicBezTo>
                  <a:pt x="606" y="1061"/>
                  <a:pt x="607" y="1062"/>
                  <a:pt x="610" y="1061"/>
                </a:cubicBezTo>
                <a:cubicBezTo>
                  <a:pt x="608" y="1060"/>
                  <a:pt x="603" y="1059"/>
                  <a:pt x="603" y="1063"/>
                </a:cubicBezTo>
                <a:close/>
                <a:moveTo>
                  <a:pt x="597" y="1066"/>
                </a:moveTo>
                <a:cubicBezTo>
                  <a:pt x="602" y="1064"/>
                  <a:pt x="612" y="1071"/>
                  <a:pt x="615" y="1064"/>
                </a:cubicBezTo>
                <a:cubicBezTo>
                  <a:pt x="608" y="1066"/>
                  <a:pt x="601" y="1061"/>
                  <a:pt x="597" y="1066"/>
                </a:cubicBezTo>
                <a:close/>
                <a:moveTo>
                  <a:pt x="405" y="1070"/>
                </a:moveTo>
                <a:cubicBezTo>
                  <a:pt x="401" y="1068"/>
                  <a:pt x="396" y="1067"/>
                  <a:pt x="392" y="1070"/>
                </a:cubicBezTo>
                <a:cubicBezTo>
                  <a:pt x="392" y="1075"/>
                  <a:pt x="399" y="1074"/>
                  <a:pt x="399" y="1079"/>
                </a:cubicBezTo>
                <a:cubicBezTo>
                  <a:pt x="401" y="1080"/>
                  <a:pt x="401" y="1078"/>
                  <a:pt x="402" y="1078"/>
                </a:cubicBezTo>
                <a:cubicBezTo>
                  <a:pt x="404" y="1080"/>
                  <a:pt x="404" y="1085"/>
                  <a:pt x="409" y="1084"/>
                </a:cubicBezTo>
                <a:cubicBezTo>
                  <a:pt x="409" y="1078"/>
                  <a:pt x="412" y="1084"/>
                  <a:pt x="414" y="1081"/>
                </a:cubicBezTo>
                <a:cubicBezTo>
                  <a:pt x="411" y="1078"/>
                  <a:pt x="405" y="1077"/>
                  <a:pt x="405" y="1070"/>
                </a:cubicBezTo>
                <a:close/>
                <a:moveTo>
                  <a:pt x="785" y="1073"/>
                </a:moveTo>
                <a:cubicBezTo>
                  <a:pt x="788" y="1073"/>
                  <a:pt x="790" y="1075"/>
                  <a:pt x="792" y="1072"/>
                </a:cubicBezTo>
                <a:cubicBezTo>
                  <a:pt x="791" y="1072"/>
                  <a:pt x="791" y="1072"/>
                  <a:pt x="791" y="1071"/>
                </a:cubicBezTo>
                <a:cubicBezTo>
                  <a:pt x="788" y="1070"/>
                  <a:pt x="786" y="1071"/>
                  <a:pt x="785" y="1073"/>
                </a:cubicBezTo>
                <a:close/>
                <a:moveTo>
                  <a:pt x="633" y="1080"/>
                </a:moveTo>
                <a:cubicBezTo>
                  <a:pt x="635" y="1080"/>
                  <a:pt x="641" y="1080"/>
                  <a:pt x="642" y="1076"/>
                </a:cubicBezTo>
                <a:cubicBezTo>
                  <a:pt x="639" y="1074"/>
                  <a:pt x="635" y="1073"/>
                  <a:pt x="630" y="1073"/>
                </a:cubicBezTo>
                <a:cubicBezTo>
                  <a:pt x="630" y="1077"/>
                  <a:pt x="633" y="1078"/>
                  <a:pt x="633" y="1080"/>
                </a:cubicBezTo>
                <a:close/>
                <a:moveTo>
                  <a:pt x="611" y="1083"/>
                </a:moveTo>
                <a:cubicBezTo>
                  <a:pt x="614" y="1084"/>
                  <a:pt x="618" y="1086"/>
                  <a:pt x="619" y="1082"/>
                </a:cubicBezTo>
                <a:cubicBezTo>
                  <a:pt x="617" y="1083"/>
                  <a:pt x="612" y="1081"/>
                  <a:pt x="611" y="1083"/>
                </a:cubicBezTo>
                <a:close/>
                <a:moveTo>
                  <a:pt x="431" y="1085"/>
                </a:moveTo>
                <a:cubicBezTo>
                  <a:pt x="428" y="1086"/>
                  <a:pt x="426" y="1082"/>
                  <a:pt x="424" y="1085"/>
                </a:cubicBezTo>
                <a:cubicBezTo>
                  <a:pt x="427" y="1086"/>
                  <a:pt x="427" y="1090"/>
                  <a:pt x="431" y="1088"/>
                </a:cubicBezTo>
                <a:cubicBezTo>
                  <a:pt x="429" y="1088"/>
                  <a:pt x="432" y="1087"/>
                  <a:pt x="431" y="1085"/>
                </a:cubicBezTo>
                <a:close/>
                <a:moveTo>
                  <a:pt x="299" y="1093"/>
                </a:moveTo>
                <a:cubicBezTo>
                  <a:pt x="306" y="1095"/>
                  <a:pt x="308" y="1106"/>
                  <a:pt x="316" y="1104"/>
                </a:cubicBezTo>
                <a:cubicBezTo>
                  <a:pt x="313" y="1103"/>
                  <a:pt x="317" y="1100"/>
                  <a:pt x="315" y="1099"/>
                </a:cubicBezTo>
                <a:cubicBezTo>
                  <a:pt x="308" y="1100"/>
                  <a:pt x="307" y="1090"/>
                  <a:pt x="299" y="1089"/>
                </a:cubicBezTo>
                <a:lnTo>
                  <a:pt x="299" y="1093"/>
                </a:lnTo>
                <a:close/>
                <a:moveTo>
                  <a:pt x="421" y="1094"/>
                </a:moveTo>
                <a:cubicBezTo>
                  <a:pt x="421" y="1095"/>
                  <a:pt x="420" y="1095"/>
                  <a:pt x="418" y="1095"/>
                </a:cubicBezTo>
                <a:cubicBezTo>
                  <a:pt x="420" y="1100"/>
                  <a:pt x="422" y="1104"/>
                  <a:pt x="429" y="1104"/>
                </a:cubicBezTo>
                <a:cubicBezTo>
                  <a:pt x="429" y="1098"/>
                  <a:pt x="422" y="1099"/>
                  <a:pt x="421" y="1094"/>
                </a:cubicBezTo>
                <a:close/>
                <a:moveTo>
                  <a:pt x="878" y="1103"/>
                </a:moveTo>
                <a:cubicBezTo>
                  <a:pt x="881" y="1101"/>
                  <a:pt x="882" y="1103"/>
                  <a:pt x="883" y="1099"/>
                </a:cubicBezTo>
                <a:cubicBezTo>
                  <a:pt x="881" y="1100"/>
                  <a:pt x="879" y="1101"/>
                  <a:pt x="878" y="1103"/>
                </a:cubicBezTo>
                <a:close/>
                <a:moveTo>
                  <a:pt x="448" y="1111"/>
                </a:moveTo>
                <a:cubicBezTo>
                  <a:pt x="450" y="1111"/>
                  <a:pt x="455" y="1117"/>
                  <a:pt x="456" y="1113"/>
                </a:cubicBezTo>
                <a:cubicBezTo>
                  <a:pt x="454" y="1112"/>
                  <a:pt x="450" y="1109"/>
                  <a:pt x="448" y="1111"/>
                </a:cubicBezTo>
                <a:close/>
                <a:moveTo>
                  <a:pt x="854" y="1114"/>
                </a:moveTo>
                <a:cubicBezTo>
                  <a:pt x="852" y="1113"/>
                  <a:pt x="857" y="1115"/>
                  <a:pt x="857" y="1110"/>
                </a:cubicBezTo>
                <a:cubicBezTo>
                  <a:pt x="855" y="1110"/>
                  <a:pt x="854" y="1112"/>
                  <a:pt x="852" y="1112"/>
                </a:cubicBezTo>
                <a:cubicBezTo>
                  <a:pt x="851" y="1114"/>
                  <a:pt x="853" y="1117"/>
                  <a:pt x="854" y="1114"/>
                </a:cubicBezTo>
                <a:close/>
                <a:moveTo>
                  <a:pt x="463" y="1121"/>
                </a:moveTo>
                <a:cubicBezTo>
                  <a:pt x="462" y="1121"/>
                  <a:pt x="461" y="1121"/>
                  <a:pt x="460" y="1121"/>
                </a:cubicBezTo>
                <a:cubicBezTo>
                  <a:pt x="459" y="1124"/>
                  <a:pt x="459" y="1130"/>
                  <a:pt x="463" y="1128"/>
                </a:cubicBezTo>
                <a:cubicBezTo>
                  <a:pt x="459" y="1126"/>
                  <a:pt x="464" y="1123"/>
                  <a:pt x="463" y="1121"/>
                </a:cubicBezTo>
                <a:close/>
                <a:moveTo>
                  <a:pt x="832" y="1122"/>
                </a:moveTo>
                <a:cubicBezTo>
                  <a:pt x="831" y="1121"/>
                  <a:pt x="827" y="1123"/>
                  <a:pt x="825" y="1124"/>
                </a:cubicBezTo>
                <a:cubicBezTo>
                  <a:pt x="827" y="1123"/>
                  <a:pt x="832" y="1126"/>
                  <a:pt x="832" y="1122"/>
                </a:cubicBezTo>
                <a:close/>
                <a:moveTo>
                  <a:pt x="630" y="1124"/>
                </a:moveTo>
                <a:cubicBezTo>
                  <a:pt x="629" y="1125"/>
                  <a:pt x="629" y="1127"/>
                  <a:pt x="630" y="1128"/>
                </a:cubicBezTo>
                <a:cubicBezTo>
                  <a:pt x="633" y="1128"/>
                  <a:pt x="636" y="1127"/>
                  <a:pt x="638" y="1126"/>
                </a:cubicBezTo>
                <a:cubicBezTo>
                  <a:pt x="634" y="1127"/>
                  <a:pt x="633" y="1124"/>
                  <a:pt x="630" y="1124"/>
                </a:cubicBezTo>
                <a:close/>
                <a:moveTo>
                  <a:pt x="829" y="1129"/>
                </a:moveTo>
                <a:cubicBezTo>
                  <a:pt x="833" y="1128"/>
                  <a:pt x="839" y="1129"/>
                  <a:pt x="840" y="1125"/>
                </a:cubicBezTo>
                <a:cubicBezTo>
                  <a:pt x="836" y="1126"/>
                  <a:pt x="831" y="1126"/>
                  <a:pt x="829" y="1129"/>
                </a:cubicBezTo>
                <a:close/>
                <a:moveTo>
                  <a:pt x="779" y="1129"/>
                </a:moveTo>
                <a:cubicBezTo>
                  <a:pt x="782" y="1129"/>
                  <a:pt x="784" y="1128"/>
                  <a:pt x="785" y="1127"/>
                </a:cubicBezTo>
                <a:cubicBezTo>
                  <a:pt x="782" y="1127"/>
                  <a:pt x="780" y="1127"/>
                  <a:pt x="779" y="1129"/>
                </a:cubicBezTo>
                <a:close/>
                <a:moveTo>
                  <a:pt x="706" y="1138"/>
                </a:moveTo>
                <a:cubicBezTo>
                  <a:pt x="710" y="1139"/>
                  <a:pt x="714" y="1136"/>
                  <a:pt x="712" y="1134"/>
                </a:cubicBezTo>
                <a:cubicBezTo>
                  <a:pt x="711" y="1136"/>
                  <a:pt x="706" y="1134"/>
                  <a:pt x="706" y="1138"/>
                </a:cubicBezTo>
                <a:close/>
                <a:moveTo>
                  <a:pt x="310" y="1139"/>
                </a:moveTo>
                <a:cubicBezTo>
                  <a:pt x="312" y="1140"/>
                  <a:pt x="316" y="1144"/>
                  <a:pt x="318" y="1142"/>
                </a:cubicBezTo>
                <a:cubicBezTo>
                  <a:pt x="316" y="1141"/>
                  <a:pt x="313" y="1137"/>
                  <a:pt x="310" y="1139"/>
                </a:cubicBezTo>
                <a:close/>
                <a:moveTo>
                  <a:pt x="511" y="1144"/>
                </a:moveTo>
                <a:cubicBezTo>
                  <a:pt x="517" y="1140"/>
                  <a:pt x="524" y="1144"/>
                  <a:pt x="528" y="1144"/>
                </a:cubicBezTo>
                <a:cubicBezTo>
                  <a:pt x="526" y="1140"/>
                  <a:pt x="512" y="1136"/>
                  <a:pt x="511" y="1144"/>
                </a:cubicBezTo>
                <a:close/>
                <a:moveTo>
                  <a:pt x="540" y="1142"/>
                </a:moveTo>
                <a:cubicBezTo>
                  <a:pt x="540" y="1144"/>
                  <a:pt x="544" y="1146"/>
                  <a:pt x="546" y="1143"/>
                </a:cubicBezTo>
                <a:cubicBezTo>
                  <a:pt x="544" y="1142"/>
                  <a:pt x="542" y="1138"/>
                  <a:pt x="540" y="1142"/>
                </a:cubicBezTo>
                <a:close/>
                <a:moveTo>
                  <a:pt x="343" y="1149"/>
                </a:moveTo>
                <a:cubicBezTo>
                  <a:pt x="342" y="1150"/>
                  <a:pt x="339" y="1148"/>
                  <a:pt x="339" y="1150"/>
                </a:cubicBezTo>
                <a:cubicBezTo>
                  <a:pt x="342" y="1153"/>
                  <a:pt x="343" y="1155"/>
                  <a:pt x="348" y="1155"/>
                </a:cubicBezTo>
                <a:cubicBezTo>
                  <a:pt x="348" y="1151"/>
                  <a:pt x="343" y="1153"/>
                  <a:pt x="343" y="1149"/>
                </a:cubicBezTo>
                <a:close/>
                <a:moveTo>
                  <a:pt x="589" y="1153"/>
                </a:moveTo>
                <a:cubicBezTo>
                  <a:pt x="592" y="1154"/>
                  <a:pt x="594" y="1158"/>
                  <a:pt x="597" y="1156"/>
                </a:cubicBezTo>
                <a:cubicBezTo>
                  <a:pt x="597" y="1152"/>
                  <a:pt x="591" y="1150"/>
                  <a:pt x="589" y="1153"/>
                </a:cubicBezTo>
                <a:close/>
                <a:moveTo>
                  <a:pt x="535" y="1217"/>
                </a:moveTo>
                <a:cubicBezTo>
                  <a:pt x="539" y="1215"/>
                  <a:pt x="543" y="1221"/>
                  <a:pt x="546" y="1216"/>
                </a:cubicBezTo>
                <a:cubicBezTo>
                  <a:pt x="543" y="1213"/>
                  <a:pt x="535" y="1215"/>
                  <a:pt x="532" y="1212"/>
                </a:cubicBezTo>
                <a:cubicBezTo>
                  <a:pt x="532" y="1215"/>
                  <a:pt x="536" y="1213"/>
                  <a:pt x="535" y="1217"/>
                </a:cubicBezTo>
                <a:close/>
                <a:moveTo>
                  <a:pt x="614" y="1221"/>
                </a:moveTo>
                <a:cubicBezTo>
                  <a:pt x="618" y="1221"/>
                  <a:pt x="619" y="1223"/>
                  <a:pt x="621" y="1220"/>
                </a:cubicBezTo>
                <a:cubicBezTo>
                  <a:pt x="620" y="1219"/>
                  <a:pt x="615" y="1219"/>
                  <a:pt x="614" y="1221"/>
                </a:cubicBezTo>
                <a:close/>
                <a:moveTo>
                  <a:pt x="689" y="1228"/>
                </a:moveTo>
                <a:cubicBezTo>
                  <a:pt x="693" y="1232"/>
                  <a:pt x="699" y="1230"/>
                  <a:pt x="704" y="1228"/>
                </a:cubicBezTo>
                <a:cubicBezTo>
                  <a:pt x="700" y="1225"/>
                  <a:pt x="695" y="1225"/>
                  <a:pt x="689" y="1228"/>
                </a:cubicBezTo>
                <a:close/>
                <a:moveTo>
                  <a:pt x="721" y="1229"/>
                </a:moveTo>
                <a:cubicBezTo>
                  <a:pt x="721" y="1228"/>
                  <a:pt x="720" y="1227"/>
                  <a:pt x="720" y="1226"/>
                </a:cubicBezTo>
                <a:cubicBezTo>
                  <a:pt x="718" y="1226"/>
                  <a:pt x="716" y="1225"/>
                  <a:pt x="715" y="1227"/>
                </a:cubicBezTo>
                <a:cubicBezTo>
                  <a:pt x="715" y="1230"/>
                  <a:pt x="718" y="1231"/>
                  <a:pt x="721" y="1229"/>
                </a:cubicBezTo>
                <a:close/>
                <a:moveTo>
                  <a:pt x="736" y="1227"/>
                </a:moveTo>
                <a:cubicBezTo>
                  <a:pt x="731" y="1230"/>
                  <a:pt x="729" y="1226"/>
                  <a:pt x="723" y="1226"/>
                </a:cubicBezTo>
                <a:cubicBezTo>
                  <a:pt x="725" y="1228"/>
                  <a:pt x="726" y="1230"/>
                  <a:pt x="726" y="1233"/>
                </a:cubicBezTo>
                <a:cubicBezTo>
                  <a:pt x="729" y="1233"/>
                  <a:pt x="733" y="1233"/>
                  <a:pt x="735" y="1234"/>
                </a:cubicBezTo>
                <a:cubicBezTo>
                  <a:pt x="728" y="1238"/>
                  <a:pt x="720" y="1235"/>
                  <a:pt x="714" y="1238"/>
                </a:cubicBezTo>
                <a:cubicBezTo>
                  <a:pt x="722" y="1241"/>
                  <a:pt x="731" y="1238"/>
                  <a:pt x="738" y="1241"/>
                </a:cubicBezTo>
                <a:cubicBezTo>
                  <a:pt x="740" y="1240"/>
                  <a:pt x="736" y="1239"/>
                  <a:pt x="737" y="1236"/>
                </a:cubicBezTo>
                <a:cubicBezTo>
                  <a:pt x="738" y="1236"/>
                  <a:pt x="742" y="1237"/>
                  <a:pt x="741" y="1235"/>
                </a:cubicBezTo>
                <a:cubicBezTo>
                  <a:pt x="738" y="1235"/>
                  <a:pt x="740" y="1229"/>
                  <a:pt x="736" y="1227"/>
                </a:cubicBezTo>
                <a:close/>
                <a:moveTo>
                  <a:pt x="771" y="1235"/>
                </a:moveTo>
                <a:cubicBezTo>
                  <a:pt x="770" y="1238"/>
                  <a:pt x="777" y="1238"/>
                  <a:pt x="776" y="1235"/>
                </a:cubicBezTo>
                <a:cubicBezTo>
                  <a:pt x="773" y="1236"/>
                  <a:pt x="774" y="1236"/>
                  <a:pt x="771" y="1235"/>
                </a:cubicBezTo>
                <a:close/>
                <a:moveTo>
                  <a:pt x="496" y="1245"/>
                </a:moveTo>
                <a:cubicBezTo>
                  <a:pt x="496" y="1247"/>
                  <a:pt x="501" y="1249"/>
                  <a:pt x="501" y="1248"/>
                </a:cubicBezTo>
                <a:cubicBezTo>
                  <a:pt x="500" y="1246"/>
                  <a:pt x="499" y="1244"/>
                  <a:pt x="496" y="1245"/>
                </a:cubicBezTo>
                <a:close/>
                <a:moveTo>
                  <a:pt x="384" y="0"/>
                </a:moveTo>
                <a:cubicBezTo>
                  <a:pt x="380" y="3"/>
                  <a:pt x="372" y="2"/>
                  <a:pt x="370" y="7"/>
                </a:cubicBezTo>
                <a:cubicBezTo>
                  <a:pt x="375" y="5"/>
                  <a:pt x="383" y="3"/>
                  <a:pt x="384" y="0"/>
                </a:cubicBezTo>
                <a:close/>
                <a:moveTo>
                  <a:pt x="363" y="14"/>
                </a:moveTo>
                <a:cubicBezTo>
                  <a:pt x="364" y="12"/>
                  <a:pt x="365" y="8"/>
                  <a:pt x="364" y="8"/>
                </a:cubicBezTo>
                <a:cubicBezTo>
                  <a:pt x="362" y="8"/>
                  <a:pt x="361" y="10"/>
                  <a:pt x="358" y="10"/>
                </a:cubicBezTo>
                <a:cubicBezTo>
                  <a:pt x="358" y="13"/>
                  <a:pt x="360" y="14"/>
                  <a:pt x="363" y="14"/>
                </a:cubicBezTo>
                <a:close/>
                <a:moveTo>
                  <a:pt x="605" y="1080"/>
                </a:moveTo>
                <a:cubicBezTo>
                  <a:pt x="604" y="1080"/>
                  <a:pt x="604" y="1080"/>
                  <a:pt x="603" y="1079"/>
                </a:cubicBezTo>
                <a:cubicBezTo>
                  <a:pt x="603" y="1080"/>
                  <a:pt x="604" y="1080"/>
                  <a:pt x="605" y="1080"/>
                </a:cubicBezTo>
                <a:close/>
                <a:moveTo>
                  <a:pt x="1210" y="547"/>
                </a:moveTo>
                <a:cubicBezTo>
                  <a:pt x="1210" y="546"/>
                  <a:pt x="1211" y="546"/>
                  <a:pt x="1211" y="544"/>
                </a:cubicBezTo>
                <a:cubicBezTo>
                  <a:pt x="1203" y="532"/>
                  <a:pt x="1208" y="514"/>
                  <a:pt x="1202" y="500"/>
                </a:cubicBezTo>
                <a:cubicBezTo>
                  <a:pt x="1201" y="501"/>
                  <a:pt x="1203" y="505"/>
                  <a:pt x="1201" y="504"/>
                </a:cubicBezTo>
                <a:cubicBezTo>
                  <a:pt x="1198" y="500"/>
                  <a:pt x="1196" y="493"/>
                  <a:pt x="1193" y="488"/>
                </a:cubicBezTo>
                <a:cubicBezTo>
                  <a:pt x="1192" y="493"/>
                  <a:pt x="1196" y="498"/>
                  <a:pt x="1194" y="502"/>
                </a:cubicBezTo>
                <a:cubicBezTo>
                  <a:pt x="1188" y="473"/>
                  <a:pt x="1181" y="444"/>
                  <a:pt x="1172" y="419"/>
                </a:cubicBezTo>
                <a:cubicBezTo>
                  <a:pt x="1174" y="431"/>
                  <a:pt x="1182" y="442"/>
                  <a:pt x="1179" y="454"/>
                </a:cubicBezTo>
                <a:cubicBezTo>
                  <a:pt x="1179" y="452"/>
                  <a:pt x="1177" y="453"/>
                  <a:pt x="1177" y="452"/>
                </a:cubicBezTo>
                <a:cubicBezTo>
                  <a:pt x="1174" y="433"/>
                  <a:pt x="1169" y="419"/>
                  <a:pt x="1162" y="404"/>
                </a:cubicBezTo>
                <a:cubicBezTo>
                  <a:pt x="1164" y="416"/>
                  <a:pt x="1172" y="426"/>
                  <a:pt x="1166" y="440"/>
                </a:cubicBezTo>
                <a:cubicBezTo>
                  <a:pt x="1166" y="439"/>
                  <a:pt x="1165" y="439"/>
                  <a:pt x="1164" y="440"/>
                </a:cubicBezTo>
                <a:cubicBezTo>
                  <a:pt x="1161" y="427"/>
                  <a:pt x="1153" y="415"/>
                  <a:pt x="1152" y="399"/>
                </a:cubicBezTo>
                <a:cubicBezTo>
                  <a:pt x="1154" y="399"/>
                  <a:pt x="1153" y="402"/>
                  <a:pt x="1155" y="401"/>
                </a:cubicBezTo>
                <a:cubicBezTo>
                  <a:pt x="1156" y="395"/>
                  <a:pt x="1151" y="392"/>
                  <a:pt x="1154" y="387"/>
                </a:cubicBezTo>
                <a:cubicBezTo>
                  <a:pt x="1155" y="390"/>
                  <a:pt x="1156" y="394"/>
                  <a:pt x="1159" y="396"/>
                </a:cubicBezTo>
                <a:cubicBezTo>
                  <a:pt x="1160" y="392"/>
                  <a:pt x="1158" y="391"/>
                  <a:pt x="1157" y="387"/>
                </a:cubicBezTo>
                <a:cubicBezTo>
                  <a:pt x="1160" y="386"/>
                  <a:pt x="1160" y="390"/>
                  <a:pt x="1161" y="388"/>
                </a:cubicBezTo>
                <a:cubicBezTo>
                  <a:pt x="1152" y="359"/>
                  <a:pt x="1141" y="327"/>
                  <a:pt x="1121" y="306"/>
                </a:cubicBezTo>
                <a:cubicBezTo>
                  <a:pt x="1121" y="304"/>
                  <a:pt x="1120" y="302"/>
                  <a:pt x="1119" y="300"/>
                </a:cubicBezTo>
                <a:cubicBezTo>
                  <a:pt x="1112" y="300"/>
                  <a:pt x="1112" y="291"/>
                  <a:pt x="1107" y="289"/>
                </a:cubicBezTo>
                <a:cubicBezTo>
                  <a:pt x="1093" y="268"/>
                  <a:pt x="1075" y="253"/>
                  <a:pt x="1060" y="234"/>
                </a:cubicBezTo>
                <a:cubicBezTo>
                  <a:pt x="1055" y="234"/>
                  <a:pt x="1055" y="229"/>
                  <a:pt x="1051" y="228"/>
                </a:cubicBezTo>
                <a:cubicBezTo>
                  <a:pt x="1059" y="241"/>
                  <a:pt x="1072" y="248"/>
                  <a:pt x="1080" y="263"/>
                </a:cubicBezTo>
                <a:cubicBezTo>
                  <a:pt x="1092" y="274"/>
                  <a:pt x="1103" y="285"/>
                  <a:pt x="1110" y="301"/>
                </a:cubicBezTo>
                <a:cubicBezTo>
                  <a:pt x="1109" y="301"/>
                  <a:pt x="1108" y="302"/>
                  <a:pt x="1107" y="302"/>
                </a:cubicBezTo>
                <a:cubicBezTo>
                  <a:pt x="1103" y="298"/>
                  <a:pt x="1102" y="291"/>
                  <a:pt x="1099" y="286"/>
                </a:cubicBezTo>
                <a:cubicBezTo>
                  <a:pt x="1096" y="286"/>
                  <a:pt x="1096" y="288"/>
                  <a:pt x="1094" y="286"/>
                </a:cubicBezTo>
                <a:cubicBezTo>
                  <a:pt x="1094" y="281"/>
                  <a:pt x="1094" y="281"/>
                  <a:pt x="1094" y="281"/>
                </a:cubicBezTo>
                <a:cubicBezTo>
                  <a:pt x="1081" y="269"/>
                  <a:pt x="1073" y="252"/>
                  <a:pt x="1057" y="243"/>
                </a:cubicBezTo>
                <a:cubicBezTo>
                  <a:pt x="1059" y="247"/>
                  <a:pt x="1063" y="256"/>
                  <a:pt x="1066" y="252"/>
                </a:cubicBezTo>
                <a:cubicBezTo>
                  <a:pt x="1068" y="260"/>
                  <a:pt x="1065" y="264"/>
                  <a:pt x="1066" y="270"/>
                </a:cubicBezTo>
                <a:cubicBezTo>
                  <a:pt x="1061" y="257"/>
                  <a:pt x="1047" y="253"/>
                  <a:pt x="1041" y="241"/>
                </a:cubicBezTo>
                <a:cubicBezTo>
                  <a:pt x="1043" y="240"/>
                  <a:pt x="1043" y="244"/>
                  <a:pt x="1045" y="242"/>
                </a:cubicBezTo>
                <a:cubicBezTo>
                  <a:pt x="1045" y="238"/>
                  <a:pt x="1042" y="238"/>
                  <a:pt x="1041" y="236"/>
                </a:cubicBezTo>
                <a:cubicBezTo>
                  <a:pt x="1041" y="237"/>
                  <a:pt x="1041" y="238"/>
                  <a:pt x="1039" y="238"/>
                </a:cubicBezTo>
                <a:cubicBezTo>
                  <a:pt x="1041" y="234"/>
                  <a:pt x="1036" y="235"/>
                  <a:pt x="1036" y="232"/>
                </a:cubicBezTo>
                <a:cubicBezTo>
                  <a:pt x="1034" y="232"/>
                  <a:pt x="1031" y="234"/>
                  <a:pt x="1029" y="232"/>
                </a:cubicBezTo>
                <a:cubicBezTo>
                  <a:pt x="1029" y="233"/>
                  <a:pt x="1030" y="234"/>
                  <a:pt x="1029" y="235"/>
                </a:cubicBezTo>
                <a:cubicBezTo>
                  <a:pt x="1026" y="234"/>
                  <a:pt x="1023" y="229"/>
                  <a:pt x="1021" y="233"/>
                </a:cubicBezTo>
                <a:cubicBezTo>
                  <a:pt x="1019" y="231"/>
                  <a:pt x="1017" y="228"/>
                  <a:pt x="1014" y="227"/>
                </a:cubicBezTo>
                <a:cubicBezTo>
                  <a:pt x="1016" y="233"/>
                  <a:pt x="1022" y="234"/>
                  <a:pt x="1024" y="241"/>
                </a:cubicBezTo>
                <a:cubicBezTo>
                  <a:pt x="1020" y="244"/>
                  <a:pt x="1017" y="237"/>
                  <a:pt x="1015" y="235"/>
                </a:cubicBezTo>
                <a:cubicBezTo>
                  <a:pt x="1010" y="230"/>
                  <a:pt x="1003" y="231"/>
                  <a:pt x="1007" y="227"/>
                </a:cubicBezTo>
                <a:cubicBezTo>
                  <a:pt x="1002" y="224"/>
                  <a:pt x="996" y="211"/>
                  <a:pt x="993" y="217"/>
                </a:cubicBezTo>
                <a:cubicBezTo>
                  <a:pt x="992" y="215"/>
                  <a:pt x="991" y="214"/>
                  <a:pt x="992" y="211"/>
                </a:cubicBezTo>
                <a:cubicBezTo>
                  <a:pt x="990" y="209"/>
                  <a:pt x="987" y="209"/>
                  <a:pt x="986" y="206"/>
                </a:cubicBezTo>
                <a:cubicBezTo>
                  <a:pt x="988" y="204"/>
                  <a:pt x="987" y="204"/>
                  <a:pt x="987" y="200"/>
                </a:cubicBezTo>
                <a:cubicBezTo>
                  <a:pt x="989" y="202"/>
                  <a:pt x="989" y="199"/>
                  <a:pt x="990" y="199"/>
                </a:cubicBezTo>
                <a:cubicBezTo>
                  <a:pt x="980" y="195"/>
                  <a:pt x="973" y="183"/>
                  <a:pt x="964" y="181"/>
                </a:cubicBezTo>
                <a:cubicBezTo>
                  <a:pt x="963" y="186"/>
                  <a:pt x="974" y="189"/>
                  <a:pt x="972" y="195"/>
                </a:cubicBezTo>
                <a:cubicBezTo>
                  <a:pt x="974" y="196"/>
                  <a:pt x="978" y="197"/>
                  <a:pt x="977" y="202"/>
                </a:cubicBezTo>
                <a:cubicBezTo>
                  <a:pt x="971" y="202"/>
                  <a:pt x="969" y="200"/>
                  <a:pt x="968" y="192"/>
                </a:cubicBezTo>
                <a:cubicBezTo>
                  <a:pt x="956" y="194"/>
                  <a:pt x="951" y="183"/>
                  <a:pt x="942" y="178"/>
                </a:cubicBezTo>
                <a:cubicBezTo>
                  <a:pt x="945" y="177"/>
                  <a:pt x="942" y="175"/>
                  <a:pt x="942" y="171"/>
                </a:cubicBezTo>
                <a:cubicBezTo>
                  <a:pt x="951" y="171"/>
                  <a:pt x="956" y="180"/>
                  <a:pt x="963" y="181"/>
                </a:cubicBezTo>
                <a:cubicBezTo>
                  <a:pt x="963" y="178"/>
                  <a:pt x="960" y="178"/>
                  <a:pt x="959" y="175"/>
                </a:cubicBezTo>
                <a:cubicBezTo>
                  <a:pt x="951" y="177"/>
                  <a:pt x="954" y="164"/>
                  <a:pt x="946" y="163"/>
                </a:cubicBezTo>
                <a:cubicBezTo>
                  <a:pt x="945" y="169"/>
                  <a:pt x="940" y="161"/>
                  <a:pt x="937" y="159"/>
                </a:cubicBezTo>
                <a:cubicBezTo>
                  <a:pt x="934" y="160"/>
                  <a:pt x="933" y="162"/>
                  <a:pt x="931" y="159"/>
                </a:cubicBezTo>
                <a:cubicBezTo>
                  <a:pt x="932" y="164"/>
                  <a:pt x="937" y="164"/>
                  <a:pt x="939" y="168"/>
                </a:cubicBezTo>
                <a:cubicBezTo>
                  <a:pt x="938" y="168"/>
                  <a:pt x="939" y="170"/>
                  <a:pt x="937" y="171"/>
                </a:cubicBezTo>
                <a:cubicBezTo>
                  <a:pt x="931" y="169"/>
                  <a:pt x="926" y="166"/>
                  <a:pt x="922" y="162"/>
                </a:cubicBezTo>
                <a:cubicBezTo>
                  <a:pt x="923" y="161"/>
                  <a:pt x="922" y="158"/>
                  <a:pt x="924" y="158"/>
                </a:cubicBezTo>
                <a:cubicBezTo>
                  <a:pt x="926" y="157"/>
                  <a:pt x="928" y="159"/>
                  <a:pt x="931" y="159"/>
                </a:cubicBezTo>
                <a:cubicBezTo>
                  <a:pt x="933" y="156"/>
                  <a:pt x="926" y="154"/>
                  <a:pt x="932" y="152"/>
                </a:cubicBezTo>
                <a:cubicBezTo>
                  <a:pt x="927" y="151"/>
                  <a:pt x="925" y="147"/>
                  <a:pt x="920" y="145"/>
                </a:cubicBezTo>
                <a:cubicBezTo>
                  <a:pt x="922" y="144"/>
                  <a:pt x="919" y="142"/>
                  <a:pt x="921" y="142"/>
                </a:cubicBezTo>
                <a:cubicBezTo>
                  <a:pt x="932" y="144"/>
                  <a:pt x="922" y="140"/>
                  <a:pt x="919" y="137"/>
                </a:cubicBezTo>
                <a:cubicBezTo>
                  <a:pt x="919" y="139"/>
                  <a:pt x="918" y="139"/>
                  <a:pt x="917" y="140"/>
                </a:cubicBezTo>
                <a:cubicBezTo>
                  <a:pt x="915" y="139"/>
                  <a:pt x="915" y="136"/>
                  <a:pt x="911" y="135"/>
                </a:cubicBezTo>
                <a:cubicBezTo>
                  <a:pt x="911" y="137"/>
                  <a:pt x="909" y="137"/>
                  <a:pt x="908" y="139"/>
                </a:cubicBezTo>
                <a:cubicBezTo>
                  <a:pt x="907" y="138"/>
                  <a:pt x="904" y="139"/>
                  <a:pt x="903" y="137"/>
                </a:cubicBezTo>
                <a:cubicBezTo>
                  <a:pt x="904" y="134"/>
                  <a:pt x="909" y="138"/>
                  <a:pt x="908" y="135"/>
                </a:cubicBezTo>
                <a:cubicBezTo>
                  <a:pt x="907" y="134"/>
                  <a:pt x="908" y="134"/>
                  <a:pt x="908" y="133"/>
                </a:cubicBezTo>
                <a:cubicBezTo>
                  <a:pt x="906" y="133"/>
                  <a:pt x="904" y="133"/>
                  <a:pt x="903" y="132"/>
                </a:cubicBezTo>
                <a:cubicBezTo>
                  <a:pt x="903" y="136"/>
                  <a:pt x="900" y="137"/>
                  <a:pt x="898" y="139"/>
                </a:cubicBezTo>
                <a:cubicBezTo>
                  <a:pt x="896" y="139"/>
                  <a:pt x="894" y="135"/>
                  <a:pt x="893" y="137"/>
                </a:cubicBezTo>
                <a:cubicBezTo>
                  <a:pt x="894" y="137"/>
                  <a:pt x="895" y="138"/>
                  <a:pt x="895" y="140"/>
                </a:cubicBezTo>
                <a:cubicBezTo>
                  <a:pt x="894" y="140"/>
                  <a:pt x="893" y="140"/>
                  <a:pt x="892" y="139"/>
                </a:cubicBezTo>
                <a:cubicBezTo>
                  <a:pt x="894" y="145"/>
                  <a:pt x="887" y="142"/>
                  <a:pt x="885" y="139"/>
                </a:cubicBezTo>
                <a:cubicBezTo>
                  <a:pt x="886" y="137"/>
                  <a:pt x="888" y="137"/>
                  <a:pt x="887" y="135"/>
                </a:cubicBezTo>
                <a:cubicBezTo>
                  <a:pt x="885" y="132"/>
                  <a:pt x="882" y="130"/>
                  <a:pt x="881" y="127"/>
                </a:cubicBezTo>
                <a:cubicBezTo>
                  <a:pt x="883" y="127"/>
                  <a:pt x="884" y="126"/>
                  <a:pt x="885" y="125"/>
                </a:cubicBezTo>
                <a:cubicBezTo>
                  <a:pt x="881" y="123"/>
                  <a:pt x="884" y="117"/>
                  <a:pt x="880" y="113"/>
                </a:cubicBezTo>
                <a:cubicBezTo>
                  <a:pt x="874" y="113"/>
                  <a:pt x="871" y="111"/>
                  <a:pt x="869" y="107"/>
                </a:cubicBezTo>
                <a:cubicBezTo>
                  <a:pt x="871" y="109"/>
                  <a:pt x="868" y="103"/>
                  <a:pt x="873" y="106"/>
                </a:cubicBezTo>
                <a:cubicBezTo>
                  <a:pt x="870" y="101"/>
                  <a:pt x="863" y="95"/>
                  <a:pt x="859" y="99"/>
                </a:cubicBezTo>
                <a:cubicBezTo>
                  <a:pt x="862" y="99"/>
                  <a:pt x="863" y="103"/>
                  <a:pt x="864" y="106"/>
                </a:cubicBezTo>
                <a:cubicBezTo>
                  <a:pt x="862" y="106"/>
                  <a:pt x="862" y="104"/>
                  <a:pt x="860" y="105"/>
                </a:cubicBezTo>
                <a:cubicBezTo>
                  <a:pt x="860" y="107"/>
                  <a:pt x="862" y="109"/>
                  <a:pt x="859" y="109"/>
                </a:cubicBezTo>
                <a:cubicBezTo>
                  <a:pt x="857" y="108"/>
                  <a:pt x="854" y="106"/>
                  <a:pt x="850" y="107"/>
                </a:cubicBezTo>
                <a:cubicBezTo>
                  <a:pt x="849" y="103"/>
                  <a:pt x="845" y="100"/>
                  <a:pt x="847" y="95"/>
                </a:cubicBezTo>
                <a:cubicBezTo>
                  <a:pt x="842" y="89"/>
                  <a:pt x="835" y="90"/>
                  <a:pt x="826" y="88"/>
                </a:cubicBezTo>
                <a:cubicBezTo>
                  <a:pt x="825" y="91"/>
                  <a:pt x="830" y="92"/>
                  <a:pt x="828" y="93"/>
                </a:cubicBezTo>
                <a:cubicBezTo>
                  <a:pt x="817" y="91"/>
                  <a:pt x="816" y="82"/>
                  <a:pt x="811" y="74"/>
                </a:cubicBezTo>
                <a:cubicBezTo>
                  <a:pt x="804" y="73"/>
                  <a:pt x="802" y="68"/>
                  <a:pt x="795" y="69"/>
                </a:cubicBezTo>
                <a:cubicBezTo>
                  <a:pt x="783" y="56"/>
                  <a:pt x="763" y="50"/>
                  <a:pt x="742" y="47"/>
                </a:cubicBezTo>
                <a:cubicBezTo>
                  <a:pt x="720" y="44"/>
                  <a:pt x="694" y="42"/>
                  <a:pt x="676" y="46"/>
                </a:cubicBezTo>
                <a:cubicBezTo>
                  <a:pt x="691" y="43"/>
                  <a:pt x="691" y="65"/>
                  <a:pt x="677" y="62"/>
                </a:cubicBezTo>
                <a:cubicBezTo>
                  <a:pt x="675" y="61"/>
                  <a:pt x="673" y="60"/>
                  <a:pt x="672" y="56"/>
                </a:cubicBezTo>
                <a:cubicBezTo>
                  <a:pt x="675" y="55"/>
                  <a:pt x="678" y="53"/>
                  <a:pt x="678" y="49"/>
                </a:cubicBezTo>
                <a:cubicBezTo>
                  <a:pt x="673" y="49"/>
                  <a:pt x="670" y="48"/>
                  <a:pt x="671" y="42"/>
                </a:cubicBezTo>
                <a:cubicBezTo>
                  <a:pt x="655" y="34"/>
                  <a:pt x="640" y="43"/>
                  <a:pt x="624" y="45"/>
                </a:cubicBezTo>
                <a:cubicBezTo>
                  <a:pt x="624" y="47"/>
                  <a:pt x="626" y="47"/>
                  <a:pt x="625" y="50"/>
                </a:cubicBezTo>
                <a:cubicBezTo>
                  <a:pt x="619" y="53"/>
                  <a:pt x="610" y="48"/>
                  <a:pt x="606" y="53"/>
                </a:cubicBezTo>
                <a:cubicBezTo>
                  <a:pt x="613" y="54"/>
                  <a:pt x="619" y="54"/>
                  <a:pt x="626" y="57"/>
                </a:cubicBezTo>
                <a:cubicBezTo>
                  <a:pt x="621" y="60"/>
                  <a:pt x="613" y="54"/>
                  <a:pt x="608" y="57"/>
                </a:cubicBezTo>
                <a:cubicBezTo>
                  <a:pt x="611" y="57"/>
                  <a:pt x="613" y="59"/>
                  <a:pt x="616" y="59"/>
                </a:cubicBezTo>
                <a:cubicBezTo>
                  <a:pt x="615" y="63"/>
                  <a:pt x="618" y="62"/>
                  <a:pt x="618" y="65"/>
                </a:cubicBezTo>
                <a:cubicBezTo>
                  <a:pt x="611" y="68"/>
                  <a:pt x="603" y="63"/>
                  <a:pt x="597" y="68"/>
                </a:cubicBezTo>
                <a:cubicBezTo>
                  <a:pt x="597" y="70"/>
                  <a:pt x="603" y="66"/>
                  <a:pt x="604" y="70"/>
                </a:cubicBezTo>
                <a:cubicBezTo>
                  <a:pt x="591" y="73"/>
                  <a:pt x="578" y="70"/>
                  <a:pt x="566" y="73"/>
                </a:cubicBezTo>
                <a:cubicBezTo>
                  <a:pt x="566" y="76"/>
                  <a:pt x="566" y="75"/>
                  <a:pt x="566" y="78"/>
                </a:cubicBezTo>
                <a:cubicBezTo>
                  <a:pt x="572" y="76"/>
                  <a:pt x="582" y="73"/>
                  <a:pt x="589" y="77"/>
                </a:cubicBezTo>
                <a:cubicBezTo>
                  <a:pt x="580" y="82"/>
                  <a:pt x="566" y="82"/>
                  <a:pt x="558" y="87"/>
                </a:cubicBezTo>
                <a:cubicBezTo>
                  <a:pt x="551" y="84"/>
                  <a:pt x="542" y="84"/>
                  <a:pt x="536" y="86"/>
                </a:cubicBezTo>
                <a:cubicBezTo>
                  <a:pt x="536" y="85"/>
                  <a:pt x="537" y="84"/>
                  <a:pt x="536" y="83"/>
                </a:cubicBezTo>
                <a:cubicBezTo>
                  <a:pt x="526" y="83"/>
                  <a:pt x="519" y="88"/>
                  <a:pt x="510" y="86"/>
                </a:cubicBezTo>
                <a:cubicBezTo>
                  <a:pt x="512" y="81"/>
                  <a:pt x="521" y="75"/>
                  <a:pt x="524" y="78"/>
                </a:cubicBezTo>
                <a:cubicBezTo>
                  <a:pt x="525" y="75"/>
                  <a:pt x="526" y="74"/>
                  <a:pt x="529" y="74"/>
                </a:cubicBezTo>
                <a:cubicBezTo>
                  <a:pt x="530" y="74"/>
                  <a:pt x="530" y="76"/>
                  <a:pt x="530" y="77"/>
                </a:cubicBezTo>
                <a:cubicBezTo>
                  <a:pt x="533" y="77"/>
                  <a:pt x="533" y="74"/>
                  <a:pt x="536" y="75"/>
                </a:cubicBezTo>
                <a:cubicBezTo>
                  <a:pt x="536" y="76"/>
                  <a:pt x="535" y="77"/>
                  <a:pt x="536" y="78"/>
                </a:cubicBezTo>
                <a:cubicBezTo>
                  <a:pt x="541" y="75"/>
                  <a:pt x="549" y="82"/>
                  <a:pt x="549" y="72"/>
                </a:cubicBezTo>
                <a:cubicBezTo>
                  <a:pt x="543" y="71"/>
                  <a:pt x="534" y="78"/>
                  <a:pt x="531" y="71"/>
                </a:cubicBezTo>
                <a:cubicBezTo>
                  <a:pt x="528" y="70"/>
                  <a:pt x="525" y="71"/>
                  <a:pt x="522" y="72"/>
                </a:cubicBezTo>
                <a:cubicBezTo>
                  <a:pt x="521" y="70"/>
                  <a:pt x="521" y="69"/>
                  <a:pt x="518" y="67"/>
                </a:cubicBezTo>
                <a:cubicBezTo>
                  <a:pt x="517" y="70"/>
                  <a:pt x="519" y="70"/>
                  <a:pt x="517" y="72"/>
                </a:cubicBezTo>
                <a:cubicBezTo>
                  <a:pt x="514" y="71"/>
                  <a:pt x="512" y="72"/>
                  <a:pt x="510" y="72"/>
                </a:cubicBezTo>
                <a:cubicBezTo>
                  <a:pt x="505" y="63"/>
                  <a:pt x="511" y="64"/>
                  <a:pt x="514" y="57"/>
                </a:cubicBezTo>
                <a:cubicBezTo>
                  <a:pt x="510" y="55"/>
                  <a:pt x="510" y="59"/>
                  <a:pt x="509" y="60"/>
                </a:cubicBezTo>
                <a:cubicBezTo>
                  <a:pt x="501" y="58"/>
                  <a:pt x="490" y="51"/>
                  <a:pt x="483" y="59"/>
                </a:cubicBezTo>
                <a:cubicBezTo>
                  <a:pt x="462" y="65"/>
                  <a:pt x="441" y="73"/>
                  <a:pt x="424" y="85"/>
                </a:cubicBezTo>
                <a:cubicBezTo>
                  <a:pt x="421" y="86"/>
                  <a:pt x="423" y="82"/>
                  <a:pt x="421" y="83"/>
                </a:cubicBezTo>
                <a:cubicBezTo>
                  <a:pt x="420" y="89"/>
                  <a:pt x="411" y="87"/>
                  <a:pt x="405" y="87"/>
                </a:cubicBezTo>
                <a:cubicBezTo>
                  <a:pt x="405" y="93"/>
                  <a:pt x="405" y="93"/>
                  <a:pt x="405" y="93"/>
                </a:cubicBezTo>
                <a:cubicBezTo>
                  <a:pt x="407" y="94"/>
                  <a:pt x="409" y="90"/>
                  <a:pt x="409" y="93"/>
                </a:cubicBezTo>
                <a:cubicBezTo>
                  <a:pt x="409" y="101"/>
                  <a:pt x="399" y="101"/>
                  <a:pt x="394" y="106"/>
                </a:cubicBezTo>
                <a:cubicBezTo>
                  <a:pt x="398" y="106"/>
                  <a:pt x="400" y="101"/>
                  <a:pt x="404" y="104"/>
                </a:cubicBezTo>
                <a:cubicBezTo>
                  <a:pt x="404" y="107"/>
                  <a:pt x="402" y="107"/>
                  <a:pt x="401" y="109"/>
                </a:cubicBezTo>
                <a:cubicBezTo>
                  <a:pt x="397" y="106"/>
                  <a:pt x="393" y="111"/>
                  <a:pt x="388" y="107"/>
                </a:cubicBezTo>
                <a:cubicBezTo>
                  <a:pt x="388" y="110"/>
                  <a:pt x="391" y="112"/>
                  <a:pt x="387" y="114"/>
                </a:cubicBezTo>
                <a:cubicBezTo>
                  <a:pt x="389" y="116"/>
                  <a:pt x="391" y="113"/>
                  <a:pt x="392" y="114"/>
                </a:cubicBezTo>
                <a:cubicBezTo>
                  <a:pt x="388" y="117"/>
                  <a:pt x="387" y="122"/>
                  <a:pt x="380" y="122"/>
                </a:cubicBezTo>
                <a:cubicBezTo>
                  <a:pt x="379" y="128"/>
                  <a:pt x="377" y="132"/>
                  <a:pt x="370" y="132"/>
                </a:cubicBezTo>
                <a:cubicBezTo>
                  <a:pt x="371" y="134"/>
                  <a:pt x="374" y="139"/>
                  <a:pt x="370" y="140"/>
                </a:cubicBezTo>
                <a:cubicBezTo>
                  <a:pt x="367" y="139"/>
                  <a:pt x="366" y="136"/>
                  <a:pt x="363" y="135"/>
                </a:cubicBezTo>
                <a:cubicBezTo>
                  <a:pt x="361" y="136"/>
                  <a:pt x="357" y="140"/>
                  <a:pt x="353" y="137"/>
                </a:cubicBezTo>
                <a:cubicBezTo>
                  <a:pt x="357" y="125"/>
                  <a:pt x="373" y="125"/>
                  <a:pt x="379" y="114"/>
                </a:cubicBezTo>
                <a:cubicBezTo>
                  <a:pt x="370" y="115"/>
                  <a:pt x="363" y="119"/>
                  <a:pt x="357" y="124"/>
                </a:cubicBezTo>
                <a:cubicBezTo>
                  <a:pt x="353" y="126"/>
                  <a:pt x="348" y="127"/>
                  <a:pt x="346" y="133"/>
                </a:cubicBezTo>
                <a:cubicBezTo>
                  <a:pt x="341" y="130"/>
                  <a:pt x="341" y="139"/>
                  <a:pt x="333" y="136"/>
                </a:cubicBezTo>
                <a:cubicBezTo>
                  <a:pt x="330" y="143"/>
                  <a:pt x="323" y="146"/>
                  <a:pt x="318" y="151"/>
                </a:cubicBezTo>
                <a:cubicBezTo>
                  <a:pt x="320" y="154"/>
                  <a:pt x="322" y="148"/>
                  <a:pt x="324" y="151"/>
                </a:cubicBezTo>
                <a:cubicBezTo>
                  <a:pt x="321" y="154"/>
                  <a:pt x="316" y="160"/>
                  <a:pt x="312" y="157"/>
                </a:cubicBezTo>
                <a:cubicBezTo>
                  <a:pt x="311" y="161"/>
                  <a:pt x="310" y="163"/>
                  <a:pt x="308" y="166"/>
                </a:cubicBezTo>
                <a:cubicBezTo>
                  <a:pt x="311" y="166"/>
                  <a:pt x="311" y="166"/>
                  <a:pt x="313" y="169"/>
                </a:cubicBezTo>
                <a:cubicBezTo>
                  <a:pt x="317" y="169"/>
                  <a:pt x="318" y="166"/>
                  <a:pt x="319" y="164"/>
                </a:cubicBezTo>
                <a:cubicBezTo>
                  <a:pt x="320" y="164"/>
                  <a:pt x="321" y="165"/>
                  <a:pt x="322" y="166"/>
                </a:cubicBezTo>
                <a:cubicBezTo>
                  <a:pt x="320" y="168"/>
                  <a:pt x="318" y="169"/>
                  <a:pt x="316" y="171"/>
                </a:cubicBezTo>
                <a:cubicBezTo>
                  <a:pt x="318" y="175"/>
                  <a:pt x="322" y="168"/>
                  <a:pt x="326" y="171"/>
                </a:cubicBezTo>
                <a:cubicBezTo>
                  <a:pt x="326" y="168"/>
                  <a:pt x="326" y="168"/>
                  <a:pt x="326" y="168"/>
                </a:cubicBezTo>
                <a:cubicBezTo>
                  <a:pt x="326" y="166"/>
                  <a:pt x="322" y="169"/>
                  <a:pt x="322" y="166"/>
                </a:cubicBezTo>
                <a:cubicBezTo>
                  <a:pt x="325" y="165"/>
                  <a:pt x="323" y="161"/>
                  <a:pt x="326" y="161"/>
                </a:cubicBezTo>
                <a:cubicBezTo>
                  <a:pt x="326" y="163"/>
                  <a:pt x="326" y="165"/>
                  <a:pt x="327" y="166"/>
                </a:cubicBezTo>
                <a:cubicBezTo>
                  <a:pt x="335" y="162"/>
                  <a:pt x="333" y="150"/>
                  <a:pt x="344" y="154"/>
                </a:cubicBezTo>
                <a:cubicBezTo>
                  <a:pt x="344" y="157"/>
                  <a:pt x="341" y="156"/>
                  <a:pt x="342" y="158"/>
                </a:cubicBezTo>
                <a:cubicBezTo>
                  <a:pt x="346" y="157"/>
                  <a:pt x="349" y="154"/>
                  <a:pt x="353" y="152"/>
                </a:cubicBezTo>
                <a:cubicBezTo>
                  <a:pt x="350" y="153"/>
                  <a:pt x="351" y="150"/>
                  <a:pt x="350" y="150"/>
                </a:cubicBezTo>
                <a:cubicBezTo>
                  <a:pt x="352" y="149"/>
                  <a:pt x="352" y="147"/>
                  <a:pt x="353" y="147"/>
                </a:cubicBezTo>
                <a:cubicBezTo>
                  <a:pt x="356" y="150"/>
                  <a:pt x="358" y="149"/>
                  <a:pt x="361" y="148"/>
                </a:cubicBezTo>
                <a:cubicBezTo>
                  <a:pt x="360" y="151"/>
                  <a:pt x="364" y="148"/>
                  <a:pt x="364" y="150"/>
                </a:cubicBezTo>
                <a:cubicBezTo>
                  <a:pt x="357" y="153"/>
                  <a:pt x="356" y="162"/>
                  <a:pt x="347" y="163"/>
                </a:cubicBezTo>
                <a:cubicBezTo>
                  <a:pt x="347" y="162"/>
                  <a:pt x="349" y="159"/>
                  <a:pt x="346" y="160"/>
                </a:cubicBezTo>
                <a:cubicBezTo>
                  <a:pt x="346" y="163"/>
                  <a:pt x="340" y="165"/>
                  <a:pt x="344" y="167"/>
                </a:cubicBezTo>
                <a:cubicBezTo>
                  <a:pt x="347" y="166"/>
                  <a:pt x="349" y="163"/>
                  <a:pt x="353" y="163"/>
                </a:cubicBezTo>
                <a:cubicBezTo>
                  <a:pt x="353" y="165"/>
                  <a:pt x="353" y="166"/>
                  <a:pt x="354" y="167"/>
                </a:cubicBezTo>
                <a:cubicBezTo>
                  <a:pt x="336" y="178"/>
                  <a:pt x="323" y="191"/>
                  <a:pt x="305" y="201"/>
                </a:cubicBezTo>
                <a:cubicBezTo>
                  <a:pt x="305" y="203"/>
                  <a:pt x="306" y="203"/>
                  <a:pt x="306" y="205"/>
                </a:cubicBezTo>
                <a:cubicBezTo>
                  <a:pt x="304" y="207"/>
                  <a:pt x="300" y="207"/>
                  <a:pt x="298" y="210"/>
                </a:cubicBezTo>
                <a:cubicBezTo>
                  <a:pt x="300" y="212"/>
                  <a:pt x="304" y="205"/>
                  <a:pt x="307" y="209"/>
                </a:cubicBezTo>
                <a:cubicBezTo>
                  <a:pt x="305" y="214"/>
                  <a:pt x="300" y="215"/>
                  <a:pt x="296" y="218"/>
                </a:cubicBezTo>
                <a:cubicBezTo>
                  <a:pt x="292" y="215"/>
                  <a:pt x="286" y="215"/>
                  <a:pt x="283" y="213"/>
                </a:cubicBezTo>
                <a:cubicBezTo>
                  <a:pt x="283" y="212"/>
                  <a:pt x="284" y="212"/>
                  <a:pt x="284" y="211"/>
                </a:cubicBezTo>
                <a:cubicBezTo>
                  <a:pt x="280" y="211"/>
                  <a:pt x="277" y="211"/>
                  <a:pt x="274" y="213"/>
                </a:cubicBezTo>
                <a:cubicBezTo>
                  <a:pt x="273" y="211"/>
                  <a:pt x="272" y="208"/>
                  <a:pt x="270" y="206"/>
                </a:cubicBezTo>
                <a:cubicBezTo>
                  <a:pt x="265" y="210"/>
                  <a:pt x="259" y="209"/>
                  <a:pt x="252" y="215"/>
                </a:cubicBezTo>
                <a:cubicBezTo>
                  <a:pt x="251" y="213"/>
                  <a:pt x="254" y="211"/>
                  <a:pt x="252" y="211"/>
                </a:cubicBezTo>
                <a:cubicBezTo>
                  <a:pt x="251" y="212"/>
                  <a:pt x="249" y="213"/>
                  <a:pt x="248" y="212"/>
                </a:cubicBezTo>
                <a:cubicBezTo>
                  <a:pt x="247" y="206"/>
                  <a:pt x="253" y="205"/>
                  <a:pt x="252" y="202"/>
                </a:cubicBezTo>
                <a:cubicBezTo>
                  <a:pt x="249" y="202"/>
                  <a:pt x="246" y="199"/>
                  <a:pt x="244" y="202"/>
                </a:cubicBezTo>
                <a:cubicBezTo>
                  <a:pt x="247" y="201"/>
                  <a:pt x="247" y="204"/>
                  <a:pt x="248" y="206"/>
                </a:cubicBezTo>
                <a:cubicBezTo>
                  <a:pt x="245" y="208"/>
                  <a:pt x="243" y="211"/>
                  <a:pt x="239" y="213"/>
                </a:cubicBezTo>
                <a:cubicBezTo>
                  <a:pt x="235" y="212"/>
                  <a:pt x="240" y="210"/>
                  <a:pt x="236" y="210"/>
                </a:cubicBezTo>
                <a:cubicBezTo>
                  <a:pt x="235" y="211"/>
                  <a:pt x="233" y="211"/>
                  <a:pt x="233" y="213"/>
                </a:cubicBezTo>
                <a:cubicBezTo>
                  <a:pt x="235" y="213"/>
                  <a:pt x="237" y="214"/>
                  <a:pt x="237" y="216"/>
                </a:cubicBezTo>
                <a:cubicBezTo>
                  <a:pt x="233" y="215"/>
                  <a:pt x="236" y="219"/>
                  <a:pt x="235" y="220"/>
                </a:cubicBezTo>
                <a:cubicBezTo>
                  <a:pt x="231" y="225"/>
                  <a:pt x="223" y="224"/>
                  <a:pt x="217" y="227"/>
                </a:cubicBezTo>
                <a:cubicBezTo>
                  <a:pt x="208" y="230"/>
                  <a:pt x="207" y="237"/>
                  <a:pt x="201" y="241"/>
                </a:cubicBezTo>
                <a:cubicBezTo>
                  <a:pt x="200" y="244"/>
                  <a:pt x="201" y="248"/>
                  <a:pt x="203" y="251"/>
                </a:cubicBezTo>
                <a:cubicBezTo>
                  <a:pt x="204" y="246"/>
                  <a:pt x="206" y="247"/>
                  <a:pt x="210" y="245"/>
                </a:cubicBezTo>
                <a:cubicBezTo>
                  <a:pt x="208" y="247"/>
                  <a:pt x="209" y="249"/>
                  <a:pt x="209" y="252"/>
                </a:cubicBezTo>
                <a:cubicBezTo>
                  <a:pt x="204" y="255"/>
                  <a:pt x="202" y="257"/>
                  <a:pt x="198" y="252"/>
                </a:cubicBezTo>
                <a:cubicBezTo>
                  <a:pt x="195" y="253"/>
                  <a:pt x="197" y="260"/>
                  <a:pt x="193" y="260"/>
                </a:cubicBezTo>
                <a:cubicBezTo>
                  <a:pt x="188" y="259"/>
                  <a:pt x="192" y="253"/>
                  <a:pt x="188" y="252"/>
                </a:cubicBezTo>
                <a:cubicBezTo>
                  <a:pt x="199" y="240"/>
                  <a:pt x="206" y="224"/>
                  <a:pt x="220" y="216"/>
                </a:cubicBezTo>
                <a:cubicBezTo>
                  <a:pt x="220" y="213"/>
                  <a:pt x="220" y="213"/>
                  <a:pt x="220" y="213"/>
                </a:cubicBezTo>
                <a:cubicBezTo>
                  <a:pt x="229" y="212"/>
                  <a:pt x="225" y="195"/>
                  <a:pt x="235" y="199"/>
                </a:cubicBezTo>
                <a:cubicBezTo>
                  <a:pt x="236" y="201"/>
                  <a:pt x="237" y="202"/>
                  <a:pt x="238" y="204"/>
                </a:cubicBezTo>
                <a:cubicBezTo>
                  <a:pt x="237" y="199"/>
                  <a:pt x="244" y="201"/>
                  <a:pt x="244" y="194"/>
                </a:cubicBezTo>
                <a:cubicBezTo>
                  <a:pt x="243" y="194"/>
                  <a:pt x="242" y="194"/>
                  <a:pt x="242" y="193"/>
                </a:cubicBezTo>
                <a:cubicBezTo>
                  <a:pt x="245" y="189"/>
                  <a:pt x="247" y="183"/>
                  <a:pt x="252" y="182"/>
                </a:cubicBezTo>
                <a:cubicBezTo>
                  <a:pt x="252" y="183"/>
                  <a:pt x="252" y="184"/>
                  <a:pt x="252" y="185"/>
                </a:cubicBezTo>
                <a:cubicBezTo>
                  <a:pt x="254" y="185"/>
                  <a:pt x="256" y="184"/>
                  <a:pt x="258" y="184"/>
                </a:cubicBezTo>
                <a:cubicBezTo>
                  <a:pt x="256" y="174"/>
                  <a:pt x="265" y="175"/>
                  <a:pt x="267" y="171"/>
                </a:cubicBezTo>
                <a:cubicBezTo>
                  <a:pt x="266" y="171"/>
                  <a:pt x="265" y="172"/>
                  <a:pt x="265" y="171"/>
                </a:cubicBezTo>
                <a:cubicBezTo>
                  <a:pt x="268" y="167"/>
                  <a:pt x="272" y="164"/>
                  <a:pt x="276" y="160"/>
                </a:cubicBezTo>
                <a:cubicBezTo>
                  <a:pt x="276" y="161"/>
                  <a:pt x="277" y="161"/>
                  <a:pt x="278" y="161"/>
                </a:cubicBezTo>
                <a:cubicBezTo>
                  <a:pt x="278" y="164"/>
                  <a:pt x="275" y="163"/>
                  <a:pt x="277" y="165"/>
                </a:cubicBezTo>
                <a:cubicBezTo>
                  <a:pt x="283" y="173"/>
                  <a:pt x="271" y="176"/>
                  <a:pt x="267" y="181"/>
                </a:cubicBezTo>
                <a:cubicBezTo>
                  <a:pt x="265" y="182"/>
                  <a:pt x="266" y="179"/>
                  <a:pt x="263" y="179"/>
                </a:cubicBezTo>
                <a:cubicBezTo>
                  <a:pt x="263" y="186"/>
                  <a:pt x="263" y="186"/>
                  <a:pt x="263" y="186"/>
                </a:cubicBezTo>
                <a:cubicBezTo>
                  <a:pt x="259" y="188"/>
                  <a:pt x="257" y="192"/>
                  <a:pt x="254" y="195"/>
                </a:cubicBezTo>
                <a:cubicBezTo>
                  <a:pt x="266" y="201"/>
                  <a:pt x="269" y="180"/>
                  <a:pt x="278" y="185"/>
                </a:cubicBezTo>
                <a:cubicBezTo>
                  <a:pt x="279" y="186"/>
                  <a:pt x="275" y="187"/>
                  <a:pt x="277" y="188"/>
                </a:cubicBezTo>
                <a:cubicBezTo>
                  <a:pt x="285" y="186"/>
                  <a:pt x="281" y="172"/>
                  <a:pt x="289" y="174"/>
                </a:cubicBezTo>
                <a:cubicBezTo>
                  <a:pt x="290" y="165"/>
                  <a:pt x="297" y="163"/>
                  <a:pt x="301" y="158"/>
                </a:cubicBezTo>
                <a:cubicBezTo>
                  <a:pt x="302" y="156"/>
                  <a:pt x="300" y="156"/>
                  <a:pt x="300" y="154"/>
                </a:cubicBezTo>
                <a:cubicBezTo>
                  <a:pt x="294" y="151"/>
                  <a:pt x="288" y="165"/>
                  <a:pt x="282" y="160"/>
                </a:cubicBezTo>
                <a:cubicBezTo>
                  <a:pt x="286" y="153"/>
                  <a:pt x="298" y="149"/>
                  <a:pt x="300" y="142"/>
                </a:cubicBezTo>
                <a:cubicBezTo>
                  <a:pt x="296" y="144"/>
                  <a:pt x="293" y="146"/>
                  <a:pt x="290" y="150"/>
                </a:cubicBezTo>
                <a:cubicBezTo>
                  <a:pt x="289" y="138"/>
                  <a:pt x="305" y="136"/>
                  <a:pt x="307" y="125"/>
                </a:cubicBezTo>
                <a:cubicBezTo>
                  <a:pt x="304" y="124"/>
                  <a:pt x="303" y="122"/>
                  <a:pt x="299" y="122"/>
                </a:cubicBezTo>
                <a:cubicBezTo>
                  <a:pt x="298" y="128"/>
                  <a:pt x="292" y="128"/>
                  <a:pt x="288" y="130"/>
                </a:cubicBezTo>
                <a:cubicBezTo>
                  <a:pt x="288" y="128"/>
                  <a:pt x="288" y="125"/>
                  <a:pt x="290" y="125"/>
                </a:cubicBezTo>
                <a:cubicBezTo>
                  <a:pt x="291" y="125"/>
                  <a:pt x="292" y="126"/>
                  <a:pt x="293" y="126"/>
                </a:cubicBezTo>
                <a:cubicBezTo>
                  <a:pt x="295" y="124"/>
                  <a:pt x="295" y="121"/>
                  <a:pt x="296" y="119"/>
                </a:cubicBezTo>
                <a:cubicBezTo>
                  <a:pt x="297" y="120"/>
                  <a:pt x="298" y="119"/>
                  <a:pt x="300" y="121"/>
                </a:cubicBezTo>
                <a:cubicBezTo>
                  <a:pt x="303" y="114"/>
                  <a:pt x="310" y="107"/>
                  <a:pt x="318" y="109"/>
                </a:cubicBezTo>
                <a:cubicBezTo>
                  <a:pt x="317" y="115"/>
                  <a:pt x="310" y="118"/>
                  <a:pt x="305" y="119"/>
                </a:cubicBezTo>
                <a:cubicBezTo>
                  <a:pt x="306" y="122"/>
                  <a:pt x="308" y="123"/>
                  <a:pt x="310" y="124"/>
                </a:cubicBezTo>
                <a:cubicBezTo>
                  <a:pt x="329" y="111"/>
                  <a:pt x="346" y="96"/>
                  <a:pt x="365" y="82"/>
                </a:cubicBezTo>
                <a:cubicBezTo>
                  <a:pt x="360" y="83"/>
                  <a:pt x="359" y="88"/>
                  <a:pt x="353" y="88"/>
                </a:cubicBezTo>
                <a:cubicBezTo>
                  <a:pt x="353" y="87"/>
                  <a:pt x="352" y="87"/>
                  <a:pt x="353" y="86"/>
                </a:cubicBezTo>
                <a:cubicBezTo>
                  <a:pt x="356" y="83"/>
                  <a:pt x="358" y="72"/>
                  <a:pt x="365" y="77"/>
                </a:cubicBezTo>
                <a:cubicBezTo>
                  <a:pt x="366" y="66"/>
                  <a:pt x="382" y="69"/>
                  <a:pt x="384" y="59"/>
                </a:cubicBezTo>
                <a:cubicBezTo>
                  <a:pt x="381" y="60"/>
                  <a:pt x="378" y="63"/>
                  <a:pt x="378" y="65"/>
                </a:cubicBezTo>
                <a:cubicBezTo>
                  <a:pt x="367" y="65"/>
                  <a:pt x="359" y="74"/>
                  <a:pt x="348" y="77"/>
                </a:cubicBezTo>
                <a:cubicBezTo>
                  <a:pt x="345" y="75"/>
                  <a:pt x="349" y="72"/>
                  <a:pt x="347" y="72"/>
                </a:cubicBezTo>
                <a:cubicBezTo>
                  <a:pt x="345" y="74"/>
                  <a:pt x="341" y="75"/>
                  <a:pt x="345" y="76"/>
                </a:cubicBezTo>
                <a:cubicBezTo>
                  <a:pt x="337" y="81"/>
                  <a:pt x="332" y="90"/>
                  <a:pt x="322" y="93"/>
                </a:cubicBezTo>
                <a:cubicBezTo>
                  <a:pt x="321" y="91"/>
                  <a:pt x="321" y="91"/>
                  <a:pt x="319" y="91"/>
                </a:cubicBezTo>
                <a:cubicBezTo>
                  <a:pt x="306" y="97"/>
                  <a:pt x="298" y="111"/>
                  <a:pt x="283" y="114"/>
                </a:cubicBezTo>
                <a:cubicBezTo>
                  <a:pt x="286" y="109"/>
                  <a:pt x="293" y="107"/>
                  <a:pt x="296" y="100"/>
                </a:cubicBezTo>
                <a:cubicBezTo>
                  <a:pt x="288" y="101"/>
                  <a:pt x="287" y="111"/>
                  <a:pt x="278" y="113"/>
                </a:cubicBezTo>
                <a:cubicBezTo>
                  <a:pt x="281" y="119"/>
                  <a:pt x="270" y="122"/>
                  <a:pt x="273" y="128"/>
                </a:cubicBezTo>
                <a:cubicBezTo>
                  <a:pt x="268" y="133"/>
                  <a:pt x="262" y="135"/>
                  <a:pt x="257" y="139"/>
                </a:cubicBezTo>
                <a:cubicBezTo>
                  <a:pt x="256" y="136"/>
                  <a:pt x="258" y="136"/>
                  <a:pt x="257" y="133"/>
                </a:cubicBezTo>
                <a:cubicBezTo>
                  <a:pt x="261" y="134"/>
                  <a:pt x="266" y="127"/>
                  <a:pt x="265" y="123"/>
                </a:cubicBezTo>
                <a:cubicBezTo>
                  <a:pt x="267" y="123"/>
                  <a:pt x="268" y="122"/>
                  <a:pt x="270" y="122"/>
                </a:cubicBezTo>
                <a:cubicBezTo>
                  <a:pt x="270" y="121"/>
                  <a:pt x="271" y="120"/>
                  <a:pt x="271" y="119"/>
                </a:cubicBezTo>
                <a:cubicBezTo>
                  <a:pt x="268" y="118"/>
                  <a:pt x="269" y="121"/>
                  <a:pt x="266" y="121"/>
                </a:cubicBezTo>
                <a:cubicBezTo>
                  <a:pt x="268" y="118"/>
                  <a:pt x="269" y="115"/>
                  <a:pt x="271" y="114"/>
                </a:cubicBezTo>
                <a:cubicBezTo>
                  <a:pt x="270" y="113"/>
                  <a:pt x="268" y="114"/>
                  <a:pt x="268" y="113"/>
                </a:cubicBezTo>
                <a:cubicBezTo>
                  <a:pt x="283" y="99"/>
                  <a:pt x="299" y="87"/>
                  <a:pt x="312" y="72"/>
                </a:cubicBezTo>
                <a:cubicBezTo>
                  <a:pt x="310" y="71"/>
                  <a:pt x="307" y="74"/>
                  <a:pt x="307" y="72"/>
                </a:cubicBezTo>
                <a:cubicBezTo>
                  <a:pt x="309" y="70"/>
                  <a:pt x="309" y="66"/>
                  <a:pt x="311" y="64"/>
                </a:cubicBezTo>
                <a:cubicBezTo>
                  <a:pt x="302" y="65"/>
                  <a:pt x="297" y="73"/>
                  <a:pt x="290" y="77"/>
                </a:cubicBezTo>
                <a:cubicBezTo>
                  <a:pt x="288" y="79"/>
                  <a:pt x="289" y="84"/>
                  <a:pt x="285" y="84"/>
                </a:cubicBezTo>
                <a:cubicBezTo>
                  <a:pt x="285" y="83"/>
                  <a:pt x="286" y="83"/>
                  <a:pt x="286" y="81"/>
                </a:cubicBezTo>
                <a:cubicBezTo>
                  <a:pt x="282" y="84"/>
                  <a:pt x="276" y="89"/>
                  <a:pt x="275" y="92"/>
                </a:cubicBezTo>
                <a:cubicBezTo>
                  <a:pt x="275" y="92"/>
                  <a:pt x="278" y="93"/>
                  <a:pt x="278" y="93"/>
                </a:cubicBezTo>
                <a:cubicBezTo>
                  <a:pt x="273" y="103"/>
                  <a:pt x="262" y="107"/>
                  <a:pt x="255" y="114"/>
                </a:cubicBezTo>
                <a:cubicBezTo>
                  <a:pt x="255" y="120"/>
                  <a:pt x="253" y="129"/>
                  <a:pt x="247" y="128"/>
                </a:cubicBezTo>
                <a:cubicBezTo>
                  <a:pt x="247" y="126"/>
                  <a:pt x="248" y="125"/>
                  <a:pt x="248" y="122"/>
                </a:cubicBezTo>
                <a:cubicBezTo>
                  <a:pt x="246" y="121"/>
                  <a:pt x="246" y="123"/>
                  <a:pt x="244" y="121"/>
                </a:cubicBezTo>
                <a:cubicBezTo>
                  <a:pt x="245" y="114"/>
                  <a:pt x="252" y="108"/>
                  <a:pt x="257" y="108"/>
                </a:cubicBezTo>
                <a:cubicBezTo>
                  <a:pt x="258" y="103"/>
                  <a:pt x="262" y="101"/>
                  <a:pt x="262" y="96"/>
                </a:cubicBezTo>
                <a:cubicBezTo>
                  <a:pt x="260" y="96"/>
                  <a:pt x="259" y="94"/>
                  <a:pt x="259" y="92"/>
                </a:cubicBezTo>
                <a:cubicBezTo>
                  <a:pt x="260" y="89"/>
                  <a:pt x="262" y="89"/>
                  <a:pt x="265" y="89"/>
                </a:cubicBezTo>
                <a:cubicBezTo>
                  <a:pt x="268" y="93"/>
                  <a:pt x="263" y="95"/>
                  <a:pt x="264" y="97"/>
                </a:cubicBezTo>
                <a:cubicBezTo>
                  <a:pt x="267" y="92"/>
                  <a:pt x="275" y="88"/>
                  <a:pt x="271" y="82"/>
                </a:cubicBezTo>
                <a:cubicBezTo>
                  <a:pt x="273" y="82"/>
                  <a:pt x="272" y="80"/>
                  <a:pt x="274" y="80"/>
                </a:cubicBezTo>
                <a:cubicBezTo>
                  <a:pt x="277" y="80"/>
                  <a:pt x="276" y="84"/>
                  <a:pt x="278" y="84"/>
                </a:cubicBezTo>
                <a:cubicBezTo>
                  <a:pt x="279" y="78"/>
                  <a:pt x="285" y="76"/>
                  <a:pt x="283" y="71"/>
                </a:cubicBezTo>
                <a:cubicBezTo>
                  <a:pt x="296" y="71"/>
                  <a:pt x="297" y="60"/>
                  <a:pt x="304" y="54"/>
                </a:cubicBezTo>
                <a:cubicBezTo>
                  <a:pt x="318" y="51"/>
                  <a:pt x="325" y="32"/>
                  <a:pt x="341" y="28"/>
                </a:cubicBezTo>
                <a:cubicBezTo>
                  <a:pt x="343" y="27"/>
                  <a:pt x="343" y="29"/>
                  <a:pt x="344" y="29"/>
                </a:cubicBezTo>
                <a:cubicBezTo>
                  <a:pt x="344" y="26"/>
                  <a:pt x="346" y="25"/>
                  <a:pt x="347" y="23"/>
                </a:cubicBezTo>
                <a:cubicBezTo>
                  <a:pt x="344" y="23"/>
                  <a:pt x="342" y="28"/>
                  <a:pt x="340" y="25"/>
                </a:cubicBezTo>
                <a:cubicBezTo>
                  <a:pt x="341" y="20"/>
                  <a:pt x="351" y="23"/>
                  <a:pt x="348" y="15"/>
                </a:cubicBezTo>
                <a:cubicBezTo>
                  <a:pt x="320" y="26"/>
                  <a:pt x="302" y="46"/>
                  <a:pt x="275" y="57"/>
                </a:cubicBezTo>
                <a:cubicBezTo>
                  <a:pt x="270" y="71"/>
                  <a:pt x="256" y="74"/>
                  <a:pt x="248" y="84"/>
                </a:cubicBezTo>
                <a:cubicBezTo>
                  <a:pt x="249" y="84"/>
                  <a:pt x="249" y="85"/>
                  <a:pt x="249" y="86"/>
                </a:cubicBezTo>
                <a:cubicBezTo>
                  <a:pt x="243" y="89"/>
                  <a:pt x="236" y="87"/>
                  <a:pt x="233" y="93"/>
                </a:cubicBezTo>
                <a:cubicBezTo>
                  <a:pt x="234" y="94"/>
                  <a:pt x="235" y="94"/>
                  <a:pt x="235" y="95"/>
                </a:cubicBezTo>
                <a:cubicBezTo>
                  <a:pt x="227" y="106"/>
                  <a:pt x="216" y="110"/>
                  <a:pt x="212" y="123"/>
                </a:cubicBezTo>
                <a:cubicBezTo>
                  <a:pt x="208" y="122"/>
                  <a:pt x="208" y="125"/>
                  <a:pt x="205" y="125"/>
                </a:cubicBezTo>
                <a:cubicBezTo>
                  <a:pt x="193" y="142"/>
                  <a:pt x="178" y="156"/>
                  <a:pt x="166" y="174"/>
                </a:cubicBezTo>
                <a:cubicBezTo>
                  <a:pt x="169" y="179"/>
                  <a:pt x="156" y="179"/>
                  <a:pt x="156" y="187"/>
                </a:cubicBezTo>
                <a:cubicBezTo>
                  <a:pt x="157" y="188"/>
                  <a:pt x="158" y="185"/>
                  <a:pt x="159" y="187"/>
                </a:cubicBezTo>
                <a:cubicBezTo>
                  <a:pt x="157" y="189"/>
                  <a:pt x="158" y="191"/>
                  <a:pt x="157" y="192"/>
                </a:cubicBezTo>
                <a:cubicBezTo>
                  <a:pt x="153" y="190"/>
                  <a:pt x="148" y="194"/>
                  <a:pt x="146" y="199"/>
                </a:cubicBezTo>
                <a:cubicBezTo>
                  <a:pt x="149" y="198"/>
                  <a:pt x="150" y="200"/>
                  <a:pt x="150" y="202"/>
                </a:cubicBezTo>
                <a:cubicBezTo>
                  <a:pt x="144" y="205"/>
                  <a:pt x="141" y="216"/>
                  <a:pt x="136" y="217"/>
                </a:cubicBezTo>
                <a:cubicBezTo>
                  <a:pt x="135" y="212"/>
                  <a:pt x="141" y="210"/>
                  <a:pt x="139" y="206"/>
                </a:cubicBezTo>
                <a:cubicBezTo>
                  <a:pt x="134" y="214"/>
                  <a:pt x="128" y="221"/>
                  <a:pt x="125" y="230"/>
                </a:cubicBezTo>
                <a:cubicBezTo>
                  <a:pt x="130" y="234"/>
                  <a:pt x="119" y="240"/>
                  <a:pt x="123" y="246"/>
                </a:cubicBezTo>
                <a:cubicBezTo>
                  <a:pt x="123" y="245"/>
                  <a:pt x="124" y="244"/>
                  <a:pt x="125" y="245"/>
                </a:cubicBezTo>
                <a:cubicBezTo>
                  <a:pt x="124" y="246"/>
                  <a:pt x="123" y="247"/>
                  <a:pt x="121" y="246"/>
                </a:cubicBezTo>
                <a:cubicBezTo>
                  <a:pt x="120" y="254"/>
                  <a:pt x="110" y="250"/>
                  <a:pt x="110" y="261"/>
                </a:cubicBezTo>
                <a:cubicBezTo>
                  <a:pt x="113" y="263"/>
                  <a:pt x="113" y="256"/>
                  <a:pt x="117" y="256"/>
                </a:cubicBezTo>
                <a:cubicBezTo>
                  <a:pt x="117" y="257"/>
                  <a:pt x="118" y="257"/>
                  <a:pt x="118" y="258"/>
                </a:cubicBezTo>
                <a:cubicBezTo>
                  <a:pt x="116" y="266"/>
                  <a:pt x="112" y="268"/>
                  <a:pt x="108" y="274"/>
                </a:cubicBezTo>
                <a:cubicBezTo>
                  <a:pt x="110" y="275"/>
                  <a:pt x="112" y="274"/>
                  <a:pt x="113" y="277"/>
                </a:cubicBezTo>
                <a:cubicBezTo>
                  <a:pt x="110" y="277"/>
                  <a:pt x="113" y="280"/>
                  <a:pt x="111" y="283"/>
                </a:cubicBezTo>
                <a:cubicBezTo>
                  <a:pt x="113" y="283"/>
                  <a:pt x="113" y="283"/>
                  <a:pt x="113" y="285"/>
                </a:cubicBezTo>
                <a:cubicBezTo>
                  <a:pt x="110" y="296"/>
                  <a:pt x="101" y="302"/>
                  <a:pt x="104" y="315"/>
                </a:cubicBezTo>
                <a:cubicBezTo>
                  <a:pt x="96" y="316"/>
                  <a:pt x="99" y="327"/>
                  <a:pt x="92" y="329"/>
                </a:cubicBezTo>
                <a:cubicBezTo>
                  <a:pt x="94" y="316"/>
                  <a:pt x="104" y="304"/>
                  <a:pt x="107" y="290"/>
                </a:cubicBezTo>
                <a:cubicBezTo>
                  <a:pt x="104" y="288"/>
                  <a:pt x="103" y="286"/>
                  <a:pt x="104" y="282"/>
                </a:cubicBezTo>
                <a:cubicBezTo>
                  <a:pt x="101" y="280"/>
                  <a:pt x="99" y="287"/>
                  <a:pt x="98" y="291"/>
                </a:cubicBezTo>
                <a:cubicBezTo>
                  <a:pt x="99" y="293"/>
                  <a:pt x="101" y="293"/>
                  <a:pt x="102" y="294"/>
                </a:cubicBezTo>
                <a:cubicBezTo>
                  <a:pt x="99" y="296"/>
                  <a:pt x="102" y="297"/>
                  <a:pt x="101" y="300"/>
                </a:cubicBezTo>
                <a:cubicBezTo>
                  <a:pt x="99" y="301"/>
                  <a:pt x="97" y="302"/>
                  <a:pt x="95" y="303"/>
                </a:cubicBezTo>
                <a:cubicBezTo>
                  <a:pt x="94" y="301"/>
                  <a:pt x="93" y="299"/>
                  <a:pt x="91" y="298"/>
                </a:cubicBezTo>
                <a:cubicBezTo>
                  <a:pt x="86" y="299"/>
                  <a:pt x="80" y="307"/>
                  <a:pt x="84" y="313"/>
                </a:cubicBezTo>
                <a:cubicBezTo>
                  <a:pt x="81" y="315"/>
                  <a:pt x="78" y="321"/>
                  <a:pt x="80" y="327"/>
                </a:cubicBezTo>
                <a:cubicBezTo>
                  <a:pt x="79" y="327"/>
                  <a:pt x="79" y="328"/>
                  <a:pt x="78" y="327"/>
                </a:cubicBezTo>
                <a:cubicBezTo>
                  <a:pt x="77" y="336"/>
                  <a:pt x="69" y="337"/>
                  <a:pt x="71" y="349"/>
                </a:cubicBezTo>
                <a:cubicBezTo>
                  <a:pt x="68" y="351"/>
                  <a:pt x="66" y="359"/>
                  <a:pt x="69" y="361"/>
                </a:cubicBezTo>
                <a:cubicBezTo>
                  <a:pt x="70" y="360"/>
                  <a:pt x="70" y="357"/>
                  <a:pt x="72" y="357"/>
                </a:cubicBezTo>
                <a:cubicBezTo>
                  <a:pt x="72" y="358"/>
                  <a:pt x="73" y="358"/>
                  <a:pt x="73" y="359"/>
                </a:cubicBezTo>
                <a:cubicBezTo>
                  <a:pt x="68" y="359"/>
                  <a:pt x="69" y="365"/>
                  <a:pt x="67" y="370"/>
                </a:cubicBezTo>
                <a:cubicBezTo>
                  <a:pt x="76" y="362"/>
                  <a:pt x="78" y="344"/>
                  <a:pt x="85" y="333"/>
                </a:cubicBezTo>
                <a:cubicBezTo>
                  <a:pt x="86" y="339"/>
                  <a:pt x="81" y="345"/>
                  <a:pt x="84" y="354"/>
                </a:cubicBezTo>
                <a:cubicBezTo>
                  <a:pt x="82" y="354"/>
                  <a:pt x="82" y="357"/>
                  <a:pt x="80" y="355"/>
                </a:cubicBezTo>
                <a:cubicBezTo>
                  <a:pt x="75" y="363"/>
                  <a:pt x="72" y="377"/>
                  <a:pt x="64" y="379"/>
                </a:cubicBezTo>
                <a:cubicBezTo>
                  <a:pt x="61" y="387"/>
                  <a:pt x="54" y="396"/>
                  <a:pt x="56" y="404"/>
                </a:cubicBezTo>
                <a:cubicBezTo>
                  <a:pt x="46" y="415"/>
                  <a:pt x="47" y="430"/>
                  <a:pt x="50" y="446"/>
                </a:cubicBezTo>
                <a:cubicBezTo>
                  <a:pt x="61" y="442"/>
                  <a:pt x="58" y="463"/>
                  <a:pt x="50" y="463"/>
                </a:cubicBezTo>
                <a:cubicBezTo>
                  <a:pt x="51" y="470"/>
                  <a:pt x="46" y="480"/>
                  <a:pt x="48" y="487"/>
                </a:cubicBezTo>
                <a:cubicBezTo>
                  <a:pt x="53" y="482"/>
                  <a:pt x="53" y="474"/>
                  <a:pt x="57" y="469"/>
                </a:cubicBezTo>
                <a:cubicBezTo>
                  <a:pt x="58" y="473"/>
                  <a:pt x="65" y="471"/>
                  <a:pt x="65" y="477"/>
                </a:cubicBezTo>
                <a:cubicBezTo>
                  <a:pt x="65" y="471"/>
                  <a:pt x="69" y="476"/>
                  <a:pt x="70" y="475"/>
                </a:cubicBezTo>
                <a:cubicBezTo>
                  <a:pt x="71" y="471"/>
                  <a:pt x="71" y="467"/>
                  <a:pt x="74" y="467"/>
                </a:cubicBezTo>
                <a:cubicBezTo>
                  <a:pt x="76" y="475"/>
                  <a:pt x="78" y="479"/>
                  <a:pt x="76" y="486"/>
                </a:cubicBezTo>
                <a:cubicBezTo>
                  <a:pt x="76" y="485"/>
                  <a:pt x="76" y="484"/>
                  <a:pt x="75" y="483"/>
                </a:cubicBezTo>
                <a:cubicBezTo>
                  <a:pt x="73" y="486"/>
                  <a:pt x="72" y="495"/>
                  <a:pt x="73" y="498"/>
                </a:cubicBezTo>
                <a:cubicBezTo>
                  <a:pt x="73" y="497"/>
                  <a:pt x="73" y="496"/>
                  <a:pt x="74" y="497"/>
                </a:cubicBezTo>
                <a:cubicBezTo>
                  <a:pt x="74" y="501"/>
                  <a:pt x="78" y="500"/>
                  <a:pt x="77" y="506"/>
                </a:cubicBezTo>
                <a:cubicBezTo>
                  <a:pt x="82" y="508"/>
                  <a:pt x="81" y="501"/>
                  <a:pt x="84" y="500"/>
                </a:cubicBezTo>
                <a:cubicBezTo>
                  <a:pt x="89" y="499"/>
                  <a:pt x="90" y="501"/>
                  <a:pt x="94" y="503"/>
                </a:cubicBezTo>
                <a:cubicBezTo>
                  <a:pt x="94" y="501"/>
                  <a:pt x="92" y="499"/>
                  <a:pt x="94" y="497"/>
                </a:cubicBezTo>
                <a:cubicBezTo>
                  <a:pt x="92" y="497"/>
                  <a:pt x="89" y="498"/>
                  <a:pt x="89" y="496"/>
                </a:cubicBezTo>
                <a:cubicBezTo>
                  <a:pt x="89" y="493"/>
                  <a:pt x="89" y="493"/>
                  <a:pt x="89" y="493"/>
                </a:cubicBezTo>
                <a:cubicBezTo>
                  <a:pt x="89" y="491"/>
                  <a:pt x="92" y="492"/>
                  <a:pt x="93" y="490"/>
                </a:cubicBezTo>
                <a:cubicBezTo>
                  <a:pt x="95" y="490"/>
                  <a:pt x="95" y="492"/>
                  <a:pt x="97" y="493"/>
                </a:cubicBezTo>
                <a:cubicBezTo>
                  <a:pt x="99" y="491"/>
                  <a:pt x="97" y="487"/>
                  <a:pt x="101" y="488"/>
                </a:cubicBezTo>
                <a:cubicBezTo>
                  <a:pt x="101" y="483"/>
                  <a:pt x="100" y="477"/>
                  <a:pt x="104" y="476"/>
                </a:cubicBezTo>
                <a:cubicBezTo>
                  <a:pt x="104" y="477"/>
                  <a:pt x="105" y="476"/>
                  <a:pt x="105" y="477"/>
                </a:cubicBezTo>
                <a:cubicBezTo>
                  <a:pt x="100" y="489"/>
                  <a:pt x="107" y="507"/>
                  <a:pt x="102" y="517"/>
                </a:cubicBezTo>
                <a:cubicBezTo>
                  <a:pt x="103" y="515"/>
                  <a:pt x="105" y="515"/>
                  <a:pt x="107" y="515"/>
                </a:cubicBezTo>
                <a:cubicBezTo>
                  <a:pt x="107" y="512"/>
                  <a:pt x="109" y="510"/>
                  <a:pt x="108" y="505"/>
                </a:cubicBezTo>
                <a:cubicBezTo>
                  <a:pt x="110" y="506"/>
                  <a:pt x="113" y="503"/>
                  <a:pt x="113" y="504"/>
                </a:cubicBezTo>
                <a:cubicBezTo>
                  <a:pt x="114" y="512"/>
                  <a:pt x="112" y="523"/>
                  <a:pt x="117" y="525"/>
                </a:cubicBezTo>
                <a:cubicBezTo>
                  <a:pt x="129" y="516"/>
                  <a:pt x="118" y="489"/>
                  <a:pt x="134" y="484"/>
                </a:cubicBezTo>
                <a:cubicBezTo>
                  <a:pt x="131" y="492"/>
                  <a:pt x="134" y="495"/>
                  <a:pt x="134" y="504"/>
                </a:cubicBezTo>
                <a:cubicBezTo>
                  <a:pt x="141" y="503"/>
                  <a:pt x="139" y="511"/>
                  <a:pt x="140" y="515"/>
                </a:cubicBezTo>
                <a:cubicBezTo>
                  <a:pt x="143" y="515"/>
                  <a:pt x="143" y="510"/>
                  <a:pt x="145" y="510"/>
                </a:cubicBezTo>
                <a:cubicBezTo>
                  <a:pt x="151" y="516"/>
                  <a:pt x="146" y="528"/>
                  <a:pt x="142" y="534"/>
                </a:cubicBezTo>
                <a:cubicBezTo>
                  <a:pt x="140" y="532"/>
                  <a:pt x="140" y="526"/>
                  <a:pt x="139" y="524"/>
                </a:cubicBezTo>
                <a:cubicBezTo>
                  <a:pt x="135" y="525"/>
                  <a:pt x="134" y="525"/>
                  <a:pt x="129" y="525"/>
                </a:cubicBezTo>
                <a:cubicBezTo>
                  <a:pt x="129" y="530"/>
                  <a:pt x="126" y="532"/>
                  <a:pt x="126" y="538"/>
                </a:cubicBezTo>
                <a:cubicBezTo>
                  <a:pt x="127" y="538"/>
                  <a:pt x="130" y="539"/>
                  <a:pt x="127" y="542"/>
                </a:cubicBezTo>
                <a:cubicBezTo>
                  <a:pt x="129" y="544"/>
                  <a:pt x="129" y="541"/>
                  <a:pt x="131" y="541"/>
                </a:cubicBezTo>
                <a:cubicBezTo>
                  <a:pt x="131" y="549"/>
                  <a:pt x="134" y="568"/>
                  <a:pt x="124" y="568"/>
                </a:cubicBezTo>
                <a:cubicBezTo>
                  <a:pt x="125" y="572"/>
                  <a:pt x="120" y="574"/>
                  <a:pt x="123" y="577"/>
                </a:cubicBezTo>
                <a:cubicBezTo>
                  <a:pt x="123" y="575"/>
                  <a:pt x="126" y="576"/>
                  <a:pt x="126" y="575"/>
                </a:cubicBezTo>
                <a:cubicBezTo>
                  <a:pt x="125" y="574"/>
                  <a:pt x="126" y="572"/>
                  <a:pt x="126" y="571"/>
                </a:cubicBezTo>
                <a:cubicBezTo>
                  <a:pt x="129" y="572"/>
                  <a:pt x="128" y="569"/>
                  <a:pt x="130" y="568"/>
                </a:cubicBezTo>
                <a:cubicBezTo>
                  <a:pt x="129" y="573"/>
                  <a:pt x="128" y="577"/>
                  <a:pt x="125" y="580"/>
                </a:cubicBezTo>
                <a:cubicBezTo>
                  <a:pt x="134" y="588"/>
                  <a:pt x="128" y="606"/>
                  <a:pt x="130" y="617"/>
                </a:cubicBezTo>
                <a:cubicBezTo>
                  <a:pt x="132" y="624"/>
                  <a:pt x="131" y="636"/>
                  <a:pt x="131" y="644"/>
                </a:cubicBezTo>
                <a:cubicBezTo>
                  <a:pt x="132" y="644"/>
                  <a:pt x="134" y="644"/>
                  <a:pt x="134" y="645"/>
                </a:cubicBezTo>
                <a:cubicBezTo>
                  <a:pt x="135" y="655"/>
                  <a:pt x="135" y="669"/>
                  <a:pt x="137" y="677"/>
                </a:cubicBezTo>
                <a:cubicBezTo>
                  <a:pt x="131" y="689"/>
                  <a:pt x="144" y="701"/>
                  <a:pt x="139" y="712"/>
                </a:cubicBezTo>
                <a:cubicBezTo>
                  <a:pt x="137" y="708"/>
                  <a:pt x="137" y="712"/>
                  <a:pt x="132" y="711"/>
                </a:cubicBezTo>
                <a:cubicBezTo>
                  <a:pt x="130" y="707"/>
                  <a:pt x="133" y="698"/>
                  <a:pt x="129" y="696"/>
                </a:cubicBezTo>
                <a:cubicBezTo>
                  <a:pt x="130" y="704"/>
                  <a:pt x="131" y="720"/>
                  <a:pt x="129" y="725"/>
                </a:cubicBezTo>
                <a:cubicBezTo>
                  <a:pt x="133" y="728"/>
                  <a:pt x="132" y="736"/>
                  <a:pt x="137" y="737"/>
                </a:cubicBezTo>
                <a:cubicBezTo>
                  <a:pt x="137" y="733"/>
                  <a:pt x="137" y="735"/>
                  <a:pt x="139" y="736"/>
                </a:cubicBezTo>
                <a:cubicBezTo>
                  <a:pt x="140" y="732"/>
                  <a:pt x="139" y="728"/>
                  <a:pt x="142" y="726"/>
                </a:cubicBezTo>
                <a:cubicBezTo>
                  <a:pt x="145" y="744"/>
                  <a:pt x="147" y="769"/>
                  <a:pt x="149" y="785"/>
                </a:cubicBezTo>
                <a:cubicBezTo>
                  <a:pt x="149" y="784"/>
                  <a:pt x="148" y="784"/>
                  <a:pt x="147" y="785"/>
                </a:cubicBezTo>
                <a:cubicBezTo>
                  <a:pt x="149" y="795"/>
                  <a:pt x="154" y="803"/>
                  <a:pt x="156" y="814"/>
                </a:cubicBezTo>
                <a:cubicBezTo>
                  <a:pt x="158" y="814"/>
                  <a:pt x="160" y="814"/>
                  <a:pt x="161" y="816"/>
                </a:cubicBezTo>
                <a:cubicBezTo>
                  <a:pt x="160" y="824"/>
                  <a:pt x="168" y="828"/>
                  <a:pt x="165" y="839"/>
                </a:cubicBezTo>
                <a:cubicBezTo>
                  <a:pt x="167" y="842"/>
                  <a:pt x="170" y="845"/>
                  <a:pt x="171" y="848"/>
                </a:cubicBezTo>
                <a:cubicBezTo>
                  <a:pt x="170" y="848"/>
                  <a:pt x="170" y="850"/>
                  <a:pt x="169" y="851"/>
                </a:cubicBezTo>
                <a:cubicBezTo>
                  <a:pt x="172" y="852"/>
                  <a:pt x="173" y="851"/>
                  <a:pt x="175" y="850"/>
                </a:cubicBezTo>
                <a:cubicBezTo>
                  <a:pt x="184" y="861"/>
                  <a:pt x="186" y="881"/>
                  <a:pt x="192" y="893"/>
                </a:cubicBezTo>
                <a:cubicBezTo>
                  <a:pt x="195" y="893"/>
                  <a:pt x="190" y="890"/>
                  <a:pt x="193" y="890"/>
                </a:cubicBezTo>
                <a:cubicBezTo>
                  <a:pt x="196" y="894"/>
                  <a:pt x="195" y="903"/>
                  <a:pt x="200" y="905"/>
                </a:cubicBezTo>
                <a:cubicBezTo>
                  <a:pt x="201" y="904"/>
                  <a:pt x="201" y="902"/>
                  <a:pt x="203" y="902"/>
                </a:cubicBezTo>
                <a:cubicBezTo>
                  <a:pt x="206" y="907"/>
                  <a:pt x="209" y="913"/>
                  <a:pt x="214" y="915"/>
                </a:cubicBezTo>
                <a:cubicBezTo>
                  <a:pt x="214" y="911"/>
                  <a:pt x="208" y="908"/>
                  <a:pt x="212" y="903"/>
                </a:cubicBezTo>
                <a:cubicBezTo>
                  <a:pt x="213" y="904"/>
                  <a:pt x="216" y="903"/>
                  <a:pt x="217" y="905"/>
                </a:cubicBezTo>
                <a:cubicBezTo>
                  <a:pt x="215" y="910"/>
                  <a:pt x="220" y="913"/>
                  <a:pt x="221" y="917"/>
                </a:cubicBezTo>
                <a:cubicBezTo>
                  <a:pt x="221" y="920"/>
                  <a:pt x="219" y="919"/>
                  <a:pt x="218" y="921"/>
                </a:cubicBezTo>
                <a:cubicBezTo>
                  <a:pt x="223" y="933"/>
                  <a:pt x="235" y="942"/>
                  <a:pt x="243" y="949"/>
                </a:cubicBezTo>
                <a:cubicBezTo>
                  <a:pt x="243" y="952"/>
                  <a:pt x="245" y="953"/>
                  <a:pt x="244" y="956"/>
                </a:cubicBezTo>
                <a:cubicBezTo>
                  <a:pt x="247" y="958"/>
                  <a:pt x="250" y="958"/>
                  <a:pt x="252" y="961"/>
                </a:cubicBezTo>
                <a:cubicBezTo>
                  <a:pt x="253" y="962"/>
                  <a:pt x="251" y="963"/>
                  <a:pt x="252" y="964"/>
                </a:cubicBezTo>
                <a:cubicBezTo>
                  <a:pt x="253" y="966"/>
                  <a:pt x="261" y="970"/>
                  <a:pt x="257" y="975"/>
                </a:cubicBezTo>
                <a:cubicBezTo>
                  <a:pt x="254" y="972"/>
                  <a:pt x="249" y="966"/>
                  <a:pt x="245" y="972"/>
                </a:cubicBezTo>
                <a:cubicBezTo>
                  <a:pt x="250" y="979"/>
                  <a:pt x="255" y="986"/>
                  <a:pt x="262" y="991"/>
                </a:cubicBezTo>
                <a:cubicBezTo>
                  <a:pt x="265" y="990"/>
                  <a:pt x="260" y="990"/>
                  <a:pt x="261" y="987"/>
                </a:cubicBezTo>
                <a:cubicBezTo>
                  <a:pt x="265" y="989"/>
                  <a:pt x="265" y="986"/>
                  <a:pt x="268" y="986"/>
                </a:cubicBezTo>
                <a:cubicBezTo>
                  <a:pt x="274" y="989"/>
                  <a:pt x="279" y="994"/>
                  <a:pt x="283" y="999"/>
                </a:cubicBezTo>
                <a:cubicBezTo>
                  <a:pt x="283" y="993"/>
                  <a:pt x="278" y="991"/>
                  <a:pt x="278" y="987"/>
                </a:cubicBezTo>
                <a:cubicBezTo>
                  <a:pt x="276" y="986"/>
                  <a:pt x="274" y="986"/>
                  <a:pt x="272" y="986"/>
                </a:cubicBezTo>
                <a:cubicBezTo>
                  <a:pt x="273" y="983"/>
                  <a:pt x="277" y="983"/>
                  <a:pt x="279" y="982"/>
                </a:cubicBezTo>
                <a:cubicBezTo>
                  <a:pt x="281" y="986"/>
                  <a:pt x="285" y="988"/>
                  <a:pt x="287" y="991"/>
                </a:cubicBezTo>
                <a:cubicBezTo>
                  <a:pt x="293" y="985"/>
                  <a:pt x="298" y="993"/>
                  <a:pt x="303" y="996"/>
                </a:cubicBezTo>
                <a:cubicBezTo>
                  <a:pt x="303" y="993"/>
                  <a:pt x="300" y="992"/>
                  <a:pt x="300" y="989"/>
                </a:cubicBezTo>
                <a:cubicBezTo>
                  <a:pt x="302" y="990"/>
                  <a:pt x="303" y="990"/>
                  <a:pt x="305" y="989"/>
                </a:cubicBezTo>
                <a:cubicBezTo>
                  <a:pt x="311" y="998"/>
                  <a:pt x="321" y="1001"/>
                  <a:pt x="328" y="1005"/>
                </a:cubicBezTo>
                <a:cubicBezTo>
                  <a:pt x="326" y="1000"/>
                  <a:pt x="327" y="1000"/>
                  <a:pt x="326" y="995"/>
                </a:cubicBezTo>
                <a:cubicBezTo>
                  <a:pt x="322" y="994"/>
                  <a:pt x="324" y="990"/>
                  <a:pt x="322" y="986"/>
                </a:cubicBezTo>
                <a:cubicBezTo>
                  <a:pt x="323" y="985"/>
                  <a:pt x="323" y="984"/>
                  <a:pt x="324" y="984"/>
                </a:cubicBezTo>
                <a:cubicBezTo>
                  <a:pt x="326" y="986"/>
                  <a:pt x="327" y="991"/>
                  <a:pt x="326" y="994"/>
                </a:cubicBezTo>
                <a:cubicBezTo>
                  <a:pt x="328" y="996"/>
                  <a:pt x="330" y="998"/>
                  <a:pt x="332" y="1000"/>
                </a:cubicBezTo>
                <a:cubicBezTo>
                  <a:pt x="329" y="1002"/>
                  <a:pt x="331" y="1004"/>
                  <a:pt x="330" y="1007"/>
                </a:cubicBezTo>
                <a:cubicBezTo>
                  <a:pt x="338" y="1010"/>
                  <a:pt x="341" y="1014"/>
                  <a:pt x="348" y="1017"/>
                </a:cubicBezTo>
                <a:cubicBezTo>
                  <a:pt x="350" y="1016"/>
                  <a:pt x="344" y="1014"/>
                  <a:pt x="347" y="1013"/>
                </a:cubicBezTo>
                <a:cubicBezTo>
                  <a:pt x="351" y="1014"/>
                  <a:pt x="353" y="1016"/>
                  <a:pt x="356" y="1016"/>
                </a:cubicBezTo>
                <a:cubicBezTo>
                  <a:pt x="354" y="1012"/>
                  <a:pt x="349" y="1010"/>
                  <a:pt x="345" y="1007"/>
                </a:cubicBezTo>
                <a:cubicBezTo>
                  <a:pt x="345" y="1010"/>
                  <a:pt x="348" y="1011"/>
                  <a:pt x="346" y="1012"/>
                </a:cubicBezTo>
                <a:cubicBezTo>
                  <a:pt x="341" y="1010"/>
                  <a:pt x="345" y="1002"/>
                  <a:pt x="335" y="1002"/>
                </a:cubicBezTo>
                <a:cubicBezTo>
                  <a:pt x="331" y="998"/>
                  <a:pt x="332" y="995"/>
                  <a:pt x="330" y="991"/>
                </a:cubicBezTo>
                <a:cubicBezTo>
                  <a:pt x="335" y="989"/>
                  <a:pt x="339" y="993"/>
                  <a:pt x="343" y="997"/>
                </a:cubicBezTo>
                <a:cubicBezTo>
                  <a:pt x="343" y="999"/>
                  <a:pt x="341" y="999"/>
                  <a:pt x="341" y="1000"/>
                </a:cubicBezTo>
                <a:cubicBezTo>
                  <a:pt x="346" y="1002"/>
                  <a:pt x="348" y="1006"/>
                  <a:pt x="351" y="1009"/>
                </a:cubicBezTo>
                <a:cubicBezTo>
                  <a:pt x="360" y="1007"/>
                  <a:pt x="366" y="1011"/>
                  <a:pt x="368" y="1017"/>
                </a:cubicBezTo>
                <a:cubicBezTo>
                  <a:pt x="368" y="1013"/>
                  <a:pt x="372" y="1016"/>
                  <a:pt x="374" y="1014"/>
                </a:cubicBezTo>
                <a:cubicBezTo>
                  <a:pt x="375" y="1012"/>
                  <a:pt x="372" y="1010"/>
                  <a:pt x="374" y="1009"/>
                </a:cubicBezTo>
                <a:cubicBezTo>
                  <a:pt x="383" y="1017"/>
                  <a:pt x="400" y="1015"/>
                  <a:pt x="406" y="1025"/>
                </a:cubicBezTo>
                <a:cubicBezTo>
                  <a:pt x="404" y="1026"/>
                  <a:pt x="403" y="1022"/>
                  <a:pt x="403" y="1026"/>
                </a:cubicBezTo>
                <a:cubicBezTo>
                  <a:pt x="411" y="1028"/>
                  <a:pt x="414" y="1034"/>
                  <a:pt x="421" y="1037"/>
                </a:cubicBezTo>
                <a:cubicBezTo>
                  <a:pt x="421" y="1037"/>
                  <a:pt x="422" y="1035"/>
                  <a:pt x="423" y="1036"/>
                </a:cubicBezTo>
                <a:cubicBezTo>
                  <a:pt x="429" y="1037"/>
                  <a:pt x="430" y="1047"/>
                  <a:pt x="436" y="1051"/>
                </a:cubicBezTo>
                <a:cubicBezTo>
                  <a:pt x="432" y="1052"/>
                  <a:pt x="425" y="1050"/>
                  <a:pt x="424" y="1044"/>
                </a:cubicBezTo>
                <a:cubicBezTo>
                  <a:pt x="423" y="1044"/>
                  <a:pt x="422" y="1045"/>
                  <a:pt x="421" y="1045"/>
                </a:cubicBezTo>
                <a:cubicBezTo>
                  <a:pt x="420" y="1043"/>
                  <a:pt x="421" y="1042"/>
                  <a:pt x="420" y="1042"/>
                </a:cubicBezTo>
                <a:cubicBezTo>
                  <a:pt x="415" y="1041"/>
                  <a:pt x="409" y="1039"/>
                  <a:pt x="405" y="1036"/>
                </a:cubicBezTo>
                <a:cubicBezTo>
                  <a:pt x="403" y="1038"/>
                  <a:pt x="408" y="1039"/>
                  <a:pt x="405" y="1040"/>
                </a:cubicBezTo>
                <a:cubicBezTo>
                  <a:pt x="398" y="1039"/>
                  <a:pt x="395" y="1033"/>
                  <a:pt x="386" y="1033"/>
                </a:cubicBezTo>
                <a:cubicBezTo>
                  <a:pt x="386" y="1028"/>
                  <a:pt x="383" y="1027"/>
                  <a:pt x="378" y="1027"/>
                </a:cubicBezTo>
                <a:cubicBezTo>
                  <a:pt x="376" y="1029"/>
                  <a:pt x="376" y="1030"/>
                  <a:pt x="375" y="1031"/>
                </a:cubicBezTo>
                <a:cubicBezTo>
                  <a:pt x="369" y="1031"/>
                  <a:pt x="367" y="1028"/>
                  <a:pt x="364" y="1024"/>
                </a:cubicBezTo>
                <a:cubicBezTo>
                  <a:pt x="364" y="1021"/>
                  <a:pt x="367" y="1022"/>
                  <a:pt x="366" y="1019"/>
                </a:cubicBezTo>
                <a:cubicBezTo>
                  <a:pt x="365" y="1017"/>
                  <a:pt x="364" y="1016"/>
                  <a:pt x="361" y="1015"/>
                </a:cubicBezTo>
                <a:cubicBezTo>
                  <a:pt x="363" y="1021"/>
                  <a:pt x="360" y="1016"/>
                  <a:pt x="357" y="1016"/>
                </a:cubicBezTo>
                <a:cubicBezTo>
                  <a:pt x="355" y="1020"/>
                  <a:pt x="358" y="1021"/>
                  <a:pt x="360" y="1023"/>
                </a:cubicBezTo>
                <a:cubicBezTo>
                  <a:pt x="357" y="1022"/>
                  <a:pt x="358" y="1026"/>
                  <a:pt x="357" y="1026"/>
                </a:cubicBezTo>
                <a:cubicBezTo>
                  <a:pt x="354" y="1025"/>
                  <a:pt x="353" y="1026"/>
                  <a:pt x="352" y="1025"/>
                </a:cubicBezTo>
                <a:cubicBezTo>
                  <a:pt x="351" y="1026"/>
                  <a:pt x="352" y="1028"/>
                  <a:pt x="350" y="1029"/>
                </a:cubicBezTo>
                <a:cubicBezTo>
                  <a:pt x="346" y="1025"/>
                  <a:pt x="346" y="1032"/>
                  <a:pt x="345" y="1033"/>
                </a:cubicBezTo>
                <a:cubicBezTo>
                  <a:pt x="345" y="1033"/>
                  <a:pt x="343" y="1033"/>
                  <a:pt x="343" y="1033"/>
                </a:cubicBezTo>
                <a:cubicBezTo>
                  <a:pt x="340" y="1041"/>
                  <a:pt x="350" y="1044"/>
                  <a:pt x="346" y="1047"/>
                </a:cubicBezTo>
                <a:cubicBezTo>
                  <a:pt x="349" y="1047"/>
                  <a:pt x="350" y="1050"/>
                  <a:pt x="349" y="1053"/>
                </a:cubicBezTo>
                <a:cubicBezTo>
                  <a:pt x="352" y="1054"/>
                  <a:pt x="353" y="1055"/>
                  <a:pt x="355" y="1056"/>
                </a:cubicBezTo>
                <a:cubicBezTo>
                  <a:pt x="355" y="1052"/>
                  <a:pt x="355" y="1051"/>
                  <a:pt x="353" y="1048"/>
                </a:cubicBezTo>
                <a:cubicBezTo>
                  <a:pt x="354" y="1048"/>
                  <a:pt x="354" y="1048"/>
                  <a:pt x="355" y="1049"/>
                </a:cubicBezTo>
                <a:cubicBezTo>
                  <a:pt x="356" y="1043"/>
                  <a:pt x="354" y="1040"/>
                  <a:pt x="354" y="1038"/>
                </a:cubicBezTo>
                <a:cubicBezTo>
                  <a:pt x="359" y="1036"/>
                  <a:pt x="362" y="1039"/>
                  <a:pt x="363" y="1044"/>
                </a:cubicBezTo>
                <a:cubicBezTo>
                  <a:pt x="369" y="1046"/>
                  <a:pt x="373" y="1052"/>
                  <a:pt x="379" y="1053"/>
                </a:cubicBezTo>
                <a:cubicBezTo>
                  <a:pt x="380" y="1053"/>
                  <a:pt x="381" y="1051"/>
                  <a:pt x="383" y="1053"/>
                </a:cubicBezTo>
                <a:cubicBezTo>
                  <a:pt x="384" y="1049"/>
                  <a:pt x="378" y="1049"/>
                  <a:pt x="381" y="1047"/>
                </a:cubicBezTo>
                <a:cubicBezTo>
                  <a:pt x="392" y="1050"/>
                  <a:pt x="400" y="1056"/>
                  <a:pt x="409" y="1061"/>
                </a:cubicBezTo>
                <a:cubicBezTo>
                  <a:pt x="414" y="1056"/>
                  <a:pt x="420" y="1067"/>
                  <a:pt x="420" y="1073"/>
                </a:cubicBezTo>
                <a:cubicBezTo>
                  <a:pt x="428" y="1075"/>
                  <a:pt x="435" y="1080"/>
                  <a:pt x="442" y="1082"/>
                </a:cubicBezTo>
                <a:cubicBezTo>
                  <a:pt x="443" y="1082"/>
                  <a:pt x="445" y="1080"/>
                  <a:pt x="448" y="1081"/>
                </a:cubicBezTo>
                <a:cubicBezTo>
                  <a:pt x="449" y="1082"/>
                  <a:pt x="450" y="1084"/>
                  <a:pt x="451" y="1084"/>
                </a:cubicBezTo>
                <a:cubicBezTo>
                  <a:pt x="455" y="1083"/>
                  <a:pt x="455" y="1076"/>
                  <a:pt x="461" y="1080"/>
                </a:cubicBezTo>
                <a:cubicBezTo>
                  <a:pt x="461" y="1076"/>
                  <a:pt x="458" y="1077"/>
                  <a:pt x="458" y="1073"/>
                </a:cubicBezTo>
                <a:cubicBezTo>
                  <a:pt x="459" y="1073"/>
                  <a:pt x="459" y="1074"/>
                  <a:pt x="461" y="1074"/>
                </a:cubicBezTo>
                <a:cubicBezTo>
                  <a:pt x="463" y="1068"/>
                  <a:pt x="459" y="1065"/>
                  <a:pt x="457" y="1058"/>
                </a:cubicBezTo>
                <a:cubicBezTo>
                  <a:pt x="462" y="1059"/>
                  <a:pt x="458" y="1056"/>
                  <a:pt x="460" y="1056"/>
                </a:cubicBezTo>
                <a:cubicBezTo>
                  <a:pt x="465" y="1057"/>
                  <a:pt x="467" y="1056"/>
                  <a:pt x="470" y="1060"/>
                </a:cubicBezTo>
                <a:cubicBezTo>
                  <a:pt x="462" y="1069"/>
                  <a:pt x="479" y="1080"/>
                  <a:pt x="488" y="1080"/>
                </a:cubicBezTo>
                <a:cubicBezTo>
                  <a:pt x="486" y="1080"/>
                  <a:pt x="484" y="1078"/>
                  <a:pt x="482" y="1077"/>
                </a:cubicBezTo>
                <a:cubicBezTo>
                  <a:pt x="486" y="1070"/>
                  <a:pt x="490" y="1080"/>
                  <a:pt x="496" y="1080"/>
                </a:cubicBezTo>
                <a:cubicBezTo>
                  <a:pt x="497" y="1077"/>
                  <a:pt x="496" y="1077"/>
                  <a:pt x="497" y="1075"/>
                </a:cubicBezTo>
                <a:cubicBezTo>
                  <a:pt x="503" y="1075"/>
                  <a:pt x="509" y="1078"/>
                  <a:pt x="514" y="1077"/>
                </a:cubicBezTo>
                <a:cubicBezTo>
                  <a:pt x="509" y="1075"/>
                  <a:pt x="505" y="1074"/>
                  <a:pt x="501" y="1071"/>
                </a:cubicBezTo>
                <a:cubicBezTo>
                  <a:pt x="510" y="1071"/>
                  <a:pt x="518" y="1076"/>
                  <a:pt x="525" y="1074"/>
                </a:cubicBezTo>
                <a:cubicBezTo>
                  <a:pt x="536" y="1082"/>
                  <a:pt x="551" y="1086"/>
                  <a:pt x="564" y="1089"/>
                </a:cubicBezTo>
                <a:cubicBezTo>
                  <a:pt x="569" y="1086"/>
                  <a:pt x="574" y="1089"/>
                  <a:pt x="578" y="1088"/>
                </a:cubicBezTo>
                <a:cubicBezTo>
                  <a:pt x="574" y="1087"/>
                  <a:pt x="568" y="1082"/>
                  <a:pt x="563" y="1085"/>
                </a:cubicBezTo>
                <a:cubicBezTo>
                  <a:pt x="558" y="1090"/>
                  <a:pt x="552" y="1075"/>
                  <a:pt x="544" y="1081"/>
                </a:cubicBezTo>
                <a:cubicBezTo>
                  <a:pt x="542" y="1081"/>
                  <a:pt x="540" y="1080"/>
                  <a:pt x="540" y="1078"/>
                </a:cubicBezTo>
                <a:cubicBezTo>
                  <a:pt x="553" y="1077"/>
                  <a:pt x="568" y="1080"/>
                  <a:pt x="582" y="1084"/>
                </a:cubicBezTo>
                <a:cubicBezTo>
                  <a:pt x="583" y="1081"/>
                  <a:pt x="578" y="1080"/>
                  <a:pt x="581" y="1078"/>
                </a:cubicBezTo>
                <a:cubicBezTo>
                  <a:pt x="589" y="1079"/>
                  <a:pt x="597" y="1076"/>
                  <a:pt x="603" y="1079"/>
                </a:cubicBezTo>
                <a:cubicBezTo>
                  <a:pt x="603" y="1079"/>
                  <a:pt x="603" y="1079"/>
                  <a:pt x="603" y="1078"/>
                </a:cubicBezTo>
                <a:cubicBezTo>
                  <a:pt x="606" y="1077"/>
                  <a:pt x="612" y="1079"/>
                  <a:pt x="614" y="1077"/>
                </a:cubicBezTo>
                <a:cubicBezTo>
                  <a:pt x="602" y="1069"/>
                  <a:pt x="581" y="1075"/>
                  <a:pt x="571" y="1070"/>
                </a:cubicBezTo>
                <a:cubicBezTo>
                  <a:pt x="562" y="1075"/>
                  <a:pt x="550" y="1058"/>
                  <a:pt x="541" y="1066"/>
                </a:cubicBezTo>
                <a:cubicBezTo>
                  <a:pt x="542" y="1069"/>
                  <a:pt x="544" y="1070"/>
                  <a:pt x="545" y="1072"/>
                </a:cubicBezTo>
                <a:cubicBezTo>
                  <a:pt x="541" y="1074"/>
                  <a:pt x="539" y="1068"/>
                  <a:pt x="537" y="1064"/>
                </a:cubicBezTo>
                <a:cubicBezTo>
                  <a:pt x="539" y="1060"/>
                  <a:pt x="545" y="1060"/>
                  <a:pt x="548" y="1057"/>
                </a:cubicBezTo>
                <a:cubicBezTo>
                  <a:pt x="557" y="1065"/>
                  <a:pt x="571" y="1065"/>
                  <a:pt x="584" y="1064"/>
                </a:cubicBezTo>
                <a:cubicBezTo>
                  <a:pt x="584" y="1059"/>
                  <a:pt x="579" y="1058"/>
                  <a:pt x="578" y="1053"/>
                </a:cubicBezTo>
                <a:cubicBezTo>
                  <a:pt x="583" y="1045"/>
                  <a:pt x="593" y="1051"/>
                  <a:pt x="604" y="1050"/>
                </a:cubicBezTo>
                <a:cubicBezTo>
                  <a:pt x="609" y="1056"/>
                  <a:pt x="620" y="1059"/>
                  <a:pt x="627" y="1054"/>
                </a:cubicBezTo>
                <a:cubicBezTo>
                  <a:pt x="622" y="1053"/>
                  <a:pt x="626" y="1050"/>
                  <a:pt x="624" y="1047"/>
                </a:cubicBezTo>
                <a:cubicBezTo>
                  <a:pt x="626" y="1047"/>
                  <a:pt x="627" y="1047"/>
                  <a:pt x="627" y="1046"/>
                </a:cubicBezTo>
                <a:cubicBezTo>
                  <a:pt x="625" y="1041"/>
                  <a:pt x="628" y="1041"/>
                  <a:pt x="627" y="1035"/>
                </a:cubicBezTo>
                <a:cubicBezTo>
                  <a:pt x="623" y="1035"/>
                  <a:pt x="627" y="1032"/>
                  <a:pt x="623" y="1031"/>
                </a:cubicBezTo>
                <a:cubicBezTo>
                  <a:pt x="627" y="1031"/>
                  <a:pt x="629" y="1035"/>
                  <a:pt x="632" y="1031"/>
                </a:cubicBezTo>
                <a:cubicBezTo>
                  <a:pt x="630" y="1031"/>
                  <a:pt x="629" y="1030"/>
                  <a:pt x="629" y="1029"/>
                </a:cubicBezTo>
                <a:cubicBezTo>
                  <a:pt x="635" y="1032"/>
                  <a:pt x="637" y="1030"/>
                  <a:pt x="642" y="1033"/>
                </a:cubicBezTo>
                <a:cubicBezTo>
                  <a:pt x="649" y="1029"/>
                  <a:pt x="656" y="1030"/>
                  <a:pt x="664" y="1028"/>
                </a:cubicBezTo>
                <a:cubicBezTo>
                  <a:pt x="660" y="1028"/>
                  <a:pt x="661" y="1024"/>
                  <a:pt x="658" y="1023"/>
                </a:cubicBezTo>
                <a:cubicBezTo>
                  <a:pt x="653" y="1022"/>
                  <a:pt x="646" y="1028"/>
                  <a:pt x="642" y="1022"/>
                </a:cubicBezTo>
                <a:cubicBezTo>
                  <a:pt x="648" y="1019"/>
                  <a:pt x="652" y="1021"/>
                  <a:pt x="658" y="1022"/>
                </a:cubicBezTo>
                <a:cubicBezTo>
                  <a:pt x="657" y="1018"/>
                  <a:pt x="661" y="1019"/>
                  <a:pt x="662" y="1017"/>
                </a:cubicBezTo>
                <a:cubicBezTo>
                  <a:pt x="656" y="1016"/>
                  <a:pt x="650" y="1022"/>
                  <a:pt x="646" y="1017"/>
                </a:cubicBezTo>
                <a:cubicBezTo>
                  <a:pt x="650" y="1009"/>
                  <a:pt x="659" y="1009"/>
                  <a:pt x="662" y="1005"/>
                </a:cubicBezTo>
                <a:cubicBezTo>
                  <a:pt x="649" y="1006"/>
                  <a:pt x="629" y="1007"/>
                  <a:pt x="623" y="995"/>
                </a:cubicBezTo>
                <a:cubicBezTo>
                  <a:pt x="619" y="997"/>
                  <a:pt x="612" y="995"/>
                  <a:pt x="610" y="998"/>
                </a:cubicBezTo>
                <a:cubicBezTo>
                  <a:pt x="611" y="998"/>
                  <a:pt x="613" y="998"/>
                  <a:pt x="614" y="1000"/>
                </a:cubicBezTo>
                <a:cubicBezTo>
                  <a:pt x="612" y="1000"/>
                  <a:pt x="607" y="1000"/>
                  <a:pt x="606" y="998"/>
                </a:cubicBezTo>
                <a:cubicBezTo>
                  <a:pt x="606" y="997"/>
                  <a:pt x="607" y="997"/>
                  <a:pt x="607" y="995"/>
                </a:cubicBezTo>
                <a:cubicBezTo>
                  <a:pt x="604" y="996"/>
                  <a:pt x="603" y="993"/>
                  <a:pt x="605" y="991"/>
                </a:cubicBezTo>
                <a:cubicBezTo>
                  <a:pt x="601" y="990"/>
                  <a:pt x="601" y="992"/>
                  <a:pt x="597" y="992"/>
                </a:cubicBezTo>
                <a:cubicBezTo>
                  <a:pt x="596" y="995"/>
                  <a:pt x="602" y="994"/>
                  <a:pt x="600" y="996"/>
                </a:cubicBezTo>
                <a:cubicBezTo>
                  <a:pt x="592" y="995"/>
                  <a:pt x="584" y="994"/>
                  <a:pt x="580" y="989"/>
                </a:cubicBezTo>
                <a:cubicBezTo>
                  <a:pt x="574" y="991"/>
                  <a:pt x="566" y="987"/>
                  <a:pt x="562" y="983"/>
                </a:cubicBezTo>
                <a:cubicBezTo>
                  <a:pt x="577" y="981"/>
                  <a:pt x="581" y="993"/>
                  <a:pt x="592" y="991"/>
                </a:cubicBezTo>
                <a:cubicBezTo>
                  <a:pt x="591" y="988"/>
                  <a:pt x="588" y="988"/>
                  <a:pt x="588" y="986"/>
                </a:cubicBezTo>
                <a:cubicBezTo>
                  <a:pt x="591" y="986"/>
                  <a:pt x="589" y="981"/>
                  <a:pt x="593" y="982"/>
                </a:cubicBezTo>
                <a:cubicBezTo>
                  <a:pt x="597" y="989"/>
                  <a:pt x="607" y="988"/>
                  <a:pt x="613" y="986"/>
                </a:cubicBezTo>
                <a:cubicBezTo>
                  <a:pt x="608" y="986"/>
                  <a:pt x="603" y="986"/>
                  <a:pt x="603" y="980"/>
                </a:cubicBezTo>
                <a:cubicBezTo>
                  <a:pt x="587" y="977"/>
                  <a:pt x="568" y="974"/>
                  <a:pt x="557" y="964"/>
                </a:cubicBezTo>
                <a:cubicBezTo>
                  <a:pt x="558" y="963"/>
                  <a:pt x="557" y="963"/>
                  <a:pt x="557" y="961"/>
                </a:cubicBezTo>
                <a:cubicBezTo>
                  <a:pt x="568" y="960"/>
                  <a:pt x="581" y="968"/>
                  <a:pt x="593" y="967"/>
                </a:cubicBezTo>
                <a:cubicBezTo>
                  <a:pt x="594" y="969"/>
                  <a:pt x="592" y="970"/>
                  <a:pt x="593" y="972"/>
                </a:cubicBezTo>
                <a:cubicBezTo>
                  <a:pt x="595" y="971"/>
                  <a:pt x="598" y="974"/>
                  <a:pt x="600" y="972"/>
                </a:cubicBezTo>
                <a:cubicBezTo>
                  <a:pt x="598" y="972"/>
                  <a:pt x="598" y="971"/>
                  <a:pt x="597" y="970"/>
                </a:cubicBezTo>
                <a:cubicBezTo>
                  <a:pt x="599" y="970"/>
                  <a:pt x="599" y="969"/>
                  <a:pt x="601" y="969"/>
                </a:cubicBezTo>
                <a:cubicBezTo>
                  <a:pt x="603" y="970"/>
                  <a:pt x="603" y="974"/>
                  <a:pt x="606" y="974"/>
                </a:cubicBezTo>
                <a:cubicBezTo>
                  <a:pt x="612" y="969"/>
                  <a:pt x="620" y="977"/>
                  <a:pt x="627" y="971"/>
                </a:cubicBezTo>
                <a:cubicBezTo>
                  <a:pt x="629" y="972"/>
                  <a:pt x="632" y="971"/>
                  <a:pt x="634" y="973"/>
                </a:cubicBezTo>
                <a:cubicBezTo>
                  <a:pt x="631" y="974"/>
                  <a:pt x="630" y="975"/>
                  <a:pt x="627" y="975"/>
                </a:cubicBezTo>
                <a:cubicBezTo>
                  <a:pt x="629" y="977"/>
                  <a:pt x="632" y="976"/>
                  <a:pt x="635" y="976"/>
                </a:cubicBezTo>
                <a:cubicBezTo>
                  <a:pt x="635" y="977"/>
                  <a:pt x="634" y="978"/>
                  <a:pt x="634" y="979"/>
                </a:cubicBezTo>
                <a:cubicBezTo>
                  <a:pt x="638" y="978"/>
                  <a:pt x="642" y="978"/>
                  <a:pt x="645" y="977"/>
                </a:cubicBezTo>
                <a:cubicBezTo>
                  <a:pt x="641" y="976"/>
                  <a:pt x="639" y="972"/>
                  <a:pt x="642" y="970"/>
                </a:cubicBezTo>
                <a:cubicBezTo>
                  <a:pt x="635" y="969"/>
                  <a:pt x="625" y="969"/>
                  <a:pt x="623" y="965"/>
                </a:cubicBezTo>
                <a:cubicBezTo>
                  <a:pt x="623" y="963"/>
                  <a:pt x="627" y="968"/>
                  <a:pt x="627" y="965"/>
                </a:cubicBezTo>
                <a:cubicBezTo>
                  <a:pt x="627" y="964"/>
                  <a:pt x="626" y="964"/>
                  <a:pt x="625" y="963"/>
                </a:cubicBezTo>
                <a:cubicBezTo>
                  <a:pt x="626" y="961"/>
                  <a:pt x="630" y="961"/>
                  <a:pt x="630" y="958"/>
                </a:cubicBezTo>
                <a:cubicBezTo>
                  <a:pt x="627" y="958"/>
                  <a:pt x="627" y="956"/>
                  <a:pt x="624" y="956"/>
                </a:cubicBezTo>
                <a:cubicBezTo>
                  <a:pt x="606" y="964"/>
                  <a:pt x="592" y="946"/>
                  <a:pt x="575" y="943"/>
                </a:cubicBezTo>
                <a:cubicBezTo>
                  <a:pt x="573" y="942"/>
                  <a:pt x="576" y="947"/>
                  <a:pt x="573" y="945"/>
                </a:cubicBezTo>
                <a:cubicBezTo>
                  <a:pt x="571" y="945"/>
                  <a:pt x="568" y="940"/>
                  <a:pt x="571" y="939"/>
                </a:cubicBezTo>
                <a:cubicBezTo>
                  <a:pt x="591" y="947"/>
                  <a:pt x="610" y="947"/>
                  <a:pt x="632" y="944"/>
                </a:cubicBezTo>
                <a:cubicBezTo>
                  <a:pt x="631" y="949"/>
                  <a:pt x="640" y="949"/>
                  <a:pt x="646" y="949"/>
                </a:cubicBezTo>
                <a:cubicBezTo>
                  <a:pt x="646" y="943"/>
                  <a:pt x="639" y="949"/>
                  <a:pt x="637" y="945"/>
                </a:cubicBezTo>
                <a:cubicBezTo>
                  <a:pt x="645" y="940"/>
                  <a:pt x="657" y="945"/>
                  <a:pt x="663" y="938"/>
                </a:cubicBezTo>
                <a:cubicBezTo>
                  <a:pt x="668" y="944"/>
                  <a:pt x="678" y="932"/>
                  <a:pt x="682" y="940"/>
                </a:cubicBezTo>
                <a:cubicBezTo>
                  <a:pt x="693" y="941"/>
                  <a:pt x="695" y="933"/>
                  <a:pt x="702" y="929"/>
                </a:cubicBezTo>
                <a:cubicBezTo>
                  <a:pt x="686" y="931"/>
                  <a:pt x="667" y="938"/>
                  <a:pt x="647" y="941"/>
                </a:cubicBezTo>
                <a:cubicBezTo>
                  <a:pt x="637" y="942"/>
                  <a:pt x="604" y="945"/>
                  <a:pt x="607" y="933"/>
                </a:cubicBezTo>
                <a:cubicBezTo>
                  <a:pt x="590" y="931"/>
                  <a:pt x="576" y="928"/>
                  <a:pt x="560" y="923"/>
                </a:cubicBezTo>
                <a:cubicBezTo>
                  <a:pt x="561" y="920"/>
                  <a:pt x="558" y="920"/>
                  <a:pt x="557" y="918"/>
                </a:cubicBezTo>
                <a:cubicBezTo>
                  <a:pt x="566" y="919"/>
                  <a:pt x="573" y="923"/>
                  <a:pt x="582" y="919"/>
                </a:cubicBezTo>
                <a:cubicBezTo>
                  <a:pt x="588" y="922"/>
                  <a:pt x="599" y="926"/>
                  <a:pt x="607" y="923"/>
                </a:cubicBezTo>
                <a:cubicBezTo>
                  <a:pt x="603" y="921"/>
                  <a:pt x="598" y="920"/>
                  <a:pt x="593" y="918"/>
                </a:cubicBezTo>
                <a:cubicBezTo>
                  <a:pt x="593" y="920"/>
                  <a:pt x="596" y="921"/>
                  <a:pt x="593" y="922"/>
                </a:cubicBezTo>
                <a:cubicBezTo>
                  <a:pt x="589" y="923"/>
                  <a:pt x="589" y="914"/>
                  <a:pt x="588" y="919"/>
                </a:cubicBezTo>
                <a:cubicBezTo>
                  <a:pt x="586" y="913"/>
                  <a:pt x="576" y="916"/>
                  <a:pt x="572" y="912"/>
                </a:cubicBezTo>
                <a:cubicBezTo>
                  <a:pt x="562" y="913"/>
                  <a:pt x="549" y="903"/>
                  <a:pt x="541" y="900"/>
                </a:cubicBezTo>
                <a:cubicBezTo>
                  <a:pt x="529" y="895"/>
                  <a:pt x="511" y="886"/>
                  <a:pt x="508" y="881"/>
                </a:cubicBezTo>
                <a:cubicBezTo>
                  <a:pt x="495" y="877"/>
                  <a:pt x="487" y="867"/>
                  <a:pt x="475" y="862"/>
                </a:cubicBezTo>
                <a:cubicBezTo>
                  <a:pt x="474" y="864"/>
                  <a:pt x="477" y="865"/>
                  <a:pt x="475" y="866"/>
                </a:cubicBezTo>
                <a:cubicBezTo>
                  <a:pt x="471" y="854"/>
                  <a:pt x="462" y="848"/>
                  <a:pt x="454" y="840"/>
                </a:cubicBezTo>
                <a:cubicBezTo>
                  <a:pt x="457" y="840"/>
                  <a:pt x="452" y="837"/>
                  <a:pt x="455" y="837"/>
                </a:cubicBezTo>
                <a:cubicBezTo>
                  <a:pt x="463" y="843"/>
                  <a:pt x="468" y="852"/>
                  <a:pt x="479" y="856"/>
                </a:cubicBezTo>
                <a:cubicBezTo>
                  <a:pt x="476" y="851"/>
                  <a:pt x="473" y="845"/>
                  <a:pt x="475" y="840"/>
                </a:cubicBezTo>
                <a:cubicBezTo>
                  <a:pt x="469" y="839"/>
                  <a:pt x="461" y="834"/>
                  <a:pt x="462" y="828"/>
                </a:cubicBezTo>
                <a:cubicBezTo>
                  <a:pt x="469" y="834"/>
                  <a:pt x="482" y="843"/>
                  <a:pt x="487" y="846"/>
                </a:cubicBezTo>
                <a:cubicBezTo>
                  <a:pt x="482" y="840"/>
                  <a:pt x="473" y="832"/>
                  <a:pt x="470" y="827"/>
                </a:cubicBezTo>
                <a:cubicBezTo>
                  <a:pt x="478" y="833"/>
                  <a:pt x="485" y="840"/>
                  <a:pt x="494" y="844"/>
                </a:cubicBezTo>
                <a:cubicBezTo>
                  <a:pt x="493" y="839"/>
                  <a:pt x="499" y="842"/>
                  <a:pt x="500" y="843"/>
                </a:cubicBezTo>
                <a:cubicBezTo>
                  <a:pt x="488" y="834"/>
                  <a:pt x="481" y="821"/>
                  <a:pt x="466" y="816"/>
                </a:cubicBezTo>
                <a:cubicBezTo>
                  <a:pt x="465" y="823"/>
                  <a:pt x="457" y="820"/>
                  <a:pt x="453" y="817"/>
                </a:cubicBezTo>
                <a:cubicBezTo>
                  <a:pt x="453" y="816"/>
                  <a:pt x="456" y="816"/>
                  <a:pt x="455" y="814"/>
                </a:cubicBezTo>
                <a:cubicBezTo>
                  <a:pt x="452" y="812"/>
                  <a:pt x="446" y="809"/>
                  <a:pt x="447" y="805"/>
                </a:cubicBezTo>
                <a:cubicBezTo>
                  <a:pt x="449" y="806"/>
                  <a:pt x="450" y="809"/>
                  <a:pt x="453" y="809"/>
                </a:cubicBezTo>
                <a:cubicBezTo>
                  <a:pt x="453" y="805"/>
                  <a:pt x="453" y="805"/>
                  <a:pt x="453" y="805"/>
                </a:cubicBezTo>
                <a:cubicBezTo>
                  <a:pt x="448" y="803"/>
                  <a:pt x="444" y="801"/>
                  <a:pt x="442" y="795"/>
                </a:cubicBezTo>
                <a:cubicBezTo>
                  <a:pt x="440" y="795"/>
                  <a:pt x="436" y="796"/>
                  <a:pt x="435" y="794"/>
                </a:cubicBezTo>
                <a:cubicBezTo>
                  <a:pt x="440" y="788"/>
                  <a:pt x="430" y="786"/>
                  <a:pt x="431" y="780"/>
                </a:cubicBezTo>
                <a:cubicBezTo>
                  <a:pt x="431" y="780"/>
                  <a:pt x="432" y="780"/>
                  <a:pt x="432" y="780"/>
                </a:cubicBezTo>
                <a:cubicBezTo>
                  <a:pt x="432" y="774"/>
                  <a:pt x="426" y="773"/>
                  <a:pt x="423" y="769"/>
                </a:cubicBezTo>
                <a:cubicBezTo>
                  <a:pt x="419" y="763"/>
                  <a:pt x="419" y="754"/>
                  <a:pt x="414" y="749"/>
                </a:cubicBezTo>
                <a:cubicBezTo>
                  <a:pt x="419" y="746"/>
                  <a:pt x="415" y="740"/>
                  <a:pt x="414" y="736"/>
                </a:cubicBezTo>
                <a:cubicBezTo>
                  <a:pt x="416" y="734"/>
                  <a:pt x="415" y="731"/>
                  <a:pt x="419" y="732"/>
                </a:cubicBezTo>
                <a:cubicBezTo>
                  <a:pt x="419" y="730"/>
                  <a:pt x="419" y="727"/>
                  <a:pt x="421" y="727"/>
                </a:cubicBezTo>
                <a:cubicBezTo>
                  <a:pt x="422" y="729"/>
                  <a:pt x="424" y="731"/>
                  <a:pt x="427" y="730"/>
                </a:cubicBezTo>
                <a:cubicBezTo>
                  <a:pt x="427" y="726"/>
                  <a:pt x="424" y="721"/>
                  <a:pt x="427" y="720"/>
                </a:cubicBezTo>
                <a:cubicBezTo>
                  <a:pt x="431" y="725"/>
                  <a:pt x="432" y="732"/>
                  <a:pt x="436" y="736"/>
                </a:cubicBezTo>
                <a:cubicBezTo>
                  <a:pt x="437" y="735"/>
                  <a:pt x="435" y="731"/>
                  <a:pt x="437" y="731"/>
                </a:cubicBezTo>
                <a:cubicBezTo>
                  <a:pt x="439" y="735"/>
                  <a:pt x="440" y="740"/>
                  <a:pt x="445" y="740"/>
                </a:cubicBezTo>
                <a:cubicBezTo>
                  <a:pt x="447" y="740"/>
                  <a:pt x="446" y="738"/>
                  <a:pt x="447" y="738"/>
                </a:cubicBezTo>
                <a:cubicBezTo>
                  <a:pt x="449" y="737"/>
                  <a:pt x="450" y="743"/>
                  <a:pt x="452" y="739"/>
                </a:cubicBezTo>
                <a:cubicBezTo>
                  <a:pt x="451" y="738"/>
                  <a:pt x="449" y="738"/>
                  <a:pt x="449" y="737"/>
                </a:cubicBezTo>
                <a:cubicBezTo>
                  <a:pt x="453" y="735"/>
                  <a:pt x="449" y="729"/>
                  <a:pt x="453" y="728"/>
                </a:cubicBezTo>
                <a:cubicBezTo>
                  <a:pt x="456" y="733"/>
                  <a:pt x="460" y="733"/>
                  <a:pt x="462" y="734"/>
                </a:cubicBezTo>
                <a:cubicBezTo>
                  <a:pt x="464" y="728"/>
                  <a:pt x="469" y="730"/>
                  <a:pt x="472" y="726"/>
                </a:cubicBezTo>
                <a:cubicBezTo>
                  <a:pt x="474" y="729"/>
                  <a:pt x="473" y="733"/>
                  <a:pt x="479" y="731"/>
                </a:cubicBezTo>
                <a:cubicBezTo>
                  <a:pt x="480" y="732"/>
                  <a:pt x="481" y="738"/>
                  <a:pt x="483" y="737"/>
                </a:cubicBezTo>
                <a:cubicBezTo>
                  <a:pt x="482" y="735"/>
                  <a:pt x="479" y="731"/>
                  <a:pt x="481" y="729"/>
                </a:cubicBezTo>
                <a:cubicBezTo>
                  <a:pt x="485" y="731"/>
                  <a:pt x="488" y="731"/>
                  <a:pt x="492" y="733"/>
                </a:cubicBezTo>
                <a:cubicBezTo>
                  <a:pt x="493" y="731"/>
                  <a:pt x="488" y="724"/>
                  <a:pt x="492" y="720"/>
                </a:cubicBezTo>
                <a:cubicBezTo>
                  <a:pt x="493" y="722"/>
                  <a:pt x="495" y="723"/>
                  <a:pt x="498" y="723"/>
                </a:cubicBezTo>
                <a:cubicBezTo>
                  <a:pt x="497" y="720"/>
                  <a:pt x="499" y="720"/>
                  <a:pt x="500" y="718"/>
                </a:cubicBezTo>
                <a:cubicBezTo>
                  <a:pt x="498" y="719"/>
                  <a:pt x="496" y="714"/>
                  <a:pt x="497" y="714"/>
                </a:cubicBezTo>
                <a:cubicBezTo>
                  <a:pt x="502" y="716"/>
                  <a:pt x="502" y="722"/>
                  <a:pt x="504" y="726"/>
                </a:cubicBezTo>
                <a:cubicBezTo>
                  <a:pt x="504" y="725"/>
                  <a:pt x="506" y="725"/>
                  <a:pt x="507" y="725"/>
                </a:cubicBezTo>
                <a:cubicBezTo>
                  <a:pt x="507" y="719"/>
                  <a:pt x="506" y="718"/>
                  <a:pt x="510" y="714"/>
                </a:cubicBezTo>
                <a:cubicBezTo>
                  <a:pt x="511" y="717"/>
                  <a:pt x="511" y="722"/>
                  <a:pt x="515" y="722"/>
                </a:cubicBezTo>
                <a:cubicBezTo>
                  <a:pt x="517" y="718"/>
                  <a:pt x="514" y="709"/>
                  <a:pt x="518" y="708"/>
                </a:cubicBezTo>
                <a:cubicBezTo>
                  <a:pt x="519" y="711"/>
                  <a:pt x="521" y="708"/>
                  <a:pt x="523" y="709"/>
                </a:cubicBezTo>
                <a:cubicBezTo>
                  <a:pt x="522" y="704"/>
                  <a:pt x="524" y="707"/>
                  <a:pt x="527" y="706"/>
                </a:cubicBezTo>
                <a:cubicBezTo>
                  <a:pt x="527" y="700"/>
                  <a:pt x="527" y="700"/>
                  <a:pt x="527" y="700"/>
                </a:cubicBezTo>
                <a:cubicBezTo>
                  <a:pt x="529" y="698"/>
                  <a:pt x="531" y="701"/>
                  <a:pt x="532" y="699"/>
                </a:cubicBezTo>
                <a:cubicBezTo>
                  <a:pt x="533" y="694"/>
                  <a:pt x="527" y="693"/>
                  <a:pt x="531" y="690"/>
                </a:cubicBezTo>
                <a:cubicBezTo>
                  <a:pt x="532" y="692"/>
                  <a:pt x="534" y="692"/>
                  <a:pt x="536" y="694"/>
                </a:cubicBezTo>
                <a:cubicBezTo>
                  <a:pt x="536" y="692"/>
                  <a:pt x="536" y="689"/>
                  <a:pt x="536" y="685"/>
                </a:cubicBezTo>
                <a:cubicBezTo>
                  <a:pt x="537" y="685"/>
                  <a:pt x="541" y="683"/>
                  <a:pt x="541" y="684"/>
                </a:cubicBezTo>
                <a:cubicBezTo>
                  <a:pt x="542" y="687"/>
                  <a:pt x="540" y="687"/>
                  <a:pt x="540" y="689"/>
                </a:cubicBezTo>
                <a:cubicBezTo>
                  <a:pt x="546" y="689"/>
                  <a:pt x="545" y="697"/>
                  <a:pt x="542" y="699"/>
                </a:cubicBezTo>
                <a:cubicBezTo>
                  <a:pt x="546" y="698"/>
                  <a:pt x="548" y="699"/>
                  <a:pt x="550" y="702"/>
                </a:cubicBezTo>
                <a:cubicBezTo>
                  <a:pt x="550" y="703"/>
                  <a:pt x="549" y="703"/>
                  <a:pt x="549" y="705"/>
                </a:cubicBezTo>
                <a:cubicBezTo>
                  <a:pt x="547" y="703"/>
                  <a:pt x="545" y="706"/>
                  <a:pt x="543" y="707"/>
                </a:cubicBezTo>
                <a:cubicBezTo>
                  <a:pt x="547" y="707"/>
                  <a:pt x="551" y="708"/>
                  <a:pt x="553" y="710"/>
                </a:cubicBezTo>
                <a:cubicBezTo>
                  <a:pt x="549" y="724"/>
                  <a:pt x="554" y="728"/>
                  <a:pt x="556" y="740"/>
                </a:cubicBezTo>
                <a:cubicBezTo>
                  <a:pt x="552" y="740"/>
                  <a:pt x="554" y="737"/>
                  <a:pt x="551" y="740"/>
                </a:cubicBezTo>
                <a:cubicBezTo>
                  <a:pt x="549" y="736"/>
                  <a:pt x="546" y="731"/>
                  <a:pt x="549" y="726"/>
                </a:cubicBezTo>
                <a:cubicBezTo>
                  <a:pt x="548" y="726"/>
                  <a:pt x="547" y="726"/>
                  <a:pt x="547" y="725"/>
                </a:cubicBezTo>
                <a:cubicBezTo>
                  <a:pt x="547" y="724"/>
                  <a:pt x="548" y="723"/>
                  <a:pt x="549" y="724"/>
                </a:cubicBezTo>
                <a:cubicBezTo>
                  <a:pt x="547" y="720"/>
                  <a:pt x="552" y="709"/>
                  <a:pt x="545" y="710"/>
                </a:cubicBezTo>
                <a:cubicBezTo>
                  <a:pt x="544" y="716"/>
                  <a:pt x="547" y="713"/>
                  <a:pt x="548" y="714"/>
                </a:cubicBezTo>
                <a:cubicBezTo>
                  <a:pt x="546" y="716"/>
                  <a:pt x="548" y="719"/>
                  <a:pt x="548" y="721"/>
                </a:cubicBezTo>
                <a:cubicBezTo>
                  <a:pt x="545" y="723"/>
                  <a:pt x="543" y="721"/>
                  <a:pt x="542" y="724"/>
                </a:cubicBezTo>
                <a:cubicBezTo>
                  <a:pt x="543" y="730"/>
                  <a:pt x="545" y="740"/>
                  <a:pt x="541" y="743"/>
                </a:cubicBezTo>
                <a:cubicBezTo>
                  <a:pt x="540" y="737"/>
                  <a:pt x="538" y="743"/>
                  <a:pt x="536" y="738"/>
                </a:cubicBezTo>
                <a:cubicBezTo>
                  <a:pt x="535" y="739"/>
                  <a:pt x="537" y="743"/>
                  <a:pt x="535" y="743"/>
                </a:cubicBezTo>
                <a:cubicBezTo>
                  <a:pt x="532" y="742"/>
                  <a:pt x="531" y="739"/>
                  <a:pt x="529" y="737"/>
                </a:cubicBezTo>
                <a:cubicBezTo>
                  <a:pt x="530" y="754"/>
                  <a:pt x="550" y="758"/>
                  <a:pt x="549" y="772"/>
                </a:cubicBezTo>
                <a:cubicBezTo>
                  <a:pt x="547" y="771"/>
                  <a:pt x="547" y="769"/>
                  <a:pt x="545" y="768"/>
                </a:cubicBezTo>
                <a:cubicBezTo>
                  <a:pt x="547" y="772"/>
                  <a:pt x="547" y="778"/>
                  <a:pt x="551" y="780"/>
                </a:cubicBezTo>
                <a:cubicBezTo>
                  <a:pt x="552" y="776"/>
                  <a:pt x="547" y="775"/>
                  <a:pt x="550" y="773"/>
                </a:cubicBezTo>
                <a:cubicBezTo>
                  <a:pt x="554" y="775"/>
                  <a:pt x="558" y="781"/>
                  <a:pt x="553" y="785"/>
                </a:cubicBezTo>
                <a:cubicBezTo>
                  <a:pt x="556" y="791"/>
                  <a:pt x="557" y="788"/>
                  <a:pt x="561" y="793"/>
                </a:cubicBezTo>
                <a:cubicBezTo>
                  <a:pt x="560" y="793"/>
                  <a:pt x="561" y="796"/>
                  <a:pt x="559" y="796"/>
                </a:cubicBezTo>
                <a:cubicBezTo>
                  <a:pt x="549" y="797"/>
                  <a:pt x="547" y="792"/>
                  <a:pt x="540" y="793"/>
                </a:cubicBezTo>
                <a:cubicBezTo>
                  <a:pt x="539" y="785"/>
                  <a:pt x="531" y="784"/>
                  <a:pt x="529" y="777"/>
                </a:cubicBezTo>
                <a:cubicBezTo>
                  <a:pt x="526" y="790"/>
                  <a:pt x="541" y="801"/>
                  <a:pt x="544" y="809"/>
                </a:cubicBezTo>
                <a:cubicBezTo>
                  <a:pt x="541" y="809"/>
                  <a:pt x="537" y="805"/>
                  <a:pt x="536" y="802"/>
                </a:cubicBezTo>
                <a:cubicBezTo>
                  <a:pt x="525" y="803"/>
                  <a:pt x="530" y="784"/>
                  <a:pt x="518" y="791"/>
                </a:cubicBezTo>
                <a:cubicBezTo>
                  <a:pt x="521" y="791"/>
                  <a:pt x="520" y="795"/>
                  <a:pt x="520" y="797"/>
                </a:cubicBezTo>
                <a:cubicBezTo>
                  <a:pt x="519" y="797"/>
                  <a:pt x="519" y="796"/>
                  <a:pt x="518" y="797"/>
                </a:cubicBezTo>
                <a:cubicBezTo>
                  <a:pt x="520" y="800"/>
                  <a:pt x="519" y="802"/>
                  <a:pt x="518" y="805"/>
                </a:cubicBezTo>
                <a:cubicBezTo>
                  <a:pt x="519" y="808"/>
                  <a:pt x="522" y="810"/>
                  <a:pt x="525" y="811"/>
                </a:cubicBezTo>
                <a:cubicBezTo>
                  <a:pt x="531" y="826"/>
                  <a:pt x="544" y="830"/>
                  <a:pt x="550" y="844"/>
                </a:cubicBezTo>
                <a:cubicBezTo>
                  <a:pt x="550" y="844"/>
                  <a:pt x="549" y="844"/>
                  <a:pt x="549" y="844"/>
                </a:cubicBezTo>
                <a:cubicBezTo>
                  <a:pt x="553" y="848"/>
                  <a:pt x="558" y="853"/>
                  <a:pt x="566" y="853"/>
                </a:cubicBezTo>
                <a:cubicBezTo>
                  <a:pt x="572" y="864"/>
                  <a:pt x="587" y="860"/>
                  <a:pt x="597" y="866"/>
                </a:cubicBezTo>
                <a:cubicBezTo>
                  <a:pt x="598" y="865"/>
                  <a:pt x="599" y="864"/>
                  <a:pt x="601" y="865"/>
                </a:cubicBezTo>
                <a:cubicBezTo>
                  <a:pt x="610" y="871"/>
                  <a:pt x="626" y="866"/>
                  <a:pt x="636" y="859"/>
                </a:cubicBezTo>
                <a:cubicBezTo>
                  <a:pt x="636" y="858"/>
                  <a:pt x="636" y="858"/>
                  <a:pt x="636" y="858"/>
                </a:cubicBezTo>
                <a:cubicBezTo>
                  <a:pt x="634" y="856"/>
                  <a:pt x="627" y="856"/>
                  <a:pt x="626" y="859"/>
                </a:cubicBezTo>
                <a:cubicBezTo>
                  <a:pt x="625" y="858"/>
                  <a:pt x="623" y="858"/>
                  <a:pt x="623" y="855"/>
                </a:cubicBezTo>
                <a:cubicBezTo>
                  <a:pt x="613" y="857"/>
                  <a:pt x="615" y="848"/>
                  <a:pt x="604" y="848"/>
                </a:cubicBezTo>
                <a:cubicBezTo>
                  <a:pt x="605" y="845"/>
                  <a:pt x="601" y="846"/>
                  <a:pt x="601" y="844"/>
                </a:cubicBezTo>
                <a:cubicBezTo>
                  <a:pt x="605" y="844"/>
                  <a:pt x="612" y="845"/>
                  <a:pt x="614" y="844"/>
                </a:cubicBezTo>
                <a:cubicBezTo>
                  <a:pt x="612" y="843"/>
                  <a:pt x="609" y="843"/>
                  <a:pt x="608" y="841"/>
                </a:cubicBezTo>
                <a:cubicBezTo>
                  <a:pt x="611" y="841"/>
                  <a:pt x="615" y="845"/>
                  <a:pt x="618" y="843"/>
                </a:cubicBezTo>
                <a:cubicBezTo>
                  <a:pt x="616" y="841"/>
                  <a:pt x="625" y="840"/>
                  <a:pt x="625" y="837"/>
                </a:cubicBezTo>
                <a:cubicBezTo>
                  <a:pt x="619" y="831"/>
                  <a:pt x="605" y="833"/>
                  <a:pt x="602" y="824"/>
                </a:cubicBezTo>
                <a:cubicBezTo>
                  <a:pt x="608" y="823"/>
                  <a:pt x="612" y="827"/>
                  <a:pt x="616" y="825"/>
                </a:cubicBezTo>
                <a:cubicBezTo>
                  <a:pt x="614" y="825"/>
                  <a:pt x="614" y="825"/>
                  <a:pt x="614" y="825"/>
                </a:cubicBezTo>
                <a:cubicBezTo>
                  <a:pt x="614" y="821"/>
                  <a:pt x="614" y="821"/>
                  <a:pt x="614" y="821"/>
                </a:cubicBezTo>
                <a:cubicBezTo>
                  <a:pt x="608" y="818"/>
                  <a:pt x="604" y="816"/>
                  <a:pt x="602" y="811"/>
                </a:cubicBezTo>
                <a:cubicBezTo>
                  <a:pt x="605" y="811"/>
                  <a:pt x="606" y="813"/>
                  <a:pt x="609" y="811"/>
                </a:cubicBezTo>
                <a:cubicBezTo>
                  <a:pt x="609" y="808"/>
                  <a:pt x="607" y="808"/>
                  <a:pt x="606" y="806"/>
                </a:cubicBezTo>
                <a:cubicBezTo>
                  <a:pt x="609" y="802"/>
                  <a:pt x="611" y="803"/>
                  <a:pt x="614" y="800"/>
                </a:cubicBezTo>
                <a:cubicBezTo>
                  <a:pt x="614" y="803"/>
                  <a:pt x="614" y="803"/>
                  <a:pt x="614" y="803"/>
                </a:cubicBezTo>
                <a:cubicBezTo>
                  <a:pt x="619" y="802"/>
                  <a:pt x="624" y="807"/>
                  <a:pt x="632" y="803"/>
                </a:cubicBezTo>
                <a:cubicBezTo>
                  <a:pt x="632" y="797"/>
                  <a:pt x="637" y="802"/>
                  <a:pt x="641" y="803"/>
                </a:cubicBezTo>
                <a:cubicBezTo>
                  <a:pt x="642" y="800"/>
                  <a:pt x="638" y="801"/>
                  <a:pt x="639" y="798"/>
                </a:cubicBezTo>
                <a:cubicBezTo>
                  <a:pt x="646" y="794"/>
                  <a:pt x="660" y="804"/>
                  <a:pt x="659" y="791"/>
                </a:cubicBezTo>
                <a:cubicBezTo>
                  <a:pt x="665" y="789"/>
                  <a:pt x="666" y="786"/>
                  <a:pt x="671" y="785"/>
                </a:cubicBezTo>
                <a:cubicBezTo>
                  <a:pt x="673" y="787"/>
                  <a:pt x="668" y="788"/>
                  <a:pt x="671" y="790"/>
                </a:cubicBezTo>
                <a:cubicBezTo>
                  <a:pt x="677" y="790"/>
                  <a:pt x="676" y="781"/>
                  <a:pt x="680" y="778"/>
                </a:cubicBezTo>
                <a:cubicBezTo>
                  <a:pt x="684" y="777"/>
                  <a:pt x="686" y="778"/>
                  <a:pt x="688" y="780"/>
                </a:cubicBezTo>
                <a:cubicBezTo>
                  <a:pt x="695" y="776"/>
                  <a:pt x="699" y="766"/>
                  <a:pt x="708" y="767"/>
                </a:cubicBezTo>
                <a:cubicBezTo>
                  <a:pt x="708" y="765"/>
                  <a:pt x="708" y="762"/>
                  <a:pt x="710" y="761"/>
                </a:cubicBezTo>
                <a:cubicBezTo>
                  <a:pt x="708" y="765"/>
                  <a:pt x="713" y="763"/>
                  <a:pt x="714" y="765"/>
                </a:cubicBezTo>
                <a:cubicBezTo>
                  <a:pt x="714" y="762"/>
                  <a:pt x="715" y="760"/>
                  <a:pt x="716" y="758"/>
                </a:cubicBezTo>
                <a:cubicBezTo>
                  <a:pt x="720" y="758"/>
                  <a:pt x="720" y="758"/>
                  <a:pt x="720" y="758"/>
                </a:cubicBezTo>
                <a:cubicBezTo>
                  <a:pt x="726" y="765"/>
                  <a:pt x="718" y="771"/>
                  <a:pt x="718" y="775"/>
                </a:cubicBezTo>
                <a:cubicBezTo>
                  <a:pt x="721" y="774"/>
                  <a:pt x="720" y="769"/>
                  <a:pt x="725" y="769"/>
                </a:cubicBezTo>
                <a:cubicBezTo>
                  <a:pt x="725" y="775"/>
                  <a:pt x="718" y="780"/>
                  <a:pt x="713" y="783"/>
                </a:cubicBezTo>
                <a:cubicBezTo>
                  <a:pt x="718" y="785"/>
                  <a:pt x="720" y="777"/>
                  <a:pt x="725" y="777"/>
                </a:cubicBezTo>
                <a:cubicBezTo>
                  <a:pt x="725" y="779"/>
                  <a:pt x="724" y="780"/>
                  <a:pt x="726" y="781"/>
                </a:cubicBezTo>
                <a:cubicBezTo>
                  <a:pt x="726" y="777"/>
                  <a:pt x="728" y="776"/>
                  <a:pt x="732" y="775"/>
                </a:cubicBezTo>
                <a:cubicBezTo>
                  <a:pt x="740" y="784"/>
                  <a:pt x="740" y="762"/>
                  <a:pt x="744" y="759"/>
                </a:cubicBezTo>
                <a:cubicBezTo>
                  <a:pt x="743" y="762"/>
                  <a:pt x="747" y="760"/>
                  <a:pt x="746" y="763"/>
                </a:cubicBezTo>
                <a:cubicBezTo>
                  <a:pt x="746" y="767"/>
                  <a:pt x="742" y="768"/>
                  <a:pt x="741" y="771"/>
                </a:cubicBezTo>
                <a:cubicBezTo>
                  <a:pt x="744" y="775"/>
                  <a:pt x="745" y="775"/>
                  <a:pt x="745" y="780"/>
                </a:cubicBezTo>
                <a:cubicBezTo>
                  <a:pt x="746" y="780"/>
                  <a:pt x="748" y="776"/>
                  <a:pt x="750" y="778"/>
                </a:cubicBezTo>
                <a:cubicBezTo>
                  <a:pt x="747" y="780"/>
                  <a:pt x="744" y="785"/>
                  <a:pt x="744" y="787"/>
                </a:cubicBezTo>
                <a:cubicBezTo>
                  <a:pt x="744" y="786"/>
                  <a:pt x="746" y="785"/>
                  <a:pt x="746" y="787"/>
                </a:cubicBezTo>
                <a:cubicBezTo>
                  <a:pt x="745" y="790"/>
                  <a:pt x="743" y="790"/>
                  <a:pt x="741" y="788"/>
                </a:cubicBezTo>
                <a:cubicBezTo>
                  <a:pt x="742" y="792"/>
                  <a:pt x="742" y="789"/>
                  <a:pt x="740" y="791"/>
                </a:cubicBezTo>
                <a:cubicBezTo>
                  <a:pt x="741" y="791"/>
                  <a:pt x="740" y="793"/>
                  <a:pt x="741" y="795"/>
                </a:cubicBezTo>
                <a:cubicBezTo>
                  <a:pt x="739" y="795"/>
                  <a:pt x="737" y="796"/>
                  <a:pt x="736" y="798"/>
                </a:cubicBezTo>
                <a:cubicBezTo>
                  <a:pt x="737" y="798"/>
                  <a:pt x="736" y="801"/>
                  <a:pt x="738" y="801"/>
                </a:cubicBezTo>
                <a:cubicBezTo>
                  <a:pt x="741" y="794"/>
                  <a:pt x="747" y="784"/>
                  <a:pt x="753" y="788"/>
                </a:cubicBezTo>
                <a:cubicBezTo>
                  <a:pt x="753" y="785"/>
                  <a:pt x="756" y="785"/>
                  <a:pt x="759" y="785"/>
                </a:cubicBezTo>
                <a:cubicBezTo>
                  <a:pt x="761" y="794"/>
                  <a:pt x="757" y="796"/>
                  <a:pt x="760" y="804"/>
                </a:cubicBezTo>
                <a:cubicBezTo>
                  <a:pt x="764" y="798"/>
                  <a:pt x="772" y="797"/>
                  <a:pt x="774" y="789"/>
                </a:cubicBezTo>
                <a:cubicBezTo>
                  <a:pt x="779" y="790"/>
                  <a:pt x="781" y="783"/>
                  <a:pt x="783" y="784"/>
                </a:cubicBezTo>
                <a:cubicBezTo>
                  <a:pt x="782" y="788"/>
                  <a:pt x="775" y="790"/>
                  <a:pt x="778" y="795"/>
                </a:cubicBezTo>
                <a:cubicBezTo>
                  <a:pt x="782" y="796"/>
                  <a:pt x="782" y="791"/>
                  <a:pt x="784" y="790"/>
                </a:cubicBezTo>
                <a:cubicBezTo>
                  <a:pt x="788" y="791"/>
                  <a:pt x="787" y="788"/>
                  <a:pt x="789" y="788"/>
                </a:cubicBezTo>
                <a:cubicBezTo>
                  <a:pt x="798" y="772"/>
                  <a:pt x="812" y="763"/>
                  <a:pt x="820" y="746"/>
                </a:cubicBezTo>
                <a:cubicBezTo>
                  <a:pt x="819" y="746"/>
                  <a:pt x="819" y="745"/>
                  <a:pt x="819" y="744"/>
                </a:cubicBezTo>
                <a:cubicBezTo>
                  <a:pt x="826" y="737"/>
                  <a:pt x="828" y="726"/>
                  <a:pt x="834" y="719"/>
                </a:cubicBezTo>
                <a:cubicBezTo>
                  <a:pt x="834" y="715"/>
                  <a:pt x="836" y="714"/>
                  <a:pt x="835" y="710"/>
                </a:cubicBezTo>
                <a:cubicBezTo>
                  <a:pt x="844" y="701"/>
                  <a:pt x="843" y="680"/>
                  <a:pt x="853" y="673"/>
                </a:cubicBezTo>
                <a:cubicBezTo>
                  <a:pt x="852" y="669"/>
                  <a:pt x="854" y="668"/>
                  <a:pt x="854" y="665"/>
                </a:cubicBezTo>
                <a:cubicBezTo>
                  <a:pt x="857" y="661"/>
                  <a:pt x="859" y="657"/>
                  <a:pt x="860" y="651"/>
                </a:cubicBezTo>
                <a:cubicBezTo>
                  <a:pt x="861" y="651"/>
                  <a:pt x="862" y="651"/>
                  <a:pt x="863" y="650"/>
                </a:cubicBezTo>
                <a:cubicBezTo>
                  <a:pt x="864" y="642"/>
                  <a:pt x="863" y="622"/>
                  <a:pt x="872" y="618"/>
                </a:cubicBezTo>
                <a:cubicBezTo>
                  <a:pt x="874" y="619"/>
                  <a:pt x="875" y="621"/>
                  <a:pt x="876" y="623"/>
                </a:cubicBezTo>
                <a:cubicBezTo>
                  <a:pt x="879" y="621"/>
                  <a:pt x="876" y="617"/>
                  <a:pt x="879" y="617"/>
                </a:cubicBezTo>
                <a:cubicBezTo>
                  <a:pt x="881" y="618"/>
                  <a:pt x="877" y="623"/>
                  <a:pt x="880" y="625"/>
                </a:cubicBezTo>
                <a:cubicBezTo>
                  <a:pt x="883" y="620"/>
                  <a:pt x="882" y="613"/>
                  <a:pt x="887" y="610"/>
                </a:cubicBezTo>
                <a:cubicBezTo>
                  <a:pt x="887" y="612"/>
                  <a:pt x="888" y="612"/>
                  <a:pt x="890" y="612"/>
                </a:cubicBezTo>
                <a:cubicBezTo>
                  <a:pt x="893" y="608"/>
                  <a:pt x="897" y="605"/>
                  <a:pt x="894" y="597"/>
                </a:cubicBezTo>
                <a:cubicBezTo>
                  <a:pt x="896" y="598"/>
                  <a:pt x="899" y="599"/>
                  <a:pt x="899" y="596"/>
                </a:cubicBezTo>
                <a:cubicBezTo>
                  <a:pt x="897" y="593"/>
                  <a:pt x="894" y="591"/>
                  <a:pt x="891" y="589"/>
                </a:cubicBezTo>
                <a:cubicBezTo>
                  <a:pt x="891" y="582"/>
                  <a:pt x="892" y="577"/>
                  <a:pt x="896" y="575"/>
                </a:cubicBezTo>
                <a:cubicBezTo>
                  <a:pt x="896" y="567"/>
                  <a:pt x="896" y="567"/>
                  <a:pt x="896" y="567"/>
                </a:cubicBezTo>
                <a:cubicBezTo>
                  <a:pt x="904" y="565"/>
                  <a:pt x="897" y="548"/>
                  <a:pt x="906" y="547"/>
                </a:cubicBezTo>
                <a:cubicBezTo>
                  <a:pt x="903" y="547"/>
                  <a:pt x="904" y="541"/>
                  <a:pt x="906" y="540"/>
                </a:cubicBezTo>
                <a:cubicBezTo>
                  <a:pt x="907" y="541"/>
                  <a:pt x="907" y="544"/>
                  <a:pt x="909" y="544"/>
                </a:cubicBezTo>
                <a:cubicBezTo>
                  <a:pt x="911" y="542"/>
                  <a:pt x="907" y="542"/>
                  <a:pt x="907" y="539"/>
                </a:cubicBezTo>
                <a:cubicBezTo>
                  <a:pt x="908" y="539"/>
                  <a:pt x="910" y="538"/>
                  <a:pt x="911" y="539"/>
                </a:cubicBezTo>
                <a:cubicBezTo>
                  <a:pt x="910" y="543"/>
                  <a:pt x="915" y="548"/>
                  <a:pt x="916" y="545"/>
                </a:cubicBezTo>
                <a:cubicBezTo>
                  <a:pt x="910" y="536"/>
                  <a:pt x="903" y="520"/>
                  <a:pt x="905" y="509"/>
                </a:cubicBezTo>
                <a:cubicBezTo>
                  <a:pt x="907" y="511"/>
                  <a:pt x="909" y="512"/>
                  <a:pt x="910" y="515"/>
                </a:cubicBezTo>
                <a:cubicBezTo>
                  <a:pt x="910" y="516"/>
                  <a:pt x="908" y="516"/>
                  <a:pt x="908" y="518"/>
                </a:cubicBezTo>
                <a:cubicBezTo>
                  <a:pt x="916" y="531"/>
                  <a:pt x="919" y="555"/>
                  <a:pt x="924" y="574"/>
                </a:cubicBezTo>
                <a:cubicBezTo>
                  <a:pt x="926" y="568"/>
                  <a:pt x="921" y="561"/>
                  <a:pt x="926" y="559"/>
                </a:cubicBezTo>
                <a:cubicBezTo>
                  <a:pt x="926" y="563"/>
                  <a:pt x="926" y="568"/>
                  <a:pt x="928" y="571"/>
                </a:cubicBezTo>
                <a:cubicBezTo>
                  <a:pt x="932" y="564"/>
                  <a:pt x="923" y="556"/>
                  <a:pt x="929" y="549"/>
                </a:cubicBezTo>
                <a:cubicBezTo>
                  <a:pt x="929" y="546"/>
                  <a:pt x="928" y="544"/>
                  <a:pt x="927" y="541"/>
                </a:cubicBezTo>
                <a:cubicBezTo>
                  <a:pt x="934" y="519"/>
                  <a:pt x="917" y="500"/>
                  <a:pt x="918" y="478"/>
                </a:cubicBezTo>
                <a:cubicBezTo>
                  <a:pt x="920" y="479"/>
                  <a:pt x="922" y="480"/>
                  <a:pt x="924" y="479"/>
                </a:cubicBezTo>
                <a:cubicBezTo>
                  <a:pt x="925" y="484"/>
                  <a:pt x="926" y="484"/>
                  <a:pt x="928" y="487"/>
                </a:cubicBezTo>
                <a:cubicBezTo>
                  <a:pt x="925" y="491"/>
                  <a:pt x="931" y="498"/>
                  <a:pt x="932" y="504"/>
                </a:cubicBezTo>
                <a:cubicBezTo>
                  <a:pt x="932" y="503"/>
                  <a:pt x="933" y="502"/>
                  <a:pt x="933" y="501"/>
                </a:cubicBezTo>
                <a:cubicBezTo>
                  <a:pt x="939" y="506"/>
                  <a:pt x="937" y="519"/>
                  <a:pt x="942" y="525"/>
                </a:cubicBezTo>
                <a:cubicBezTo>
                  <a:pt x="944" y="523"/>
                  <a:pt x="942" y="518"/>
                  <a:pt x="946" y="518"/>
                </a:cubicBezTo>
                <a:cubicBezTo>
                  <a:pt x="949" y="526"/>
                  <a:pt x="946" y="535"/>
                  <a:pt x="950" y="542"/>
                </a:cubicBezTo>
                <a:cubicBezTo>
                  <a:pt x="948" y="542"/>
                  <a:pt x="948" y="542"/>
                  <a:pt x="948" y="542"/>
                </a:cubicBezTo>
                <a:cubicBezTo>
                  <a:pt x="950" y="554"/>
                  <a:pt x="953" y="564"/>
                  <a:pt x="950" y="575"/>
                </a:cubicBezTo>
                <a:cubicBezTo>
                  <a:pt x="952" y="576"/>
                  <a:pt x="954" y="572"/>
                  <a:pt x="955" y="575"/>
                </a:cubicBezTo>
                <a:cubicBezTo>
                  <a:pt x="954" y="587"/>
                  <a:pt x="952" y="595"/>
                  <a:pt x="952" y="607"/>
                </a:cubicBezTo>
                <a:cubicBezTo>
                  <a:pt x="948" y="608"/>
                  <a:pt x="948" y="616"/>
                  <a:pt x="951" y="620"/>
                </a:cubicBezTo>
                <a:cubicBezTo>
                  <a:pt x="954" y="609"/>
                  <a:pt x="956" y="596"/>
                  <a:pt x="956" y="581"/>
                </a:cubicBezTo>
                <a:cubicBezTo>
                  <a:pt x="956" y="561"/>
                  <a:pt x="953" y="541"/>
                  <a:pt x="955" y="524"/>
                </a:cubicBezTo>
                <a:cubicBezTo>
                  <a:pt x="957" y="531"/>
                  <a:pt x="957" y="541"/>
                  <a:pt x="962" y="546"/>
                </a:cubicBezTo>
                <a:cubicBezTo>
                  <a:pt x="967" y="530"/>
                  <a:pt x="961" y="508"/>
                  <a:pt x="957" y="493"/>
                </a:cubicBezTo>
                <a:cubicBezTo>
                  <a:pt x="958" y="492"/>
                  <a:pt x="958" y="490"/>
                  <a:pt x="960" y="490"/>
                </a:cubicBezTo>
                <a:cubicBezTo>
                  <a:pt x="962" y="496"/>
                  <a:pt x="961" y="504"/>
                  <a:pt x="965" y="508"/>
                </a:cubicBezTo>
                <a:cubicBezTo>
                  <a:pt x="968" y="506"/>
                  <a:pt x="963" y="503"/>
                  <a:pt x="966" y="502"/>
                </a:cubicBezTo>
                <a:cubicBezTo>
                  <a:pt x="970" y="507"/>
                  <a:pt x="968" y="515"/>
                  <a:pt x="971" y="520"/>
                </a:cubicBezTo>
                <a:cubicBezTo>
                  <a:pt x="973" y="513"/>
                  <a:pt x="969" y="501"/>
                  <a:pt x="972" y="497"/>
                </a:cubicBezTo>
                <a:cubicBezTo>
                  <a:pt x="978" y="509"/>
                  <a:pt x="980" y="518"/>
                  <a:pt x="977" y="533"/>
                </a:cubicBezTo>
                <a:cubicBezTo>
                  <a:pt x="975" y="535"/>
                  <a:pt x="972" y="534"/>
                  <a:pt x="972" y="536"/>
                </a:cubicBezTo>
                <a:cubicBezTo>
                  <a:pt x="970" y="533"/>
                  <a:pt x="976" y="532"/>
                  <a:pt x="976" y="529"/>
                </a:cubicBezTo>
                <a:cubicBezTo>
                  <a:pt x="973" y="527"/>
                  <a:pt x="971" y="523"/>
                  <a:pt x="967" y="523"/>
                </a:cubicBezTo>
                <a:cubicBezTo>
                  <a:pt x="966" y="529"/>
                  <a:pt x="969" y="534"/>
                  <a:pt x="969" y="539"/>
                </a:cubicBezTo>
                <a:cubicBezTo>
                  <a:pt x="970" y="545"/>
                  <a:pt x="968" y="552"/>
                  <a:pt x="971" y="552"/>
                </a:cubicBezTo>
                <a:cubicBezTo>
                  <a:pt x="972" y="552"/>
                  <a:pt x="971" y="542"/>
                  <a:pt x="973" y="539"/>
                </a:cubicBezTo>
                <a:cubicBezTo>
                  <a:pt x="975" y="543"/>
                  <a:pt x="973" y="547"/>
                  <a:pt x="976" y="548"/>
                </a:cubicBezTo>
                <a:cubicBezTo>
                  <a:pt x="975" y="544"/>
                  <a:pt x="976" y="542"/>
                  <a:pt x="975" y="539"/>
                </a:cubicBezTo>
                <a:cubicBezTo>
                  <a:pt x="977" y="539"/>
                  <a:pt x="977" y="537"/>
                  <a:pt x="979" y="537"/>
                </a:cubicBezTo>
                <a:cubicBezTo>
                  <a:pt x="982" y="538"/>
                  <a:pt x="983" y="541"/>
                  <a:pt x="984" y="544"/>
                </a:cubicBezTo>
                <a:cubicBezTo>
                  <a:pt x="984" y="543"/>
                  <a:pt x="985" y="542"/>
                  <a:pt x="986" y="542"/>
                </a:cubicBezTo>
                <a:cubicBezTo>
                  <a:pt x="990" y="567"/>
                  <a:pt x="996" y="597"/>
                  <a:pt x="985" y="619"/>
                </a:cubicBezTo>
                <a:cubicBezTo>
                  <a:pt x="986" y="618"/>
                  <a:pt x="987" y="618"/>
                  <a:pt x="986" y="616"/>
                </a:cubicBezTo>
                <a:cubicBezTo>
                  <a:pt x="981" y="616"/>
                  <a:pt x="987" y="629"/>
                  <a:pt x="981" y="628"/>
                </a:cubicBezTo>
                <a:cubicBezTo>
                  <a:pt x="979" y="609"/>
                  <a:pt x="985" y="592"/>
                  <a:pt x="982" y="576"/>
                </a:cubicBezTo>
                <a:cubicBezTo>
                  <a:pt x="978" y="576"/>
                  <a:pt x="981" y="568"/>
                  <a:pt x="978" y="567"/>
                </a:cubicBezTo>
                <a:cubicBezTo>
                  <a:pt x="968" y="570"/>
                  <a:pt x="974" y="586"/>
                  <a:pt x="966" y="593"/>
                </a:cubicBezTo>
                <a:cubicBezTo>
                  <a:pt x="963" y="589"/>
                  <a:pt x="966" y="582"/>
                  <a:pt x="968" y="576"/>
                </a:cubicBezTo>
                <a:cubicBezTo>
                  <a:pt x="965" y="575"/>
                  <a:pt x="966" y="571"/>
                  <a:pt x="963" y="569"/>
                </a:cubicBezTo>
                <a:cubicBezTo>
                  <a:pt x="961" y="582"/>
                  <a:pt x="968" y="600"/>
                  <a:pt x="956" y="600"/>
                </a:cubicBezTo>
                <a:cubicBezTo>
                  <a:pt x="959" y="614"/>
                  <a:pt x="958" y="622"/>
                  <a:pt x="958" y="636"/>
                </a:cubicBezTo>
                <a:cubicBezTo>
                  <a:pt x="959" y="634"/>
                  <a:pt x="958" y="633"/>
                  <a:pt x="961" y="634"/>
                </a:cubicBezTo>
                <a:cubicBezTo>
                  <a:pt x="965" y="623"/>
                  <a:pt x="967" y="608"/>
                  <a:pt x="967" y="598"/>
                </a:cubicBezTo>
                <a:cubicBezTo>
                  <a:pt x="970" y="600"/>
                  <a:pt x="976" y="613"/>
                  <a:pt x="968" y="612"/>
                </a:cubicBezTo>
                <a:cubicBezTo>
                  <a:pt x="969" y="618"/>
                  <a:pt x="971" y="622"/>
                  <a:pt x="973" y="625"/>
                </a:cubicBezTo>
                <a:cubicBezTo>
                  <a:pt x="974" y="629"/>
                  <a:pt x="970" y="627"/>
                  <a:pt x="971" y="630"/>
                </a:cubicBezTo>
                <a:cubicBezTo>
                  <a:pt x="969" y="649"/>
                  <a:pt x="963" y="669"/>
                  <a:pt x="960" y="685"/>
                </a:cubicBezTo>
                <a:cubicBezTo>
                  <a:pt x="954" y="687"/>
                  <a:pt x="954" y="696"/>
                  <a:pt x="953" y="703"/>
                </a:cubicBezTo>
                <a:cubicBezTo>
                  <a:pt x="941" y="713"/>
                  <a:pt x="936" y="731"/>
                  <a:pt x="937" y="751"/>
                </a:cubicBezTo>
                <a:cubicBezTo>
                  <a:pt x="933" y="753"/>
                  <a:pt x="932" y="757"/>
                  <a:pt x="928" y="759"/>
                </a:cubicBezTo>
                <a:cubicBezTo>
                  <a:pt x="927" y="757"/>
                  <a:pt x="925" y="760"/>
                  <a:pt x="925" y="759"/>
                </a:cubicBezTo>
                <a:cubicBezTo>
                  <a:pt x="926" y="750"/>
                  <a:pt x="931" y="748"/>
                  <a:pt x="933" y="739"/>
                </a:cubicBezTo>
                <a:cubicBezTo>
                  <a:pt x="931" y="738"/>
                  <a:pt x="930" y="738"/>
                  <a:pt x="928" y="738"/>
                </a:cubicBezTo>
                <a:cubicBezTo>
                  <a:pt x="926" y="746"/>
                  <a:pt x="922" y="753"/>
                  <a:pt x="919" y="760"/>
                </a:cubicBezTo>
                <a:cubicBezTo>
                  <a:pt x="920" y="761"/>
                  <a:pt x="922" y="761"/>
                  <a:pt x="923" y="763"/>
                </a:cubicBezTo>
                <a:cubicBezTo>
                  <a:pt x="921" y="769"/>
                  <a:pt x="918" y="771"/>
                  <a:pt x="918" y="779"/>
                </a:cubicBezTo>
                <a:cubicBezTo>
                  <a:pt x="909" y="780"/>
                  <a:pt x="910" y="796"/>
                  <a:pt x="903" y="796"/>
                </a:cubicBezTo>
                <a:cubicBezTo>
                  <a:pt x="904" y="793"/>
                  <a:pt x="905" y="792"/>
                  <a:pt x="902" y="790"/>
                </a:cubicBezTo>
                <a:cubicBezTo>
                  <a:pt x="903" y="789"/>
                  <a:pt x="903" y="787"/>
                  <a:pt x="903" y="784"/>
                </a:cubicBezTo>
                <a:cubicBezTo>
                  <a:pt x="898" y="784"/>
                  <a:pt x="897" y="789"/>
                  <a:pt x="894" y="792"/>
                </a:cubicBezTo>
                <a:cubicBezTo>
                  <a:pt x="893" y="788"/>
                  <a:pt x="891" y="786"/>
                  <a:pt x="888" y="785"/>
                </a:cubicBezTo>
                <a:cubicBezTo>
                  <a:pt x="883" y="794"/>
                  <a:pt x="878" y="798"/>
                  <a:pt x="872" y="804"/>
                </a:cubicBezTo>
                <a:cubicBezTo>
                  <a:pt x="868" y="803"/>
                  <a:pt x="863" y="809"/>
                  <a:pt x="864" y="814"/>
                </a:cubicBezTo>
                <a:cubicBezTo>
                  <a:pt x="868" y="814"/>
                  <a:pt x="870" y="815"/>
                  <a:pt x="872" y="816"/>
                </a:cubicBezTo>
                <a:cubicBezTo>
                  <a:pt x="873" y="824"/>
                  <a:pt x="867" y="825"/>
                  <a:pt x="863" y="828"/>
                </a:cubicBezTo>
                <a:cubicBezTo>
                  <a:pt x="862" y="823"/>
                  <a:pt x="864" y="820"/>
                  <a:pt x="863" y="817"/>
                </a:cubicBezTo>
                <a:cubicBezTo>
                  <a:pt x="854" y="824"/>
                  <a:pt x="846" y="834"/>
                  <a:pt x="836" y="834"/>
                </a:cubicBezTo>
                <a:cubicBezTo>
                  <a:pt x="834" y="839"/>
                  <a:pt x="837" y="840"/>
                  <a:pt x="836" y="843"/>
                </a:cubicBezTo>
                <a:cubicBezTo>
                  <a:pt x="841" y="841"/>
                  <a:pt x="842" y="835"/>
                  <a:pt x="847" y="833"/>
                </a:cubicBezTo>
                <a:cubicBezTo>
                  <a:pt x="851" y="838"/>
                  <a:pt x="851" y="846"/>
                  <a:pt x="852" y="852"/>
                </a:cubicBezTo>
                <a:cubicBezTo>
                  <a:pt x="858" y="843"/>
                  <a:pt x="864" y="835"/>
                  <a:pt x="874" y="831"/>
                </a:cubicBezTo>
                <a:cubicBezTo>
                  <a:pt x="877" y="835"/>
                  <a:pt x="875" y="840"/>
                  <a:pt x="873" y="844"/>
                </a:cubicBezTo>
                <a:cubicBezTo>
                  <a:pt x="880" y="841"/>
                  <a:pt x="880" y="833"/>
                  <a:pt x="885" y="828"/>
                </a:cubicBezTo>
                <a:cubicBezTo>
                  <a:pt x="881" y="827"/>
                  <a:pt x="880" y="832"/>
                  <a:pt x="878" y="830"/>
                </a:cubicBezTo>
                <a:cubicBezTo>
                  <a:pt x="882" y="826"/>
                  <a:pt x="879" y="816"/>
                  <a:pt x="886" y="817"/>
                </a:cubicBezTo>
                <a:cubicBezTo>
                  <a:pt x="886" y="821"/>
                  <a:pt x="883" y="820"/>
                  <a:pt x="883" y="823"/>
                </a:cubicBezTo>
                <a:cubicBezTo>
                  <a:pt x="886" y="824"/>
                  <a:pt x="885" y="820"/>
                  <a:pt x="888" y="821"/>
                </a:cubicBezTo>
                <a:cubicBezTo>
                  <a:pt x="893" y="826"/>
                  <a:pt x="900" y="813"/>
                  <a:pt x="907" y="816"/>
                </a:cubicBezTo>
                <a:cubicBezTo>
                  <a:pt x="906" y="820"/>
                  <a:pt x="901" y="820"/>
                  <a:pt x="902" y="827"/>
                </a:cubicBezTo>
                <a:cubicBezTo>
                  <a:pt x="899" y="827"/>
                  <a:pt x="899" y="830"/>
                  <a:pt x="898" y="832"/>
                </a:cubicBezTo>
                <a:cubicBezTo>
                  <a:pt x="900" y="833"/>
                  <a:pt x="899" y="838"/>
                  <a:pt x="902" y="839"/>
                </a:cubicBezTo>
                <a:cubicBezTo>
                  <a:pt x="901" y="840"/>
                  <a:pt x="899" y="840"/>
                  <a:pt x="898" y="842"/>
                </a:cubicBezTo>
                <a:cubicBezTo>
                  <a:pt x="903" y="844"/>
                  <a:pt x="906" y="838"/>
                  <a:pt x="909" y="836"/>
                </a:cubicBezTo>
                <a:cubicBezTo>
                  <a:pt x="909" y="837"/>
                  <a:pt x="910" y="837"/>
                  <a:pt x="911" y="837"/>
                </a:cubicBezTo>
                <a:cubicBezTo>
                  <a:pt x="905" y="844"/>
                  <a:pt x="895" y="849"/>
                  <a:pt x="889" y="858"/>
                </a:cubicBezTo>
                <a:cubicBezTo>
                  <a:pt x="888" y="861"/>
                  <a:pt x="891" y="860"/>
                  <a:pt x="890" y="863"/>
                </a:cubicBezTo>
                <a:cubicBezTo>
                  <a:pt x="888" y="864"/>
                  <a:pt x="889" y="868"/>
                  <a:pt x="886" y="867"/>
                </a:cubicBezTo>
                <a:cubicBezTo>
                  <a:pt x="883" y="867"/>
                  <a:pt x="882" y="864"/>
                  <a:pt x="880" y="861"/>
                </a:cubicBezTo>
                <a:cubicBezTo>
                  <a:pt x="869" y="861"/>
                  <a:pt x="873" y="871"/>
                  <a:pt x="863" y="872"/>
                </a:cubicBezTo>
                <a:cubicBezTo>
                  <a:pt x="863" y="876"/>
                  <a:pt x="860" y="877"/>
                  <a:pt x="859" y="880"/>
                </a:cubicBezTo>
                <a:cubicBezTo>
                  <a:pt x="853" y="876"/>
                  <a:pt x="850" y="883"/>
                  <a:pt x="847" y="885"/>
                </a:cubicBezTo>
                <a:cubicBezTo>
                  <a:pt x="847" y="888"/>
                  <a:pt x="847" y="891"/>
                  <a:pt x="848" y="894"/>
                </a:cubicBezTo>
                <a:cubicBezTo>
                  <a:pt x="847" y="895"/>
                  <a:pt x="841" y="895"/>
                  <a:pt x="840" y="894"/>
                </a:cubicBezTo>
                <a:cubicBezTo>
                  <a:pt x="839" y="891"/>
                  <a:pt x="841" y="891"/>
                  <a:pt x="841" y="889"/>
                </a:cubicBezTo>
                <a:cubicBezTo>
                  <a:pt x="835" y="893"/>
                  <a:pt x="831" y="896"/>
                  <a:pt x="826" y="899"/>
                </a:cubicBezTo>
                <a:cubicBezTo>
                  <a:pt x="820" y="902"/>
                  <a:pt x="815" y="907"/>
                  <a:pt x="811" y="908"/>
                </a:cubicBezTo>
                <a:cubicBezTo>
                  <a:pt x="808" y="909"/>
                  <a:pt x="805" y="907"/>
                  <a:pt x="802" y="908"/>
                </a:cubicBezTo>
                <a:cubicBezTo>
                  <a:pt x="796" y="909"/>
                  <a:pt x="793" y="915"/>
                  <a:pt x="786" y="915"/>
                </a:cubicBezTo>
                <a:cubicBezTo>
                  <a:pt x="791" y="911"/>
                  <a:pt x="797" y="907"/>
                  <a:pt x="802" y="904"/>
                </a:cubicBezTo>
                <a:cubicBezTo>
                  <a:pt x="802" y="900"/>
                  <a:pt x="802" y="900"/>
                  <a:pt x="802" y="900"/>
                </a:cubicBezTo>
                <a:cubicBezTo>
                  <a:pt x="792" y="903"/>
                  <a:pt x="791" y="911"/>
                  <a:pt x="778" y="911"/>
                </a:cubicBezTo>
                <a:cubicBezTo>
                  <a:pt x="777" y="917"/>
                  <a:pt x="770" y="916"/>
                  <a:pt x="771" y="924"/>
                </a:cubicBezTo>
                <a:cubicBezTo>
                  <a:pt x="773" y="927"/>
                  <a:pt x="775" y="924"/>
                  <a:pt x="777" y="927"/>
                </a:cubicBezTo>
                <a:cubicBezTo>
                  <a:pt x="775" y="933"/>
                  <a:pt x="768" y="934"/>
                  <a:pt x="763" y="938"/>
                </a:cubicBezTo>
                <a:cubicBezTo>
                  <a:pt x="764" y="938"/>
                  <a:pt x="766" y="938"/>
                  <a:pt x="766" y="939"/>
                </a:cubicBezTo>
                <a:cubicBezTo>
                  <a:pt x="765" y="941"/>
                  <a:pt x="760" y="944"/>
                  <a:pt x="759" y="941"/>
                </a:cubicBezTo>
                <a:cubicBezTo>
                  <a:pt x="759" y="939"/>
                  <a:pt x="762" y="940"/>
                  <a:pt x="762" y="938"/>
                </a:cubicBezTo>
                <a:cubicBezTo>
                  <a:pt x="757" y="938"/>
                  <a:pt x="756" y="942"/>
                  <a:pt x="751" y="942"/>
                </a:cubicBezTo>
                <a:cubicBezTo>
                  <a:pt x="752" y="944"/>
                  <a:pt x="752" y="944"/>
                  <a:pt x="751" y="947"/>
                </a:cubicBezTo>
                <a:cubicBezTo>
                  <a:pt x="755" y="947"/>
                  <a:pt x="757" y="944"/>
                  <a:pt x="758" y="943"/>
                </a:cubicBezTo>
                <a:cubicBezTo>
                  <a:pt x="759" y="944"/>
                  <a:pt x="760" y="941"/>
                  <a:pt x="761" y="944"/>
                </a:cubicBezTo>
                <a:cubicBezTo>
                  <a:pt x="759" y="946"/>
                  <a:pt x="757" y="947"/>
                  <a:pt x="755" y="949"/>
                </a:cubicBezTo>
                <a:cubicBezTo>
                  <a:pt x="760" y="947"/>
                  <a:pt x="763" y="943"/>
                  <a:pt x="769" y="943"/>
                </a:cubicBezTo>
                <a:cubicBezTo>
                  <a:pt x="770" y="945"/>
                  <a:pt x="769" y="947"/>
                  <a:pt x="771" y="949"/>
                </a:cubicBezTo>
                <a:cubicBezTo>
                  <a:pt x="768" y="949"/>
                  <a:pt x="764" y="951"/>
                  <a:pt x="765" y="953"/>
                </a:cubicBezTo>
                <a:cubicBezTo>
                  <a:pt x="761" y="954"/>
                  <a:pt x="766" y="951"/>
                  <a:pt x="763" y="951"/>
                </a:cubicBezTo>
                <a:cubicBezTo>
                  <a:pt x="763" y="952"/>
                  <a:pt x="762" y="953"/>
                  <a:pt x="762" y="954"/>
                </a:cubicBezTo>
                <a:cubicBezTo>
                  <a:pt x="761" y="952"/>
                  <a:pt x="758" y="952"/>
                  <a:pt x="757" y="954"/>
                </a:cubicBezTo>
                <a:cubicBezTo>
                  <a:pt x="760" y="955"/>
                  <a:pt x="756" y="956"/>
                  <a:pt x="756" y="957"/>
                </a:cubicBezTo>
                <a:cubicBezTo>
                  <a:pt x="762" y="958"/>
                  <a:pt x="771" y="955"/>
                  <a:pt x="774" y="951"/>
                </a:cubicBezTo>
                <a:cubicBezTo>
                  <a:pt x="774" y="952"/>
                  <a:pt x="776" y="951"/>
                  <a:pt x="776" y="953"/>
                </a:cubicBezTo>
                <a:cubicBezTo>
                  <a:pt x="784" y="949"/>
                  <a:pt x="789" y="942"/>
                  <a:pt x="798" y="939"/>
                </a:cubicBezTo>
                <a:cubicBezTo>
                  <a:pt x="798" y="941"/>
                  <a:pt x="798" y="943"/>
                  <a:pt x="798" y="944"/>
                </a:cubicBezTo>
                <a:cubicBezTo>
                  <a:pt x="803" y="949"/>
                  <a:pt x="814" y="940"/>
                  <a:pt x="810" y="934"/>
                </a:cubicBezTo>
                <a:cubicBezTo>
                  <a:pt x="813" y="934"/>
                  <a:pt x="811" y="928"/>
                  <a:pt x="816" y="929"/>
                </a:cubicBezTo>
                <a:cubicBezTo>
                  <a:pt x="816" y="932"/>
                  <a:pt x="816" y="933"/>
                  <a:pt x="817" y="934"/>
                </a:cubicBezTo>
                <a:cubicBezTo>
                  <a:pt x="826" y="929"/>
                  <a:pt x="832" y="929"/>
                  <a:pt x="837" y="918"/>
                </a:cubicBezTo>
                <a:cubicBezTo>
                  <a:pt x="845" y="917"/>
                  <a:pt x="852" y="905"/>
                  <a:pt x="860" y="905"/>
                </a:cubicBezTo>
                <a:cubicBezTo>
                  <a:pt x="864" y="905"/>
                  <a:pt x="861" y="906"/>
                  <a:pt x="863" y="904"/>
                </a:cubicBezTo>
                <a:cubicBezTo>
                  <a:pt x="869" y="898"/>
                  <a:pt x="880" y="892"/>
                  <a:pt x="889" y="887"/>
                </a:cubicBezTo>
                <a:cubicBezTo>
                  <a:pt x="889" y="888"/>
                  <a:pt x="887" y="887"/>
                  <a:pt x="887" y="889"/>
                </a:cubicBezTo>
                <a:cubicBezTo>
                  <a:pt x="889" y="891"/>
                  <a:pt x="892" y="891"/>
                  <a:pt x="894" y="890"/>
                </a:cubicBezTo>
                <a:cubicBezTo>
                  <a:pt x="894" y="886"/>
                  <a:pt x="895" y="887"/>
                  <a:pt x="894" y="884"/>
                </a:cubicBezTo>
                <a:cubicBezTo>
                  <a:pt x="896" y="884"/>
                  <a:pt x="896" y="882"/>
                  <a:pt x="898" y="883"/>
                </a:cubicBezTo>
                <a:cubicBezTo>
                  <a:pt x="899" y="878"/>
                  <a:pt x="900" y="875"/>
                  <a:pt x="907" y="875"/>
                </a:cubicBezTo>
                <a:cubicBezTo>
                  <a:pt x="907" y="880"/>
                  <a:pt x="918" y="877"/>
                  <a:pt x="921" y="875"/>
                </a:cubicBezTo>
                <a:cubicBezTo>
                  <a:pt x="920" y="878"/>
                  <a:pt x="922" y="877"/>
                  <a:pt x="922" y="880"/>
                </a:cubicBezTo>
                <a:cubicBezTo>
                  <a:pt x="917" y="882"/>
                  <a:pt x="911" y="884"/>
                  <a:pt x="907" y="887"/>
                </a:cubicBezTo>
                <a:cubicBezTo>
                  <a:pt x="910" y="892"/>
                  <a:pt x="901" y="894"/>
                  <a:pt x="905" y="895"/>
                </a:cubicBezTo>
                <a:cubicBezTo>
                  <a:pt x="908" y="897"/>
                  <a:pt x="912" y="888"/>
                  <a:pt x="915" y="891"/>
                </a:cubicBezTo>
                <a:cubicBezTo>
                  <a:pt x="914" y="892"/>
                  <a:pt x="914" y="895"/>
                  <a:pt x="910" y="894"/>
                </a:cubicBezTo>
                <a:cubicBezTo>
                  <a:pt x="910" y="899"/>
                  <a:pt x="907" y="900"/>
                  <a:pt x="905" y="902"/>
                </a:cubicBezTo>
                <a:cubicBezTo>
                  <a:pt x="890" y="902"/>
                  <a:pt x="885" y="920"/>
                  <a:pt x="867" y="920"/>
                </a:cubicBezTo>
                <a:cubicBezTo>
                  <a:pt x="862" y="931"/>
                  <a:pt x="850" y="930"/>
                  <a:pt x="842" y="938"/>
                </a:cubicBezTo>
                <a:cubicBezTo>
                  <a:pt x="840" y="935"/>
                  <a:pt x="842" y="932"/>
                  <a:pt x="841" y="931"/>
                </a:cubicBezTo>
                <a:cubicBezTo>
                  <a:pt x="839" y="932"/>
                  <a:pt x="836" y="932"/>
                  <a:pt x="834" y="934"/>
                </a:cubicBezTo>
                <a:cubicBezTo>
                  <a:pt x="834" y="932"/>
                  <a:pt x="834" y="931"/>
                  <a:pt x="835" y="930"/>
                </a:cubicBezTo>
                <a:cubicBezTo>
                  <a:pt x="817" y="937"/>
                  <a:pt x="804" y="949"/>
                  <a:pt x="786" y="956"/>
                </a:cubicBezTo>
                <a:cubicBezTo>
                  <a:pt x="784" y="961"/>
                  <a:pt x="780" y="961"/>
                  <a:pt x="780" y="970"/>
                </a:cubicBezTo>
                <a:cubicBezTo>
                  <a:pt x="772" y="973"/>
                  <a:pt x="770" y="981"/>
                  <a:pt x="758" y="980"/>
                </a:cubicBezTo>
                <a:cubicBezTo>
                  <a:pt x="758" y="979"/>
                  <a:pt x="759" y="979"/>
                  <a:pt x="758" y="978"/>
                </a:cubicBezTo>
                <a:cubicBezTo>
                  <a:pt x="752" y="979"/>
                  <a:pt x="747" y="981"/>
                  <a:pt x="745" y="986"/>
                </a:cubicBezTo>
                <a:cubicBezTo>
                  <a:pt x="757" y="988"/>
                  <a:pt x="766" y="979"/>
                  <a:pt x="775" y="982"/>
                </a:cubicBezTo>
                <a:cubicBezTo>
                  <a:pt x="763" y="989"/>
                  <a:pt x="745" y="993"/>
                  <a:pt x="732" y="996"/>
                </a:cubicBezTo>
                <a:cubicBezTo>
                  <a:pt x="733" y="1004"/>
                  <a:pt x="741" y="997"/>
                  <a:pt x="744" y="1003"/>
                </a:cubicBezTo>
                <a:cubicBezTo>
                  <a:pt x="743" y="1006"/>
                  <a:pt x="740" y="1005"/>
                  <a:pt x="740" y="1007"/>
                </a:cubicBezTo>
                <a:cubicBezTo>
                  <a:pt x="749" y="1008"/>
                  <a:pt x="755" y="1006"/>
                  <a:pt x="763" y="1002"/>
                </a:cubicBezTo>
                <a:cubicBezTo>
                  <a:pt x="760" y="1001"/>
                  <a:pt x="753" y="1005"/>
                  <a:pt x="750" y="1004"/>
                </a:cubicBezTo>
                <a:cubicBezTo>
                  <a:pt x="756" y="999"/>
                  <a:pt x="766" y="991"/>
                  <a:pt x="779" y="993"/>
                </a:cubicBezTo>
                <a:cubicBezTo>
                  <a:pt x="775" y="998"/>
                  <a:pt x="768" y="999"/>
                  <a:pt x="763" y="1002"/>
                </a:cubicBezTo>
                <a:cubicBezTo>
                  <a:pt x="772" y="1003"/>
                  <a:pt x="779" y="997"/>
                  <a:pt x="786" y="1000"/>
                </a:cubicBezTo>
                <a:cubicBezTo>
                  <a:pt x="785" y="1001"/>
                  <a:pt x="782" y="1000"/>
                  <a:pt x="783" y="1003"/>
                </a:cubicBezTo>
                <a:cubicBezTo>
                  <a:pt x="788" y="1006"/>
                  <a:pt x="793" y="1003"/>
                  <a:pt x="796" y="1000"/>
                </a:cubicBezTo>
                <a:cubicBezTo>
                  <a:pt x="805" y="1002"/>
                  <a:pt x="811" y="993"/>
                  <a:pt x="819" y="992"/>
                </a:cubicBezTo>
                <a:cubicBezTo>
                  <a:pt x="820" y="993"/>
                  <a:pt x="815" y="995"/>
                  <a:pt x="819" y="995"/>
                </a:cubicBezTo>
                <a:cubicBezTo>
                  <a:pt x="826" y="990"/>
                  <a:pt x="837" y="988"/>
                  <a:pt x="842" y="980"/>
                </a:cubicBezTo>
                <a:cubicBezTo>
                  <a:pt x="850" y="982"/>
                  <a:pt x="856" y="974"/>
                  <a:pt x="865" y="973"/>
                </a:cubicBezTo>
                <a:cubicBezTo>
                  <a:pt x="865" y="968"/>
                  <a:pt x="869" y="966"/>
                  <a:pt x="873" y="968"/>
                </a:cubicBezTo>
                <a:cubicBezTo>
                  <a:pt x="883" y="961"/>
                  <a:pt x="891" y="949"/>
                  <a:pt x="902" y="951"/>
                </a:cubicBezTo>
                <a:cubicBezTo>
                  <a:pt x="903" y="949"/>
                  <a:pt x="901" y="949"/>
                  <a:pt x="902" y="946"/>
                </a:cubicBezTo>
                <a:cubicBezTo>
                  <a:pt x="907" y="945"/>
                  <a:pt x="912" y="942"/>
                  <a:pt x="915" y="937"/>
                </a:cubicBezTo>
                <a:cubicBezTo>
                  <a:pt x="912" y="934"/>
                  <a:pt x="916" y="932"/>
                  <a:pt x="913" y="930"/>
                </a:cubicBezTo>
                <a:cubicBezTo>
                  <a:pt x="916" y="928"/>
                  <a:pt x="921" y="930"/>
                  <a:pt x="924" y="929"/>
                </a:cubicBezTo>
                <a:cubicBezTo>
                  <a:pt x="926" y="926"/>
                  <a:pt x="928" y="926"/>
                  <a:pt x="930" y="928"/>
                </a:cubicBezTo>
                <a:cubicBezTo>
                  <a:pt x="932" y="927"/>
                  <a:pt x="930" y="922"/>
                  <a:pt x="933" y="922"/>
                </a:cubicBezTo>
                <a:cubicBezTo>
                  <a:pt x="937" y="926"/>
                  <a:pt x="945" y="919"/>
                  <a:pt x="950" y="922"/>
                </a:cubicBezTo>
                <a:cubicBezTo>
                  <a:pt x="948" y="924"/>
                  <a:pt x="950" y="925"/>
                  <a:pt x="950" y="928"/>
                </a:cubicBezTo>
                <a:cubicBezTo>
                  <a:pt x="934" y="942"/>
                  <a:pt x="916" y="951"/>
                  <a:pt x="897" y="965"/>
                </a:cubicBezTo>
                <a:cubicBezTo>
                  <a:pt x="897" y="966"/>
                  <a:pt x="897" y="966"/>
                  <a:pt x="897" y="967"/>
                </a:cubicBezTo>
                <a:cubicBezTo>
                  <a:pt x="892" y="974"/>
                  <a:pt x="883" y="986"/>
                  <a:pt x="872" y="989"/>
                </a:cubicBezTo>
                <a:cubicBezTo>
                  <a:pt x="870" y="988"/>
                  <a:pt x="870" y="986"/>
                  <a:pt x="869" y="985"/>
                </a:cubicBezTo>
                <a:cubicBezTo>
                  <a:pt x="864" y="985"/>
                  <a:pt x="860" y="993"/>
                  <a:pt x="856" y="992"/>
                </a:cubicBezTo>
                <a:cubicBezTo>
                  <a:pt x="857" y="989"/>
                  <a:pt x="856" y="988"/>
                  <a:pt x="857" y="986"/>
                </a:cubicBezTo>
                <a:cubicBezTo>
                  <a:pt x="860" y="985"/>
                  <a:pt x="865" y="982"/>
                  <a:pt x="864" y="979"/>
                </a:cubicBezTo>
                <a:cubicBezTo>
                  <a:pt x="859" y="984"/>
                  <a:pt x="851" y="986"/>
                  <a:pt x="848" y="993"/>
                </a:cubicBezTo>
                <a:cubicBezTo>
                  <a:pt x="849" y="993"/>
                  <a:pt x="850" y="993"/>
                  <a:pt x="850" y="994"/>
                </a:cubicBezTo>
                <a:cubicBezTo>
                  <a:pt x="847" y="998"/>
                  <a:pt x="841" y="1002"/>
                  <a:pt x="837" y="998"/>
                </a:cubicBezTo>
                <a:cubicBezTo>
                  <a:pt x="831" y="1003"/>
                  <a:pt x="830" y="1011"/>
                  <a:pt x="820" y="1013"/>
                </a:cubicBezTo>
                <a:cubicBezTo>
                  <a:pt x="822" y="1009"/>
                  <a:pt x="818" y="1008"/>
                  <a:pt x="817" y="1005"/>
                </a:cubicBezTo>
                <a:cubicBezTo>
                  <a:pt x="819" y="1002"/>
                  <a:pt x="822" y="1003"/>
                  <a:pt x="824" y="1000"/>
                </a:cubicBezTo>
                <a:cubicBezTo>
                  <a:pt x="812" y="1004"/>
                  <a:pt x="801" y="1008"/>
                  <a:pt x="792" y="1014"/>
                </a:cubicBezTo>
                <a:cubicBezTo>
                  <a:pt x="792" y="1015"/>
                  <a:pt x="793" y="1014"/>
                  <a:pt x="793" y="1015"/>
                </a:cubicBezTo>
                <a:cubicBezTo>
                  <a:pt x="792" y="1017"/>
                  <a:pt x="790" y="1015"/>
                  <a:pt x="789" y="1017"/>
                </a:cubicBezTo>
                <a:cubicBezTo>
                  <a:pt x="790" y="1019"/>
                  <a:pt x="792" y="1016"/>
                  <a:pt x="792" y="1018"/>
                </a:cubicBezTo>
                <a:cubicBezTo>
                  <a:pt x="783" y="1025"/>
                  <a:pt x="767" y="1026"/>
                  <a:pt x="761" y="1036"/>
                </a:cubicBezTo>
                <a:cubicBezTo>
                  <a:pt x="763" y="1038"/>
                  <a:pt x="769" y="1037"/>
                  <a:pt x="768" y="1042"/>
                </a:cubicBezTo>
                <a:cubicBezTo>
                  <a:pt x="779" y="1041"/>
                  <a:pt x="788" y="1040"/>
                  <a:pt x="794" y="1035"/>
                </a:cubicBezTo>
                <a:cubicBezTo>
                  <a:pt x="798" y="1035"/>
                  <a:pt x="799" y="1037"/>
                  <a:pt x="802" y="1037"/>
                </a:cubicBezTo>
                <a:cubicBezTo>
                  <a:pt x="802" y="1034"/>
                  <a:pt x="804" y="1033"/>
                  <a:pt x="806" y="1032"/>
                </a:cubicBezTo>
                <a:cubicBezTo>
                  <a:pt x="824" y="1025"/>
                  <a:pt x="848" y="1021"/>
                  <a:pt x="863" y="1014"/>
                </a:cubicBezTo>
                <a:cubicBezTo>
                  <a:pt x="860" y="1017"/>
                  <a:pt x="862" y="1026"/>
                  <a:pt x="863" y="1029"/>
                </a:cubicBezTo>
                <a:cubicBezTo>
                  <a:pt x="866" y="1029"/>
                  <a:pt x="869" y="1028"/>
                  <a:pt x="871" y="1030"/>
                </a:cubicBezTo>
                <a:cubicBezTo>
                  <a:pt x="868" y="1041"/>
                  <a:pt x="855" y="1041"/>
                  <a:pt x="850" y="1049"/>
                </a:cubicBezTo>
                <a:cubicBezTo>
                  <a:pt x="845" y="1047"/>
                  <a:pt x="843" y="1048"/>
                  <a:pt x="836" y="1048"/>
                </a:cubicBezTo>
                <a:cubicBezTo>
                  <a:pt x="836" y="1050"/>
                  <a:pt x="834" y="1050"/>
                  <a:pt x="836" y="1052"/>
                </a:cubicBezTo>
                <a:cubicBezTo>
                  <a:pt x="830" y="1054"/>
                  <a:pt x="827" y="1059"/>
                  <a:pt x="823" y="1062"/>
                </a:cubicBezTo>
                <a:cubicBezTo>
                  <a:pt x="822" y="1061"/>
                  <a:pt x="822" y="1060"/>
                  <a:pt x="821" y="1059"/>
                </a:cubicBezTo>
                <a:cubicBezTo>
                  <a:pt x="818" y="1061"/>
                  <a:pt x="814" y="1063"/>
                  <a:pt x="810" y="1064"/>
                </a:cubicBezTo>
                <a:cubicBezTo>
                  <a:pt x="809" y="1063"/>
                  <a:pt x="807" y="1062"/>
                  <a:pt x="807" y="1060"/>
                </a:cubicBezTo>
                <a:cubicBezTo>
                  <a:pt x="805" y="1062"/>
                  <a:pt x="799" y="1060"/>
                  <a:pt x="798" y="1064"/>
                </a:cubicBezTo>
                <a:cubicBezTo>
                  <a:pt x="802" y="1065"/>
                  <a:pt x="806" y="1058"/>
                  <a:pt x="807" y="1064"/>
                </a:cubicBezTo>
                <a:cubicBezTo>
                  <a:pt x="803" y="1066"/>
                  <a:pt x="796" y="1067"/>
                  <a:pt x="798" y="1071"/>
                </a:cubicBezTo>
                <a:cubicBezTo>
                  <a:pt x="819" y="1063"/>
                  <a:pt x="838" y="1060"/>
                  <a:pt x="856" y="1058"/>
                </a:cubicBezTo>
                <a:cubicBezTo>
                  <a:pt x="856" y="1061"/>
                  <a:pt x="852" y="1061"/>
                  <a:pt x="851" y="1063"/>
                </a:cubicBezTo>
                <a:cubicBezTo>
                  <a:pt x="856" y="1062"/>
                  <a:pt x="859" y="1060"/>
                  <a:pt x="862" y="1057"/>
                </a:cubicBezTo>
                <a:cubicBezTo>
                  <a:pt x="867" y="1060"/>
                  <a:pt x="875" y="1055"/>
                  <a:pt x="880" y="1051"/>
                </a:cubicBezTo>
                <a:cubicBezTo>
                  <a:pt x="878" y="1052"/>
                  <a:pt x="877" y="1052"/>
                  <a:pt x="876" y="1050"/>
                </a:cubicBezTo>
                <a:cubicBezTo>
                  <a:pt x="881" y="1049"/>
                  <a:pt x="884" y="1042"/>
                  <a:pt x="890" y="1046"/>
                </a:cubicBezTo>
                <a:cubicBezTo>
                  <a:pt x="888" y="1050"/>
                  <a:pt x="890" y="1049"/>
                  <a:pt x="889" y="1055"/>
                </a:cubicBezTo>
                <a:cubicBezTo>
                  <a:pt x="877" y="1057"/>
                  <a:pt x="865" y="1068"/>
                  <a:pt x="852" y="1068"/>
                </a:cubicBezTo>
                <a:cubicBezTo>
                  <a:pt x="842" y="1068"/>
                  <a:pt x="838" y="1076"/>
                  <a:pt x="831" y="1077"/>
                </a:cubicBezTo>
                <a:cubicBezTo>
                  <a:pt x="831" y="1077"/>
                  <a:pt x="830" y="1074"/>
                  <a:pt x="828" y="1074"/>
                </a:cubicBezTo>
                <a:cubicBezTo>
                  <a:pt x="824" y="1074"/>
                  <a:pt x="822" y="1077"/>
                  <a:pt x="819" y="1076"/>
                </a:cubicBezTo>
                <a:cubicBezTo>
                  <a:pt x="819" y="1079"/>
                  <a:pt x="817" y="1081"/>
                  <a:pt x="815" y="1081"/>
                </a:cubicBezTo>
                <a:cubicBezTo>
                  <a:pt x="814" y="1085"/>
                  <a:pt x="814" y="1085"/>
                  <a:pt x="815" y="1089"/>
                </a:cubicBezTo>
                <a:cubicBezTo>
                  <a:pt x="823" y="1091"/>
                  <a:pt x="832" y="1087"/>
                  <a:pt x="834" y="1079"/>
                </a:cubicBezTo>
                <a:cubicBezTo>
                  <a:pt x="861" y="1083"/>
                  <a:pt x="884" y="1069"/>
                  <a:pt x="907" y="1060"/>
                </a:cubicBezTo>
                <a:cubicBezTo>
                  <a:pt x="928" y="1059"/>
                  <a:pt x="939" y="1037"/>
                  <a:pt x="957" y="1031"/>
                </a:cubicBezTo>
                <a:cubicBezTo>
                  <a:pt x="948" y="1043"/>
                  <a:pt x="933" y="1049"/>
                  <a:pt x="923" y="1060"/>
                </a:cubicBezTo>
                <a:cubicBezTo>
                  <a:pt x="917" y="1059"/>
                  <a:pt x="907" y="1067"/>
                  <a:pt x="907" y="1071"/>
                </a:cubicBezTo>
                <a:cubicBezTo>
                  <a:pt x="907" y="1071"/>
                  <a:pt x="908" y="1070"/>
                  <a:pt x="908" y="1071"/>
                </a:cubicBezTo>
                <a:cubicBezTo>
                  <a:pt x="908" y="1074"/>
                  <a:pt x="907" y="1075"/>
                  <a:pt x="905" y="1075"/>
                </a:cubicBezTo>
                <a:cubicBezTo>
                  <a:pt x="903" y="1074"/>
                  <a:pt x="900" y="1072"/>
                  <a:pt x="898" y="1073"/>
                </a:cubicBezTo>
                <a:cubicBezTo>
                  <a:pt x="897" y="1075"/>
                  <a:pt x="896" y="1077"/>
                  <a:pt x="895" y="1079"/>
                </a:cubicBezTo>
                <a:cubicBezTo>
                  <a:pt x="896" y="1079"/>
                  <a:pt x="897" y="1079"/>
                  <a:pt x="898" y="1080"/>
                </a:cubicBezTo>
                <a:cubicBezTo>
                  <a:pt x="894" y="1083"/>
                  <a:pt x="888" y="1085"/>
                  <a:pt x="886" y="1090"/>
                </a:cubicBezTo>
                <a:cubicBezTo>
                  <a:pt x="896" y="1098"/>
                  <a:pt x="911" y="1088"/>
                  <a:pt x="919" y="1081"/>
                </a:cubicBezTo>
                <a:cubicBezTo>
                  <a:pt x="915" y="1080"/>
                  <a:pt x="912" y="1084"/>
                  <a:pt x="911" y="1081"/>
                </a:cubicBezTo>
                <a:cubicBezTo>
                  <a:pt x="916" y="1069"/>
                  <a:pt x="924" y="1058"/>
                  <a:pt x="938" y="1055"/>
                </a:cubicBezTo>
                <a:cubicBezTo>
                  <a:pt x="938" y="1060"/>
                  <a:pt x="943" y="1058"/>
                  <a:pt x="942" y="1062"/>
                </a:cubicBezTo>
                <a:cubicBezTo>
                  <a:pt x="944" y="1062"/>
                  <a:pt x="945" y="1060"/>
                  <a:pt x="946" y="1059"/>
                </a:cubicBezTo>
                <a:cubicBezTo>
                  <a:pt x="947" y="1062"/>
                  <a:pt x="949" y="1062"/>
                  <a:pt x="952" y="1062"/>
                </a:cubicBezTo>
                <a:cubicBezTo>
                  <a:pt x="953" y="1049"/>
                  <a:pt x="969" y="1052"/>
                  <a:pt x="975" y="1043"/>
                </a:cubicBezTo>
                <a:cubicBezTo>
                  <a:pt x="975" y="1042"/>
                  <a:pt x="974" y="1041"/>
                  <a:pt x="974" y="1040"/>
                </a:cubicBezTo>
                <a:cubicBezTo>
                  <a:pt x="978" y="1037"/>
                  <a:pt x="983" y="1036"/>
                  <a:pt x="986" y="1034"/>
                </a:cubicBezTo>
                <a:cubicBezTo>
                  <a:pt x="983" y="1034"/>
                  <a:pt x="986" y="1031"/>
                  <a:pt x="985" y="1031"/>
                </a:cubicBezTo>
                <a:cubicBezTo>
                  <a:pt x="981" y="1035"/>
                  <a:pt x="976" y="1038"/>
                  <a:pt x="972" y="1041"/>
                </a:cubicBezTo>
                <a:cubicBezTo>
                  <a:pt x="970" y="1041"/>
                  <a:pt x="970" y="1039"/>
                  <a:pt x="970" y="1037"/>
                </a:cubicBezTo>
                <a:cubicBezTo>
                  <a:pt x="980" y="1033"/>
                  <a:pt x="986" y="1021"/>
                  <a:pt x="994" y="1016"/>
                </a:cubicBezTo>
                <a:cubicBezTo>
                  <a:pt x="994" y="1021"/>
                  <a:pt x="993" y="1021"/>
                  <a:pt x="993" y="1024"/>
                </a:cubicBezTo>
                <a:cubicBezTo>
                  <a:pt x="996" y="1026"/>
                  <a:pt x="999" y="1026"/>
                  <a:pt x="1003" y="1024"/>
                </a:cubicBezTo>
                <a:cubicBezTo>
                  <a:pt x="1003" y="1025"/>
                  <a:pt x="1002" y="1027"/>
                  <a:pt x="1003" y="1027"/>
                </a:cubicBezTo>
                <a:cubicBezTo>
                  <a:pt x="1007" y="1024"/>
                  <a:pt x="1010" y="1020"/>
                  <a:pt x="1016" y="1020"/>
                </a:cubicBezTo>
                <a:cubicBezTo>
                  <a:pt x="1016" y="1017"/>
                  <a:pt x="1015" y="1017"/>
                  <a:pt x="1015" y="1014"/>
                </a:cubicBezTo>
                <a:cubicBezTo>
                  <a:pt x="1016" y="1013"/>
                  <a:pt x="1022" y="1015"/>
                  <a:pt x="1020" y="1013"/>
                </a:cubicBezTo>
                <a:cubicBezTo>
                  <a:pt x="1019" y="1013"/>
                  <a:pt x="1019" y="1013"/>
                  <a:pt x="1018" y="1014"/>
                </a:cubicBezTo>
                <a:cubicBezTo>
                  <a:pt x="1018" y="1012"/>
                  <a:pt x="1018" y="1010"/>
                  <a:pt x="1017" y="1009"/>
                </a:cubicBezTo>
                <a:cubicBezTo>
                  <a:pt x="1023" y="1007"/>
                  <a:pt x="1026" y="998"/>
                  <a:pt x="1033" y="1000"/>
                </a:cubicBezTo>
                <a:cubicBezTo>
                  <a:pt x="1038" y="990"/>
                  <a:pt x="1044" y="979"/>
                  <a:pt x="1052" y="972"/>
                </a:cubicBezTo>
                <a:cubicBezTo>
                  <a:pt x="1051" y="979"/>
                  <a:pt x="1048" y="982"/>
                  <a:pt x="1047" y="989"/>
                </a:cubicBezTo>
                <a:cubicBezTo>
                  <a:pt x="1051" y="988"/>
                  <a:pt x="1052" y="985"/>
                  <a:pt x="1052" y="989"/>
                </a:cubicBezTo>
                <a:cubicBezTo>
                  <a:pt x="1053" y="988"/>
                  <a:pt x="1053" y="986"/>
                  <a:pt x="1052" y="985"/>
                </a:cubicBezTo>
                <a:cubicBezTo>
                  <a:pt x="1055" y="984"/>
                  <a:pt x="1055" y="983"/>
                  <a:pt x="1056" y="983"/>
                </a:cubicBezTo>
                <a:cubicBezTo>
                  <a:pt x="1055" y="980"/>
                  <a:pt x="1059" y="975"/>
                  <a:pt x="1060" y="972"/>
                </a:cubicBezTo>
                <a:cubicBezTo>
                  <a:pt x="1061" y="972"/>
                  <a:pt x="1063" y="973"/>
                  <a:pt x="1063" y="975"/>
                </a:cubicBezTo>
                <a:cubicBezTo>
                  <a:pt x="1061" y="975"/>
                  <a:pt x="1062" y="973"/>
                  <a:pt x="1060" y="972"/>
                </a:cubicBezTo>
                <a:cubicBezTo>
                  <a:pt x="1061" y="977"/>
                  <a:pt x="1059" y="979"/>
                  <a:pt x="1059" y="982"/>
                </a:cubicBezTo>
                <a:cubicBezTo>
                  <a:pt x="1059" y="981"/>
                  <a:pt x="1060" y="980"/>
                  <a:pt x="1061" y="979"/>
                </a:cubicBezTo>
                <a:cubicBezTo>
                  <a:pt x="1061" y="981"/>
                  <a:pt x="1063" y="980"/>
                  <a:pt x="1063" y="981"/>
                </a:cubicBezTo>
                <a:cubicBezTo>
                  <a:pt x="1063" y="986"/>
                  <a:pt x="1059" y="985"/>
                  <a:pt x="1059" y="990"/>
                </a:cubicBezTo>
                <a:cubicBezTo>
                  <a:pt x="1063" y="989"/>
                  <a:pt x="1063" y="994"/>
                  <a:pt x="1064" y="990"/>
                </a:cubicBezTo>
                <a:cubicBezTo>
                  <a:pt x="1062" y="990"/>
                  <a:pt x="1066" y="984"/>
                  <a:pt x="1068" y="982"/>
                </a:cubicBezTo>
                <a:cubicBezTo>
                  <a:pt x="1065" y="975"/>
                  <a:pt x="1077" y="965"/>
                  <a:pt x="1070" y="958"/>
                </a:cubicBezTo>
                <a:cubicBezTo>
                  <a:pt x="1073" y="958"/>
                  <a:pt x="1074" y="956"/>
                  <a:pt x="1076" y="955"/>
                </a:cubicBezTo>
                <a:cubicBezTo>
                  <a:pt x="1078" y="958"/>
                  <a:pt x="1073" y="959"/>
                  <a:pt x="1076" y="961"/>
                </a:cubicBezTo>
                <a:cubicBezTo>
                  <a:pt x="1078" y="958"/>
                  <a:pt x="1084" y="947"/>
                  <a:pt x="1078" y="949"/>
                </a:cubicBezTo>
                <a:cubicBezTo>
                  <a:pt x="1083" y="940"/>
                  <a:pt x="1093" y="930"/>
                  <a:pt x="1096" y="919"/>
                </a:cubicBezTo>
                <a:cubicBezTo>
                  <a:pt x="1096" y="917"/>
                  <a:pt x="1093" y="918"/>
                  <a:pt x="1094" y="915"/>
                </a:cubicBezTo>
                <a:cubicBezTo>
                  <a:pt x="1096" y="914"/>
                  <a:pt x="1096" y="915"/>
                  <a:pt x="1098" y="916"/>
                </a:cubicBezTo>
                <a:cubicBezTo>
                  <a:pt x="1103" y="908"/>
                  <a:pt x="1105" y="898"/>
                  <a:pt x="1112" y="890"/>
                </a:cubicBezTo>
                <a:cubicBezTo>
                  <a:pt x="1115" y="886"/>
                  <a:pt x="1120" y="884"/>
                  <a:pt x="1123" y="880"/>
                </a:cubicBezTo>
                <a:cubicBezTo>
                  <a:pt x="1126" y="875"/>
                  <a:pt x="1127" y="869"/>
                  <a:pt x="1130" y="863"/>
                </a:cubicBezTo>
                <a:cubicBezTo>
                  <a:pt x="1130" y="860"/>
                  <a:pt x="1129" y="861"/>
                  <a:pt x="1129" y="857"/>
                </a:cubicBezTo>
                <a:cubicBezTo>
                  <a:pt x="1133" y="851"/>
                  <a:pt x="1132" y="840"/>
                  <a:pt x="1138" y="837"/>
                </a:cubicBezTo>
                <a:cubicBezTo>
                  <a:pt x="1141" y="838"/>
                  <a:pt x="1142" y="839"/>
                  <a:pt x="1145" y="840"/>
                </a:cubicBezTo>
                <a:cubicBezTo>
                  <a:pt x="1149" y="837"/>
                  <a:pt x="1150" y="832"/>
                  <a:pt x="1151" y="825"/>
                </a:cubicBezTo>
                <a:cubicBezTo>
                  <a:pt x="1160" y="821"/>
                  <a:pt x="1164" y="803"/>
                  <a:pt x="1162" y="793"/>
                </a:cubicBezTo>
                <a:cubicBezTo>
                  <a:pt x="1172" y="758"/>
                  <a:pt x="1190" y="721"/>
                  <a:pt x="1198" y="684"/>
                </a:cubicBezTo>
                <a:cubicBezTo>
                  <a:pt x="1198" y="684"/>
                  <a:pt x="1198" y="684"/>
                  <a:pt x="1198" y="684"/>
                </a:cubicBezTo>
                <a:cubicBezTo>
                  <a:pt x="1195" y="673"/>
                  <a:pt x="1199" y="661"/>
                  <a:pt x="1199" y="650"/>
                </a:cubicBezTo>
                <a:cubicBezTo>
                  <a:pt x="1205" y="641"/>
                  <a:pt x="1206" y="626"/>
                  <a:pt x="1207" y="611"/>
                </a:cubicBezTo>
                <a:cubicBezTo>
                  <a:pt x="1208" y="590"/>
                  <a:pt x="1216" y="561"/>
                  <a:pt x="1210" y="547"/>
                </a:cubicBezTo>
                <a:close/>
                <a:moveTo>
                  <a:pt x="333" y="143"/>
                </a:moveTo>
                <a:cubicBezTo>
                  <a:pt x="333" y="140"/>
                  <a:pt x="333" y="139"/>
                  <a:pt x="334" y="138"/>
                </a:cubicBezTo>
                <a:cubicBezTo>
                  <a:pt x="335" y="138"/>
                  <a:pt x="335" y="139"/>
                  <a:pt x="336" y="139"/>
                </a:cubicBezTo>
                <a:cubicBezTo>
                  <a:pt x="336" y="141"/>
                  <a:pt x="336" y="143"/>
                  <a:pt x="333" y="143"/>
                </a:cubicBezTo>
                <a:close/>
                <a:moveTo>
                  <a:pt x="338" y="89"/>
                </a:moveTo>
                <a:cubicBezTo>
                  <a:pt x="336" y="97"/>
                  <a:pt x="326" y="96"/>
                  <a:pt x="324" y="104"/>
                </a:cubicBezTo>
                <a:cubicBezTo>
                  <a:pt x="320" y="105"/>
                  <a:pt x="321" y="100"/>
                  <a:pt x="319" y="99"/>
                </a:cubicBezTo>
                <a:cubicBezTo>
                  <a:pt x="324" y="94"/>
                  <a:pt x="330" y="91"/>
                  <a:pt x="338" y="89"/>
                </a:cubicBezTo>
                <a:close/>
                <a:moveTo>
                  <a:pt x="317" y="100"/>
                </a:moveTo>
                <a:cubicBezTo>
                  <a:pt x="315" y="104"/>
                  <a:pt x="312" y="107"/>
                  <a:pt x="307" y="107"/>
                </a:cubicBezTo>
                <a:cubicBezTo>
                  <a:pt x="307" y="102"/>
                  <a:pt x="313" y="102"/>
                  <a:pt x="317" y="100"/>
                </a:cubicBezTo>
                <a:close/>
                <a:moveTo>
                  <a:pt x="288" y="149"/>
                </a:moveTo>
                <a:cubicBezTo>
                  <a:pt x="287" y="151"/>
                  <a:pt x="286" y="153"/>
                  <a:pt x="284" y="155"/>
                </a:cubicBezTo>
                <a:cubicBezTo>
                  <a:pt x="282" y="152"/>
                  <a:pt x="286" y="149"/>
                  <a:pt x="288" y="149"/>
                </a:cubicBezTo>
                <a:close/>
                <a:moveTo>
                  <a:pt x="283" y="85"/>
                </a:moveTo>
                <a:cubicBezTo>
                  <a:pt x="285" y="85"/>
                  <a:pt x="286" y="85"/>
                  <a:pt x="287" y="86"/>
                </a:cubicBezTo>
                <a:cubicBezTo>
                  <a:pt x="287" y="88"/>
                  <a:pt x="285" y="89"/>
                  <a:pt x="283" y="89"/>
                </a:cubicBezTo>
                <a:cubicBezTo>
                  <a:pt x="281" y="87"/>
                  <a:pt x="283" y="87"/>
                  <a:pt x="283" y="85"/>
                </a:cubicBezTo>
                <a:close/>
                <a:moveTo>
                  <a:pt x="266" y="149"/>
                </a:moveTo>
                <a:cubicBezTo>
                  <a:pt x="261" y="156"/>
                  <a:pt x="256" y="162"/>
                  <a:pt x="248" y="167"/>
                </a:cubicBezTo>
                <a:cubicBezTo>
                  <a:pt x="252" y="159"/>
                  <a:pt x="258" y="148"/>
                  <a:pt x="266" y="149"/>
                </a:cubicBezTo>
                <a:close/>
                <a:moveTo>
                  <a:pt x="239" y="138"/>
                </a:moveTo>
                <a:cubicBezTo>
                  <a:pt x="238" y="139"/>
                  <a:pt x="238" y="141"/>
                  <a:pt x="235" y="142"/>
                </a:cubicBezTo>
                <a:cubicBezTo>
                  <a:pt x="236" y="139"/>
                  <a:pt x="237" y="136"/>
                  <a:pt x="239" y="138"/>
                </a:cubicBezTo>
                <a:close/>
                <a:moveTo>
                  <a:pt x="235" y="142"/>
                </a:moveTo>
                <a:cubicBezTo>
                  <a:pt x="235" y="145"/>
                  <a:pt x="233" y="145"/>
                  <a:pt x="230" y="146"/>
                </a:cubicBezTo>
                <a:cubicBezTo>
                  <a:pt x="231" y="143"/>
                  <a:pt x="232" y="142"/>
                  <a:pt x="235" y="142"/>
                </a:cubicBezTo>
                <a:close/>
                <a:moveTo>
                  <a:pt x="94" y="318"/>
                </a:moveTo>
                <a:cubicBezTo>
                  <a:pt x="92" y="310"/>
                  <a:pt x="97" y="308"/>
                  <a:pt x="94" y="318"/>
                </a:cubicBezTo>
                <a:close/>
                <a:moveTo>
                  <a:pt x="60" y="460"/>
                </a:moveTo>
                <a:cubicBezTo>
                  <a:pt x="57" y="459"/>
                  <a:pt x="58" y="456"/>
                  <a:pt x="59" y="454"/>
                </a:cubicBezTo>
                <a:cubicBezTo>
                  <a:pt x="61" y="454"/>
                  <a:pt x="60" y="458"/>
                  <a:pt x="60" y="460"/>
                </a:cubicBezTo>
                <a:close/>
                <a:moveTo>
                  <a:pt x="83" y="370"/>
                </a:moveTo>
                <a:cubicBezTo>
                  <a:pt x="74" y="366"/>
                  <a:pt x="87" y="358"/>
                  <a:pt x="87" y="352"/>
                </a:cubicBezTo>
                <a:cubicBezTo>
                  <a:pt x="88" y="357"/>
                  <a:pt x="85" y="366"/>
                  <a:pt x="83" y="370"/>
                </a:cubicBezTo>
                <a:close/>
                <a:moveTo>
                  <a:pt x="131" y="236"/>
                </a:moveTo>
                <a:cubicBezTo>
                  <a:pt x="131" y="239"/>
                  <a:pt x="128" y="240"/>
                  <a:pt x="126" y="242"/>
                </a:cubicBezTo>
                <a:cubicBezTo>
                  <a:pt x="124" y="239"/>
                  <a:pt x="128" y="236"/>
                  <a:pt x="131" y="236"/>
                </a:cubicBezTo>
                <a:close/>
                <a:moveTo>
                  <a:pt x="138" y="242"/>
                </a:moveTo>
                <a:cubicBezTo>
                  <a:pt x="140" y="246"/>
                  <a:pt x="134" y="248"/>
                  <a:pt x="134" y="253"/>
                </a:cubicBezTo>
                <a:cubicBezTo>
                  <a:pt x="132" y="252"/>
                  <a:pt x="132" y="254"/>
                  <a:pt x="130" y="254"/>
                </a:cubicBezTo>
                <a:cubicBezTo>
                  <a:pt x="132" y="260"/>
                  <a:pt x="127" y="265"/>
                  <a:pt x="123" y="269"/>
                </a:cubicBezTo>
                <a:cubicBezTo>
                  <a:pt x="124" y="260"/>
                  <a:pt x="126" y="262"/>
                  <a:pt x="126" y="256"/>
                </a:cubicBezTo>
                <a:cubicBezTo>
                  <a:pt x="124" y="255"/>
                  <a:pt x="125" y="258"/>
                  <a:pt x="123" y="258"/>
                </a:cubicBezTo>
                <a:cubicBezTo>
                  <a:pt x="120" y="259"/>
                  <a:pt x="121" y="256"/>
                  <a:pt x="118" y="256"/>
                </a:cubicBezTo>
                <a:cubicBezTo>
                  <a:pt x="121" y="245"/>
                  <a:pt x="130" y="247"/>
                  <a:pt x="138" y="242"/>
                </a:cubicBezTo>
                <a:close/>
                <a:moveTo>
                  <a:pt x="119" y="283"/>
                </a:moveTo>
                <a:cubicBezTo>
                  <a:pt x="118" y="278"/>
                  <a:pt x="125" y="274"/>
                  <a:pt x="127" y="270"/>
                </a:cubicBezTo>
                <a:cubicBezTo>
                  <a:pt x="128" y="274"/>
                  <a:pt x="123" y="281"/>
                  <a:pt x="119" y="283"/>
                </a:cubicBezTo>
                <a:close/>
                <a:moveTo>
                  <a:pt x="114" y="287"/>
                </a:moveTo>
                <a:cubicBezTo>
                  <a:pt x="116" y="288"/>
                  <a:pt x="115" y="293"/>
                  <a:pt x="113" y="291"/>
                </a:cubicBezTo>
                <a:cubicBezTo>
                  <a:pt x="112" y="289"/>
                  <a:pt x="114" y="289"/>
                  <a:pt x="114" y="287"/>
                </a:cubicBezTo>
                <a:close/>
                <a:moveTo>
                  <a:pt x="101" y="389"/>
                </a:moveTo>
                <a:cubicBezTo>
                  <a:pt x="103" y="390"/>
                  <a:pt x="102" y="395"/>
                  <a:pt x="100" y="395"/>
                </a:cubicBezTo>
                <a:cubicBezTo>
                  <a:pt x="99" y="392"/>
                  <a:pt x="100" y="391"/>
                  <a:pt x="101" y="389"/>
                </a:cubicBezTo>
                <a:close/>
                <a:moveTo>
                  <a:pt x="93" y="334"/>
                </a:moveTo>
                <a:cubicBezTo>
                  <a:pt x="94" y="334"/>
                  <a:pt x="94" y="335"/>
                  <a:pt x="95" y="335"/>
                </a:cubicBezTo>
                <a:cubicBezTo>
                  <a:pt x="96" y="338"/>
                  <a:pt x="94" y="337"/>
                  <a:pt x="94" y="339"/>
                </a:cubicBezTo>
                <a:cubicBezTo>
                  <a:pt x="92" y="339"/>
                  <a:pt x="92" y="336"/>
                  <a:pt x="93" y="334"/>
                </a:cubicBezTo>
                <a:close/>
                <a:moveTo>
                  <a:pt x="100" y="417"/>
                </a:moveTo>
                <a:cubicBezTo>
                  <a:pt x="95" y="413"/>
                  <a:pt x="101" y="405"/>
                  <a:pt x="104" y="412"/>
                </a:cubicBezTo>
                <a:cubicBezTo>
                  <a:pt x="104" y="415"/>
                  <a:pt x="101" y="415"/>
                  <a:pt x="100" y="417"/>
                </a:cubicBezTo>
                <a:close/>
                <a:moveTo>
                  <a:pt x="96" y="414"/>
                </a:moveTo>
                <a:cubicBezTo>
                  <a:pt x="93" y="413"/>
                  <a:pt x="96" y="410"/>
                  <a:pt x="95" y="406"/>
                </a:cubicBezTo>
                <a:cubicBezTo>
                  <a:pt x="95" y="403"/>
                  <a:pt x="91" y="408"/>
                  <a:pt x="91" y="403"/>
                </a:cubicBezTo>
                <a:cubicBezTo>
                  <a:pt x="96" y="403"/>
                  <a:pt x="104" y="400"/>
                  <a:pt x="109" y="398"/>
                </a:cubicBezTo>
                <a:cubicBezTo>
                  <a:pt x="109" y="403"/>
                  <a:pt x="106" y="404"/>
                  <a:pt x="105" y="407"/>
                </a:cubicBezTo>
                <a:cubicBezTo>
                  <a:pt x="99" y="405"/>
                  <a:pt x="98" y="410"/>
                  <a:pt x="96" y="414"/>
                </a:cubicBezTo>
                <a:close/>
                <a:moveTo>
                  <a:pt x="112" y="482"/>
                </a:moveTo>
                <a:cubicBezTo>
                  <a:pt x="111" y="478"/>
                  <a:pt x="110" y="473"/>
                  <a:pt x="105" y="473"/>
                </a:cubicBezTo>
                <a:cubicBezTo>
                  <a:pt x="105" y="470"/>
                  <a:pt x="105" y="466"/>
                  <a:pt x="108" y="467"/>
                </a:cubicBezTo>
                <a:cubicBezTo>
                  <a:pt x="108" y="464"/>
                  <a:pt x="108" y="462"/>
                  <a:pt x="108" y="457"/>
                </a:cubicBezTo>
                <a:cubicBezTo>
                  <a:pt x="111" y="458"/>
                  <a:pt x="112" y="456"/>
                  <a:pt x="113" y="454"/>
                </a:cubicBezTo>
                <a:cubicBezTo>
                  <a:pt x="116" y="454"/>
                  <a:pt x="115" y="459"/>
                  <a:pt x="114" y="462"/>
                </a:cubicBezTo>
                <a:cubicBezTo>
                  <a:pt x="122" y="464"/>
                  <a:pt x="117" y="476"/>
                  <a:pt x="116" y="483"/>
                </a:cubicBezTo>
                <a:cubicBezTo>
                  <a:pt x="114" y="481"/>
                  <a:pt x="114" y="481"/>
                  <a:pt x="112" y="482"/>
                </a:cubicBezTo>
                <a:close/>
                <a:moveTo>
                  <a:pt x="117" y="492"/>
                </a:moveTo>
                <a:cubicBezTo>
                  <a:pt x="116" y="491"/>
                  <a:pt x="117" y="486"/>
                  <a:pt x="120" y="487"/>
                </a:cubicBezTo>
                <a:cubicBezTo>
                  <a:pt x="120" y="490"/>
                  <a:pt x="118" y="490"/>
                  <a:pt x="117" y="492"/>
                </a:cubicBezTo>
                <a:close/>
                <a:moveTo>
                  <a:pt x="121" y="484"/>
                </a:moveTo>
                <a:cubicBezTo>
                  <a:pt x="120" y="477"/>
                  <a:pt x="127" y="472"/>
                  <a:pt x="128" y="465"/>
                </a:cubicBezTo>
                <a:cubicBezTo>
                  <a:pt x="132" y="473"/>
                  <a:pt x="124" y="478"/>
                  <a:pt x="121" y="484"/>
                </a:cubicBezTo>
                <a:close/>
                <a:moveTo>
                  <a:pt x="116" y="427"/>
                </a:moveTo>
                <a:cubicBezTo>
                  <a:pt x="108" y="432"/>
                  <a:pt x="111" y="446"/>
                  <a:pt x="104" y="450"/>
                </a:cubicBezTo>
                <a:cubicBezTo>
                  <a:pt x="104" y="434"/>
                  <a:pt x="110" y="421"/>
                  <a:pt x="105" y="409"/>
                </a:cubicBezTo>
                <a:cubicBezTo>
                  <a:pt x="108" y="408"/>
                  <a:pt x="108" y="410"/>
                  <a:pt x="111" y="410"/>
                </a:cubicBezTo>
                <a:cubicBezTo>
                  <a:pt x="111" y="404"/>
                  <a:pt x="112" y="394"/>
                  <a:pt x="118" y="391"/>
                </a:cubicBezTo>
                <a:cubicBezTo>
                  <a:pt x="119" y="390"/>
                  <a:pt x="117" y="401"/>
                  <a:pt x="114" y="403"/>
                </a:cubicBezTo>
                <a:cubicBezTo>
                  <a:pt x="117" y="406"/>
                  <a:pt x="118" y="403"/>
                  <a:pt x="122" y="403"/>
                </a:cubicBezTo>
                <a:cubicBezTo>
                  <a:pt x="124" y="398"/>
                  <a:pt x="125" y="394"/>
                  <a:pt x="126" y="389"/>
                </a:cubicBezTo>
                <a:cubicBezTo>
                  <a:pt x="128" y="389"/>
                  <a:pt x="128" y="388"/>
                  <a:pt x="130" y="388"/>
                </a:cubicBezTo>
                <a:cubicBezTo>
                  <a:pt x="131" y="389"/>
                  <a:pt x="132" y="391"/>
                  <a:pt x="130" y="392"/>
                </a:cubicBezTo>
                <a:cubicBezTo>
                  <a:pt x="133" y="391"/>
                  <a:pt x="134" y="389"/>
                  <a:pt x="134" y="384"/>
                </a:cubicBezTo>
                <a:cubicBezTo>
                  <a:pt x="137" y="384"/>
                  <a:pt x="135" y="388"/>
                  <a:pt x="137" y="390"/>
                </a:cubicBezTo>
                <a:cubicBezTo>
                  <a:pt x="139" y="389"/>
                  <a:pt x="141" y="385"/>
                  <a:pt x="143" y="387"/>
                </a:cubicBezTo>
                <a:cubicBezTo>
                  <a:pt x="136" y="403"/>
                  <a:pt x="127" y="417"/>
                  <a:pt x="116" y="427"/>
                </a:cubicBezTo>
                <a:close/>
                <a:moveTo>
                  <a:pt x="136" y="234"/>
                </a:moveTo>
                <a:cubicBezTo>
                  <a:pt x="137" y="230"/>
                  <a:pt x="140" y="230"/>
                  <a:pt x="143" y="230"/>
                </a:cubicBezTo>
                <a:cubicBezTo>
                  <a:pt x="143" y="233"/>
                  <a:pt x="139" y="236"/>
                  <a:pt x="136" y="234"/>
                </a:cubicBezTo>
                <a:close/>
                <a:moveTo>
                  <a:pt x="134" y="568"/>
                </a:moveTo>
                <a:cubicBezTo>
                  <a:pt x="132" y="568"/>
                  <a:pt x="134" y="563"/>
                  <a:pt x="134" y="561"/>
                </a:cubicBezTo>
                <a:cubicBezTo>
                  <a:pt x="138" y="561"/>
                  <a:pt x="135" y="567"/>
                  <a:pt x="134" y="568"/>
                </a:cubicBezTo>
                <a:close/>
                <a:moveTo>
                  <a:pt x="151" y="219"/>
                </a:moveTo>
                <a:cubicBezTo>
                  <a:pt x="149" y="218"/>
                  <a:pt x="151" y="217"/>
                  <a:pt x="151" y="216"/>
                </a:cubicBezTo>
                <a:cubicBezTo>
                  <a:pt x="149" y="215"/>
                  <a:pt x="149" y="213"/>
                  <a:pt x="148" y="213"/>
                </a:cubicBezTo>
                <a:cubicBezTo>
                  <a:pt x="152" y="207"/>
                  <a:pt x="155" y="214"/>
                  <a:pt x="151" y="219"/>
                </a:cubicBezTo>
                <a:close/>
                <a:moveTo>
                  <a:pt x="144" y="225"/>
                </a:moveTo>
                <a:cubicBezTo>
                  <a:pt x="144" y="222"/>
                  <a:pt x="145" y="219"/>
                  <a:pt x="148" y="220"/>
                </a:cubicBezTo>
                <a:cubicBezTo>
                  <a:pt x="147" y="221"/>
                  <a:pt x="147" y="225"/>
                  <a:pt x="144" y="225"/>
                </a:cubicBezTo>
                <a:close/>
                <a:moveTo>
                  <a:pt x="149" y="482"/>
                </a:moveTo>
                <a:cubicBezTo>
                  <a:pt x="146" y="477"/>
                  <a:pt x="152" y="477"/>
                  <a:pt x="152" y="472"/>
                </a:cubicBezTo>
                <a:cubicBezTo>
                  <a:pt x="153" y="475"/>
                  <a:pt x="155" y="483"/>
                  <a:pt x="149" y="482"/>
                </a:cubicBezTo>
                <a:close/>
                <a:moveTo>
                  <a:pt x="152" y="236"/>
                </a:moveTo>
                <a:cubicBezTo>
                  <a:pt x="149" y="236"/>
                  <a:pt x="151" y="231"/>
                  <a:pt x="154" y="231"/>
                </a:cubicBezTo>
                <a:cubicBezTo>
                  <a:pt x="154" y="234"/>
                  <a:pt x="152" y="234"/>
                  <a:pt x="152" y="236"/>
                </a:cubicBezTo>
                <a:close/>
                <a:moveTo>
                  <a:pt x="192" y="197"/>
                </a:moveTo>
                <a:cubicBezTo>
                  <a:pt x="192" y="194"/>
                  <a:pt x="194" y="195"/>
                  <a:pt x="194" y="192"/>
                </a:cubicBezTo>
                <a:cubicBezTo>
                  <a:pt x="196" y="192"/>
                  <a:pt x="196" y="192"/>
                  <a:pt x="196" y="192"/>
                </a:cubicBezTo>
                <a:cubicBezTo>
                  <a:pt x="195" y="193"/>
                  <a:pt x="196" y="193"/>
                  <a:pt x="196" y="193"/>
                </a:cubicBezTo>
                <a:cubicBezTo>
                  <a:pt x="195" y="195"/>
                  <a:pt x="195" y="198"/>
                  <a:pt x="192" y="197"/>
                </a:cubicBezTo>
                <a:close/>
                <a:moveTo>
                  <a:pt x="192" y="191"/>
                </a:moveTo>
                <a:cubicBezTo>
                  <a:pt x="192" y="189"/>
                  <a:pt x="193" y="189"/>
                  <a:pt x="193" y="187"/>
                </a:cubicBezTo>
                <a:cubicBezTo>
                  <a:pt x="197" y="187"/>
                  <a:pt x="196" y="189"/>
                  <a:pt x="196" y="192"/>
                </a:cubicBezTo>
                <a:cubicBezTo>
                  <a:pt x="195" y="191"/>
                  <a:pt x="194" y="191"/>
                  <a:pt x="192" y="191"/>
                </a:cubicBezTo>
                <a:close/>
                <a:moveTo>
                  <a:pt x="217" y="156"/>
                </a:moveTo>
                <a:cubicBezTo>
                  <a:pt x="219" y="153"/>
                  <a:pt x="221" y="151"/>
                  <a:pt x="223" y="150"/>
                </a:cubicBezTo>
                <a:cubicBezTo>
                  <a:pt x="224" y="153"/>
                  <a:pt x="221" y="157"/>
                  <a:pt x="223" y="160"/>
                </a:cubicBezTo>
                <a:cubicBezTo>
                  <a:pt x="216" y="160"/>
                  <a:pt x="218" y="174"/>
                  <a:pt x="210" y="171"/>
                </a:cubicBezTo>
                <a:cubicBezTo>
                  <a:pt x="212" y="166"/>
                  <a:pt x="216" y="163"/>
                  <a:pt x="219" y="160"/>
                </a:cubicBezTo>
                <a:cubicBezTo>
                  <a:pt x="220" y="157"/>
                  <a:pt x="217" y="158"/>
                  <a:pt x="217" y="156"/>
                </a:cubicBezTo>
                <a:close/>
                <a:moveTo>
                  <a:pt x="214" y="136"/>
                </a:moveTo>
                <a:cubicBezTo>
                  <a:pt x="213" y="139"/>
                  <a:pt x="210" y="142"/>
                  <a:pt x="209" y="141"/>
                </a:cubicBezTo>
                <a:cubicBezTo>
                  <a:pt x="210" y="138"/>
                  <a:pt x="210" y="136"/>
                  <a:pt x="214" y="136"/>
                </a:cubicBezTo>
                <a:close/>
                <a:moveTo>
                  <a:pt x="206" y="179"/>
                </a:moveTo>
                <a:cubicBezTo>
                  <a:pt x="205" y="177"/>
                  <a:pt x="207" y="177"/>
                  <a:pt x="207" y="175"/>
                </a:cubicBezTo>
                <a:cubicBezTo>
                  <a:pt x="210" y="174"/>
                  <a:pt x="209" y="181"/>
                  <a:pt x="206" y="179"/>
                </a:cubicBezTo>
                <a:close/>
                <a:moveTo>
                  <a:pt x="207" y="132"/>
                </a:moveTo>
                <a:cubicBezTo>
                  <a:pt x="209" y="133"/>
                  <a:pt x="205" y="135"/>
                  <a:pt x="205" y="137"/>
                </a:cubicBezTo>
                <a:cubicBezTo>
                  <a:pt x="202" y="136"/>
                  <a:pt x="206" y="133"/>
                  <a:pt x="207" y="132"/>
                </a:cubicBezTo>
                <a:close/>
                <a:moveTo>
                  <a:pt x="208" y="143"/>
                </a:moveTo>
                <a:cubicBezTo>
                  <a:pt x="207" y="145"/>
                  <a:pt x="206" y="147"/>
                  <a:pt x="204" y="148"/>
                </a:cubicBezTo>
                <a:cubicBezTo>
                  <a:pt x="204" y="144"/>
                  <a:pt x="205" y="143"/>
                  <a:pt x="208" y="143"/>
                </a:cubicBezTo>
                <a:close/>
                <a:moveTo>
                  <a:pt x="196" y="156"/>
                </a:moveTo>
                <a:cubicBezTo>
                  <a:pt x="195" y="162"/>
                  <a:pt x="190" y="165"/>
                  <a:pt x="185" y="167"/>
                </a:cubicBezTo>
                <a:cubicBezTo>
                  <a:pt x="184" y="166"/>
                  <a:pt x="184" y="165"/>
                  <a:pt x="183" y="164"/>
                </a:cubicBezTo>
                <a:cubicBezTo>
                  <a:pt x="185" y="163"/>
                  <a:pt x="186" y="162"/>
                  <a:pt x="189" y="162"/>
                </a:cubicBezTo>
                <a:cubicBezTo>
                  <a:pt x="187" y="158"/>
                  <a:pt x="191" y="157"/>
                  <a:pt x="196" y="156"/>
                </a:cubicBezTo>
                <a:close/>
                <a:moveTo>
                  <a:pt x="156" y="225"/>
                </a:moveTo>
                <a:cubicBezTo>
                  <a:pt x="156" y="222"/>
                  <a:pt x="157" y="221"/>
                  <a:pt x="160" y="221"/>
                </a:cubicBezTo>
                <a:cubicBezTo>
                  <a:pt x="160" y="225"/>
                  <a:pt x="158" y="225"/>
                  <a:pt x="156" y="225"/>
                </a:cubicBezTo>
                <a:close/>
                <a:moveTo>
                  <a:pt x="165" y="786"/>
                </a:moveTo>
                <a:cubicBezTo>
                  <a:pt x="162" y="785"/>
                  <a:pt x="160" y="782"/>
                  <a:pt x="162" y="780"/>
                </a:cubicBezTo>
                <a:cubicBezTo>
                  <a:pt x="164" y="780"/>
                  <a:pt x="165" y="782"/>
                  <a:pt x="165" y="786"/>
                </a:cubicBezTo>
                <a:close/>
                <a:moveTo>
                  <a:pt x="165" y="253"/>
                </a:moveTo>
                <a:cubicBezTo>
                  <a:pt x="164" y="251"/>
                  <a:pt x="166" y="251"/>
                  <a:pt x="165" y="249"/>
                </a:cubicBezTo>
                <a:cubicBezTo>
                  <a:pt x="169" y="251"/>
                  <a:pt x="170" y="247"/>
                  <a:pt x="173" y="250"/>
                </a:cubicBezTo>
                <a:cubicBezTo>
                  <a:pt x="173" y="247"/>
                  <a:pt x="169" y="246"/>
                  <a:pt x="171" y="243"/>
                </a:cubicBezTo>
                <a:cubicBezTo>
                  <a:pt x="175" y="245"/>
                  <a:pt x="175" y="246"/>
                  <a:pt x="179" y="247"/>
                </a:cubicBezTo>
                <a:cubicBezTo>
                  <a:pt x="177" y="251"/>
                  <a:pt x="174" y="249"/>
                  <a:pt x="172" y="252"/>
                </a:cubicBezTo>
                <a:cubicBezTo>
                  <a:pt x="172" y="254"/>
                  <a:pt x="174" y="253"/>
                  <a:pt x="174" y="256"/>
                </a:cubicBezTo>
                <a:cubicBezTo>
                  <a:pt x="171" y="257"/>
                  <a:pt x="168" y="253"/>
                  <a:pt x="165" y="253"/>
                </a:cubicBezTo>
                <a:close/>
                <a:moveTo>
                  <a:pt x="168" y="219"/>
                </a:moveTo>
                <a:cubicBezTo>
                  <a:pt x="168" y="222"/>
                  <a:pt x="166" y="222"/>
                  <a:pt x="165" y="222"/>
                </a:cubicBezTo>
                <a:cubicBezTo>
                  <a:pt x="165" y="220"/>
                  <a:pt x="166" y="219"/>
                  <a:pt x="168" y="219"/>
                </a:cubicBezTo>
                <a:close/>
                <a:moveTo>
                  <a:pt x="165" y="209"/>
                </a:moveTo>
                <a:cubicBezTo>
                  <a:pt x="166" y="207"/>
                  <a:pt x="167" y="206"/>
                  <a:pt x="169" y="206"/>
                </a:cubicBezTo>
                <a:cubicBezTo>
                  <a:pt x="169" y="208"/>
                  <a:pt x="168" y="210"/>
                  <a:pt x="165" y="209"/>
                </a:cubicBezTo>
                <a:close/>
                <a:moveTo>
                  <a:pt x="182" y="229"/>
                </a:moveTo>
                <a:cubicBezTo>
                  <a:pt x="183" y="233"/>
                  <a:pt x="182" y="235"/>
                  <a:pt x="180" y="237"/>
                </a:cubicBezTo>
                <a:cubicBezTo>
                  <a:pt x="176" y="236"/>
                  <a:pt x="178" y="229"/>
                  <a:pt x="182" y="229"/>
                </a:cubicBezTo>
                <a:close/>
                <a:moveTo>
                  <a:pt x="168" y="819"/>
                </a:moveTo>
                <a:cubicBezTo>
                  <a:pt x="170" y="822"/>
                  <a:pt x="171" y="827"/>
                  <a:pt x="172" y="831"/>
                </a:cubicBezTo>
                <a:cubicBezTo>
                  <a:pt x="166" y="830"/>
                  <a:pt x="167" y="824"/>
                  <a:pt x="168" y="819"/>
                </a:cubicBezTo>
                <a:close/>
                <a:moveTo>
                  <a:pt x="168" y="286"/>
                </a:moveTo>
                <a:cubicBezTo>
                  <a:pt x="168" y="284"/>
                  <a:pt x="166" y="285"/>
                  <a:pt x="166" y="283"/>
                </a:cubicBezTo>
                <a:cubicBezTo>
                  <a:pt x="172" y="278"/>
                  <a:pt x="174" y="271"/>
                  <a:pt x="179" y="266"/>
                </a:cubicBezTo>
                <a:cubicBezTo>
                  <a:pt x="178" y="263"/>
                  <a:pt x="177" y="263"/>
                  <a:pt x="179" y="261"/>
                </a:cubicBezTo>
                <a:cubicBezTo>
                  <a:pt x="182" y="263"/>
                  <a:pt x="179" y="264"/>
                  <a:pt x="183" y="265"/>
                </a:cubicBezTo>
                <a:cubicBezTo>
                  <a:pt x="175" y="268"/>
                  <a:pt x="180" y="287"/>
                  <a:pt x="168" y="286"/>
                </a:cubicBezTo>
                <a:close/>
                <a:moveTo>
                  <a:pt x="179" y="209"/>
                </a:moveTo>
                <a:cubicBezTo>
                  <a:pt x="180" y="207"/>
                  <a:pt x="179" y="203"/>
                  <a:pt x="178" y="206"/>
                </a:cubicBezTo>
                <a:cubicBezTo>
                  <a:pt x="175" y="204"/>
                  <a:pt x="178" y="200"/>
                  <a:pt x="181" y="201"/>
                </a:cubicBezTo>
                <a:cubicBezTo>
                  <a:pt x="181" y="199"/>
                  <a:pt x="179" y="199"/>
                  <a:pt x="181" y="197"/>
                </a:cubicBezTo>
                <a:cubicBezTo>
                  <a:pt x="175" y="195"/>
                  <a:pt x="172" y="197"/>
                  <a:pt x="167" y="196"/>
                </a:cubicBezTo>
                <a:cubicBezTo>
                  <a:pt x="167" y="192"/>
                  <a:pt x="169" y="192"/>
                  <a:pt x="169" y="188"/>
                </a:cubicBezTo>
                <a:cubicBezTo>
                  <a:pt x="167" y="187"/>
                  <a:pt x="164" y="192"/>
                  <a:pt x="165" y="188"/>
                </a:cubicBezTo>
                <a:cubicBezTo>
                  <a:pt x="162" y="188"/>
                  <a:pt x="163" y="191"/>
                  <a:pt x="160" y="191"/>
                </a:cubicBezTo>
                <a:cubicBezTo>
                  <a:pt x="162" y="184"/>
                  <a:pt x="163" y="179"/>
                  <a:pt x="169" y="178"/>
                </a:cubicBezTo>
                <a:cubicBezTo>
                  <a:pt x="170" y="175"/>
                  <a:pt x="172" y="170"/>
                  <a:pt x="177" y="170"/>
                </a:cubicBezTo>
                <a:cubicBezTo>
                  <a:pt x="177" y="172"/>
                  <a:pt x="178" y="172"/>
                  <a:pt x="178" y="175"/>
                </a:cubicBezTo>
                <a:cubicBezTo>
                  <a:pt x="180" y="175"/>
                  <a:pt x="180" y="173"/>
                  <a:pt x="179" y="176"/>
                </a:cubicBezTo>
                <a:cubicBezTo>
                  <a:pt x="183" y="175"/>
                  <a:pt x="184" y="171"/>
                  <a:pt x="187" y="169"/>
                </a:cubicBezTo>
                <a:cubicBezTo>
                  <a:pt x="186" y="174"/>
                  <a:pt x="180" y="180"/>
                  <a:pt x="178" y="186"/>
                </a:cubicBezTo>
                <a:cubicBezTo>
                  <a:pt x="178" y="188"/>
                  <a:pt x="183" y="190"/>
                  <a:pt x="180" y="192"/>
                </a:cubicBezTo>
                <a:cubicBezTo>
                  <a:pt x="182" y="192"/>
                  <a:pt x="182" y="194"/>
                  <a:pt x="185" y="194"/>
                </a:cubicBezTo>
                <a:cubicBezTo>
                  <a:pt x="185" y="196"/>
                  <a:pt x="184" y="197"/>
                  <a:pt x="182" y="198"/>
                </a:cubicBezTo>
                <a:cubicBezTo>
                  <a:pt x="183" y="199"/>
                  <a:pt x="185" y="199"/>
                  <a:pt x="184" y="201"/>
                </a:cubicBezTo>
                <a:cubicBezTo>
                  <a:pt x="185" y="201"/>
                  <a:pt x="186" y="200"/>
                  <a:pt x="187" y="200"/>
                </a:cubicBezTo>
                <a:cubicBezTo>
                  <a:pt x="187" y="208"/>
                  <a:pt x="184" y="207"/>
                  <a:pt x="179" y="209"/>
                </a:cubicBezTo>
                <a:close/>
                <a:moveTo>
                  <a:pt x="197" y="327"/>
                </a:moveTo>
                <a:cubicBezTo>
                  <a:pt x="192" y="327"/>
                  <a:pt x="193" y="322"/>
                  <a:pt x="190" y="320"/>
                </a:cubicBezTo>
                <a:cubicBezTo>
                  <a:pt x="193" y="312"/>
                  <a:pt x="198" y="306"/>
                  <a:pt x="204" y="300"/>
                </a:cubicBezTo>
                <a:cubicBezTo>
                  <a:pt x="205" y="309"/>
                  <a:pt x="198" y="309"/>
                  <a:pt x="198" y="317"/>
                </a:cubicBezTo>
                <a:cubicBezTo>
                  <a:pt x="198" y="319"/>
                  <a:pt x="199" y="316"/>
                  <a:pt x="200" y="318"/>
                </a:cubicBezTo>
                <a:cubicBezTo>
                  <a:pt x="205" y="317"/>
                  <a:pt x="205" y="310"/>
                  <a:pt x="209" y="309"/>
                </a:cubicBezTo>
                <a:cubicBezTo>
                  <a:pt x="205" y="315"/>
                  <a:pt x="202" y="322"/>
                  <a:pt x="197" y="327"/>
                </a:cubicBezTo>
                <a:close/>
                <a:moveTo>
                  <a:pt x="212" y="255"/>
                </a:moveTo>
                <a:cubicBezTo>
                  <a:pt x="211" y="252"/>
                  <a:pt x="214" y="252"/>
                  <a:pt x="216" y="252"/>
                </a:cubicBezTo>
                <a:cubicBezTo>
                  <a:pt x="216" y="255"/>
                  <a:pt x="214" y="255"/>
                  <a:pt x="212" y="255"/>
                </a:cubicBezTo>
                <a:close/>
                <a:moveTo>
                  <a:pt x="239" y="232"/>
                </a:moveTo>
                <a:cubicBezTo>
                  <a:pt x="237" y="231"/>
                  <a:pt x="237" y="230"/>
                  <a:pt x="237" y="228"/>
                </a:cubicBezTo>
                <a:cubicBezTo>
                  <a:pt x="238" y="228"/>
                  <a:pt x="239" y="226"/>
                  <a:pt x="240" y="227"/>
                </a:cubicBezTo>
                <a:cubicBezTo>
                  <a:pt x="241" y="230"/>
                  <a:pt x="241" y="230"/>
                  <a:pt x="239" y="232"/>
                </a:cubicBezTo>
                <a:close/>
                <a:moveTo>
                  <a:pt x="250" y="954"/>
                </a:moveTo>
                <a:cubicBezTo>
                  <a:pt x="252" y="954"/>
                  <a:pt x="252" y="956"/>
                  <a:pt x="253" y="957"/>
                </a:cubicBezTo>
                <a:cubicBezTo>
                  <a:pt x="252" y="960"/>
                  <a:pt x="248" y="955"/>
                  <a:pt x="250" y="954"/>
                </a:cubicBezTo>
                <a:close/>
                <a:moveTo>
                  <a:pt x="252" y="976"/>
                </a:moveTo>
                <a:cubicBezTo>
                  <a:pt x="254" y="978"/>
                  <a:pt x="257" y="978"/>
                  <a:pt x="257" y="983"/>
                </a:cubicBezTo>
                <a:cubicBezTo>
                  <a:pt x="254" y="981"/>
                  <a:pt x="252" y="980"/>
                  <a:pt x="252" y="976"/>
                </a:cubicBezTo>
                <a:close/>
                <a:moveTo>
                  <a:pt x="278" y="974"/>
                </a:moveTo>
                <a:cubicBezTo>
                  <a:pt x="273" y="968"/>
                  <a:pt x="257" y="974"/>
                  <a:pt x="258" y="960"/>
                </a:cubicBezTo>
                <a:cubicBezTo>
                  <a:pt x="262" y="958"/>
                  <a:pt x="266" y="963"/>
                  <a:pt x="266" y="957"/>
                </a:cubicBezTo>
                <a:cubicBezTo>
                  <a:pt x="269" y="956"/>
                  <a:pt x="270" y="957"/>
                  <a:pt x="272" y="958"/>
                </a:cubicBezTo>
                <a:cubicBezTo>
                  <a:pt x="273" y="966"/>
                  <a:pt x="281" y="962"/>
                  <a:pt x="284" y="968"/>
                </a:cubicBezTo>
                <a:cubicBezTo>
                  <a:pt x="281" y="969"/>
                  <a:pt x="281" y="973"/>
                  <a:pt x="278" y="974"/>
                </a:cubicBezTo>
                <a:close/>
                <a:moveTo>
                  <a:pt x="286" y="985"/>
                </a:moveTo>
                <a:cubicBezTo>
                  <a:pt x="288" y="985"/>
                  <a:pt x="289" y="986"/>
                  <a:pt x="289" y="989"/>
                </a:cubicBezTo>
                <a:cubicBezTo>
                  <a:pt x="287" y="989"/>
                  <a:pt x="286" y="987"/>
                  <a:pt x="286" y="985"/>
                </a:cubicBezTo>
                <a:close/>
                <a:moveTo>
                  <a:pt x="290" y="977"/>
                </a:moveTo>
                <a:cubicBezTo>
                  <a:pt x="288" y="977"/>
                  <a:pt x="286" y="975"/>
                  <a:pt x="287" y="972"/>
                </a:cubicBezTo>
                <a:cubicBezTo>
                  <a:pt x="289" y="973"/>
                  <a:pt x="291" y="975"/>
                  <a:pt x="290" y="977"/>
                </a:cubicBezTo>
                <a:close/>
                <a:moveTo>
                  <a:pt x="345" y="182"/>
                </a:moveTo>
                <a:cubicBezTo>
                  <a:pt x="345" y="184"/>
                  <a:pt x="348" y="183"/>
                  <a:pt x="348" y="185"/>
                </a:cubicBezTo>
                <a:cubicBezTo>
                  <a:pt x="345" y="186"/>
                  <a:pt x="344" y="192"/>
                  <a:pt x="345" y="196"/>
                </a:cubicBezTo>
                <a:cubicBezTo>
                  <a:pt x="344" y="197"/>
                  <a:pt x="343" y="198"/>
                  <a:pt x="341" y="199"/>
                </a:cubicBezTo>
                <a:cubicBezTo>
                  <a:pt x="345" y="208"/>
                  <a:pt x="330" y="212"/>
                  <a:pt x="320" y="213"/>
                </a:cubicBezTo>
                <a:cubicBezTo>
                  <a:pt x="322" y="211"/>
                  <a:pt x="320" y="209"/>
                  <a:pt x="321" y="205"/>
                </a:cubicBezTo>
                <a:cubicBezTo>
                  <a:pt x="325" y="202"/>
                  <a:pt x="327" y="198"/>
                  <a:pt x="330" y="194"/>
                </a:cubicBezTo>
                <a:cubicBezTo>
                  <a:pt x="331" y="195"/>
                  <a:pt x="334" y="193"/>
                  <a:pt x="334" y="195"/>
                </a:cubicBezTo>
                <a:cubicBezTo>
                  <a:pt x="337" y="191"/>
                  <a:pt x="340" y="187"/>
                  <a:pt x="344" y="184"/>
                </a:cubicBezTo>
                <a:cubicBezTo>
                  <a:pt x="340" y="183"/>
                  <a:pt x="341" y="187"/>
                  <a:pt x="339" y="185"/>
                </a:cubicBezTo>
                <a:cubicBezTo>
                  <a:pt x="343" y="182"/>
                  <a:pt x="349" y="172"/>
                  <a:pt x="357" y="173"/>
                </a:cubicBezTo>
                <a:cubicBezTo>
                  <a:pt x="356" y="180"/>
                  <a:pt x="349" y="179"/>
                  <a:pt x="345" y="182"/>
                </a:cubicBezTo>
                <a:close/>
                <a:moveTo>
                  <a:pt x="357" y="996"/>
                </a:moveTo>
                <a:cubicBezTo>
                  <a:pt x="363" y="1001"/>
                  <a:pt x="368" y="1007"/>
                  <a:pt x="373" y="1010"/>
                </a:cubicBezTo>
                <a:cubicBezTo>
                  <a:pt x="368" y="1009"/>
                  <a:pt x="356" y="1004"/>
                  <a:pt x="357" y="996"/>
                </a:cubicBezTo>
                <a:close/>
                <a:moveTo>
                  <a:pt x="414" y="1044"/>
                </a:moveTo>
                <a:cubicBezTo>
                  <a:pt x="416" y="1044"/>
                  <a:pt x="417" y="1045"/>
                  <a:pt x="417" y="1047"/>
                </a:cubicBezTo>
                <a:cubicBezTo>
                  <a:pt x="416" y="1048"/>
                  <a:pt x="413" y="1047"/>
                  <a:pt x="414" y="1044"/>
                </a:cubicBezTo>
                <a:close/>
                <a:moveTo>
                  <a:pt x="614" y="1007"/>
                </a:moveTo>
                <a:cubicBezTo>
                  <a:pt x="618" y="1008"/>
                  <a:pt x="619" y="1006"/>
                  <a:pt x="622" y="1007"/>
                </a:cubicBezTo>
                <a:cubicBezTo>
                  <a:pt x="624" y="1011"/>
                  <a:pt x="614" y="1012"/>
                  <a:pt x="614" y="1007"/>
                </a:cubicBezTo>
                <a:close/>
                <a:moveTo>
                  <a:pt x="617" y="966"/>
                </a:moveTo>
                <a:cubicBezTo>
                  <a:pt x="611" y="969"/>
                  <a:pt x="605" y="969"/>
                  <a:pt x="601" y="966"/>
                </a:cubicBezTo>
                <a:cubicBezTo>
                  <a:pt x="604" y="963"/>
                  <a:pt x="615" y="961"/>
                  <a:pt x="617" y="966"/>
                </a:cubicBezTo>
                <a:close/>
                <a:moveTo>
                  <a:pt x="491" y="881"/>
                </a:moveTo>
                <a:cubicBezTo>
                  <a:pt x="489" y="881"/>
                  <a:pt x="489" y="878"/>
                  <a:pt x="487" y="878"/>
                </a:cubicBezTo>
                <a:cubicBezTo>
                  <a:pt x="489" y="875"/>
                  <a:pt x="491" y="879"/>
                  <a:pt x="491" y="881"/>
                </a:cubicBezTo>
                <a:close/>
                <a:moveTo>
                  <a:pt x="487" y="873"/>
                </a:moveTo>
                <a:cubicBezTo>
                  <a:pt x="485" y="873"/>
                  <a:pt x="483" y="872"/>
                  <a:pt x="483" y="870"/>
                </a:cubicBezTo>
                <a:cubicBezTo>
                  <a:pt x="485" y="868"/>
                  <a:pt x="487" y="870"/>
                  <a:pt x="487" y="873"/>
                </a:cubicBezTo>
                <a:close/>
                <a:moveTo>
                  <a:pt x="480" y="877"/>
                </a:moveTo>
                <a:cubicBezTo>
                  <a:pt x="477" y="876"/>
                  <a:pt x="474" y="874"/>
                  <a:pt x="473" y="871"/>
                </a:cubicBezTo>
                <a:cubicBezTo>
                  <a:pt x="476" y="872"/>
                  <a:pt x="483" y="872"/>
                  <a:pt x="480" y="877"/>
                </a:cubicBezTo>
                <a:close/>
                <a:moveTo>
                  <a:pt x="460" y="828"/>
                </a:moveTo>
                <a:cubicBezTo>
                  <a:pt x="458" y="830"/>
                  <a:pt x="455" y="826"/>
                  <a:pt x="454" y="823"/>
                </a:cubicBezTo>
                <a:cubicBezTo>
                  <a:pt x="456" y="825"/>
                  <a:pt x="458" y="826"/>
                  <a:pt x="460" y="828"/>
                </a:cubicBezTo>
                <a:close/>
                <a:moveTo>
                  <a:pt x="457" y="1075"/>
                </a:moveTo>
                <a:cubicBezTo>
                  <a:pt x="455" y="1074"/>
                  <a:pt x="452" y="1075"/>
                  <a:pt x="453" y="1072"/>
                </a:cubicBezTo>
                <a:cubicBezTo>
                  <a:pt x="455" y="1072"/>
                  <a:pt x="457" y="1072"/>
                  <a:pt x="457" y="1075"/>
                </a:cubicBezTo>
                <a:close/>
                <a:moveTo>
                  <a:pt x="447" y="831"/>
                </a:moveTo>
                <a:cubicBezTo>
                  <a:pt x="449" y="833"/>
                  <a:pt x="452" y="834"/>
                  <a:pt x="452" y="838"/>
                </a:cubicBezTo>
                <a:cubicBezTo>
                  <a:pt x="449" y="837"/>
                  <a:pt x="448" y="836"/>
                  <a:pt x="445" y="836"/>
                </a:cubicBezTo>
                <a:cubicBezTo>
                  <a:pt x="445" y="834"/>
                  <a:pt x="447" y="833"/>
                  <a:pt x="447" y="831"/>
                </a:cubicBezTo>
                <a:close/>
                <a:moveTo>
                  <a:pt x="451" y="1070"/>
                </a:moveTo>
                <a:cubicBezTo>
                  <a:pt x="448" y="1072"/>
                  <a:pt x="443" y="1069"/>
                  <a:pt x="441" y="1066"/>
                </a:cubicBezTo>
                <a:cubicBezTo>
                  <a:pt x="444" y="1065"/>
                  <a:pt x="447" y="1070"/>
                  <a:pt x="451" y="1070"/>
                </a:cubicBezTo>
                <a:close/>
                <a:moveTo>
                  <a:pt x="412" y="92"/>
                </a:moveTo>
                <a:cubicBezTo>
                  <a:pt x="413" y="90"/>
                  <a:pt x="414" y="89"/>
                  <a:pt x="417" y="89"/>
                </a:cubicBezTo>
                <a:cubicBezTo>
                  <a:pt x="416" y="91"/>
                  <a:pt x="414" y="92"/>
                  <a:pt x="412" y="92"/>
                </a:cubicBezTo>
                <a:close/>
                <a:moveTo>
                  <a:pt x="440" y="680"/>
                </a:moveTo>
                <a:cubicBezTo>
                  <a:pt x="436" y="680"/>
                  <a:pt x="437" y="676"/>
                  <a:pt x="439" y="674"/>
                </a:cubicBezTo>
                <a:cubicBezTo>
                  <a:pt x="441" y="676"/>
                  <a:pt x="441" y="677"/>
                  <a:pt x="440" y="680"/>
                </a:cubicBezTo>
                <a:close/>
                <a:moveTo>
                  <a:pt x="440" y="673"/>
                </a:moveTo>
                <a:cubicBezTo>
                  <a:pt x="438" y="671"/>
                  <a:pt x="438" y="667"/>
                  <a:pt x="438" y="664"/>
                </a:cubicBezTo>
                <a:cubicBezTo>
                  <a:pt x="439" y="665"/>
                  <a:pt x="440" y="666"/>
                  <a:pt x="441" y="667"/>
                </a:cubicBezTo>
                <a:cubicBezTo>
                  <a:pt x="441" y="669"/>
                  <a:pt x="440" y="671"/>
                  <a:pt x="440" y="673"/>
                </a:cubicBezTo>
                <a:close/>
                <a:moveTo>
                  <a:pt x="444" y="687"/>
                </a:moveTo>
                <a:cubicBezTo>
                  <a:pt x="441" y="684"/>
                  <a:pt x="442" y="680"/>
                  <a:pt x="443" y="676"/>
                </a:cubicBezTo>
                <a:cubicBezTo>
                  <a:pt x="444" y="676"/>
                  <a:pt x="444" y="676"/>
                  <a:pt x="444" y="676"/>
                </a:cubicBezTo>
                <a:cubicBezTo>
                  <a:pt x="446" y="678"/>
                  <a:pt x="447" y="682"/>
                  <a:pt x="449" y="684"/>
                </a:cubicBezTo>
                <a:cubicBezTo>
                  <a:pt x="448" y="686"/>
                  <a:pt x="447" y="687"/>
                  <a:pt x="444" y="687"/>
                </a:cubicBezTo>
                <a:close/>
                <a:moveTo>
                  <a:pt x="466" y="689"/>
                </a:moveTo>
                <a:cubicBezTo>
                  <a:pt x="466" y="685"/>
                  <a:pt x="466" y="685"/>
                  <a:pt x="466" y="685"/>
                </a:cubicBezTo>
                <a:cubicBezTo>
                  <a:pt x="470" y="685"/>
                  <a:pt x="470" y="685"/>
                  <a:pt x="470" y="685"/>
                </a:cubicBezTo>
                <a:cubicBezTo>
                  <a:pt x="470" y="688"/>
                  <a:pt x="469" y="689"/>
                  <a:pt x="466" y="689"/>
                </a:cubicBezTo>
                <a:close/>
                <a:moveTo>
                  <a:pt x="817" y="538"/>
                </a:moveTo>
                <a:cubicBezTo>
                  <a:pt x="815" y="537"/>
                  <a:pt x="813" y="537"/>
                  <a:pt x="813" y="534"/>
                </a:cubicBezTo>
                <a:cubicBezTo>
                  <a:pt x="815" y="532"/>
                  <a:pt x="818" y="534"/>
                  <a:pt x="817" y="538"/>
                </a:cubicBezTo>
                <a:close/>
                <a:moveTo>
                  <a:pt x="786" y="244"/>
                </a:moveTo>
                <a:cubicBezTo>
                  <a:pt x="788" y="244"/>
                  <a:pt x="791" y="244"/>
                  <a:pt x="790" y="247"/>
                </a:cubicBezTo>
                <a:cubicBezTo>
                  <a:pt x="788" y="247"/>
                  <a:pt x="786" y="247"/>
                  <a:pt x="786" y="244"/>
                </a:cubicBezTo>
                <a:close/>
                <a:moveTo>
                  <a:pt x="788" y="294"/>
                </a:moveTo>
                <a:cubicBezTo>
                  <a:pt x="787" y="295"/>
                  <a:pt x="782" y="294"/>
                  <a:pt x="783" y="291"/>
                </a:cubicBezTo>
                <a:cubicBezTo>
                  <a:pt x="786" y="290"/>
                  <a:pt x="786" y="294"/>
                  <a:pt x="788" y="294"/>
                </a:cubicBezTo>
                <a:close/>
                <a:moveTo>
                  <a:pt x="776" y="252"/>
                </a:moveTo>
                <a:cubicBezTo>
                  <a:pt x="775" y="253"/>
                  <a:pt x="775" y="253"/>
                  <a:pt x="775" y="255"/>
                </a:cubicBezTo>
                <a:cubicBezTo>
                  <a:pt x="772" y="255"/>
                  <a:pt x="772" y="253"/>
                  <a:pt x="771" y="251"/>
                </a:cubicBezTo>
                <a:cubicBezTo>
                  <a:pt x="773" y="251"/>
                  <a:pt x="775" y="251"/>
                  <a:pt x="776" y="252"/>
                </a:cubicBezTo>
                <a:close/>
                <a:moveTo>
                  <a:pt x="736" y="566"/>
                </a:moveTo>
                <a:cubicBezTo>
                  <a:pt x="734" y="568"/>
                  <a:pt x="731" y="564"/>
                  <a:pt x="729" y="562"/>
                </a:cubicBezTo>
                <a:cubicBezTo>
                  <a:pt x="733" y="561"/>
                  <a:pt x="736" y="562"/>
                  <a:pt x="736" y="566"/>
                </a:cubicBezTo>
                <a:close/>
                <a:moveTo>
                  <a:pt x="735" y="623"/>
                </a:moveTo>
                <a:cubicBezTo>
                  <a:pt x="734" y="623"/>
                  <a:pt x="734" y="624"/>
                  <a:pt x="734" y="625"/>
                </a:cubicBezTo>
                <a:cubicBezTo>
                  <a:pt x="731" y="626"/>
                  <a:pt x="731" y="624"/>
                  <a:pt x="728" y="625"/>
                </a:cubicBezTo>
                <a:cubicBezTo>
                  <a:pt x="728" y="621"/>
                  <a:pt x="734" y="622"/>
                  <a:pt x="735" y="623"/>
                </a:cubicBezTo>
                <a:close/>
                <a:moveTo>
                  <a:pt x="725" y="569"/>
                </a:moveTo>
                <a:cubicBezTo>
                  <a:pt x="727" y="572"/>
                  <a:pt x="727" y="576"/>
                  <a:pt x="725" y="580"/>
                </a:cubicBezTo>
                <a:cubicBezTo>
                  <a:pt x="720" y="580"/>
                  <a:pt x="720" y="580"/>
                  <a:pt x="720" y="580"/>
                </a:cubicBezTo>
                <a:cubicBezTo>
                  <a:pt x="721" y="574"/>
                  <a:pt x="718" y="576"/>
                  <a:pt x="715" y="575"/>
                </a:cubicBezTo>
                <a:cubicBezTo>
                  <a:pt x="715" y="573"/>
                  <a:pt x="717" y="572"/>
                  <a:pt x="717" y="570"/>
                </a:cubicBezTo>
                <a:cubicBezTo>
                  <a:pt x="719" y="570"/>
                  <a:pt x="718" y="573"/>
                  <a:pt x="720" y="572"/>
                </a:cubicBezTo>
                <a:cubicBezTo>
                  <a:pt x="718" y="570"/>
                  <a:pt x="723" y="571"/>
                  <a:pt x="725" y="569"/>
                </a:cubicBezTo>
                <a:close/>
                <a:moveTo>
                  <a:pt x="728" y="583"/>
                </a:moveTo>
                <a:cubicBezTo>
                  <a:pt x="726" y="585"/>
                  <a:pt x="718" y="588"/>
                  <a:pt x="718" y="583"/>
                </a:cubicBezTo>
                <a:lnTo>
                  <a:pt x="728" y="583"/>
                </a:lnTo>
                <a:close/>
                <a:moveTo>
                  <a:pt x="731" y="638"/>
                </a:moveTo>
                <a:cubicBezTo>
                  <a:pt x="731" y="640"/>
                  <a:pt x="725" y="642"/>
                  <a:pt x="723" y="646"/>
                </a:cubicBezTo>
                <a:cubicBezTo>
                  <a:pt x="720" y="645"/>
                  <a:pt x="716" y="644"/>
                  <a:pt x="716" y="639"/>
                </a:cubicBezTo>
                <a:cubicBezTo>
                  <a:pt x="723" y="637"/>
                  <a:pt x="725" y="638"/>
                  <a:pt x="731" y="638"/>
                </a:cubicBezTo>
                <a:close/>
                <a:moveTo>
                  <a:pt x="720" y="629"/>
                </a:moveTo>
                <a:cubicBezTo>
                  <a:pt x="723" y="624"/>
                  <a:pt x="730" y="628"/>
                  <a:pt x="732" y="628"/>
                </a:cubicBezTo>
                <a:cubicBezTo>
                  <a:pt x="732" y="629"/>
                  <a:pt x="731" y="632"/>
                  <a:pt x="732" y="632"/>
                </a:cubicBezTo>
                <a:cubicBezTo>
                  <a:pt x="729" y="631"/>
                  <a:pt x="724" y="633"/>
                  <a:pt x="720" y="629"/>
                </a:cubicBezTo>
                <a:close/>
                <a:moveTo>
                  <a:pt x="728" y="616"/>
                </a:moveTo>
                <a:cubicBezTo>
                  <a:pt x="728" y="620"/>
                  <a:pt x="722" y="619"/>
                  <a:pt x="721" y="620"/>
                </a:cubicBezTo>
                <a:cubicBezTo>
                  <a:pt x="719" y="617"/>
                  <a:pt x="723" y="615"/>
                  <a:pt x="723" y="612"/>
                </a:cubicBezTo>
                <a:cubicBezTo>
                  <a:pt x="728" y="612"/>
                  <a:pt x="728" y="612"/>
                  <a:pt x="728" y="612"/>
                </a:cubicBezTo>
                <a:cubicBezTo>
                  <a:pt x="726" y="614"/>
                  <a:pt x="726" y="614"/>
                  <a:pt x="728" y="616"/>
                </a:cubicBezTo>
                <a:close/>
                <a:moveTo>
                  <a:pt x="728" y="563"/>
                </a:moveTo>
                <a:cubicBezTo>
                  <a:pt x="723" y="568"/>
                  <a:pt x="719" y="564"/>
                  <a:pt x="713" y="565"/>
                </a:cubicBezTo>
                <a:cubicBezTo>
                  <a:pt x="714" y="560"/>
                  <a:pt x="725" y="560"/>
                  <a:pt x="728" y="563"/>
                </a:cubicBezTo>
                <a:close/>
                <a:moveTo>
                  <a:pt x="709" y="587"/>
                </a:moveTo>
                <a:cubicBezTo>
                  <a:pt x="706" y="587"/>
                  <a:pt x="707" y="584"/>
                  <a:pt x="704" y="584"/>
                </a:cubicBezTo>
                <a:cubicBezTo>
                  <a:pt x="705" y="581"/>
                  <a:pt x="712" y="583"/>
                  <a:pt x="709" y="587"/>
                </a:cubicBezTo>
                <a:close/>
                <a:moveTo>
                  <a:pt x="696" y="664"/>
                </a:moveTo>
                <a:cubicBezTo>
                  <a:pt x="699" y="664"/>
                  <a:pt x="699" y="664"/>
                  <a:pt x="699" y="664"/>
                </a:cubicBezTo>
                <a:cubicBezTo>
                  <a:pt x="699" y="667"/>
                  <a:pt x="698" y="669"/>
                  <a:pt x="697" y="671"/>
                </a:cubicBezTo>
                <a:cubicBezTo>
                  <a:pt x="695" y="671"/>
                  <a:pt x="696" y="667"/>
                  <a:pt x="696" y="664"/>
                </a:cubicBezTo>
                <a:close/>
                <a:moveTo>
                  <a:pt x="696" y="672"/>
                </a:moveTo>
                <a:cubicBezTo>
                  <a:pt x="697" y="672"/>
                  <a:pt x="698" y="673"/>
                  <a:pt x="699" y="673"/>
                </a:cubicBezTo>
                <a:cubicBezTo>
                  <a:pt x="699" y="678"/>
                  <a:pt x="695" y="678"/>
                  <a:pt x="693" y="682"/>
                </a:cubicBezTo>
                <a:cubicBezTo>
                  <a:pt x="690" y="681"/>
                  <a:pt x="695" y="675"/>
                  <a:pt x="696" y="672"/>
                </a:cubicBezTo>
                <a:close/>
                <a:moveTo>
                  <a:pt x="703" y="679"/>
                </a:moveTo>
                <a:cubicBezTo>
                  <a:pt x="704" y="683"/>
                  <a:pt x="700" y="687"/>
                  <a:pt x="698" y="690"/>
                </a:cubicBezTo>
                <a:cubicBezTo>
                  <a:pt x="694" y="687"/>
                  <a:pt x="698" y="678"/>
                  <a:pt x="703" y="679"/>
                </a:cubicBezTo>
                <a:close/>
                <a:moveTo>
                  <a:pt x="701" y="671"/>
                </a:moveTo>
                <a:cubicBezTo>
                  <a:pt x="702" y="666"/>
                  <a:pt x="700" y="650"/>
                  <a:pt x="710" y="653"/>
                </a:cubicBezTo>
                <a:cubicBezTo>
                  <a:pt x="708" y="661"/>
                  <a:pt x="705" y="664"/>
                  <a:pt x="701" y="671"/>
                </a:cubicBezTo>
                <a:close/>
                <a:moveTo>
                  <a:pt x="695" y="619"/>
                </a:moveTo>
                <a:cubicBezTo>
                  <a:pt x="698" y="618"/>
                  <a:pt x="699" y="619"/>
                  <a:pt x="700" y="615"/>
                </a:cubicBezTo>
                <a:cubicBezTo>
                  <a:pt x="703" y="617"/>
                  <a:pt x="701" y="624"/>
                  <a:pt x="697" y="626"/>
                </a:cubicBezTo>
                <a:cubicBezTo>
                  <a:pt x="695" y="626"/>
                  <a:pt x="695" y="623"/>
                  <a:pt x="695" y="619"/>
                </a:cubicBezTo>
                <a:close/>
                <a:moveTo>
                  <a:pt x="694" y="51"/>
                </a:moveTo>
                <a:cubicBezTo>
                  <a:pt x="694" y="53"/>
                  <a:pt x="692" y="53"/>
                  <a:pt x="690" y="53"/>
                </a:cubicBezTo>
                <a:cubicBezTo>
                  <a:pt x="690" y="50"/>
                  <a:pt x="693" y="50"/>
                  <a:pt x="694" y="51"/>
                </a:cubicBezTo>
                <a:close/>
                <a:moveTo>
                  <a:pt x="672" y="708"/>
                </a:moveTo>
                <a:cubicBezTo>
                  <a:pt x="670" y="708"/>
                  <a:pt x="668" y="707"/>
                  <a:pt x="668" y="704"/>
                </a:cubicBezTo>
                <a:cubicBezTo>
                  <a:pt x="669" y="703"/>
                  <a:pt x="670" y="704"/>
                  <a:pt x="671" y="702"/>
                </a:cubicBezTo>
                <a:cubicBezTo>
                  <a:pt x="672" y="704"/>
                  <a:pt x="672" y="706"/>
                  <a:pt x="672" y="708"/>
                </a:cubicBezTo>
                <a:close/>
                <a:moveTo>
                  <a:pt x="671" y="461"/>
                </a:moveTo>
                <a:cubicBezTo>
                  <a:pt x="669" y="466"/>
                  <a:pt x="666" y="469"/>
                  <a:pt x="664" y="473"/>
                </a:cubicBezTo>
                <a:cubicBezTo>
                  <a:pt x="662" y="470"/>
                  <a:pt x="660" y="471"/>
                  <a:pt x="657" y="472"/>
                </a:cubicBezTo>
                <a:cubicBezTo>
                  <a:pt x="653" y="463"/>
                  <a:pt x="665" y="460"/>
                  <a:pt x="671" y="461"/>
                </a:cubicBezTo>
                <a:close/>
                <a:moveTo>
                  <a:pt x="662" y="504"/>
                </a:moveTo>
                <a:cubicBezTo>
                  <a:pt x="659" y="502"/>
                  <a:pt x="656" y="498"/>
                  <a:pt x="658" y="494"/>
                </a:cubicBezTo>
                <a:cubicBezTo>
                  <a:pt x="661" y="493"/>
                  <a:pt x="657" y="501"/>
                  <a:pt x="662" y="498"/>
                </a:cubicBezTo>
                <a:cubicBezTo>
                  <a:pt x="663" y="501"/>
                  <a:pt x="661" y="501"/>
                  <a:pt x="662" y="504"/>
                </a:cubicBezTo>
                <a:close/>
                <a:moveTo>
                  <a:pt x="651" y="157"/>
                </a:moveTo>
                <a:cubicBezTo>
                  <a:pt x="652" y="157"/>
                  <a:pt x="652" y="157"/>
                  <a:pt x="654" y="157"/>
                </a:cubicBezTo>
                <a:cubicBezTo>
                  <a:pt x="651" y="160"/>
                  <a:pt x="653" y="161"/>
                  <a:pt x="652" y="164"/>
                </a:cubicBezTo>
                <a:cubicBezTo>
                  <a:pt x="650" y="164"/>
                  <a:pt x="650" y="163"/>
                  <a:pt x="649" y="163"/>
                </a:cubicBezTo>
                <a:cubicBezTo>
                  <a:pt x="650" y="161"/>
                  <a:pt x="650" y="158"/>
                  <a:pt x="651" y="157"/>
                </a:cubicBezTo>
                <a:close/>
                <a:moveTo>
                  <a:pt x="617" y="160"/>
                </a:moveTo>
                <a:cubicBezTo>
                  <a:pt x="619" y="159"/>
                  <a:pt x="618" y="158"/>
                  <a:pt x="621" y="159"/>
                </a:cubicBezTo>
                <a:cubicBezTo>
                  <a:pt x="621" y="160"/>
                  <a:pt x="620" y="161"/>
                  <a:pt x="620" y="162"/>
                </a:cubicBezTo>
                <a:cubicBezTo>
                  <a:pt x="621" y="164"/>
                  <a:pt x="622" y="159"/>
                  <a:pt x="623" y="162"/>
                </a:cubicBezTo>
                <a:cubicBezTo>
                  <a:pt x="622" y="159"/>
                  <a:pt x="622" y="158"/>
                  <a:pt x="623" y="156"/>
                </a:cubicBezTo>
                <a:cubicBezTo>
                  <a:pt x="626" y="156"/>
                  <a:pt x="627" y="160"/>
                  <a:pt x="629" y="163"/>
                </a:cubicBezTo>
                <a:cubicBezTo>
                  <a:pt x="627" y="166"/>
                  <a:pt x="623" y="164"/>
                  <a:pt x="618" y="164"/>
                </a:cubicBezTo>
                <a:cubicBezTo>
                  <a:pt x="618" y="162"/>
                  <a:pt x="616" y="163"/>
                  <a:pt x="617" y="160"/>
                </a:cubicBezTo>
                <a:close/>
                <a:moveTo>
                  <a:pt x="625" y="169"/>
                </a:moveTo>
                <a:cubicBezTo>
                  <a:pt x="625" y="171"/>
                  <a:pt x="623" y="170"/>
                  <a:pt x="623" y="171"/>
                </a:cubicBezTo>
                <a:cubicBezTo>
                  <a:pt x="626" y="173"/>
                  <a:pt x="625" y="169"/>
                  <a:pt x="627" y="170"/>
                </a:cubicBezTo>
                <a:cubicBezTo>
                  <a:pt x="627" y="172"/>
                  <a:pt x="627" y="172"/>
                  <a:pt x="627" y="172"/>
                </a:cubicBezTo>
                <a:cubicBezTo>
                  <a:pt x="637" y="172"/>
                  <a:pt x="651" y="171"/>
                  <a:pt x="661" y="171"/>
                </a:cubicBezTo>
                <a:cubicBezTo>
                  <a:pt x="659" y="180"/>
                  <a:pt x="647" y="173"/>
                  <a:pt x="645" y="181"/>
                </a:cubicBezTo>
                <a:cubicBezTo>
                  <a:pt x="639" y="180"/>
                  <a:pt x="627" y="185"/>
                  <a:pt x="623" y="180"/>
                </a:cubicBezTo>
                <a:cubicBezTo>
                  <a:pt x="618" y="185"/>
                  <a:pt x="611" y="181"/>
                  <a:pt x="607" y="178"/>
                </a:cubicBezTo>
                <a:cubicBezTo>
                  <a:pt x="617" y="182"/>
                  <a:pt x="614" y="166"/>
                  <a:pt x="625" y="169"/>
                </a:cubicBezTo>
                <a:close/>
                <a:moveTo>
                  <a:pt x="653" y="506"/>
                </a:moveTo>
                <a:cubicBezTo>
                  <a:pt x="651" y="506"/>
                  <a:pt x="649" y="506"/>
                  <a:pt x="649" y="504"/>
                </a:cubicBezTo>
                <a:cubicBezTo>
                  <a:pt x="650" y="504"/>
                  <a:pt x="650" y="503"/>
                  <a:pt x="650" y="503"/>
                </a:cubicBezTo>
                <a:cubicBezTo>
                  <a:pt x="652" y="502"/>
                  <a:pt x="653" y="504"/>
                  <a:pt x="653" y="506"/>
                </a:cubicBezTo>
                <a:close/>
                <a:moveTo>
                  <a:pt x="634" y="498"/>
                </a:moveTo>
                <a:cubicBezTo>
                  <a:pt x="636" y="497"/>
                  <a:pt x="637" y="502"/>
                  <a:pt x="637" y="499"/>
                </a:cubicBezTo>
                <a:cubicBezTo>
                  <a:pt x="640" y="502"/>
                  <a:pt x="632" y="504"/>
                  <a:pt x="634" y="498"/>
                </a:cubicBezTo>
                <a:close/>
                <a:moveTo>
                  <a:pt x="632" y="490"/>
                </a:moveTo>
                <a:cubicBezTo>
                  <a:pt x="634" y="488"/>
                  <a:pt x="637" y="492"/>
                  <a:pt x="635" y="494"/>
                </a:cubicBezTo>
                <a:cubicBezTo>
                  <a:pt x="633" y="494"/>
                  <a:pt x="632" y="492"/>
                  <a:pt x="632" y="490"/>
                </a:cubicBezTo>
                <a:close/>
                <a:moveTo>
                  <a:pt x="625" y="482"/>
                </a:moveTo>
                <a:cubicBezTo>
                  <a:pt x="625" y="475"/>
                  <a:pt x="634" y="476"/>
                  <a:pt x="636" y="471"/>
                </a:cubicBezTo>
                <a:cubicBezTo>
                  <a:pt x="638" y="471"/>
                  <a:pt x="638" y="471"/>
                  <a:pt x="638" y="471"/>
                </a:cubicBezTo>
                <a:cubicBezTo>
                  <a:pt x="639" y="474"/>
                  <a:pt x="637" y="475"/>
                  <a:pt x="641" y="475"/>
                </a:cubicBezTo>
                <a:cubicBezTo>
                  <a:pt x="638" y="481"/>
                  <a:pt x="634" y="481"/>
                  <a:pt x="625" y="482"/>
                </a:cubicBezTo>
                <a:close/>
                <a:moveTo>
                  <a:pt x="601" y="572"/>
                </a:moveTo>
                <a:cubicBezTo>
                  <a:pt x="601" y="570"/>
                  <a:pt x="604" y="570"/>
                  <a:pt x="606" y="569"/>
                </a:cubicBezTo>
                <a:cubicBezTo>
                  <a:pt x="606" y="571"/>
                  <a:pt x="607" y="571"/>
                  <a:pt x="607" y="572"/>
                </a:cubicBezTo>
                <a:cubicBezTo>
                  <a:pt x="609" y="571"/>
                  <a:pt x="611" y="570"/>
                  <a:pt x="612" y="568"/>
                </a:cubicBezTo>
                <a:cubicBezTo>
                  <a:pt x="615" y="569"/>
                  <a:pt x="616" y="572"/>
                  <a:pt x="614" y="574"/>
                </a:cubicBezTo>
                <a:cubicBezTo>
                  <a:pt x="611" y="573"/>
                  <a:pt x="607" y="572"/>
                  <a:pt x="607" y="576"/>
                </a:cubicBezTo>
                <a:cubicBezTo>
                  <a:pt x="604" y="575"/>
                  <a:pt x="604" y="577"/>
                  <a:pt x="601" y="577"/>
                </a:cubicBezTo>
                <a:cubicBezTo>
                  <a:pt x="598" y="575"/>
                  <a:pt x="603" y="574"/>
                  <a:pt x="601" y="572"/>
                </a:cubicBezTo>
                <a:close/>
                <a:moveTo>
                  <a:pt x="604" y="559"/>
                </a:moveTo>
                <a:cubicBezTo>
                  <a:pt x="601" y="559"/>
                  <a:pt x="602" y="556"/>
                  <a:pt x="600" y="556"/>
                </a:cubicBezTo>
                <a:cubicBezTo>
                  <a:pt x="600" y="554"/>
                  <a:pt x="604" y="553"/>
                  <a:pt x="606" y="554"/>
                </a:cubicBezTo>
                <a:cubicBezTo>
                  <a:pt x="606" y="553"/>
                  <a:pt x="606" y="553"/>
                  <a:pt x="606" y="553"/>
                </a:cubicBezTo>
                <a:cubicBezTo>
                  <a:pt x="606" y="551"/>
                  <a:pt x="603" y="552"/>
                  <a:pt x="601" y="551"/>
                </a:cubicBezTo>
                <a:cubicBezTo>
                  <a:pt x="607" y="548"/>
                  <a:pt x="611" y="538"/>
                  <a:pt x="616" y="542"/>
                </a:cubicBezTo>
                <a:cubicBezTo>
                  <a:pt x="615" y="546"/>
                  <a:pt x="611" y="545"/>
                  <a:pt x="611" y="550"/>
                </a:cubicBezTo>
                <a:cubicBezTo>
                  <a:pt x="615" y="548"/>
                  <a:pt x="622" y="546"/>
                  <a:pt x="627" y="549"/>
                </a:cubicBezTo>
                <a:cubicBezTo>
                  <a:pt x="623" y="558"/>
                  <a:pt x="607" y="550"/>
                  <a:pt x="604" y="559"/>
                </a:cubicBezTo>
                <a:close/>
                <a:moveTo>
                  <a:pt x="614" y="473"/>
                </a:moveTo>
                <a:cubicBezTo>
                  <a:pt x="619" y="475"/>
                  <a:pt x="620" y="474"/>
                  <a:pt x="623" y="472"/>
                </a:cubicBezTo>
                <a:cubicBezTo>
                  <a:pt x="620" y="479"/>
                  <a:pt x="613" y="477"/>
                  <a:pt x="610" y="483"/>
                </a:cubicBezTo>
                <a:cubicBezTo>
                  <a:pt x="608" y="484"/>
                  <a:pt x="609" y="482"/>
                  <a:pt x="608" y="481"/>
                </a:cubicBezTo>
                <a:cubicBezTo>
                  <a:pt x="607" y="483"/>
                  <a:pt x="604" y="482"/>
                  <a:pt x="603" y="484"/>
                </a:cubicBezTo>
                <a:cubicBezTo>
                  <a:pt x="601" y="478"/>
                  <a:pt x="614" y="480"/>
                  <a:pt x="614" y="473"/>
                </a:cubicBezTo>
                <a:close/>
                <a:moveTo>
                  <a:pt x="609" y="445"/>
                </a:moveTo>
                <a:cubicBezTo>
                  <a:pt x="610" y="444"/>
                  <a:pt x="611" y="445"/>
                  <a:pt x="612" y="446"/>
                </a:cubicBezTo>
                <a:cubicBezTo>
                  <a:pt x="610" y="448"/>
                  <a:pt x="612" y="453"/>
                  <a:pt x="608" y="454"/>
                </a:cubicBezTo>
                <a:cubicBezTo>
                  <a:pt x="608" y="449"/>
                  <a:pt x="607" y="448"/>
                  <a:pt x="609" y="445"/>
                </a:cubicBezTo>
                <a:close/>
                <a:moveTo>
                  <a:pt x="606" y="503"/>
                </a:moveTo>
                <a:cubicBezTo>
                  <a:pt x="608" y="507"/>
                  <a:pt x="616" y="502"/>
                  <a:pt x="620" y="505"/>
                </a:cubicBezTo>
                <a:cubicBezTo>
                  <a:pt x="621" y="511"/>
                  <a:pt x="618" y="513"/>
                  <a:pt x="618" y="521"/>
                </a:cubicBezTo>
                <a:cubicBezTo>
                  <a:pt x="615" y="522"/>
                  <a:pt x="614" y="525"/>
                  <a:pt x="610" y="525"/>
                </a:cubicBezTo>
                <a:cubicBezTo>
                  <a:pt x="613" y="522"/>
                  <a:pt x="606" y="521"/>
                  <a:pt x="610" y="519"/>
                </a:cubicBezTo>
                <a:cubicBezTo>
                  <a:pt x="608" y="519"/>
                  <a:pt x="601" y="518"/>
                  <a:pt x="601" y="512"/>
                </a:cubicBezTo>
                <a:cubicBezTo>
                  <a:pt x="602" y="511"/>
                  <a:pt x="604" y="511"/>
                  <a:pt x="605" y="510"/>
                </a:cubicBezTo>
                <a:cubicBezTo>
                  <a:pt x="602" y="506"/>
                  <a:pt x="593" y="511"/>
                  <a:pt x="591" y="504"/>
                </a:cubicBezTo>
                <a:cubicBezTo>
                  <a:pt x="597" y="503"/>
                  <a:pt x="601" y="505"/>
                  <a:pt x="606" y="503"/>
                </a:cubicBezTo>
                <a:close/>
                <a:moveTo>
                  <a:pt x="619" y="567"/>
                </a:moveTo>
                <a:cubicBezTo>
                  <a:pt x="619" y="572"/>
                  <a:pt x="621" y="569"/>
                  <a:pt x="625" y="569"/>
                </a:cubicBezTo>
                <a:cubicBezTo>
                  <a:pt x="625" y="577"/>
                  <a:pt x="612" y="568"/>
                  <a:pt x="619" y="567"/>
                </a:cubicBezTo>
                <a:close/>
                <a:moveTo>
                  <a:pt x="623" y="575"/>
                </a:moveTo>
                <a:cubicBezTo>
                  <a:pt x="624" y="574"/>
                  <a:pt x="626" y="573"/>
                  <a:pt x="627" y="574"/>
                </a:cubicBezTo>
                <a:cubicBezTo>
                  <a:pt x="626" y="575"/>
                  <a:pt x="625" y="577"/>
                  <a:pt x="623" y="577"/>
                </a:cubicBezTo>
                <a:lnTo>
                  <a:pt x="623" y="575"/>
                </a:lnTo>
                <a:close/>
                <a:moveTo>
                  <a:pt x="627" y="548"/>
                </a:moveTo>
                <a:cubicBezTo>
                  <a:pt x="626" y="545"/>
                  <a:pt x="629" y="545"/>
                  <a:pt x="632" y="544"/>
                </a:cubicBezTo>
                <a:cubicBezTo>
                  <a:pt x="632" y="548"/>
                  <a:pt x="628" y="550"/>
                  <a:pt x="627" y="548"/>
                </a:cubicBezTo>
                <a:close/>
                <a:moveTo>
                  <a:pt x="624" y="472"/>
                </a:moveTo>
                <a:cubicBezTo>
                  <a:pt x="626" y="469"/>
                  <a:pt x="629" y="467"/>
                  <a:pt x="633" y="467"/>
                </a:cubicBezTo>
                <a:cubicBezTo>
                  <a:pt x="633" y="471"/>
                  <a:pt x="628" y="476"/>
                  <a:pt x="624" y="472"/>
                </a:cubicBezTo>
                <a:close/>
                <a:moveTo>
                  <a:pt x="639" y="465"/>
                </a:moveTo>
                <a:cubicBezTo>
                  <a:pt x="642" y="464"/>
                  <a:pt x="643" y="463"/>
                  <a:pt x="641" y="459"/>
                </a:cubicBezTo>
                <a:cubicBezTo>
                  <a:pt x="645" y="461"/>
                  <a:pt x="643" y="465"/>
                  <a:pt x="645" y="468"/>
                </a:cubicBezTo>
                <a:cubicBezTo>
                  <a:pt x="643" y="467"/>
                  <a:pt x="642" y="466"/>
                  <a:pt x="642" y="469"/>
                </a:cubicBezTo>
                <a:cubicBezTo>
                  <a:pt x="640" y="470"/>
                  <a:pt x="639" y="467"/>
                  <a:pt x="639" y="465"/>
                </a:cubicBezTo>
                <a:close/>
                <a:moveTo>
                  <a:pt x="602" y="440"/>
                </a:moveTo>
                <a:cubicBezTo>
                  <a:pt x="604" y="443"/>
                  <a:pt x="609" y="438"/>
                  <a:pt x="610" y="440"/>
                </a:cubicBezTo>
                <a:cubicBezTo>
                  <a:pt x="607" y="443"/>
                  <a:pt x="604" y="445"/>
                  <a:pt x="601" y="447"/>
                </a:cubicBezTo>
                <a:cubicBezTo>
                  <a:pt x="601" y="445"/>
                  <a:pt x="600" y="445"/>
                  <a:pt x="600" y="444"/>
                </a:cubicBezTo>
                <a:cubicBezTo>
                  <a:pt x="598" y="444"/>
                  <a:pt x="597" y="446"/>
                  <a:pt x="596" y="447"/>
                </a:cubicBezTo>
                <a:cubicBezTo>
                  <a:pt x="597" y="442"/>
                  <a:pt x="595" y="444"/>
                  <a:pt x="590" y="446"/>
                </a:cubicBezTo>
                <a:cubicBezTo>
                  <a:pt x="587" y="445"/>
                  <a:pt x="586" y="443"/>
                  <a:pt x="586" y="440"/>
                </a:cubicBezTo>
                <a:cubicBezTo>
                  <a:pt x="592" y="437"/>
                  <a:pt x="598" y="438"/>
                  <a:pt x="604" y="436"/>
                </a:cubicBezTo>
                <a:cubicBezTo>
                  <a:pt x="605" y="439"/>
                  <a:pt x="603" y="438"/>
                  <a:pt x="602" y="440"/>
                </a:cubicBezTo>
                <a:close/>
                <a:moveTo>
                  <a:pt x="584" y="484"/>
                </a:moveTo>
                <a:cubicBezTo>
                  <a:pt x="585" y="483"/>
                  <a:pt x="586" y="481"/>
                  <a:pt x="588" y="481"/>
                </a:cubicBezTo>
                <a:cubicBezTo>
                  <a:pt x="589" y="484"/>
                  <a:pt x="589" y="487"/>
                  <a:pt x="586" y="489"/>
                </a:cubicBezTo>
                <a:cubicBezTo>
                  <a:pt x="586" y="486"/>
                  <a:pt x="589" y="484"/>
                  <a:pt x="584" y="484"/>
                </a:cubicBezTo>
                <a:close/>
                <a:moveTo>
                  <a:pt x="584" y="164"/>
                </a:moveTo>
                <a:cubicBezTo>
                  <a:pt x="584" y="162"/>
                  <a:pt x="584" y="162"/>
                  <a:pt x="584" y="162"/>
                </a:cubicBezTo>
                <a:cubicBezTo>
                  <a:pt x="586" y="162"/>
                  <a:pt x="587" y="161"/>
                  <a:pt x="588" y="161"/>
                </a:cubicBezTo>
                <a:cubicBezTo>
                  <a:pt x="589" y="164"/>
                  <a:pt x="585" y="166"/>
                  <a:pt x="584" y="164"/>
                </a:cubicBezTo>
                <a:close/>
                <a:moveTo>
                  <a:pt x="597" y="164"/>
                </a:moveTo>
                <a:cubicBezTo>
                  <a:pt x="597" y="165"/>
                  <a:pt x="594" y="164"/>
                  <a:pt x="593" y="165"/>
                </a:cubicBezTo>
                <a:cubicBezTo>
                  <a:pt x="592" y="162"/>
                  <a:pt x="593" y="160"/>
                  <a:pt x="597" y="161"/>
                </a:cubicBezTo>
                <a:cubicBezTo>
                  <a:pt x="597" y="162"/>
                  <a:pt x="596" y="163"/>
                  <a:pt x="597" y="164"/>
                </a:cubicBezTo>
                <a:close/>
                <a:moveTo>
                  <a:pt x="542" y="103"/>
                </a:moveTo>
                <a:cubicBezTo>
                  <a:pt x="545" y="99"/>
                  <a:pt x="555" y="102"/>
                  <a:pt x="554" y="94"/>
                </a:cubicBezTo>
                <a:cubicBezTo>
                  <a:pt x="567" y="92"/>
                  <a:pt x="581" y="89"/>
                  <a:pt x="589" y="96"/>
                </a:cubicBezTo>
                <a:cubicBezTo>
                  <a:pt x="583" y="102"/>
                  <a:pt x="570" y="97"/>
                  <a:pt x="562" y="101"/>
                </a:cubicBezTo>
                <a:cubicBezTo>
                  <a:pt x="562" y="104"/>
                  <a:pt x="566" y="104"/>
                  <a:pt x="564" y="107"/>
                </a:cubicBezTo>
                <a:cubicBezTo>
                  <a:pt x="560" y="108"/>
                  <a:pt x="557" y="110"/>
                  <a:pt x="553" y="112"/>
                </a:cubicBezTo>
                <a:cubicBezTo>
                  <a:pt x="552" y="106"/>
                  <a:pt x="541" y="107"/>
                  <a:pt x="542" y="103"/>
                </a:cubicBezTo>
                <a:close/>
                <a:moveTo>
                  <a:pt x="579" y="108"/>
                </a:moveTo>
                <a:cubicBezTo>
                  <a:pt x="575" y="108"/>
                  <a:pt x="572" y="108"/>
                  <a:pt x="570" y="107"/>
                </a:cubicBezTo>
                <a:cubicBezTo>
                  <a:pt x="570" y="102"/>
                  <a:pt x="580" y="101"/>
                  <a:pt x="579" y="108"/>
                </a:cubicBezTo>
                <a:close/>
                <a:moveTo>
                  <a:pt x="525" y="86"/>
                </a:moveTo>
                <a:cubicBezTo>
                  <a:pt x="528" y="86"/>
                  <a:pt x="528" y="86"/>
                  <a:pt x="528" y="86"/>
                </a:cubicBezTo>
                <a:cubicBezTo>
                  <a:pt x="528" y="86"/>
                  <a:pt x="527" y="86"/>
                  <a:pt x="527" y="86"/>
                </a:cubicBezTo>
                <a:cubicBezTo>
                  <a:pt x="528" y="88"/>
                  <a:pt x="529" y="89"/>
                  <a:pt x="531" y="89"/>
                </a:cubicBezTo>
                <a:cubicBezTo>
                  <a:pt x="531" y="93"/>
                  <a:pt x="531" y="92"/>
                  <a:pt x="532" y="95"/>
                </a:cubicBezTo>
                <a:cubicBezTo>
                  <a:pt x="528" y="98"/>
                  <a:pt x="523" y="94"/>
                  <a:pt x="519" y="93"/>
                </a:cubicBezTo>
                <a:cubicBezTo>
                  <a:pt x="521" y="90"/>
                  <a:pt x="526" y="89"/>
                  <a:pt x="525" y="86"/>
                </a:cubicBezTo>
                <a:close/>
                <a:moveTo>
                  <a:pt x="537" y="114"/>
                </a:moveTo>
                <a:cubicBezTo>
                  <a:pt x="541" y="118"/>
                  <a:pt x="548" y="114"/>
                  <a:pt x="550" y="117"/>
                </a:cubicBezTo>
                <a:cubicBezTo>
                  <a:pt x="560" y="108"/>
                  <a:pt x="579" y="109"/>
                  <a:pt x="591" y="113"/>
                </a:cubicBezTo>
                <a:cubicBezTo>
                  <a:pt x="584" y="118"/>
                  <a:pt x="574" y="115"/>
                  <a:pt x="566" y="120"/>
                </a:cubicBezTo>
                <a:cubicBezTo>
                  <a:pt x="564" y="116"/>
                  <a:pt x="556" y="120"/>
                  <a:pt x="557" y="123"/>
                </a:cubicBezTo>
                <a:cubicBezTo>
                  <a:pt x="543" y="126"/>
                  <a:pt x="533" y="127"/>
                  <a:pt x="518" y="130"/>
                </a:cubicBezTo>
                <a:cubicBezTo>
                  <a:pt x="515" y="131"/>
                  <a:pt x="516" y="128"/>
                  <a:pt x="514" y="128"/>
                </a:cubicBezTo>
                <a:cubicBezTo>
                  <a:pt x="510" y="129"/>
                  <a:pt x="502" y="133"/>
                  <a:pt x="499" y="128"/>
                </a:cubicBezTo>
                <a:cubicBezTo>
                  <a:pt x="507" y="117"/>
                  <a:pt x="526" y="119"/>
                  <a:pt x="537" y="114"/>
                </a:cubicBezTo>
                <a:close/>
                <a:moveTo>
                  <a:pt x="508" y="134"/>
                </a:moveTo>
                <a:cubicBezTo>
                  <a:pt x="508" y="130"/>
                  <a:pt x="508" y="130"/>
                  <a:pt x="508" y="130"/>
                </a:cubicBezTo>
                <a:cubicBezTo>
                  <a:pt x="510" y="130"/>
                  <a:pt x="510" y="130"/>
                  <a:pt x="510" y="130"/>
                </a:cubicBezTo>
                <a:cubicBezTo>
                  <a:pt x="511" y="133"/>
                  <a:pt x="510" y="134"/>
                  <a:pt x="508" y="134"/>
                </a:cubicBezTo>
                <a:close/>
                <a:moveTo>
                  <a:pt x="483" y="484"/>
                </a:moveTo>
                <a:cubicBezTo>
                  <a:pt x="488" y="483"/>
                  <a:pt x="489" y="486"/>
                  <a:pt x="492" y="483"/>
                </a:cubicBezTo>
                <a:cubicBezTo>
                  <a:pt x="495" y="490"/>
                  <a:pt x="486" y="487"/>
                  <a:pt x="483" y="490"/>
                </a:cubicBezTo>
                <a:cubicBezTo>
                  <a:pt x="481" y="489"/>
                  <a:pt x="485" y="487"/>
                  <a:pt x="483" y="484"/>
                </a:cubicBezTo>
                <a:close/>
                <a:moveTo>
                  <a:pt x="491" y="628"/>
                </a:moveTo>
                <a:cubicBezTo>
                  <a:pt x="495" y="628"/>
                  <a:pt x="494" y="635"/>
                  <a:pt x="493" y="638"/>
                </a:cubicBezTo>
                <a:cubicBezTo>
                  <a:pt x="492" y="636"/>
                  <a:pt x="487" y="638"/>
                  <a:pt x="488" y="634"/>
                </a:cubicBezTo>
                <a:cubicBezTo>
                  <a:pt x="489" y="634"/>
                  <a:pt x="489" y="636"/>
                  <a:pt x="490" y="636"/>
                </a:cubicBezTo>
                <a:cubicBezTo>
                  <a:pt x="492" y="633"/>
                  <a:pt x="492" y="632"/>
                  <a:pt x="491" y="628"/>
                </a:cubicBezTo>
                <a:close/>
                <a:moveTo>
                  <a:pt x="483" y="497"/>
                </a:moveTo>
                <a:cubicBezTo>
                  <a:pt x="482" y="496"/>
                  <a:pt x="482" y="494"/>
                  <a:pt x="482" y="492"/>
                </a:cubicBezTo>
                <a:cubicBezTo>
                  <a:pt x="483" y="492"/>
                  <a:pt x="484" y="492"/>
                  <a:pt x="484" y="491"/>
                </a:cubicBezTo>
                <a:cubicBezTo>
                  <a:pt x="485" y="492"/>
                  <a:pt x="486" y="493"/>
                  <a:pt x="486" y="495"/>
                </a:cubicBezTo>
                <a:cubicBezTo>
                  <a:pt x="484" y="495"/>
                  <a:pt x="485" y="497"/>
                  <a:pt x="483" y="497"/>
                </a:cubicBezTo>
                <a:close/>
                <a:moveTo>
                  <a:pt x="486" y="656"/>
                </a:moveTo>
                <a:cubicBezTo>
                  <a:pt x="485" y="655"/>
                  <a:pt x="485" y="654"/>
                  <a:pt x="483" y="654"/>
                </a:cubicBezTo>
                <a:cubicBezTo>
                  <a:pt x="485" y="652"/>
                  <a:pt x="485" y="647"/>
                  <a:pt x="486" y="644"/>
                </a:cubicBezTo>
                <a:cubicBezTo>
                  <a:pt x="487" y="644"/>
                  <a:pt x="489" y="644"/>
                  <a:pt x="490" y="644"/>
                </a:cubicBezTo>
                <a:cubicBezTo>
                  <a:pt x="488" y="647"/>
                  <a:pt x="488" y="653"/>
                  <a:pt x="486" y="656"/>
                </a:cubicBezTo>
                <a:close/>
                <a:moveTo>
                  <a:pt x="487" y="639"/>
                </a:moveTo>
                <a:cubicBezTo>
                  <a:pt x="487" y="637"/>
                  <a:pt x="489" y="638"/>
                  <a:pt x="491" y="638"/>
                </a:cubicBezTo>
                <a:cubicBezTo>
                  <a:pt x="491" y="641"/>
                  <a:pt x="488" y="641"/>
                  <a:pt x="487" y="639"/>
                </a:cubicBezTo>
                <a:close/>
                <a:moveTo>
                  <a:pt x="491" y="653"/>
                </a:moveTo>
                <a:cubicBezTo>
                  <a:pt x="490" y="649"/>
                  <a:pt x="494" y="646"/>
                  <a:pt x="496" y="647"/>
                </a:cubicBezTo>
                <a:cubicBezTo>
                  <a:pt x="495" y="650"/>
                  <a:pt x="494" y="652"/>
                  <a:pt x="491" y="653"/>
                </a:cubicBezTo>
                <a:close/>
                <a:moveTo>
                  <a:pt x="503" y="671"/>
                </a:moveTo>
                <a:cubicBezTo>
                  <a:pt x="504" y="671"/>
                  <a:pt x="504" y="672"/>
                  <a:pt x="505" y="672"/>
                </a:cubicBezTo>
                <a:cubicBezTo>
                  <a:pt x="506" y="675"/>
                  <a:pt x="504" y="674"/>
                  <a:pt x="505" y="677"/>
                </a:cubicBezTo>
                <a:cubicBezTo>
                  <a:pt x="502" y="677"/>
                  <a:pt x="502" y="672"/>
                  <a:pt x="503" y="671"/>
                </a:cubicBezTo>
                <a:close/>
                <a:moveTo>
                  <a:pt x="510" y="702"/>
                </a:moveTo>
                <a:cubicBezTo>
                  <a:pt x="509" y="701"/>
                  <a:pt x="507" y="699"/>
                  <a:pt x="509" y="697"/>
                </a:cubicBezTo>
                <a:cubicBezTo>
                  <a:pt x="511" y="696"/>
                  <a:pt x="510" y="700"/>
                  <a:pt x="510" y="702"/>
                </a:cubicBezTo>
                <a:close/>
                <a:moveTo>
                  <a:pt x="507" y="688"/>
                </a:moveTo>
                <a:cubicBezTo>
                  <a:pt x="509" y="686"/>
                  <a:pt x="512" y="689"/>
                  <a:pt x="512" y="692"/>
                </a:cubicBezTo>
                <a:cubicBezTo>
                  <a:pt x="509" y="692"/>
                  <a:pt x="508" y="690"/>
                  <a:pt x="507" y="688"/>
                </a:cubicBezTo>
                <a:close/>
                <a:moveTo>
                  <a:pt x="511" y="686"/>
                </a:moveTo>
                <a:cubicBezTo>
                  <a:pt x="508" y="686"/>
                  <a:pt x="508" y="683"/>
                  <a:pt x="504" y="683"/>
                </a:cubicBezTo>
                <a:cubicBezTo>
                  <a:pt x="504" y="681"/>
                  <a:pt x="504" y="680"/>
                  <a:pt x="505" y="679"/>
                </a:cubicBezTo>
                <a:cubicBezTo>
                  <a:pt x="506" y="679"/>
                  <a:pt x="507" y="680"/>
                  <a:pt x="507" y="681"/>
                </a:cubicBezTo>
                <a:cubicBezTo>
                  <a:pt x="507" y="680"/>
                  <a:pt x="506" y="677"/>
                  <a:pt x="508" y="674"/>
                </a:cubicBezTo>
                <a:cubicBezTo>
                  <a:pt x="512" y="675"/>
                  <a:pt x="510" y="671"/>
                  <a:pt x="514" y="671"/>
                </a:cubicBezTo>
                <a:cubicBezTo>
                  <a:pt x="516" y="676"/>
                  <a:pt x="513" y="682"/>
                  <a:pt x="511" y="686"/>
                </a:cubicBezTo>
                <a:close/>
                <a:moveTo>
                  <a:pt x="514" y="667"/>
                </a:moveTo>
                <a:cubicBezTo>
                  <a:pt x="511" y="664"/>
                  <a:pt x="508" y="659"/>
                  <a:pt x="511" y="657"/>
                </a:cubicBezTo>
                <a:cubicBezTo>
                  <a:pt x="513" y="656"/>
                  <a:pt x="513" y="658"/>
                  <a:pt x="515" y="658"/>
                </a:cubicBezTo>
                <a:cubicBezTo>
                  <a:pt x="514" y="661"/>
                  <a:pt x="514" y="664"/>
                  <a:pt x="514" y="667"/>
                </a:cubicBezTo>
                <a:close/>
                <a:moveTo>
                  <a:pt x="519" y="502"/>
                </a:moveTo>
                <a:cubicBezTo>
                  <a:pt x="519" y="499"/>
                  <a:pt x="520" y="498"/>
                  <a:pt x="521" y="497"/>
                </a:cubicBezTo>
                <a:cubicBezTo>
                  <a:pt x="523" y="499"/>
                  <a:pt x="522" y="502"/>
                  <a:pt x="519" y="502"/>
                </a:cubicBezTo>
                <a:close/>
                <a:moveTo>
                  <a:pt x="516" y="469"/>
                </a:moveTo>
                <a:cubicBezTo>
                  <a:pt x="516" y="472"/>
                  <a:pt x="518" y="469"/>
                  <a:pt x="518" y="471"/>
                </a:cubicBezTo>
                <a:cubicBezTo>
                  <a:pt x="519" y="485"/>
                  <a:pt x="502" y="481"/>
                  <a:pt x="496" y="490"/>
                </a:cubicBezTo>
                <a:cubicBezTo>
                  <a:pt x="499" y="480"/>
                  <a:pt x="504" y="471"/>
                  <a:pt x="513" y="469"/>
                </a:cubicBezTo>
                <a:cubicBezTo>
                  <a:pt x="517" y="464"/>
                  <a:pt x="521" y="460"/>
                  <a:pt x="527" y="457"/>
                </a:cubicBezTo>
                <a:cubicBezTo>
                  <a:pt x="525" y="464"/>
                  <a:pt x="519" y="464"/>
                  <a:pt x="516" y="469"/>
                </a:cubicBezTo>
                <a:close/>
                <a:moveTo>
                  <a:pt x="527" y="675"/>
                </a:moveTo>
                <a:cubicBezTo>
                  <a:pt x="528" y="673"/>
                  <a:pt x="529" y="672"/>
                  <a:pt x="531" y="672"/>
                </a:cubicBezTo>
                <a:cubicBezTo>
                  <a:pt x="532" y="676"/>
                  <a:pt x="530" y="678"/>
                  <a:pt x="527" y="675"/>
                </a:cubicBezTo>
                <a:close/>
                <a:moveTo>
                  <a:pt x="523" y="477"/>
                </a:moveTo>
                <a:cubicBezTo>
                  <a:pt x="523" y="471"/>
                  <a:pt x="526" y="467"/>
                  <a:pt x="530" y="464"/>
                </a:cubicBezTo>
                <a:cubicBezTo>
                  <a:pt x="531" y="464"/>
                  <a:pt x="530" y="465"/>
                  <a:pt x="530" y="465"/>
                </a:cubicBezTo>
                <a:cubicBezTo>
                  <a:pt x="531" y="469"/>
                  <a:pt x="535" y="470"/>
                  <a:pt x="535" y="475"/>
                </a:cubicBezTo>
                <a:cubicBezTo>
                  <a:pt x="530" y="476"/>
                  <a:pt x="528" y="480"/>
                  <a:pt x="523" y="477"/>
                </a:cubicBezTo>
                <a:close/>
                <a:moveTo>
                  <a:pt x="532" y="674"/>
                </a:moveTo>
                <a:cubicBezTo>
                  <a:pt x="535" y="672"/>
                  <a:pt x="537" y="676"/>
                  <a:pt x="536" y="679"/>
                </a:cubicBezTo>
                <a:cubicBezTo>
                  <a:pt x="535" y="677"/>
                  <a:pt x="532" y="678"/>
                  <a:pt x="532" y="674"/>
                </a:cubicBezTo>
                <a:close/>
                <a:moveTo>
                  <a:pt x="528" y="457"/>
                </a:moveTo>
                <a:cubicBezTo>
                  <a:pt x="526" y="453"/>
                  <a:pt x="533" y="444"/>
                  <a:pt x="536" y="448"/>
                </a:cubicBezTo>
                <a:cubicBezTo>
                  <a:pt x="534" y="452"/>
                  <a:pt x="530" y="453"/>
                  <a:pt x="528" y="457"/>
                </a:cubicBezTo>
                <a:close/>
                <a:moveTo>
                  <a:pt x="529" y="437"/>
                </a:moveTo>
                <a:cubicBezTo>
                  <a:pt x="530" y="436"/>
                  <a:pt x="531" y="436"/>
                  <a:pt x="533" y="436"/>
                </a:cubicBezTo>
                <a:cubicBezTo>
                  <a:pt x="534" y="439"/>
                  <a:pt x="528" y="440"/>
                  <a:pt x="529" y="437"/>
                </a:cubicBezTo>
                <a:close/>
                <a:moveTo>
                  <a:pt x="538" y="467"/>
                </a:moveTo>
                <a:cubicBezTo>
                  <a:pt x="538" y="464"/>
                  <a:pt x="540" y="464"/>
                  <a:pt x="543" y="464"/>
                </a:cubicBezTo>
                <a:cubicBezTo>
                  <a:pt x="544" y="468"/>
                  <a:pt x="539" y="469"/>
                  <a:pt x="538" y="467"/>
                </a:cubicBezTo>
                <a:close/>
                <a:moveTo>
                  <a:pt x="537" y="462"/>
                </a:moveTo>
                <a:cubicBezTo>
                  <a:pt x="540" y="456"/>
                  <a:pt x="547" y="454"/>
                  <a:pt x="553" y="451"/>
                </a:cubicBezTo>
                <a:cubicBezTo>
                  <a:pt x="550" y="456"/>
                  <a:pt x="544" y="460"/>
                  <a:pt x="537" y="462"/>
                </a:cubicBezTo>
                <a:close/>
                <a:moveTo>
                  <a:pt x="512" y="174"/>
                </a:moveTo>
                <a:cubicBezTo>
                  <a:pt x="511" y="175"/>
                  <a:pt x="511" y="178"/>
                  <a:pt x="510" y="180"/>
                </a:cubicBezTo>
                <a:cubicBezTo>
                  <a:pt x="501" y="184"/>
                  <a:pt x="495" y="193"/>
                  <a:pt x="483" y="188"/>
                </a:cubicBezTo>
                <a:cubicBezTo>
                  <a:pt x="484" y="183"/>
                  <a:pt x="494" y="188"/>
                  <a:pt x="495" y="182"/>
                </a:cubicBezTo>
                <a:cubicBezTo>
                  <a:pt x="494" y="178"/>
                  <a:pt x="491" y="178"/>
                  <a:pt x="487" y="178"/>
                </a:cubicBezTo>
                <a:cubicBezTo>
                  <a:pt x="488" y="177"/>
                  <a:pt x="488" y="174"/>
                  <a:pt x="486" y="173"/>
                </a:cubicBezTo>
                <a:cubicBezTo>
                  <a:pt x="490" y="164"/>
                  <a:pt x="503" y="164"/>
                  <a:pt x="510" y="163"/>
                </a:cubicBezTo>
                <a:cubicBezTo>
                  <a:pt x="512" y="161"/>
                  <a:pt x="510" y="160"/>
                  <a:pt x="512" y="158"/>
                </a:cubicBezTo>
                <a:cubicBezTo>
                  <a:pt x="505" y="157"/>
                  <a:pt x="499" y="164"/>
                  <a:pt x="495" y="158"/>
                </a:cubicBezTo>
                <a:cubicBezTo>
                  <a:pt x="493" y="160"/>
                  <a:pt x="491" y="163"/>
                  <a:pt x="487" y="161"/>
                </a:cubicBezTo>
                <a:cubicBezTo>
                  <a:pt x="487" y="157"/>
                  <a:pt x="491" y="157"/>
                  <a:pt x="492" y="155"/>
                </a:cubicBezTo>
                <a:cubicBezTo>
                  <a:pt x="493" y="161"/>
                  <a:pt x="496" y="151"/>
                  <a:pt x="499" y="156"/>
                </a:cubicBezTo>
                <a:cubicBezTo>
                  <a:pt x="502" y="153"/>
                  <a:pt x="502" y="148"/>
                  <a:pt x="502" y="144"/>
                </a:cubicBezTo>
                <a:cubicBezTo>
                  <a:pt x="507" y="137"/>
                  <a:pt x="523" y="142"/>
                  <a:pt x="523" y="132"/>
                </a:cubicBezTo>
                <a:cubicBezTo>
                  <a:pt x="525" y="131"/>
                  <a:pt x="528" y="133"/>
                  <a:pt x="531" y="131"/>
                </a:cubicBezTo>
                <a:cubicBezTo>
                  <a:pt x="533" y="133"/>
                  <a:pt x="531" y="134"/>
                  <a:pt x="531" y="135"/>
                </a:cubicBezTo>
                <a:cubicBezTo>
                  <a:pt x="542" y="137"/>
                  <a:pt x="544" y="130"/>
                  <a:pt x="554" y="133"/>
                </a:cubicBezTo>
                <a:cubicBezTo>
                  <a:pt x="554" y="135"/>
                  <a:pt x="556" y="135"/>
                  <a:pt x="555" y="137"/>
                </a:cubicBezTo>
                <a:cubicBezTo>
                  <a:pt x="552" y="137"/>
                  <a:pt x="551" y="138"/>
                  <a:pt x="549" y="138"/>
                </a:cubicBezTo>
                <a:cubicBezTo>
                  <a:pt x="566" y="144"/>
                  <a:pt x="571" y="122"/>
                  <a:pt x="588" y="123"/>
                </a:cubicBezTo>
                <a:cubicBezTo>
                  <a:pt x="587" y="122"/>
                  <a:pt x="586" y="122"/>
                  <a:pt x="586" y="121"/>
                </a:cubicBezTo>
                <a:cubicBezTo>
                  <a:pt x="591" y="116"/>
                  <a:pt x="601" y="122"/>
                  <a:pt x="603" y="128"/>
                </a:cubicBezTo>
                <a:cubicBezTo>
                  <a:pt x="598" y="128"/>
                  <a:pt x="597" y="131"/>
                  <a:pt x="595" y="133"/>
                </a:cubicBezTo>
                <a:cubicBezTo>
                  <a:pt x="588" y="129"/>
                  <a:pt x="582" y="135"/>
                  <a:pt x="576" y="134"/>
                </a:cubicBezTo>
                <a:cubicBezTo>
                  <a:pt x="578" y="137"/>
                  <a:pt x="584" y="135"/>
                  <a:pt x="585" y="138"/>
                </a:cubicBezTo>
                <a:cubicBezTo>
                  <a:pt x="586" y="141"/>
                  <a:pt x="581" y="139"/>
                  <a:pt x="581" y="141"/>
                </a:cubicBezTo>
                <a:cubicBezTo>
                  <a:pt x="590" y="142"/>
                  <a:pt x="598" y="132"/>
                  <a:pt x="604" y="141"/>
                </a:cubicBezTo>
                <a:cubicBezTo>
                  <a:pt x="600" y="146"/>
                  <a:pt x="590" y="144"/>
                  <a:pt x="585" y="145"/>
                </a:cubicBezTo>
                <a:cubicBezTo>
                  <a:pt x="591" y="147"/>
                  <a:pt x="598" y="146"/>
                  <a:pt x="604" y="147"/>
                </a:cubicBezTo>
                <a:cubicBezTo>
                  <a:pt x="598" y="151"/>
                  <a:pt x="584" y="150"/>
                  <a:pt x="584" y="157"/>
                </a:cubicBezTo>
                <a:cubicBezTo>
                  <a:pt x="562" y="165"/>
                  <a:pt x="540" y="172"/>
                  <a:pt x="512" y="174"/>
                </a:cubicBezTo>
                <a:close/>
                <a:moveTo>
                  <a:pt x="578" y="166"/>
                </a:moveTo>
                <a:cubicBezTo>
                  <a:pt x="576" y="166"/>
                  <a:pt x="577" y="164"/>
                  <a:pt x="575" y="164"/>
                </a:cubicBezTo>
                <a:cubicBezTo>
                  <a:pt x="576" y="162"/>
                  <a:pt x="578" y="162"/>
                  <a:pt x="580" y="162"/>
                </a:cubicBezTo>
                <a:cubicBezTo>
                  <a:pt x="581" y="165"/>
                  <a:pt x="578" y="164"/>
                  <a:pt x="578" y="166"/>
                </a:cubicBezTo>
                <a:close/>
                <a:moveTo>
                  <a:pt x="568" y="449"/>
                </a:moveTo>
                <a:cubicBezTo>
                  <a:pt x="567" y="452"/>
                  <a:pt x="564" y="453"/>
                  <a:pt x="562" y="454"/>
                </a:cubicBezTo>
                <a:cubicBezTo>
                  <a:pt x="560" y="452"/>
                  <a:pt x="565" y="449"/>
                  <a:pt x="565" y="445"/>
                </a:cubicBezTo>
                <a:cubicBezTo>
                  <a:pt x="566" y="445"/>
                  <a:pt x="568" y="445"/>
                  <a:pt x="569" y="445"/>
                </a:cubicBezTo>
                <a:cubicBezTo>
                  <a:pt x="568" y="448"/>
                  <a:pt x="567" y="445"/>
                  <a:pt x="566" y="447"/>
                </a:cubicBezTo>
                <a:cubicBezTo>
                  <a:pt x="565" y="449"/>
                  <a:pt x="567" y="448"/>
                  <a:pt x="568" y="449"/>
                </a:cubicBezTo>
                <a:close/>
                <a:moveTo>
                  <a:pt x="562" y="514"/>
                </a:moveTo>
                <a:cubicBezTo>
                  <a:pt x="565" y="517"/>
                  <a:pt x="566" y="518"/>
                  <a:pt x="570" y="516"/>
                </a:cubicBezTo>
                <a:cubicBezTo>
                  <a:pt x="571" y="518"/>
                  <a:pt x="571" y="520"/>
                  <a:pt x="571" y="524"/>
                </a:cubicBezTo>
                <a:cubicBezTo>
                  <a:pt x="565" y="525"/>
                  <a:pt x="562" y="529"/>
                  <a:pt x="556" y="525"/>
                </a:cubicBezTo>
                <a:cubicBezTo>
                  <a:pt x="556" y="519"/>
                  <a:pt x="561" y="519"/>
                  <a:pt x="562" y="514"/>
                </a:cubicBezTo>
                <a:close/>
                <a:moveTo>
                  <a:pt x="573" y="739"/>
                </a:moveTo>
                <a:cubicBezTo>
                  <a:pt x="570" y="737"/>
                  <a:pt x="571" y="733"/>
                  <a:pt x="567" y="734"/>
                </a:cubicBezTo>
                <a:cubicBezTo>
                  <a:pt x="567" y="728"/>
                  <a:pt x="567" y="728"/>
                  <a:pt x="567" y="728"/>
                </a:cubicBezTo>
                <a:cubicBezTo>
                  <a:pt x="571" y="728"/>
                  <a:pt x="571" y="728"/>
                  <a:pt x="571" y="728"/>
                </a:cubicBezTo>
                <a:cubicBezTo>
                  <a:pt x="570" y="734"/>
                  <a:pt x="574" y="734"/>
                  <a:pt x="573" y="739"/>
                </a:cubicBezTo>
                <a:close/>
                <a:moveTo>
                  <a:pt x="553" y="764"/>
                </a:moveTo>
                <a:cubicBezTo>
                  <a:pt x="555" y="765"/>
                  <a:pt x="564" y="769"/>
                  <a:pt x="565" y="780"/>
                </a:cubicBezTo>
                <a:cubicBezTo>
                  <a:pt x="559" y="776"/>
                  <a:pt x="554" y="772"/>
                  <a:pt x="553" y="764"/>
                </a:cubicBezTo>
                <a:close/>
                <a:moveTo>
                  <a:pt x="570" y="766"/>
                </a:moveTo>
                <a:cubicBezTo>
                  <a:pt x="569" y="769"/>
                  <a:pt x="571" y="770"/>
                  <a:pt x="571" y="773"/>
                </a:cubicBezTo>
                <a:cubicBezTo>
                  <a:pt x="568" y="772"/>
                  <a:pt x="566" y="772"/>
                  <a:pt x="564" y="773"/>
                </a:cubicBezTo>
                <a:cubicBezTo>
                  <a:pt x="560" y="769"/>
                  <a:pt x="558" y="759"/>
                  <a:pt x="558" y="753"/>
                </a:cubicBezTo>
                <a:cubicBezTo>
                  <a:pt x="560" y="753"/>
                  <a:pt x="560" y="752"/>
                  <a:pt x="562" y="752"/>
                </a:cubicBezTo>
                <a:cubicBezTo>
                  <a:pt x="561" y="754"/>
                  <a:pt x="563" y="754"/>
                  <a:pt x="562" y="756"/>
                </a:cubicBezTo>
                <a:cubicBezTo>
                  <a:pt x="560" y="756"/>
                  <a:pt x="560" y="756"/>
                  <a:pt x="560" y="756"/>
                </a:cubicBezTo>
                <a:cubicBezTo>
                  <a:pt x="560" y="758"/>
                  <a:pt x="564" y="756"/>
                  <a:pt x="562" y="759"/>
                </a:cubicBezTo>
                <a:cubicBezTo>
                  <a:pt x="565" y="755"/>
                  <a:pt x="566" y="764"/>
                  <a:pt x="569" y="765"/>
                </a:cubicBezTo>
                <a:cubicBezTo>
                  <a:pt x="567" y="751"/>
                  <a:pt x="561" y="743"/>
                  <a:pt x="559" y="730"/>
                </a:cubicBezTo>
                <a:cubicBezTo>
                  <a:pt x="559" y="727"/>
                  <a:pt x="562" y="732"/>
                  <a:pt x="562" y="729"/>
                </a:cubicBezTo>
                <a:cubicBezTo>
                  <a:pt x="566" y="737"/>
                  <a:pt x="569" y="751"/>
                  <a:pt x="575" y="765"/>
                </a:cubicBezTo>
                <a:cubicBezTo>
                  <a:pt x="575" y="767"/>
                  <a:pt x="571" y="765"/>
                  <a:pt x="570" y="766"/>
                </a:cubicBezTo>
                <a:close/>
                <a:moveTo>
                  <a:pt x="558" y="178"/>
                </a:moveTo>
                <a:cubicBezTo>
                  <a:pt x="565" y="171"/>
                  <a:pt x="575" y="176"/>
                  <a:pt x="586" y="177"/>
                </a:cubicBezTo>
                <a:cubicBezTo>
                  <a:pt x="580" y="182"/>
                  <a:pt x="566" y="179"/>
                  <a:pt x="558" y="178"/>
                </a:cubicBezTo>
                <a:close/>
                <a:moveTo>
                  <a:pt x="579" y="577"/>
                </a:moveTo>
                <a:cubicBezTo>
                  <a:pt x="580" y="567"/>
                  <a:pt x="589" y="566"/>
                  <a:pt x="593" y="558"/>
                </a:cubicBezTo>
                <a:cubicBezTo>
                  <a:pt x="591" y="554"/>
                  <a:pt x="588" y="561"/>
                  <a:pt x="584" y="560"/>
                </a:cubicBezTo>
                <a:cubicBezTo>
                  <a:pt x="583" y="557"/>
                  <a:pt x="587" y="555"/>
                  <a:pt x="584" y="552"/>
                </a:cubicBezTo>
                <a:cubicBezTo>
                  <a:pt x="590" y="552"/>
                  <a:pt x="590" y="552"/>
                  <a:pt x="595" y="551"/>
                </a:cubicBezTo>
                <a:cubicBezTo>
                  <a:pt x="594" y="554"/>
                  <a:pt x="598" y="552"/>
                  <a:pt x="597" y="554"/>
                </a:cubicBezTo>
                <a:cubicBezTo>
                  <a:pt x="598" y="558"/>
                  <a:pt x="594" y="555"/>
                  <a:pt x="594" y="557"/>
                </a:cubicBezTo>
                <a:cubicBezTo>
                  <a:pt x="596" y="559"/>
                  <a:pt x="597" y="557"/>
                  <a:pt x="600" y="558"/>
                </a:cubicBezTo>
                <a:cubicBezTo>
                  <a:pt x="600" y="568"/>
                  <a:pt x="592" y="568"/>
                  <a:pt x="586" y="571"/>
                </a:cubicBezTo>
                <a:cubicBezTo>
                  <a:pt x="583" y="572"/>
                  <a:pt x="584" y="578"/>
                  <a:pt x="579" y="577"/>
                </a:cubicBezTo>
                <a:close/>
                <a:moveTo>
                  <a:pt x="594" y="577"/>
                </a:moveTo>
                <a:cubicBezTo>
                  <a:pt x="598" y="577"/>
                  <a:pt x="598" y="577"/>
                  <a:pt x="598" y="577"/>
                </a:cubicBezTo>
                <a:cubicBezTo>
                  <a:pt x="598" y="579"/>
                  <a:pt x="594" y="581"/>
                  <a:pt x="594" y="577"/>
                </a:cubicBezTo>
                <a:close/>
                <a:moveTo>
                  <a:pt x="597" y="584"/>
                </a:moveTo>
                <a:cubicBezTo>
                  <a:pt x="599" y="581"/>
                  <a:pt x="605" y="581"/>
                  <a:pt x="606" y="577"/>
                </a:cubicBezTo>
                <a:cubicBezTo>
                  <a:pt x="608" y="577"/>
                  <a:pt x="610" y="578"/>
                  <a:pt x="611" y="579"/>
                </a:cubicBezTo>
                <a:cubicBezTo>
                  <a:pt x="613" y="579"/>
                  <a:pt x="612" y="576"/>
                  <a:pt x="613" y="575"/>
                </a:cubicBezTo>
                <a:cubicBezTo>
                  <a:pt x="614" y="576"/>
                  <a:pt x="614" y="577"/>
                  <a:pt x="614" y="578"/>
                </a:cubicBezTo>
                <a:cubicBezTo>
                  <a:pt x="617" y="577"/>
                  <a:pt x="621" y="577"/>
                  <a:pt x="619" y="574"/>
                </a:cubicBezTo>
                <a:cubicBezTo>
                  <a:pt x="621" y="575"/>
                  <a:pt x="623" y="575"/>
                  <a:pt x="623" y="578"/>
                </a:cubicBezTo>
                <a:cubicBezTo>
                  <a:pt x="614" y="581"/>
                  <a:pt x="607" y="588"/>
                  <a:pt x="597" y="584"/>
                </a:cubicBezTo>
                <a:close/>
                <a:moveTo>
                  <a:pt x="622" y="724"/>
                </a:moveTo>
                <a:cubicBezTo>
                  <a:pt x="623" y="722"/>
                  <a:pt x="625" y="721"/>
                  <a:pt x="626" y="719"/>
                </a:cubicBezTo>
                <a:cubicBezTo>
                  <a:pt x="628" y="721"/>
                  <a:pt x="624" y="724"/>
                  <a:pt x="622" y="724"/>
                </a:cubicBezTo>
                <a:close/>
                <a:moveTo>
                  <a:pt x="658" y="758"/>
                </a:moveTo>
                <a:cubicBezTo>
                  <a:pt x="660" y="751"/>
                  <a:pt x="668" y="745"/>
                  <a:pt x="672" y="750"/>
                </a:cubicBezTo>
                <a:cubicBezTo>
                  <a:pt x="670" y="755"/>
                  <a:pt x="666" y="758"/>
                  <a:pt x="658" y="758"/>
                </a:cubicBezTo>
                <a:close/>
                <a:moveTo>
                  <a:pt x="724" y="767"/>
                </a:moveTo>
                <a:cubicBezTo>
                  <a:pt x="725" y="765"/>
                  <a:pt x="726" y="763"/>
                  <a:pt x="728" y="760"/>
                </a:cubicBezTo>
                <a:cubicBezTo>
                  <a:pt x="729" y="762"/>
                  <a:pt x="728" y="768"/>
                  <a:pt x="724" y="767"/>
                </a:cubicBezTo>
                <a:close/>
                <a:moveTo>
                  <a:pt x="734" y="680"/>
                </a:moveTo>
                <a:cubicBezTo>
                  <a:pt x="733" y="680"/>
                  <a:pt x="732" y="681"/>
                  <a:pt x="731" y="681"/>
                </a:cubicBezTo>
                <a:cubicBezTo>
                  <a:pt x="722" y="703"/>
                  <a:pt x="706" y="717"/>
                  <a:pt x="688" y="731"/>
                </a:cubicBezTo>
                <a:cubicBezTo>
                  <a:pt x="691" y="735"/>
                  <a:pt x="687" y="739"/>
                  <a:pt x="683" y="740"/>
                </a:cubicBezTo>
                <a:cubicBezTo>
                  <a:pt x="684" y="737"/>
                  <a:pt x="679" y="740"/>
                  <a:pt x="680" y="736"/>
                </a:cubicBezTo>
                <a:cubicBezTo>
                  <a:pt x="676" y="743"/>
                  <a:pt x="666" y="740"/>
                  <a:pt x="659" y="745"/>
                </a:cubicBezTo>
                <a:cubicBezTo>
                  <a:pt x="660" y="751"/>
                  <a:pt x="655" y="751"/>
                  <a:pt x="655" y="757"/>
                </a:cubicBezTo>
                <a:cubicBezTo>
                  <a:pt x="653" y="757"/>
                  <a:pt x="650" y="759"/>
                  <a:pt x="649" y="758"/>
                </a:cubicBezTo>
                <a:cubicBezTo>
                  <a:pt x="650" y="752"/>
                  <a:pt x="655" y="751"/>
                  <a:pt x="657" y="746"/>
                </a:cubicBezTo>
                <a:cubicBezTo>
                  <a:pt x="650" y="742"/>
                  <a:pt x="639" y="746"/>
                  <a:pt x="634" y="747"/>
                </a:cubicBezTo>
                <a:cubicBezTo>
                  <a:pt x="632" y="746"/>
                  <a:pt x="631" y="743"/>
                  <a:pt x="630" y="740"/>
                </a:cubicBezTo>
                <a:cubicBezTo>
                  <a:pt x="629" y="741"/>
                  <a:pt x="629" y="742"/>
                  <a:pt x="627" y="742"/>
                </a:cubicBezTo>
                <a:cubicBezTo>
                  <a:pt x="627" y="738"/>
                  <a:pt x="625" y="734"/>
                  <a:pt x="627" y="731"/>
                </a:cubicBezTo>
                <a:cubicBezTo>
                  <a:pt x="631" y="730"/>
                  <a:pt x="630" y="734"/>
                  <a:pt x="635" y="733"/>
                </a:cubicBezTo>
                <a:cubicBezTo>
                  <a:pt x="638" y="733"/>
                  <a:pt x="637" y="727"/>
                  <a:pt x="639" y="726"/>
                </a:cubicBezTo>
                <a:cubicBezTo>
                  <a:pt x="636" y="725"/>
                  <a:pt x="635" y="729"/>
                  <a:pt x="632" y="727"/>
                </a:cubicBezTo>
                <a:cubicBezTo>
                  <a:pt x="635" y="723"/>
                  <a:pt x="639" y="726"/>
                  <a:pt x="641" y="721"/>
                </a:cubicBezTo>
                <a:cubicBezTo>
                  <a:pt x="651" y="725"/>
                  <a:pt x="656" y="717"/>
                  <a:pt x="662" y="716"/>
                </a:cubicBezTo>
                <a:cubicBezTo>
                  <a:pt x="668" y="722"/>
                  <a:pt x="674" y="726"/>
                  <a:pt x="679" y="730"/>
                </a:cubicBezTo>
                <a:cubicBezTo>
                  <a:pt x="680" y="726"/>
                  <a:pt x="680" y="722"/>
                  <a:pt x="680" y="717"/>
                </a:cubicBezTo>
                <a:cubicBezTo>
                  <a:pt x="683" y="718"/>
                  <a:pt x="682" y="721"/>
                  <a:pt x="683" y="723"/>
                </a:cubicBezTo>
                <a:cubicBezTo>
                  <a:pt x="685" y="722"/>
                  <a:pt x="683" y="717"/>
                  <a:pt x="684" y="715"/>
                </a:cubicBezTo>
                <a:cubicBezTo>
                  <a:pt x="693" y="709"/>
                  <a:pt x="699" y="700"/>
                  <a:pt x="707" y="691"/>
                </a:cubicBezTo>
                <a:cubicBezTo>
                  <a:pt x="709" y="694"/>
                  <a:pt x="703" y="701"/>
                  <a:pt x="705" y="705"/>
                </a:cubicBezTo>
                <a:cubicBezTo>
                  <a:pt x="714" y="693"/>
                  <a:pt x="717" y="684"/>
                  <a:pt x="719" y="666"/>
                </a:cubicBezTo>
                <a:cubicBezTo>
                  <a:pt x="714" y="666"/>
                  <a:pt x="718" y="673"/>
                  <a:pt x="714" y="675"/>
                </a:cubicBezTo>
                <a:cubicBezTo>
                  <a:pt x="714" y="682"/>
                  <a:pt x="710" y="685"/>
                  <a:pt x="708" y="689"/>
                </a:cubicBezTo>
                <a:cubicBezTo>
                  <a:pt x="707" y="677"/>
                  <a:pt x="709" y="667"/>
                  <a:pt x="714" y="656"/>
                </a:cubicBezTo>
                <a:cubicBezTo>
                  <a:pt x="716" y="656"/>
                  <a:pt x="715" y="659"/>
                  <a:pt x="716" y="660"/>
                </a:cubicBezTo>
                <a:cubicBezTo>
                  <a:pt x="717" y="660"/>
                  <a:pt x="717" y="660"/>
                  <a:pt x="718" y="660"/>
                </a:cubicBezTo>
                <a:cubicBezTo>
                  <a:pt x="720" y="656"/>
                  <a:pt x="715" y="658"/>
                  <a:pt x="715" y="653"/>
                </a:cubicBezTo>
                <a:cubicBezTo>
                  <a:pt x="722" y="651"/>
                  <a:pt x="735" y="647"/>
                  <a:pt x="741" y="656"/>
                </a:cubicBezTo>
                <a:cubicBezTo>
                  <a:pt x="739" y="664"/>
                  <a:pt x="737" y="672"/>
                  <a:pt x="734" y="680"/>
                </a:cubicBezTo>
                <a:close/>
                <a:moveTo>
                  <a:pt x="738" y="685"/>
                </a:moveTo>
                <a:cubicBezTo>
                  <a:pt x="739" y="678"/>
                  <a:pt x="738" y="652"/>
                  <a:pt x="749" y="659"/>
                </a:cubicBezTo>
                <a:cubicBezTo>
                  <a:pt x="744" y="667"/>
                  <a:pt x="742" y="677"/>
                  <a:pt x="738" y="685"/>
                </a:cubicBezTo>
                <a:close/>
                <a:moveTo>
                  <a:pt x="746" y="189"/>
                </a:moveTo>
                <a:cubicBezTo>
                  <a:pt x="749" y="187"/>
                  <a:pt x="757" y="188"/>
                  <a:pt x="757" y="192"/>
                </a:cubicBezTo>
                <a:cubicBezTo>
                  <a:pt x="755" y="192"/>
                  <a:pt x="748" y="191"/>
                  <a:pt x="746" y="189"/>
                </a:cubicBezTo>
                <a:close/>
                <a:moveTo>
                  <a:pt x="752" y="762"/>
                </a:moveTo>
                <a:cubicBezTo>
                  <a:pt x="753" y="760"/>
                  <a:pt x="752" y="757"/>
                  <a:pt x="754" y="755"/>
                </a:cubicBezTo>
                <a:cubicBezTo>
                  <a:pt x="755" y="757"/>
                  <a:pt x="755" y="754"/>
                  <a:pt x="757" y="756"/>
                </a:cubicBezTo>
                <a:cubicBezTo>
                  <a:pt x="756" y="759"/>
                  <a:pt x="755" y="762"/>
                  <a:pt x="752" y="762"/>
                </a:cubicBezTo>
                <a:close/>
                <a:moveTo>
                  <a:pt x="754" y="258"/>
                </a:moveTo>
                <a:cubicBezTo>
                  <a:pt x="754" y="255"/>
                  <a:pt x="757" y="258"/>
                  <a:pt x="758" y="260"/>
                </a:cubicBezTo>
                <a:cubicBezTo>
                  <a:pt x="760" y="262"/>
                  <a:pt x="755" y="258"/>
                  <a:pt x="754" y="258"/>
                </a:cubicBezTo>
                <a:close/>
                <a:moveTo>
                  <a:pt x="759" y="260"/>
                </a:moveTo>
                <a:cubicBezTo>
                  <a:pt x="763" y="261"/>
                  <a:pt x="766" y="262"/>
                  <a:pt x="770" y="263"/>
                </a:cubicBezTo>
                <a:cubicBezTo>
                  <a:pt x="766" y="258"/>
                  <a:pt x="758" y="253"/>
                  <a:pt x="750" y="249"/>
                </a:cubicBezTo>
                <a:cubicBezTo>
                  <a:pt x="752" y="248"/>
                  <a:pt x="754" y="247"/>
                  <a:pt x="757" y="247"/>
                </a:cubicBezTo>
                <a:cubicBezTo>
                  <a:pt x="758" y="256"/>
                  <a:pt x="779" y="254"/>
                  <a:pt x="779" y="264"/>
                </a:cubicBezTo>
                <a:cubicBezTo>
                  <a:pt x="778" y="266"/>
                  <a:pt x="775" y="266"/>
                  <a:pt x="776" y="270"/>
                </a:cubicBezTo>
                <a:cubicBezTo>
                  <a:pt x="770" y="266"/>
                  <a:pt x="764" y="264"/>
                  <a:pt x="759" y="260"/>
                </a:cubicBezTo>
                <a:close/>
                <a:moveTo>
                  <a:pt x="784" y="762"/>
                </a:moveTo>
                <a:cubicBezTo>
                  <a:pt x="784" y="761"/>
                  <a:pt x="785" y="755"/>
                  <a:pt x="789" y="756"/>
                </a:cubicBezTo>
                <a:cubicBezTo>
                  <a:pt x="788" y="759"/>
                  <a:pt x="785" y="759"/>
                  <a:pt x="784" y="762"/>
                </a:cubicBezTo>
                <a:close/>
                <a:moveTo>
                  <a:pt x="792" y="710"/>
                </a:moveTo>
                <a:cubicBezTo>
                  <a:pt x="791" y="713"/>
                  <a:pt x="793" y="713"/>
                  <a:pt x="793" y="716"/>
                </a:cubicBezTo>
                <a:cubicBezTo>
                  <a:pt x="790" y="717"/>
                  <a:pt x="790" y="720"/>
                  <a:pt x="787" y="721"/>
                </a:cubicBezTo>
                <a:cubicBezTo>
                  <a:pt x="793" y="729"/>
                  <a:pt x="779" y="739"/>
                  <a:pt x="774" y="741"/>
                </a:cubicBezTo>
                <a:cubicBezTo>
                  <a:pt x="777" y="738"/>
                  <a:pt x="772" y="738"/>
                  <a:pt x="770" y="738"/>
                </a:cubicBezTo>
                <a:cubicBezTo>
                  <a:pt x="767" y="739"/>
                  <a:pt x="773" y="739"/>
                  <a:pt x="771" y="741"/>
                </a:cubicBezTo>
                <a:cubicBezTo>
                  <a:pt x="771" y="741"/>
                  <a:pt x="771" y="742"/>
                  <a:pt x="771" y="743"/>
                </a:cubicBezTo>
                <a:cubicBezTo>
                  <a:pt x="761" y="736"/>
                  <a:pt x="769" y="724"/>
                  <a:pt x="770" y="713"/>
                </a:cubicBezTo>
                <a:cubicBezTo>
                  <a:pt x="772" y="713"/>
                  <a:pt x="772" y="710"/>
                  <a:pt x="775" y="710"/>
                </a:cubicBezTo>
                <a:cubicBezTo>
                  <a:pt x="776" y="704"/>
                  <a:pt x="773" y="705"/>
                  <a:pt x="773" y="699"/>
                </a:cubicBezTo>
                <a:cubicBezTo>
                  <a:pt x="774" y="699"/>
                  <a:pt x="775" y="699"/>
                  <a:pt x="775" y="698"/>
                </a:cubicBezTo>
                <a:cubicBezTo>
                  <a:pt x="776" y="699"/>
                  <a:pt x="776" y="700"/>
                  <a:pt x="777" y="700"/>
                </a:cubicBezTo>
                <a:cubicBezTo>
                  <a:pt x="776" y="703"/>
                  <a:pt x="778" y="705"/>
                  <a:pt x="776" y="706"/>
                </a:cubicBezTo>
                <a:cubicBezTo>
                  <a:pt x="776" y="707"/>
                  <a:pt x="778" y="705"/>
                  <a:pt x="777" y="710"/>
                </a:cubicBezTo>
                <a:cubicBezTo>
                  <a:pt x="782" y="705"/>
                  <a:pt x="784" y="696"/>
                  <a:pt x="786" y="688"/>
                </a:cubicBezTo>
                <a:cubicBezTo>
                  <a:pt x="785" y="686"/>
                  <a:pt x="781" y="689"/>
                  <a:pt x="780" y="689"/>
                </a:cubicBezTo>
                <a:cubicBezTo>
                  <a:pt x="779" y="693"/>
                  <a:pt x="783" y="691"/>
                  <a:pt x="782" y="694"/>
                </a:cubicBezTo>
                <a:cubicBezTo>
                  <a:pt x="780" y="696"/>
                  <a:pt x="778" y="692"/>
                  <a:pt x="779" y="697"/>
                </a:cubicBezTo>
                <a:cubicBezTo>
                  <a:pt x="777" y="696"/>
                  <a:pt x="777" y="698"/>
                  <a:pt x="775" y="697"/>
                </a:cubicBezTo>
                <a:cubicBezTo>
                  <a:pt x="775" y="690"/>
                  <a:pt x="779" y="690"/>
                  <a:pt x="777" y="681"/>
                </a:cubicBezTo>
                <a:cubicBezTo>
                  <a:pt x="780" y="679"/>
                  <a:pt x="779" y="676"/>
                  <a:pt x="780" y="674"/>
                </a:cubicBezTo>
                <a:cubicBezTo>
                  <a:pt x="780" y="674"/>
                  <a:pt x="781" y="675"/>
                  <a:pt x="781" y="676"/>
                </a:cubicBezTo>
                <a:cubicBezTo>
                  <a:pt x="783" y="675"/>
                  <a:pt x="783" y="673"/>
                  <a:pt x="784" y="672"/>
                </a:cubicBezTo>
                <a:cubicBezTo>
                  <a:pt x="785" y="671"/>
                  <a:pt x="782" y="679"/>
                  <a:pt x="783" y="682"/>
                </a:cubicBezTo>
                <a:cubicBezTo>
                  <a:pt x="785" y="681"/>
                  <a:pt x="784" y="675"/>
                  <a:pt x="787" y="678"/>
                </a:cubicBezTo>
                <a:cubicBezTo>
                  <a:pt x="786" y="674"/>
                  <a:pt x="787" y="673"/>
                  <a:pt x="786" y="670"/>
                </a:cubicBezTo>
                <a:cubicBezTo>
                  <a:pt x="791" y="666"/>
                  <a:pt x="796" y="669"/>
                  <a:pt x="802" y="667"/>
                </a:cubicBezTo>
                <a:cubicBezTo>
                  <a:pt x="799" y="665"/>
                  <a:pt x="795" y="664"/>
                  <a:pt x="792" y="662"/>
                </a:cubicBezTo>
                <a:cubicBezTo>
                  <a:pt x="791" y="655"/>
                  <a:pt x="794" y="652"/>
                  <a:pt x="794" y="646"/>
                </a:cubicBezTo>
                <a:cubicBezTo>
                  <a:pt x="801" y="645"/>
                  <a:pt x="805" y="644"/>
                  <a:pt x="811" y="646"/>
                </a:cubicBezTo>
                <a:cubicBezTo>
                  <a:pt x="811" y="637"/>
                  <a:pt x="802" y="638"/>
                  <a:pt x="798" y="633"/>
                </a:cubicBezTo>
                <a:cubicBezTo>
                  <a:pt x="805" y="630"/>
                  <a:pt x="816" y="639"/>
                  <a:pt x="821" y="635"/>
                </a:cubicBezTo>
                <a:cubicBezTo>
                  <a:pt x="815" y="631"/>
                  <a:pt x="809" y="627"/>
                  <a:pt x="802" y="626"/>
                </a:cubicBezTo>
                <a:cubicBezTo>
                  <a:pt x="801" y="622"/>
                  <a:pt x="802" y="619"/>
                  <a:pt x="805" y="616"/>
                </a:cubicBezTo>
                <a:cubicBezTo>
                  <a:pt x="810" y="618"/>
                  <a:pt x="814" y="616"/>
                  <a:pt x="818" y="617"/>
                </a:cubicBezTo>
                <a:cubicBezTo>
                  <a:pt x="810" y="609"/>
                  <a:pt x="792" y="615"/>
                  <a:pt x="799" y="597"/>
                </a:cubicBezTo>
                <a:cubicBezTo>
                  <a:pt x="800" y="596"/>
                  <a:pt x="803" y="596"/>
                  <a:pt x="803" y="594"/>
                </a:cubicBezTo>
                <a:cubicBezTo>
                  <a:pt x="805" y="589"/>
                  <a:pt x="801" y="578"/>
                  <a:pt x="807" y="576"/>
                </a:cubicBezTo>
                <a:cubicBezTo>
                  <a:pt x="809" y="580"/>
                  <a:pt x="806" y="583"/>
                  <a:pt x="809" y="586"/>
                </a:cubicBezTo>
                <a:cubicBezTo>
                  <a:pt x="806" y="586"/>
                  <a:pt x="806" y="586"/>
                  <a:pt x="806" y="586"/>
                </a:cubicBezTo>
                <a:cubicBezTo>
                  <a:pt x="807" y="589"/>
                  <a:pt x="809" y="590"/>
                  <a:pt x="808" y="595"/>
                </a:cubicBezTo>
                <a:cubicBezTo>
                  <a:pt x="809" y="596"/>
                  <a:pt x="810" y="596"/>
                  <a:pt x="811" y="596"/>
                </a:cubicBezTo>
                <a:cubicBezTo>
                  <a:pt x="813" y="595"/>
                  <a:pt x="810" y="593"/>
                  <a:pt x="811" y="591"/>
                </a:cubicBezTo>
                <a:cubicBezTo>
                  <a:pt x="813" y="590"/>
                  <a:pt x="818" y="591"/>
                  <a:pt x="818" y="596"/>
                </a:cubicBezTo>
                <a:cubicBezTo>
                  <a:pt x="820" y="592"/>
                  <a:pt x="821" y="586"/>
                  <a:pt x="824" y="582"/>
                </a:cubicBezTo>
                <a:cubicBezTo>
                  <a:pt x="826" y="585"/>
                  <a:pt x="826" y="589"/>
                  <a:pt x="824" y="592"/>
                </a:cubicBezTo>
                <a:cubicBezTo>
                  <a:pt x="828" y="590"/>
                  <a:pt x="826" y="582"/>
                  <a:pt x="829" y="579"/>
                </a:cubicBezTo>
                <a:cubicBezTo>
                  <a:pt x="833" y="580"/>
                  <a:pt x="830" y="586"/>
                  <a:pt x="830" y="589"/>
                </a:cubicBezTo>
                <a:cubicBezTo>
                  <a:pt x="829" y="589"/>
                  <a:pt x="829" y="588"/>
                  <a:pt x="828" y="588"/>
                </a:cubicBezTo>
                <a:cubicBezTo>
                  <a:pt x="828" y="591"/>
                  <a:pt x="828" y="598"/>
                  <a:pt x="826" y="602"/>
                </a:cubicBezTo>
                <a:cubicBezTo>
                  <a:pt x="825" y="601"/>
                  <a:pt x="824" y="600"/>
                  <a:pt x="824" y="598"/>
                </a:cubicBezTo>
                <a:cubicBezTo>
                  <a:pt x="823" y="601"/>
                  <a:pt x="823" y="604"/>
                  <a:pt x="824" y="606"/>
                </a:cubicBezTo>
                <a:cubicBezTo>
                  <a:pt x="824" y="606"/>
                  <a:pt x="824" y="605"/>
                  <a:pt x="823" y="605"/>
                </a:cubicBezTo>
                <a:cubicBezTo>
                  <a:pt x="823" y="609"/>
                  <a:pt x="823" y="609"/>
                  <a:pt x="823" y="609"/>
                </a:cubicBezTo>
                <a:cubicBezTo>
                  <a:pt x="823" y="612"/>
                  <a:pt x="825" y="607"/>
                  <a:pt x="825" y="610"/>
                </a:cubicBezTo>
                <a:cubicBezTo>
                  <a:pt x="825" y="613"/>
                  <a:pt x="825" y="610"/>
                  <a:pt x="823" y="610"/>
                </a:cubicBezTo>
                <a:cubicBezTo>
                  <a:pt x="823" y="613"/>
                  <a:pt x="824" y="613"/>
                  <a:pt x="824" y="616"/>
                </a:cubicBezTo>
                <a:cubicBezTo>
                  <a:pt x="826" y="616"/>
                  <a:pt x="823" y="612"/>
                  <a:pt x="825" y="612"/>
                </a:cubicBezTo>
                <a:cubicBezTo>
                  <a:pt x="833" y="621"/>
                  <a:pt x="831" y="640"/>
                  <a:pt x="824" y="647"/>
                </a:cubicBezTo>
                <a:cubicBezTo>
                  <a:pt x="825" y="649"/>
                  <a:pt x="824" y="652"/>
                  <a:pt x="824" y="654"/>
                </a:cubicBezTo>
                <a:cubicBezTo>
                  <a:pt x="820" y="657"/>
                  <a:pt x="818" y="670"/>
                  <a:pt x="819" y="674"/>
                </a:cubicBezTo>
                <a:cubicBezTo>
                  <a:pt x="814" y="685"/>
                  <a:pt x="804" y="698"/>
                  <a:pt x="797" y="710"/>
                </a:cubicBezTo>
                <a:cubicBezTo>
                  <a:pt x="794" y="711"/>
                  <a:pt x="794" y="709"/>
                  <a:pt x="792" y="710"/>
                </a:cubicBezTo>
                <a:close/>
                <a:moveTo>
                  <a:pt x="796" y="745"/>
                </a:moveTo>
                <a:cubicBezTo>
                  <a:pt x="796" y="742"/>
                  <a:pt x="796" y="741"/>
                  <a:pt x="798" y="741"/>
                </a:cubicBezTo>
                <a:cubicBezTo>
                  <a:pt x="799" y="743"/>
                  <a:pt x="798" y="745"/>
                  <a:pt x="796" y="745"/>
                </a:cubicBezTo>
                <a:close/>
                <a:moveTo>
                  <a:pt x="854" y="600"/>
                </a:moveTo>
                <a:cubicBezTo>
                  <a:pt x="855" y="603"/>
                  <a:pt x="854" y="605"/>
                  <a:pt x="853" y="607"/>
                </a:cubicBezTo>
                <a:cubicBezTo>
                  <a:pt x="857" y="608"/>
                  <a:pt x="853" y="605"/>
                  <a:pt x="856" y="605"/>
                </a:cubicBezTo>
                <a:cubicBezTo>
                  <a:pt x="859" y="613"/>
                  <a:pt x="854" y="631"/>
                  <a:pt x="850" y="639"/>
                </a:cubicBezTo>
                <a:cubicBezTo>
                  <a:pt x="851" y="658"/>
                  <a:pt x="841" y="676"/>
                  <a:pt x="838" y="690"/>
                </a:cubicBezTo>
                <a:cubicBezTo>
                  <a:pt x="836" y="690"/>
                  <a:pt x="836" y="691"/>
                  <a:pt x="835" y="691"/>
                </a:cubicBezTo>
                <a:cubicBezTo>
                  <a:pt x="829" y="708"/>
                  <a:pt x="818" y="716"/>
                  <a:pt x="810" y="728"/>
                </a:cubicBezTo>
                <a:cubicBezTo>
                  <a:pt x="807" y="715"/>
                  <a:pt x="818" y="707"/>
                  <a:pt x="816" y="695"/>
                </a:cubicBezTo>
                <a:cubicBezTo>
                  <a:pt x="818" y="693"/>
                  <a:pt x="819" y="690"/>
                  <a:pt x="823" y="691"/>
                </a:cubicBezTo>
                <a:cubicBezTo>
                  <a:pt x="824" y="688"/>
                  <a:pt x="825" y="685"/>
                  <a:pt x="829" y="685"/>
                </a:cubicBezTo>
                <a:cubicBezTo>
                  <a:pt x="832" y="667"/>
                  <a:pt x="848" y="650"/>
                  <a:pt x="842" y="625"/>
                </a:cubicBezTo>
                <a:cubicBezTo>
                  <a:pt x="846" y="625"/>
                  <a:pt x="846" y="625"/>
                  <a:pt x="846" y="625"/>
                </a:cubicBezTo>
                <a:cubicBezTo>
                  <a:pt x="844" y="623"/>
                  <a:pt x="843" y="621"/>
                  <a:pt x="844" y="617"/>
                </a:cubicBezTo>
                <a:cubicBezTo>
                  <a:pt x="845" y="618"/>
                  <a:pt x="846" y="620"/>
                  <a:pt x="846" y="622"/>
                </a:cubicBezTo>
                <a:cubicBezTo>
                  <a:pt x="849" y="619"/>
                  <a:pt x="847" y="614"/>
                  <a:pt x="847" y="610"/>
                </a:cubicBezTo>
                <a:cubicBezTo>
                  <a:pt x="849" y="611"/>
                  <a:pt x="851" y="612"/>
                  <a:pt x="853" y="613"/>
                </a:cubicBezTo>
                <a:cubicBezTo>
                  <a:pt x="855" y="611"/>
                  <a:pt x="851" y="609"/>
                  <a:pt x="850" y="607"/>
                </a:cubicBezTo>
                <a:cubicBezTo>
                  <a:pt x="850" y="604"/>
                  <a:pt x="851" y="602"/>
                  <a:pt x="849" y="598"/>
                </a:cubicBezTo>
                <a:cubicBezTo>
                  <a:pt x="846" y="595"/>
                  <a:pt x="848" y="590"/>
                  <a:pt x="845" y="585"/>
                </a:cubicBezTo>
                <a:cubicBezTo>
                  <a:pt x="846" y="581"/>
                  <a:pt x="853" y="592"/>
                  <a:pt x="849" y="593"/>
                </a:cubicBezTo>
                <a:cubicBezTo>
                  <a:pt x="850" y="594"/>
                  <a:pt x="852" y="595"/>
                  <a:pt x="854" y="596"/>
                </a:cubicBezTo>
                <a:cubicBezTo>
                  <a:pt x="854" y="596"/>
                  <a:pt x="855" y="595"/>
                  <a:pt x="855" y="594"/>
                </a:cubicBezTo>
                <a:cubicBezTo>
                  <a:pt x="855" y="597"/>
                  <a:pt x="855" y="597"/>
                  <a:pt x="858" y="599"/>
                </a:cubicBezTo>
                <a:cubicBezTo>
                  <a:pt x="855" y="599"/>
                  <a:pt x="857" y="602"/>
                  <a:pt x="854" y="600"/>
                </a:cubicBezTo>
                <a:close/>
                <a:moveTo>
                  <a:pt x="940" y="190"/>
                </a:moveTo>
                <a:cubicBezTo>
                  <a:pt x="941" y="191"/>
                  <a:pt x="943" y="193"/>
                  <a:pt x="942" y="194"/>
                </a:cubicBezTo>
                <a:cubicBezTo>
                  <a:pt x="940" y="194"/>
                  <a:pt x="938" y="192"/>
                  <a:pt x="940" y="190"/>
                </a:cubicBezTo>
                <a:close/>
                <a:moveTo>
                  <a:pt x="922" y="150"/>
                </a:moveTo>
                <a:cubicBezTo>
                  <a:pt x="921" y="149"/>
                  <a:pt x="921" y="150"/>
                  <a:pt x="920" y="150"/>
                </a:cubicBezTo>
                <a:cubicBezTo>
                  <a:pt x="919" y="149"/>
                  <a:pt x="917" y="148"/>
                  <a:pt x="917" y="145"/>
                </a:cubicBezTo>
                <a:cubicBezTo>
                  <a:pt x="920" y="145"/>
                  <a:pt x="921" y="147"/>
                  <a:pt x="922" y="150"/>
                </a:cubicBezTo>
                <a:close/>
                <a:moveTo>
                  <a:pt x="905" y="180"/>
                </a:moveTo>
                <a:cubicBezTo>
                  <a:pt x="906" y="182"/>
                  <a:pt x="910" y="180"/>
                  <a:pt x="909" y="184"/>
                </a:cubicBezTo>
                <a:cubicBezTo>
                  <a:pt x="907" y="185"/>
                  <a:pt x="907" y="183"/>
                  <a:pt x="905" y="184"/>
                </a:cubicBezTo>
                <a:lnTo>
                  <a:pt x="905" y="180"/>
                </a:lnTo>
                <a:close/>
                <a:moveTo>
                  <a:pt x="898" y="427"/>
                </a:moveTo>
                <a:cubicBezTo>
                  <a:pt x="895" y="429"/>
                  <a:pt x="894" y="425"/>
                  <a:pt x="893" y="423"/>
                </a:cubicBezTo>
                <a:cubicBezTo>
                  <a:pt x="895" y="424"/>
                  <a:pt x="897" y="425"/>
                  <a:pt x="898" y="427"/>
                </a:cubicBezTo>
                <a:close/>
                <a:moveTo>
                  <a:pt x="895" y="252"/>
                </a:moveTo>
                <a:cubicBezTo>
                  <a:pt x="887" y="252"/>
                  <a:pt x="880" y="251"/>
                  <a:pt x="880" y="243"/>
                </a:cubicBezTo>
                <a:cubicBezTo>
                  <a:pt x="886" y="247"/>
                  <a:pt x="894" y="243"/>
                  <a:pt x="895" y="252"/>
                </a:cubicBezTo>
                <a:close/>
                <a:moveTo>
                  <a:pt x="880" y="121"/>
                </a:moveTo>
                <a:cubicBezTo>
                  <a:pt x="877" y="119"/>
                  <a:pt x="875" y="119"/>
                  <a:pt x="874" y="116"/>
                </a:cubicBezTo>
                <a:cubicBezTo>
                  <a:pt x="876" y="119"/>
                  <a:pt x="880" y="115"/>
                  <a:pt x="880" y="121"/>
                </a:cubicBezTo>
                <a:close/>
                <a:moveTo>
                  <a:pt x="860" y="272"/>
                </a:moveTo>
                <a:cubicBezTo>
                  <a:pt x="863" y="273"/>
                  <a:pt x="865" y="273"/>
                  <a:pt x="866" y="275"/>
                </a:cubicBezTo>
                <a:cubicBezTo>
                  <a:pt x="865" y="280"/>
                  <a:pt x="859" y="277"/>
                  <a:pt x="860" y="272"/>
                </a:cubicBezTo>
                <a:close/>
                <a:moveTo>
                  <a:pt x="866" y="111"/>
                </a:moveTo>
                <a:cubicBezTo>
                  <a:pt x="868" y="106"/>
                  <a:pt x="872" y="112"/>
                  <a:pt x="872" y="114"/>
                </a:cubicBezTo>
                <a:cubicBezTo>
                  <a:pt x="871" y="116"/>
                  <a:pt x="867" y="112"/>
                  <a:pt x="866" y="111"/>
                </a:cubicBezTo>
                <a:close/>
                <a:moveTo>
                  <a:pt x="870" y="277"/>
                </a:moveTo>
                <a:cubicBezTo>
                  <a:pt x="876" y="278"/>
                  <a:pt x="879" y="282"/>
                  <a:pt x="881" y="288"/>
                </a:cubicBezTo>
                <a:cubicBezTo>
                  <a:pt x="876" y="286"/>
                  <a:pt x="873" y="281"/>
                  <a:pt x="870" y="277"/>
                </a:cubicBezTo>
                <a:close/>
                <a:moveTo>
                  <a:pt x="890" y="266"/>
                </a:moveTo>
                <a:cubicBezTo>
                  <a:pt x="885" y="261"/>
                  <a:pt x="879" y="265"/>
                  <a:pt x="874" y="259"/>
                </a:cubicBezTo>
                <a:cubicBezTo>
                  <a:pt x="875" y="258"/>
                  <a:pt x="878" y="258"/>
                  <a:pt x="876" y="256"/>
                </a:cubicBezTo>
                <a:cubicBezTo>
                  <a:pt x="877" y="256"/>
                  <a:pt x="889" y="259"/>
                  <a:pt x="893" y="263"/>
                </a:cubicBezTo>
                <a:cubicBezTo>
                  <a:pt x="893" y="266"/>
                  <a:pt x="889" y="263"/>
                  <a:pt x="890" y="266"/>
                </a:cubicBezTo>
                <a:close/>
                <a:moveTo>
                  <a:pt x="898" y="438"/>
                </a:moveTo>
                <a:cubicBezTo>
                  <a:pt x="894" y="437"/>
                  <a:pt x="894" y="432"/>
                  <a:pt x="893" y="428"/>
                </a:cubicBezTo>
                <a:cubicBezTo>
                  <a:pt x="896" y="430"/>
                  <a:pt x="900" y="434"/>
                  <a:pt x="898" y="438"/>
                </a:cubicBezTo>
                <a:close/>
                <a:moveTo>
                  <a:pt x="902" y="444"/>
                </a:moveTo>
                <a:cubicBezTo>
                  <a:pt x="903" y="444"/>
                  <a:pt x="904" y="444"/>
                  <a:pt x="904" y="443"/>
                </a:cubicBezTo>
                <a:cubicBezTo>
                  <a:pt x="906" y="444"/>
                  <a:pt x="905" y="448"/>
                  <a:pt x="908" y="447"/>
                </a:cubicBezTo>
                <a:cubicBezTo>
                  <a:pt x="905" y="450"/>
                  <a:pt x="909" y="453"/>
                  <a:pt x="911" y="456"/>
                </a:cubicBezTo>
                <a:cubicBezTo>
                  <a:pt x="906" y="457"/>
                  <a:pt x="904" y="448"/>
                  <a:pt x="902" y="444"/>
                </a:cubicBezTo>
                <a:close/>
                <a:moveTo>
                  <a:pt x="904" y="301"/>
                </a:moveTo>
                <a:cubicBezTo>
                  <a:pt x="906" y="302"/>
                  <a:pt x="907" y="302"/>
                  <a:pt x="908" y="304"/>
                </a:cubicBezTo>
                <a:cubicBezTo>
                  <a:pt x="907" y="306"/>
                  <a:pt x="903" y="304"/>
                  <a:pt x="904" y="301"/>
                </a:cubicBezTo>
                <a:close/>
                <a:moveTo>
                  <a:pt x="917" y="342"/>
                </a:moveTo>
                <a:cubicBezTo>
                  <a:pt x="920" y="340"/>
                  <a:pt x="924" y="345"/>
                  <a:pt x="924" y="340"/>
                </a:cubicBezTo>
                <a:cubicBezTo>
                  <a:pt x="928" y="340"/>
                  <a:pt x="931" y="340"/>
                  <a:pt x="933" y="342"/>
                </a:cubicBezTo>
                <a:cubicBezTo>
                  <a:pt x="931" y="347"/>
                  <a:pt x="935" y="347"/>
                  <a:pt x="935" y="351"/>
                </a:cubicBezTo>
                <a:cubicBezTo>
                  <a:pt x="930" y="347"/>
                  <a:pt x="919" y="349"/>
                  <a:pt x="917" y="342"/>
                </a:cubicBezTo>
                <a:close/>
                <a:moveTo>
                  <a:pt x="921" y="248"/>
                </a:moveTo>
                <a:cubicBezTo>
                  <a:pt x="921" y="246"/>
                  <a:pt x="921" y="246"/>
                  <a:pt x="921" y="246"/>
                </a:cubicBezTo>
                <a:cubicBezTo>
                  <a:pt x="925" y="246"/>
                  <a:pt x="925" y="250"/>
                  <a:pt x="927" y="252"/>
                </a:cubicBezTo>
                <a:cubicBezTo>
                  <a:pt x="924" y="250"/>
                  <a:pt x="924" y="248"/>
                  <a:pt x="921" y="248"/>
                </a:cubicBezTo>
                <a:close/>
                <a:moveTo>
                  <a:pt x="928" y="252"/>
                </a:moveTo>
                <a:cubicBezTo>
                  <a:pt x="931" y="252"/>
                  <a:pt x="932" y="253"/>
                  <a:pt x="932" y="256"/>
                </a:cubicBezTo>
                <a:cubicBezTo>
                  <a:pt x="930" y="255"/>
                  <a:pt x="928" y="255"/>
                  <a:pt x="928" y="252"/>
                </a:cubicBezTo>
                <a:close/>
                <a:moveTo>
                  <a:pt x="936" y="253"/>
                </a:moveTo>
                <a:cubicBezTo>
                  <a:pt x="926" y="239"/>
                  <a:pt x="908" y="238"/>
                  <a:pt x="898" y="224"/>
                </a:cubicBezTo>
                <a:cubicBezTo>
                  <a:pt x="905" y="226"/>
                  <a:pt x="909" y="228"/>
                  <a:pt x="917" y="230"/>
                </a:cubicBezTo>
                <a:cubicBezTo>
                  <a:pt x="916" y="233"/>
                  <a:pt x="923" y="237"/>
                  <a:pt x="925" y="236"/>
                </a:cubicBezTo>
                <a:cubicBezTo>
                  <a:pt x="929" y="247"/>
                  <a:pt x="942" y="246"/>
                  <a:pt x="946" y="256"/>
                </a:cubicBezTo>
                <a:cubicBezTo>
                  <a:pt x="942" y="256"/>
                  <a:pt x="940" y="251"/>
                  <a:pt x="936" y="253"/>
                </a:cubicBezTo>
                <a:close/>
                <a:moveTo>
                  <a:pt x="952" y="227"/>
                </a:moveTo>
                <a:cubicBezTo>
                  <a:pt x="951" y="228"/>
                  <a:pt x="955" y="231"/>
                  <a:pt x="955" y="234"/>
                </a:cubicBezTo>
                <a:cubicBezTo>
                  <a:pt x="951" y="234"/>
                  <a:pt x="949" y="230"/>
                  <a:pt x="946" y="228"/>
                </a:cubicBezTo>
                <a:cubicBezTo>
                  <a:pt x="946" y="230"/>
                  <a:pt x="943" y="232"/>
                  <a:pt x="942" y="230"/>
                </a:cubicBezTo>
                <a:cubicBezTo>
                  <a:pt x="941" y="232"/>
                  <a:pt x="942" y="232"/>
                  <a:pt x="943" y="233"/>
                </a:cubicBezTo>
                <a:cubicBezTo>
                  <a:pt x="941" y="235"/>
                  <a:pt x="939" y="229"/>
                  <a:pt x="937" y="233"/>
                </a:cubicBezTo>
                <a:cubicBezTo>
                  <a:pt x="934" y="225"/>
                  <a:pt x="924" y="220"/>
                  <a:pt x="920" y="211"/>
                </a:cubicBezTo>
                <a:cubicBezTo>
                  <a:pt x="923" y="211"/>
                  <a:pt x="923" y="211"/>
                  <a:pt x="923" y="211"/>
                </a:cubicBezTo>
                <a:cubicBezTo>
                  <a:pt x="922" y="208"/>
                  <a:pt x="919" y="208"/>
                  <a:pt x="919" y="205"/>
                </a:cubicBezTo>
                <a:cubicBezTo>
                  <a:pt x="925" y="209"/>
                  <a:pt x="933" y="210"/>
                  <a:pt x="938" y="214"/>
                </a:cubicBezTo>
                <a:cubicBezTo>
                  <a:pt x="938" y="219"/>
                  <a:pt x="940" y="220"/>
                  <a:pt x="944" y="220"/>
                </a:cubicBezTo>
                <a:cubicBezTo>
                  <a:pt x="943" y="219"/>
                  <a:pt x="940" y="220"/>
                  <a:pt x="941" y="217"/>
                </a:cubicBezTo>
                <a:cubicBezTo>
                  <a:pt x="942" y="217"/>
                  <a:pt x="943" y="217"/>
                  <a:pt x="943" y="216"/>
                </a:cubicBezTo>
                <a:cubicBezTo>
                  <a:pt x="943" y="214"/>
                  <a:pt x="942" y="213"/>
                  <a:pt x="940" y="213"/>
                </a:cubicBezTo>
                <a:cubicBezTo>
                  <a:pt x="953" y="206"/>
                  <a:pt x="955" y="226"/>
                  <a:pt x="963" y="229"/>
                </a:cubicBezTo>
                <a:cubicBezTo>
                  <a:pt x="963" y="232"/>
                  <a:pt x="964" y="232"/>
                  <a:pt x="964" y="235"/>
                </a:cubicBezTo>
                <a:cubicBezTo>
                  <a:pt x="959" y="234"/>
                  <a:pt x="957" y="229"/>
                  <a:pt x="952" y="227"/>
                </a:cubicBezTo>
                <a:close/>
                <a:moveTo>
                  <a:pt x="966" y="256"/>
                </a:moveTo>
                <a:cubicBezTo>
                  <a:pt x="965" y="257"/>
                  <a:pt x="962" y="254"/>
                  <a:pt x="963" y="250"/>
                </a:cubicBezTo>
                <a:cubicBezTo>
                  <a:pt x="965" y="251"/>
                  <a:pt x="966" y="252"/>
                  <a:pt x="967" y="255"/>
                </a:cubicBezTo>
                <a:cubicBezTo>
                  <a:pt x="965" y="254"/>
                  <a:pt x="965" y="256"/>
                  <a:pt x="966" y="256"/>
                </a:cubicBezTo>
                <a:close/>
                <a:moveTo>
                  <a:pt x="966" y="199"/>
                </a:moveTo>
                <a:cubicBezTo>
                  <a:pt x="970" y="199"/>
                  <a:pt x="972" y="202"/>
                  <a:pt x="975" y="204"/>
                </a:cubicBezTo>
                <a:cubicBezTo>
                  <a:pt x="972" y="208"/>
                  <a:pt x="967" y="202"/>
                  <a:pt x="966" y="199"/>
                </a:cubicBezTo>
                <a:close/>
                <a:moveTo>
                  <a:pt x="880" y="807"/>
                </a:moveTo>
                <a:cubicBezTo>
                  <a:pt x="880" y="802"/>
                  <a:pt x="882" y="800"/>
                  <a:pt x="884" y="798"/>
                </a:cubicBezTo>
                <a:cubicBezTo>
                  <a:pt x="886" y="802"/>
                  <a:pt x="883" y="806"/>
                  <a:pt x="880" y="807"/>
                </a:cubicBezTo>
                <a:close/>
                <a:moveTo>
                  <a:pt x="890" y="805"/>
                </a:moveTo>
                <a:cubicBezTo>
                  <a:pt x="891" y="801"/>
                  <a:pt x="892" y="802"/>
                  <a:pt x="896" y="802"/>
                </a:cubicBezTo>
                <a:cubicBezTo>
                  <a:pt x="896" y="805"/>
                  <a:pt x="893" y="807"/>
                  <a:pt x="890" y="805"/>
                </a:cubicBezTo>
                <a:close/>
                <a:moveTo>
                  <a:pt x="854" y="904"/>
                </a:moveTo>
                <a:cubicBezTo>
                  <a:pt x="849" y="906"/>
                  <a:pt x="844" y="912"/>
                  <a:pt x="838" y="910"/>
                </a:cubicBezTo>
                <a:cubicBezTo>
                  <a:pt x="843" y="903"/>
                  <a:pt x="848" y="893"/>
                  <a:pt x="859" y="896"/>
                </a:cubicBezTo>
                <a:cubicBezTo>
                  <a:pt x="857" y="899"/>
                  <a:pt x="855" y="898"/>
                  <a:pt x="854" y="904"/>
                </a:cubicBezTo>
                <a:close/>
                <a:moveTo>
                  <a:pt x="873" y="877"/>
                </a:moveTo>
                <a:cubicBezTo>
                  <a:pt x="870" y="877"/>
                  <a:pt x="870" y="880"/>
                  <a:pt x="866" y="880"/>
                </a:cubicBezTo>
                <a:cubicBezTo>
                  <a:pt x="867" y="875"/>
                  <a:pt x="869" y="872"/>
                  <a:pt x="874" y="872"/>
                </a:cubicBezTo>
                <a:cubicBezTo>
                  <a:pt x="874" y="874"/>
                  <a:pt x="873" y="874"/>
                  <a:pt x="873" y="877"/>
                </a:cubicBezTo>
                <a:close/>
                <a:moveTo>
                  <a:pt x="916" y="832"/>
                </a:moveTo>
                <a:cubicBezTo>
                  <a:pt x="913" y="834"/>
                  <a:pt x="911" y="832"/>
                  <a:pt x="910" y="830"/>
                </a:cubicBezTo>
                <a:cubicBezTo>
                  <a:pt x="911" y="823"/>
                  <a:pt x="920" y="824"/>
                  <a:pt x="916" y="832"/>
                </a:cubicBezTo>
                <a:close/>
                <a:moveTo>
                  <a:pt x="885" y="951"/>
                </a:moveTo>
                <a:cubicBezTo>
                  <a:pt x="888" y="949"/>
                  <a:pt x="889" y="945"/>
                  <a:pt x="893" y="944"/>
                </a:cubicBezTo>
                <a:cubicBezTo>
                  <a:pt x="891" y="947"/>
                  <a:pt x="888" y="952"/>
                  <a:pt x="885" y="951"/>
                </a:cubicBezTo>
                <a:close/>
                <a:moveTo>
                  <a:pt x="892" y="915"/>
                </a:moveTo>
                <a:cubicBezTo>
                  <a:pt x="885" y="920"/>
                  <a:pt x="879" y="926"/>
                  <a:pt x="870" y="928"/>
                </a:cubicBezTo>
                <a:cubicBezTo>
                  <a:pt x="870" y="924"/>
                  <a:pt x="873" y="923"/>
                  <a:pt x="876" y="922"/>
                </a:cubicBezTo>
                <a:cubicBezTo>
                  <a:pt x="884" y="918"/>
                  <a:pt x="890" y="910"/>
                  <a:pt x="900" y="908"/>
                </a:cubicBezTo>
                <a:cubicBezTo>
                  <a:pt x="901" y="912"/>
                  <a:pt x="897" y="917"/>
                  <a:pt x="892" y="915"/>
                </a:cubicBezTo>
                <a:close/>
                <a:moveTo>
                  <a:pt x="899" y="940"/>
                </a:moveTo>
                <a:cubicBezTo>
                  <a:pt x="902" y="928"/>
                  <a:pt x="913" y="924"/>
                  <a:pt x="921" y="917"/>
                </a:cubicBezTo>
                <a:cubicBezTo>
                  <a:pt x="919" y="928"/>
                  <a:pt x="905" y="932"/>
                  <a:pt x="899" y="940"/>
                </a:cubicBezTo>
                <a:close/>
                <a:moveTo>
                  <a:pt x="924" y="887"/>
                </a:moveTo>
                <a:cubicBezTo>
                  <a:pt x="920" y="886"/>
                  <a:pt x="920" y="890"/>
                  <a:pt x="916" y="889"/>
                </a:cubicBezTo>
                <a:cubicBezTo>
                  <a:pt x="918" y="886"/>
                  <a:pt x="920" y="883"/>
                  <a:pt x="924" y="883"/>
                </a:cubicBezTo>
                <a:lnTo>
                  <a:pt x="924" y="887"/>
                </a:lnTo>
                <a:close/>
                <a:moveTo>
                  <a:pt x="944" y="754"/>
                </a:moveTo>
                <a:cubicBezTo>
                  <a:pt x="941" y="752"/>
                  <a:pt x="946" y="750"/>
                  <a:pt x="946" y="748"/>
                </a:cubicBezTo>
                <a:cubicBezTo>
                  <a:pt x="948" y="750"/>
                  <a:pt x="943" y="751"/>
                  <a:pt x="944" y="754"/>
                </a:cubicBezTo>
                <a:close/>
                <a:moveTo>
                  <a:pt x="946" y="747"/>
                </a:moveTo>
                <a:cubicBezTo>
                  <a:pt x="945" y="745"/>
                  <a:pt x="944" y="739"/>
                  <a:pt x="947" y="736"/>
                </a:cubicBezTo>
                <a:cubicBezTo>
                  <a:pt x="949" y="740"/>
                  <a:pt x="950" y="745"/>
                  <a:pt x="946" y="747"/>
                </a:cubicBezTo>
                <a:close/>
                <a:moveTo>
                  <a:pt x="809" y="1015"/>
                </a:moveTo>
                <a:cubicBezTo>
                  <a:pt x="808" y="1011"/>
                  <a:pt x="814" y="1011"/>
                  <a:pt x="814" y="1014"/>
                </a:cubicBezTo>
                <a:cubicBezTo>
                  <a:pt x="812" y="1014"/>
                  <a:pt x="811" y="1016"/>
                  <a:pt x="809" y="1015"/>
                </a:cubicBezTo>
                <a:close/>
                <a:moveTo>
                  <a:pt x="864" y="1003"/>
                </a:moveTo>
                <a:cubicBezTo>
                  <a:pt x="863" y="1000"/>
                  <a:pt x="867" y="995"/>
                  <a:pt x="872" y="995"/>
                </a:cubicBezTo>
                <a:cubicBezTo>
                  <a:pt x="870" y="999"/>
                  <a:pt x="866" y="1000"/>
                  <a:pt x="864" y="1003"/>
                </a:cubicBezTo>
                <a:close/>
                <a:moveTo>
                  <a:pt x="859" y="1053"/>
                </a:moveTo>
                <a:cubicBezTo>
                  <a:pt x="863" y="1048"/>
                  <a:pt x="869" y="1047"/>
                  <a:pt x="875" y="1045"/>
                </a:cubicBezTo>
                <a:cubicBezTo>
                  <a:pt x="873" y="1050"/>
                  <a:pt x="865" y="1053"/>
                  <a:pt x="859" y="1053"/>
                </a:cubicBezTo>
                <a:close/>
                <a:moveTo>
                  <a:pt x="906" y="981"/>
                </a:moveTo>
                <a:cubicBezTo>
                  <a:pt x="903" y="981"/>
                  <a:pt x="904" y="979"/>
                  <a:pt x="902" y="979"/>
                </a:cubicBezTo>
                <a:cubicBezTo>
                  <a:pt x="901" y="976"/>
                  <a:pt x="903" y="976"/>
                  <a:pt x="903" y="973"/>
                </a:cubicBezTo>
                <a:cubicBezTo>
                  <a:pt x="906" y="973"/>
                  <a:pt x="906" y="973"/>
                  <a:pt x="906" y="973"/>
                </a:cubicBezTo>
                <a:cubicBezTo>
                  <a:pt x="905" y="977"/>
                  <a:pt x="907" y="979"/>
                  <a:pt x="906" y="981"/>
                </a:cubicBezTo>
                <a:close/>
                <a:moveTo>
                  <a:pt x="907" y="1053"/>
                </a:moveTo>
                <a:cubicBezTo>
                  <a:pt x="908" y="1050"/>
                  <a:pt x="910" y="1050"/>
                  <a:pt x="913" y="1050"/>
                </a:cubicBezTo>
                <a:cubicBezTo>
                  <a:pt x="913" y="1053"/>
                  <a:pt x="910" y="1053"/>
                  <a:pt x="907" y="1053"/>
                </a:cubicBezTo>
                <a:close/>
                <a:moveTo>
                  <a:pt x="919" y="954"/>
                </a:moveTo>
                <a:cubicBezTo>
                  <a:pt x="920" y="951"/>
                  <a:pt x="923" y="949"/>
                  <a:pt x="927" y="948"/>
                </a:cubicBezTo>
                <a:cubicBezTo>
                  <a:pt x="925" y="952"/>
                  <a:pt x="922" y="954"/>
                  <a:pt x="919" y="954"/>
                </a:cubicBezTo>
                <a:close/>
                <a:moveTo>
                  <a:pt x="961" y="1042"/>
                </a:moveTo>
                <a:cubicBezTo>
                  <a:pt x="961" y="1039"/>
                  <a:pt x="961" y="1039"/>
                  <a:pt x="961" y="1039"/>
                </a:cubicBezTo>
                <a:cubicBezTo>
                  <a:pt x="965" y="1040"/>
                  <a:pt x="964" y="1035"/>
                  <a:pt x="968" y="1036"/>
                </a:cubicBezTo>
                <a:cubicBezTo>
                  <a:pt x="967" y="1040"/>
                  <a:pt x="963" y="1043"/>
                  <a:pt x="961" y="1042"/>
                </a:cubicBezTo>
                <a:close/>
                <a:moveTo>
                  <a:pt x="968" y="1029"/>
                </a:moveTo>
                <a:cubicBezTo>
                  <a:pt x="969" y="1026"/>
                  <a:pt x="971" y="1027"/>
                  <a:pt x="972" y="1025"/>
                </a:cubicBezTo>
                <a:cubicBezTo>
                  <a:pt x="974" y="1026"/>
                  <a:pt x="971" y="1029"/>
                  <a:pt x="968" y="1029"/>
                </a:cubicBezTo>
                <a:close/>
                <a:moveTo>
                  <a:pt x="972" y="1011"/>
                </a:moveTo>
                <a:cubicBezTo>
                  <a:pt x="971" y="1003"/>
                  <a:pt x="977" y="1001"/>
                  <a:pt x="983" y="1000"/>
                </a:cubicBezTo>
                <a:cubicBezTo>
                  <a:pt x="980" y="1005"/>
                  <a:pt x="977" y="1009"/>
                  <a:pt x="972" y="1011"/>
                </a:cubicBezTo>
                <a:close/>
                <a:moveTo>
                  <a:pt x="990" y="1016"/>
                </a:moveTo>
                <a:cubicBezTo>
                  <a:pt x="986" y="1015"/>
                  <a:pt x="982" y="1019"/>
                  <a:pt x="982" y="1013"/>
                </a:cubicBezTo>
                <a:cubicBezTo>
                  <a:pt x="987" y="1014"/>
                  <a:pt x="988" y="1009"/>
                  <a:pt x="992" y="1011"/>
                </a:cubicBezTo>
                <a:cubicBezTo>
                  <a:pt x="992" y="1014"/>
                  <a:pt x="990" y="1014"/>
                  <a:pt x="990" y="1016"/>
                </a:cubicBezTo>
                <a:close/>
                <a:moveTo>
                  <a:pt x="1021" y="515"/>
                </a:moveTo>
                <a:cubicBezTo>
                  <a:pt x="1028" y="517"/>
                  <a:pt x="1023" y="525"/>
                  <a:pt x="1024" y="527"/>
                </a:cubicBezTo>
                <a:cubicBezTo>
                  <a:pt x="1022" y="528"/>
                  <a:pt x="1021" y="533"/>
                  <a:pt x="1018" y="531"/>
                </a:cubicBezTo>
                <a:cubicBezTo>
                  <a:pt x="1016" y="532"/>
                  <a:pt x="1017" y="538"/>
                  <a:pt x="1014" y="539"/>
                </a:cubicBezTo>
                <a:cubicBezTo>
                  <a:pt x="1012" y="529"/>
                  <a:pt x="1014" y="518"/>
                  <a:pt x="1021" y="515"/>
                </a:cubicBezTo>
                <a:close/>
                <a:moveTo>
                  <a:pt x="1008" y="607"/>
                </a:moveTo>
                <a:cubicBezTo>
                  <a:pt x="1007" y="606"/>
                  <a:pt x="1006" y="605"/>
                  <a:pt x="1006" y="603"/>
                </a:cubicBezTo>
                <a:cubicBezTo>
                  <a:pt x="1007" y="602"/>
                  <a:pt x="1009" y="602"/>
                  <a:pt x="1009" y="600"/>
                </a:cubicBezTo>
                <a:cubicBezTo>
                  <a:pt x="1011" y="602"/>
                  <a:pt x="1009" y="605"/>
                  <a:pt x="1008" y="607"/>
                </a:cubicBezTo>
                <a:close/>
                <a:moveTo>
                  <a:pt x="1012" y="965"/>
                </a:moveTo>
                <a:cubicBezTo>
                  <a:pt x="1014" y="964"/>
                  <a:pt x="1015" y="965"/>
                  <a:pt x="1017" y="965"/>
                </a:cubicBezTo>
                <a:cubicBezTo>
                  <a:pt x="1018" y="968"/>
                  <a:pt x="1016" y="968"/>
                  <a:pt x="1016" y="970"/>
                </a:cubicBezTo>
                <a:cubicBezTo>
                  <a:pt x="1014" y="969"/>
                  <a:pt x="1012" y="968"/>
                  <a:pt x="1012" y="965"/>
                </a:cubicBezTo>
                <a:close/>
                <a:moveTo>
                  <a:pt x="1014" y="1005"/>
                </a:moveTo>
                <a:cubicBezTo>
                  <a:pt x="1015" y="1001"/>
                  <a:pt x="1018" y="999"/>
                  <a:pt x="1022" y="998"/>
                </a:cubicBezTo>
                <a:cubicBezTo>
                  <a:pt x="1021" y="1002"/>
                  <a:pt x="1018" y="1004"/>
                  <a:pt x="1014" y="1005"/>
                </a:cubicBezTo>
                <a:close/>
                <a:moveTo>
                  <a:pt x="1022" y="997"/>
                </a:moveTo>
                <a:cubicBezTo>
                  <a:pt x="1022" y="996"/>
                  <a:pt x="1024" y="997"/>
                  <a:pt x="1024" y="995"/>
                </a:cubicBezTo>
                <a:cubicBezTo>
                  <a:pt x="1026" y="996"/>
                  <a:pt x="1026" y="997"/>
                  <a:pt x="1027" y="997"/>
                </a:cubicBezTo>
                <a:cubicBezTo>
                  <a:pt x="1026" y="1000"/>
                  <a:pt x="1023" y="998"/>
                  <a:pt x="1022" y="997"/>
                </a:cubicBezTo>
                <a:close/>
                <a:moveTo>
                  <a:pt x="1041" y="247"/>
                </a:moveTo>
                <a:cubicBezTo>
                  <a:pt x="1043" y="247"/>
                  <a:pt x="1043" y="247"/>
                  <a:pt x="1043" y="247"/>
                </a:cubicBezTo>
                <a:cubicBezTo>
                  <a:pt x="1042" y="254"/>
                  <a:pt x="1048" y="254"/>
                  <a:pt x="1048" y="260"/>
                </a:cubicBezTo>
                <a:cubicBezTo>
                  <a:pt x="1040" y="263"/>
                  <a:pt x="1036" y="254"/>
                  <a:pt x="1041" y="247"/>
                </a:cubicBezTo>
                <a:close/>
                <a:moveTo>
                  <a:pt x="1062" y="978"/>
                </a:moveTo>
                <a:cubicBezTo>
                  <a:pt x="1063" y="978"/>
                  <a:pt x="1063" y="979"/>
                  <a:pt x="1064" y="979"/>
                </a:cubicBezTo>
                <a:cubicBezTo>
                  <a:pt x="1064" y="974"/>
                  <a:pt x="1063" y="973"/>
                  <a:pt x="1064" y="970"/>
                </a:cubicBezTo>
                <a:cubicBezTo>
                  <a:pt x="1070" y="970"/>
                  <a:pt x="1064" y="983"/>
                  <a:pt x="1062" y="978"/>
                </a:cubicBezTo>
                <a:close/>
                <a:moveTo>
                  <a:pt x="1079" y="277"/>
                </a:moveTo>
                <a:cubicBezTo>
                  <a:pt x="1078" y="280"/>
                  <a:pt x="1082" y="283"/>
                  <a:pt x="1080" y="287"/>
                </a:cubicBezTo>
                <a:cubicBezTo>
                  <a:pt x="1077" y="286"/>
                  <a:pt x="1070" y="280"/>
                  <a:pt x="1076" y="279"/>
                </a:cubicBezTo>
                <a:cubicBezTo>
                  <a:pt x="1076" y="277"/>
                  <a:pt x="1072" y="279"/>
                  <a:pt x="1071" y="278"/>
                </a:cubicBezTo>
                <a:cubicBezTo>
                  <a:pt x="1070" y="275"/>
                  <a:pt x="1069" y="274"/>
                  <a:pt x="1067" y="272"/>
                </a:cubicBezTo>
                <a:cubicBezTo>
                  <a:pt x="1067" y="271"/>
                  <a:pt x="1068" y="271"/>
                  <a:pt x="1068" y="270"/>
                </a:cubicBezTo>
                <a:cubicBezTo>
                  <a:pt x="1070" y="270"/>
                  <a:pt x="1072" y="271"/>
                  <a:pt x="1072" y="267"/>
                </a:cubicBezTo>
                <a:cubicBezTo>
                  <a:pt x="1076" y="270"/>
                  <a:pt x="1079" y="273"/>
                  <a:pt x="1082" y="277"/>
                </a:cubicBezTo>
                <a:cubicBezTo>
                  <a:pt x="1083" y="277"/>
                  <a:pt x="1083" y="276"/>
                  <a:pt x="1083" y="275"/>
                </a:cubicBezTo>
                <a:cubicBezTo>
                  <a:pt x="1087" y="276"/>
                  <a:pt x="1085" y="280"/>
                  <a:pt x="1086" y="284"/>
                </a:cubicBezTo>
                <a:cubicBezTo>
                  <a:pt x="1082" y="283"/>
                  <a:pt x="1082" y="279"/>
                  <a:pt x="1079" y="277"/>
                </a:cubicBezTo>
                <a:close/>
                <a:moveTo>
                  <a:pt x="1090" y="289"/>
                </a:moveTo>
                <a:cubicBezTo>
                  <a:pt x="1096" y="290"/>
                  <a:pt x="1098" y="297"/>
                  <a:pt x="1099" y="304"/>
                </a:cubicBezTo>
                <a:cubicBezTo>
                  <a:pt x="1093" y="300"/>
                  <a:pt x="1094" y="294"/>
                  <a:pt x="1090" y="289"/>
                </a:cubicBezTo>
                <a:close/>
                <a:moveTo>
                  <a:pt x="1100" y="904"/>
                </a:moveTo>
                <a:cubicBezTo>
                  <a:pt x="1098" y="904"/>
                  <a:pt x="1098" y="903"/>
                  <a:pt x="1096" y="902"/>
                </a:cubicBezTo>
                <a:cubicBezTo>
                  <a:pt x="1097" y="895"/>
                  <a:pt x="1101" y="892"/>
                  <a:pt x="1105" y="888"/>
                </a:cubicBezTo>
                <a:cubicBezTo>
                  <a:pt x="1106" y="889"/>
                  <a:pt x="1106" y="889"/>
                  <a:pt x="1107" y="890"/>
                </a:cubicBezTo>
                <a:cubicBezTo>
                  <a:pt x="1106" y="896"/>
                  <a:pt x="1101" y="898"/>
                  <a:pt x="1100" y="904"/>
                </a:cubicBezTo>
                <a:close/>
                <a:moveTo>
                  <a:pt x="1172" y="461"/>
                </a:moveTo>
                <a:cubicBezTo>
                  <a:pt x="1169" y="460"/>
                  <a:pt x="1169" y="452"/>
                  <a:pt x="1169" y="449"/>
                </a:cubicBezTo>
                <a:cubicBezTo>
                  <a:pt x="1172" y="452"/>
                  <a:pt x="1172" y="456"/>
                  <a:pt x="1172" y="461"/>
                </a:cubicBezTo>
                <a:close/>
                <a:moveTo>
                  <a:pt x="1198" y="684"/>
                </a:moveTo>
                <a:cubicBezTo>
                  <a:pt x="1198" y="683"/>
                  <a:pt x="1198" y="683"/>
                  <a:pt x="1199" y="682"/>
                </a:cubicBezTo>
                <a:cubicBezTo>
                  <a:pt x="1198" y="683"/>
                  <a:pt x="1198" y="683"/>
                  <a:pt x="1198" y="684"/>
                </a:cubicBezTo>
                <a:close/>
                <a:moveTo>
                  <a:pt x="274" y="93"/>
                </a:moveTo>
                <a:cubicBezTo>
                  <a:pt x="274" y="92"/>
                  <a:pt x="275" y="92"/>
                  <a:pt x="275" y="92"/>
                </a:cubicBezTo>
                <a:cubicBezTo>
                  <a:pt x="274" y="92"/>
                  <a:pt x="274" y="92"/>
                  <a:pt x="274" y="93"/>
                </a:cubicBezTo>
                <a:close/>
                <a:moveTo>
                  <a:pt x="298" y="99"/>
                </a:moveTo>
                <a:cubicBezTo>
                  <a:pt x="301" y="99"/>
                  <a:pt x="305" y="94"/>
                  <a:pt x="306" y="93"/>
                </a:cubicBezTo>
                <a:cubicBezTo>
                  <a:pt x="302" y="94"/>
                  <a:pt x="300" y="96"/>
                  <a:pt x="298" y="99"/>
                </a:cubicBezTo>
                <a:close/>
                <a:moveTo>
                  <a:pt x="306" y="93"/>
                </a:moveTo>
                <a:cubicBezTo>
                  <a:pt x="306" y="93"/>
                  <a:pt x="306" y="93"/>
                  <a:pt x="306" y="93"/>
                </a:cubicBezTo>
                <a:cubicBezTo>
                  <a:pt x="306" y="92"/>
                  <a:pt x="306" y="92"/>
                  <a:pt x="306" y="93"/>
                </a:cubicBezTo>
                <a:close/>
                <a:moveTo>
                  <a:pt x="957" y="97"/>
                </a:moveTo>
                <a:cubicBezTo>
                  <a:pt x="966" y="98"/>
                  <a:pt x="963" y="95"/>
                  <a:pt x="955" y="93"/>
                </a:cubicBezTo>
                <a:cubicBezTo>
                  <a:pt x="953" y="95"/>
                  <a:pt x="957" y="95"/>
                  <a:pt x="957" y="97"/>
                </a:cubicBezTo>
                <a:close/>
                <a:moveTo>
                  <a:pt x="307" y="136"/>
                </a:moveTo>
                <a:cubicBezTo>
                  <a:pt x="310" y="133"/>
                  <a:pt x="315" y="131"/>
                  <a:pt x="318" y="127"/>
                </a:cubicBezTo>
                <a:cubicBezTo>
                  <a:pt x="311" y="127"/>
                  <a:pt x="310" y="132"/>
                  <a:pt x="307" y="136"/>
                </a:cubicBezTo>
                <a:close/>
                <a:moveTo>
                  <a:pt x="1024" y="152"/>
                </a:moveTo>
                <a:cubicBezTo>
                  <a:pt x="1027" y="152"/>
                  <a:pt x="1029" y="151"/>
                  <a:pt x="1030" y="150"/>
                </a:cubicBezTo>
                <a:cubicBezTo>
                  <a:pt x="1030" y="150"/>
                  <a:pt x="1031" y="151"/>
                  <a:pt x="1032" y="150"/>
                </a:cubicBezTo>
                <a:cubicBezTo>
                  <a:pt x="1032" y="146"/>
                  <a:pt x="1029" y="150"/>
                  <a:pt x="1028" y="150"/>
                </a:cubicBezTo>
                <a:cubicBezTo>
                  <a:pt x="1028" y="149"/>
                  <a:pt x="1024" y="146"/>
                  <a:pt x="1022" y="143"/>
                </a:cubicBezTo>
                <a:cubicBezTo>
                  <a:pt x="1022" y="145"/>
                  <a:pt x="1021" y="145"/>
                  <a:pt x="1020" y="146"/>
                </a:cubicBezTo>
                <a:cubicBezTo>
                  <a:pt x="1025" y="146"/>
                  <a:pt x="1024" y="150"/>
                  <a:pt x="1024" y="152"/>
                </a:cubicBezTo>
                <a:close/>
                <a:moveTo>
                  <a:pt x="941" y="152"/>
                </a:moveTo>
                <a:cubicBezTo>
                  <a:pt x="940" y="148"/>
                  <a:pt x="943" y="152"/>
                  <a:pt x="945" y="151"/>
                </a:cubicBezTo>
                <a:cubicBezTo>
                  <a:pt x="945" y="150"/>
                  <a:pt x="944" y="149"/>
                  <a:pt x="945" y="149"/>
                </a:cubicBezTo>
                <a:cubicBezTo>
                  <a:pt x="954" y="148"/>
                  <a:pt x="955" y="162"/>
                  <a:pt x="963" y="160"/>
                </a:cubicBezTo>
                <a:cubicBezTo>
                  <a:pt x="957" y="154"/>
                  <a:pt x="950" y="145"/>
                  <a:pt x="941" y="145"/>
                </a:cubicBezTo>
                <a:cubicBezTo>
                  <a:pt x="939" y="146"/>
                  <a:pt x="942" y="147"/>
                  <a:pt x="940" y="148"/>
                </a:cubicBezTo>
                <a:cubicBezTo>
                  <a:pt x="937" y="149"/>
                  <a:pt x="937" y="143"/>
                  <a:pt x="935" y="145"/>
                </a:cubicBezTo>
                <a:cubicBezTo>
                  <a:pt x="936" y="148"/>
                  <a:pt x="938" y="151"/>
                  <a:pt x="941" y="152"/>
                </a:cubicBezTo>
                <a:close/>
                <a:moveTo>
                  <a:pt x="959" y="161"/>
                </a:moveTo>
                <a:cubicBezTo>
                  <a:pt x="959" y="164"/>
                  <a:pt x="956" y="166"/>
                  <a:pt x="959" y="167"/>
                </a:cubicBezTo>
                <a:cubicBezTo>
                  <a:pt x="959" y="163"/>
                  <a:pt x="966" y="167"/>
                  <a:pt x="965" y="165"/>
                </a:cubicBezTo>
                <a:cubicBezTo>
                  <a:pt x="962" y="164"/>
                  <a:pt x="963" y="160"/>
                  <a:pt x="959" y="161"/>
                </a:cubicBezTo>
                <a:close/>
                <a:moveTo>
                  <a:pt x="313" y="176"/>
                </a:moveTo>
                <a:cubicBezTo>
                  <a:pt x="311" y="174"/>
                  <a:pt x="308" y="175"/>
                  <a:pt x="306" y="174"/>
                </a:cubicBezTo>
                <a:cubicBezTo>
                  <a:pt x="306" y="172"/>
                  <a:pt x="308" y="171"/>
                  <a:pt x="306" y="170"/>
                </a:cubicBezTo>
                <a:cubicBezTo>
                  <a:pt x="304" y="169"/>
                  <a:pt x="304" y="171"/>
                  <a:pt x="301" y="171"/>
                </a:cubicBezTo>
                <a:cubicBezTo>
                  <a:pt x="301" y="169"/>
                  <a:pt x="305" y="168"/>
                  <a:pt x="302" y="167"/>
                </a:cubicBezTo>
                <a:cubicBezTo>
                  <a:pt x="301" y="169"/>
                  <a:pt x="298" y="168"/>
                  <a:pt x="296" y="170"/>
                </a:cubicBezTo>
                <a:cubicBezTo>
                  <a:pt x="300" y="178"/>
                  <a:pt x="289" y="178"/>
                  <a:pt x="292" y="185"/>
                </a:cubicBezTo>
                <a:cubicBezTo>
                  <a:pt x="289" y="184"/>
                  <a:pt x="290" y="188"/>
                  <a:pt x="287" y="187"/>
                </a:cubicBezTo>
                <a:cubicBezTo>
                  <a:pt x="285" y="187"/>
                  <a:pt x="285" y="185"/>
                  <a:pt x="283" y="185"/>
                </a:cubicBezTo>
                <a:cubicBezTo>
                  <a:pt x="282" y="188"/>
                  <a:pt x="281" y="188"/>
                  <a:pt x="282" y="192"/>
                </a:cubicBezTo>
                <a:cubicBezTo>
                  <a:pt x="279" y="191"/>
                  <a:pt x="278" y="193"/>
                  <a:pt x="278" y="194"/>
                </a:cubicBezTo>
                <a:cubicBezTo>
                  <a:pt x="281" y="195"/>
                  <a:pt x="278" y="198"/>
                  <a:pt x="280" y="199"/>
                </a:cubicBezTo>
                <a:cubicBezTo>
                  <a:pt x="279" y="201"/>
                  <a:pt x="276" y="200"/>
                  <a:pt x="277" y="203"/>
                </a:cubicBezTo>
                <a:cubicBezTo>
                  <a:pt x="281" y="204"/>
                  <a:pt x="281" y="200"/>
                  <a:pt x="284" y="200"/>
                </a:cubicBezTo>
                <a:cubicBezTo>
                  <a:pt x="285" y="202"/>
                  <a:pt x="281" y="205"/>
                  <a:pt x="283" y="203"/>
                </a:cubicBezTo>
                <a:cubicBezTo>
                  <a:pt x="284" y="202"/>
                  <a:pt x="287" y="201"/>
                  <a:pt x="287" y="204"/>
                </a:cubicBezTo>
                <a:cubicBezTo>
                  <a:pt x="297" y="201"/>
                  <a:pt x="301" y="191"/>
                  <a:pt x="314" y="191"/>
                </a:cubicBezTo>
                <a:cubicBezTo>
                  <a:pt x="315" y="188"/>
                  <a:pt x="318" y="188"/>
                  <a:pt x="319" y="186"/>
                </a:cubicBezTo>
                <a:cubicBezTo>
                  <a:pt x="320" y="183"/>
                  <a:pt x="317" y="183"/>
                  <a:pt x="318" y="180"/>
                </a:cubicBezTo>
                <a:cubicBezTo>
                  <a:pt x="314" y="179"/>
                  <a:pt x="312" y="183"/>
                  <a:pt x="311" y="179"/>
                </a:cubicBezTo>
                <a:cubicBezTo>
                  <a:pt x="311" y="178"/>
                  <a:pt x="313" y="178"/>
                  <a:pt x="313" y="176"/>
                </a:cubicBezTo>
                <a:close/>
                <a:moveTo>
                  <a:pt x="287" y="201"/>
                </a:moveTo>
                <a:cubicBezTo>
                  <a:pt x="289" y="199"/>
                  <a:pt x="290" y="196"/>
                  <a:pt x="295" y="196"/>
                </a:cubicBezTo>
                <a:cubicBezTo>
                  <a:pt x="292" y="198"/>
                  <a:pt x="291" y="201"/>
                  <a:pt x="287" y="201"/>
                </a:cubicBezTo>
                <a:close/>
                <a:moveTo>
                  <a:pt x="296" y="185"/>
                </a:moveTo>
                <a:cubicBezTo>
                  <a:pt x="297" y="183"/>
                  <a:pt x="298" y="181"/>
                  <a:pt x="301" y="181"/>
                </a:cubicBezTo>
                <a:cubicBezTo>
                  <a:pt x="300" y="183"/>
                  <a:pt x="299" y="185"/>
                  <a:pt x="296" y="185"/>
                </a:cubicBezTo>
                <a:close/>
                <a:moveTo>
                  <a:pt x="995" y="203"/>
                </a:moveTo>
                <a:cubicBezTo>
                  <a:pt x="992" y="205"/>
                  <a:pt x="999" y="209"/>
                  <a:pt x="997" y="207"/>
                </a:cubicBezTo>
                <a:cubicBezTo>
                  <a:pt x="995" y="206"/>
                  <a:pt x="998" y="204"/>
                  <a:pt x="995" y="203"/>
                </a:cubicBezTo>
                <a:close/>
                <a:moveTo>
                  <a:pt x="1047" y="224"/>
                </a:moveTo>
                <a:cubicBezTo>
                  <a:pt x="1043" y="221"/>
                  <a:pt x="1039" y="213"/>
                  <a:pt x="1035" y="213"/>
                </a:cubicBezTo>
                <a:cubicBezTo>
                  <a:pt x="1039" y="216"/>
                  <a:pt x="1044" y="223"/>
                  <a:pt x="1047" y="224"/>
                </a:cubicBezTo>
                <a:close/>
                <a:moveTo>
                  <a:pt x="1039" y="227"/>
                </a:moveTo>
                <a:cubicBezTo>
                  <a:pt x="1041" y="228"/>
                  <a:pt x="1046" y="232"/>
                  <a:pt x="1042" y="235"/>
                </a:cubicBezTo>
                <a:cubicBezTo>
                  <a:pt x="1044" y="236"/>
                  <a:pt x="1047" y="235"/>
                  <a:pt x="1049" y="235"/>
                </a:cubicBezTo>
                <a:cubicBezTo>
                  <a:pt x="1047" y="232"/>
                  <a:pt x="1042" y="227"/>
                  <a:pt x="1039" y="227"/>
                </a:cubicBezTo>
                <a:close/>
                <a:moveTo>
                  <a:pt x="1051" y="248"/>
                </a:moveTo>
                <a:cubicBezTo>
                  <a:pt x="1051" y="245"/>
                  <a:pt x="1049" y="243"/>
                  <a:pt x="1047" y="242"/>
                </a:cubicBezTo>
                <a:cubicBezTo>
                  <a:pt x="1047" y="243"/>
                  <a:pt x="1046" y="242"/>
                  <a:pt x="1046" y="242"/>
                </a:cubicBezTo>
                <a:cubicBezTo>
                  <a:pt x="1045" y="245"/>
                  <a:pt x="1050" y="242"/>
                  <a:pt x="1049" y="247"/>
                </a:cubicBezTo>
                <a:cubicBezTo>
                  <a:pt x="1050" y="247"/>
                  <a:pt x="1051" y="247"/>
                  <a:pt x="1051" y="248"/>
                </a:cubicBezTo>
                <a:close/>
                <a:moveTo>
                  <a:pt x="6" y="590"/>
                </a:moveTo>
                <a:cubicBezTo>
                  <a:pt x="10" y="589"/>
                  <a:pt x="10" y="594"/>
                  <a:pt x="13" y="596"/>
                </a:cubicBezTo>
                <a:cubicBezTo>
                  <a:pt x="13" y="597"/>
                  <a:pt x="12" y="603"/>
                  <a:pt x="13" y="605"/>
                </a:cubicBezTo>
                <a:cubicBezTo>
                  <a:pt x="15" y="604"/>
                  <a:pt x="19" y="609"/>
                  <a:pt x="21" y="605"/>
                </a:cubicBezTo>
                <a:cubicBezTo>
                  <a:pt x="20" y="611"/>
                  <a:pt x="25" y="611"/>
                  <a:pt x="26" y="615"/>
                </a:cubicBezTo>
                <a:cubicBezTo>
                  <a:pt x="26" y="610"/>
                  <a:pt x="30" y="609"/>
                  <a:pt x="35" y="610"/>
                </a:cubicBezTo>
                <a:cubicBezTo>
                  <a:pt x="34" y="603"/>
                  <a:pt x="38" y="604"/>
                  <a:pt x="41" y="602"/>
                </a:cubicBezTo>
                <a:cubicBezTo>
                  <a:pt x="43" y="603"/>
                  <a:pt x="41" y="609"/>
                  <a:pt x="43" y="610"/>
                </a:cubicBezTo>
                <a:cubicBezTo>
                  <a:pt x="44" y="607"/>
                  <a:pt x="42" y="601"/>
                  <a:pt x="45" y="601"/>
                </a:cubicBezTo>
                <a:cubicBezTo>
                  <a:pt x="46" y="603"/>
                  <a:pt x="47" y="607"/>
                  <a:pt x="50" y="607"/>
                </a:cubicBezTo>
                <a:cubicBezTo>
                  <a:pt x="48" y="613"/>
                  <a:pt x="55" y="618"/>
                  <a:pt x="52" y="625"/>
                </a:cubicBezTo>
                <a:cubicBezTo>
                  <a:pt x="56" y="626"/>
                  <a:pt x="55" y="620"/>
                  <a:pt x="58" y="619"/>
                </a:cubicBezTo>
                <a:cubicBezTo>
                  <a:pt x="58" y="625"/>
                  <a:pt x="61" y="628"/>
                  <a:pt x="61" y="632"/>
                </a:cubicBezTo>
                <a:cubicBezTo>
                  <a:pt x="63" y="630"/>
                  <a:pt x="59" y="625"/>
                  <a:pt x="65" y="625"/>
                </a:cubicBezTo>
                <a:cubicBezTo>
                  <a:pt x="65" y="628"/>
                  <a:pt x="69" y="623"/>
                  <a:pt x="68" y="629"/>
                </a:cubicBezTo>
                <a:cubicBezTo>
                  <a:pt x="72" y="629"/>
                  <a:pt x="72" y="629"/>
                  <a:pt x="72" y="629"/>
                </a:cubicBezTo>
                <a:cubicBezTo>
                  <a:pt x="71" y="628"/>
                  <a:pt x="65" y="621"/>
                  <a:pt x="69" y="616"/>
                </a:cubicBezTo>
                <a:cubicBezTo>
                  <a:pt x="72" y="616"/>
                  <a:pt x="71" y="617"/>
                  <a:pt x="73" y="616"/>
                </a:cubicBezTo>
                <a:cubicBezTo>
                  <a:pt x="73" y="613"/>
                  <a:pt x="70" y="609"/>
                  <a:pt x="73" y="607"/>
                </a:cubicBezTo>
                <a:cubicBezTo>
                  <a:pt x="75" y="607"/>
                  <a:pt x="77" y="608"/>
                  <a:pt x="78" y="610"/>
                </a:cubicBezTo>
                <a:cubicBezTo>
                  <a:pt x="74" y="613"/>
                  <a:pt x="82" y="624"/>
                  <a:pt x="74" y="623"/>
                </a:cubicBezTo>
                <a:cubicBezTo>
                  <a:pt x="76" y="628"/>
                  <a:pt x="72" y="635"/>
                  <a:pt x="78" y="637"/>
                </a:cubicBezTo>
                <a:cubicBezTo>
                  <a:pt x="78" y="633"/>
                  <a:pt x="81" y="632"/>
                  <a:pt x="83" y="631"/>
                </a:cubicBezTo>
                <a:cubicBezTo>
                  <a:pt x="86" y="624"/>
                  <a:pt x="77" y="607"/>
                  <a:pt x="87" y="605"/>
                </a:cubicBezTo>
                <a:cubicBezTo>
                  <a:pt x="87" y="612"/>
                  <a:pt x="87" y="615"/>
                  <a:pt x="89" y="621"/>
                </a:cubicBezTo>
                <a:cubicBezTo>
                  <a:pt x="89" y="619"/>
                  <a:pt x="94" y="618"/>
                  <a:pt x="95" y="619"/>
                </a:cubicBezTo>
                <a:cubicBezTo>
                  <a:pt x="93" y="609"/>
                  <a:pt x="95" y="604"/>
                  <a:pt x="92" y="597"/>
                </a:cubicBezTo>
                <a:cubicBezTo>
                  <a:pt x="91" y="599"/>
                  <a:pt x="91" y="605"/>
                  <a:pt x="92" y="607"/>
                </a:cubicBezTo>
                <a:cubicBezTo>
                  <a:pt x="90" y="606"/>
                  <a:pt x="91" y="610"/>
                  <a:pt x="89" y="610"/>
                </a:cubicBezTo>
                <a:cubicBezTo>
                  <a:pt x="88" y="607"/>
                  <a:pt x="90" y="602"/>
                  <a:pt x="89" y="602"/>
                </a:cubicBezTo>
                <a:cubicBezTo>
                  <a:pt x="88" y="603"/>
                  <a:pt x="89" y="605"/>
                  <a:pt x="87" y="604"/>
                </a:cubicBezTo>
                <a:cubicBezTo>
                  <a:pt x="83" y="603"/>
                  <a:pt x="86" y="595"/>
                  <a:pt x="89" y="599"/>
                </a:cubicBezTo>
                <a:cubicBezTo>
                  <a:pt x="88" y="596"/>
                  <a:pt x="90" y="597"/>
                  <a:pt x="90" y="594"/>
                </a:cubicBezTo>
                <a:cubicBezTo>
                  <a:pt x="86" y="592"/>
                  <a:pt x="84" y="591"/>
                  <a:pt x="86" y="585"/>
                </a:cubicBezTo>
                <a:cubicBezTo>
                  <a:pt x="83" y="583"/>
                  <a:pt x="83" y="589"/>
                  <a:pt x="79" y="588"/>
                </a:cubicBezTo>
                <a:cubicBezTo>
                  <a:pt x="80" y="572"/>
                  <a:pt x="85" y="555"/>
                  <a:pt x="86" y="539"/>
                </a:cubicBezTo>
                <a:cubicBezTo>
                  <a:pt x="83" y="533"/>
                  <a:pt x="77" y="531"/>
                  <a:pt x="74" y="526"/>
                </a:cubicBezTo>
                <a:cubicBezTo>
                  <a:pt x="75" y="530"/>
                  <a:pt x="70" y="535"/>
                  <a:pt x="72" y="532"/>
                </a:cubicBezTo>
                <a:cubicBezTo>
                  <a:pt x="68" y="536"/>
                  <a:pt x="68" y="546"/>
                  <a:pt x="64" y="551"/>
                </a:cubicBezTo>
                <a:cubicBezTo>
                  <a:pt x="60" y="549"/>
                  <a:pt x="64" y="544"/>
                  <a:pt x="60" y="542"/>
                </a:cubicBezTo>
                <a:cubicBezTo>
                  <a:pt x="60" y="545"/>
                  <a:pt x="59" y="547"/>
                  <a:pt x="58" y="548"/>
                </a:cubicBezTo>
                <a:cubicBezTo>
                  <a:pt x="49" y="543"/>
                  <a:pt x="54" y="530"/>
                  <a:pt x="54" y="518"/>
                </a:cubicBezTo>
                <a:cubicBezTo>
                  <a:pt x="51" y="518"/>
                  <a:pt x="51" y="515"/>
                  <a:pt x="49" y="516"/>
                </a:cubicBezTo>
                <a:cubicBezTo>
                  <a:pt x="50" y="512"/>
                  <a:pt x="53" y="503"/>
                  <a:pt x="47" y="502"/>
                </a:cubicBezTo>
                <a:cubicBezTo>
                  <a:pt x="46" y="505"/>
                  <a:pt x="49" y="507"/>
                  <a:pt x="45" y="508"/>
                </a:cubicBezTo>
                <a:cubicBezTo>
                  <a:pt x="46" y="505"/>
                  <a:pt x="46" y="501"/>
                  <a:pt x="48" y="498"/>
                </a:cubicBezTo>
                <a:cubicBezTo>
                  <a:pt x="40" y="501"/>
                  <a:pt x="42" y="512"/>
                  <a:pt x="37" y="517"/>
                </a:cubicBezTo>
                <a:cubicBezTo>
                  <a:pt x="38" y="516"/>
                  <a:pt x="38" y="511"/>
                  <a:pt x="36" y="511"/>
                </a:cubicBezTo>
                <a:cubicBezTo>
                  <a:pt x="34" y="525"/>
                  <a:pt x="26" y="529"/>
                  <a:pt x="17" y="539"/>
                </a:cubicBezTo>
                <a:cubicBezTo>
                  <a:pt x="18" y="534"/>
                  <a:pt x="14" y="539"/>
                  <a:pt x="13" y="536"/>
                </a:cubicBezTo>
                <a:cubicBezTo>
                  <a:pt x="17" y="533"/>
                  <a:pt x="16" y="528"/>
                  <a:pt x="15" y="524"/>
                </a:cubicBezTo>
                <a:cubicBezTo>
                  <a:pt x="15" y="531"/>
                  <a:pt x="7" y="534"/>
                  <a:pt x="8" y="539"/>
                </a:cubicBezTo>
                <a:cubicBezTo>
                  <a:pt x="10" y="538"/>
                  <a:pt x="16" y="541"/>
                  <a:pt x="17" y="540"/>
                </a:cubicBezTo>
                <a:cubicBezTo>
                  <a:pt x="15" y="545"/>
                  <a:pt x="14" y="550"/>
                  <a:pt x="16" y="554"/>
                </a:cubicBezTo>
                <a:cubicBezTo>
                  <a:pt x="15" y="554"/>
                  <a:pt x="14" y="555"/>
                  <a:pt x="13" y="555"/>
                </a:cubicBezTo>
                <a:cubicBezTo>
                  <a:pt x="15" y="559"/>
                  <a:pt x="11" y="565"/>
                  <a:pt x="13" y="571"/>
                </a:cubicBezTo>
                <a:cubicBezTo>
                  <a:pt x="16" y="573"/>
                  <a:pt x="17" y="570"/>
                  <a:pt x="18" y="573"/>
                </a:cubicBezTo>
                <a:cubicBezTo>
                  <a:pt x="15" y="576"/>
                  <a:pt x="18" y="581"/>
                  <a:pt x="14" y="582"/>
                </a:cubicBezTo>
                <a:cubicBezTo>
                  <a:pt x="14" y="578"/>
                  <a:pt x="14" y="576"/>
                  <a:pt x="12" y="575"/>
                </a:cubicBezTo>
                <a:cubicBezTo>
                  <a:pt x="11" y="576"/>
                  <a:pt x="11" y="576"/>
                  <a:pt x="10" y="575"/>
                </a:cubicBezTo>
                <a:cubicBezTo>
                  <a:pt x="9" y="577"/>
                  <a:pt x="9" y="580"/>
                  <a:pt x="8" y="581"/>
                </a:cubicBezTo>
                <a:cubicBezTo>
                  <a:pt x="7" y="580"/>
                  <a:pt x="8" y="578"/>
                  <a:pt x="7" y="578"/>
                </a:cubicBezTo>
                <a:cubicBezTo>
                  <a:pt x="4" y="581"/>
                  <a:pt x="8" y="585"/>
                  <a:pt x="6" y="590"/>
                </a:cubicBezTo>
                <a:close/>
                <a:moveTo>
                  <a:pt x="50" y="518"/>
                </a:moveTo>
                <a:cubicBezTo>
                  <a:pt x="52" y="519"/>
                  <a:pt x="54" y="524"/>
                  <a:pt x="50" y="524"/>
                </a:cubicBezTo>
                <a:cubicBezTo>
                  <a:pt x="49" y="521"/>
                  <a:pt x="50" y="522"/>
                  <a:pt x="50" y="518"/>
                </a:cubicBezTo>
                <a:close/>
                <a:moveTo>
                  <a:pt x="47" y="590"/>
                </a:moveTo>
                <a:cubicBezTo>
                  <a:pt x="49" y="592"/>
                  <a:pt x="49" y="592"/>
                  <a:pt x="52" y="591"/>
                </a:cubicBezTo>
                <a:cubicBezTo>
                  <a:pt x="52" y="596"/>
                  <a:pt x="50" y="600"/>
                  <a:pt x="49" y="603"/>
                </a:cubicBezTo>
                <a:cubicBezTo>
                  <a:pt x="47" y="602"/>
                  <a:pt x="47" y="594"/>
                  <a:pt x="47" y="590"/>
                </a:cubicBezTo>
                <a:close/>
                <a:moveTo>
                  <a:pt x="34" y="583"/>
                </a:moveTo>
                <a:cubicBezTo>
                  <a:pt x="37" y="583"/>
                  <a:pt x="37" y="583"/>
                  <a:pt x="37" y="583"/>
                </a:cubicBezTo>
                <a:cubicBezTo>
                  <a:pt x="37" y="586"/>
                  <a:pt x="37" y="588"/>
                  <a:pt x="34" y="588"/>
                </a:cubicBezTo>
                <a:cubicBezTo>
                  <a:pt x="36" y="586"/>
                  <a:pt x="35" y="585"/>
                  <a:pt x="34" y="583"/>
                </a:cubicBezTo>
                <a:close/>
                <a:moveTo>
                  <a:pt x="33" y="595"/>
                </a:moveTo>
                <a:cubicBezTo>
                  <a:pt x="35" y="595"/>
                  <a:pt x="36" y="598"/>
                  <a:pt x="34" y="600"/>
                </a:cubicBezTo>
                <a:cubicBezTo>
                  <a:pt x="32" y="599"/>
                  <a:pt x="32" y="597"/>
                  <a:pt x="33" y="595"/>
                </a:cubicBezTo>
                <a:close/>
                <a:moveTo>
                  <a:pt x="10" y="583"/>
                </a:moveTo>
                <a:cubicBezTo>
                  <a:pt x="11" y="582"/>
                  <a:pt x="14" y="583"/>
                  <a:pt x="15" y="584"/>
                </a:cubicBezTo>
                <a:cubicBezTo>
                  <a:pt x="15" y="587"/>
                  <a:pt x="12" y="586"/>
                  <a:pt x="10" y="587"/>
                </a:cubicBezTo>
                <a:lnTo>
                  <a:pt x="10" y="583"/>
                </a:lnTo>
                <a:close/>
                <a:moveTo>
                  <a:pt x="13" y="522"/>
                </a:moveTo>
                <a:cubicBezTo>
                  <a:pt x="15" y="519"/>
                  <a:pt x="16" y="520"/>
                  <a:pt x="15" y="515"/>
                </a:cubicBezTo>
                <a:cubicBezTo>
                  <a:pt x="16" y="513"/>
                  <a:pt x="16" y="515"/>
                  <a:pt x="19" y="515"/>
                </a:cubicBezTo>
                <a:cubicBezTo>
                  <a:pt x="19" y="512"/>
                  <a:pt x="18" y="510"/>
                  <a:pt x="17" y="510"/>
                </a:cubicBezTo>
                <a:cubicBezTo>
                  <a:pt x="14" y="515"/>
                  <a:pt x="14" y="514"/>
                  <a:pt x="11" y="518"/>
                </a:cubicBezTo>
                <a:cubicBezTo>
                  <a:pt x="17" y="518"/>
                  <a:pt x="11" y="520"/>
                  <a:pt x="13" y="522"/>
                </a:cubicBezTo>
                <a:close/>
                <a:moveTo>
                  <a:pt x="898" y="610"/>
                </a:moveTo>
                <a:cubicBezTo>
                  <a:pt x="898" y="609"/>
                  <a:pt x="899" y="608"/>
                  <a:pt x="899" y="606"/>
                </a:cubicBezTo>
                <a:cubicBezTo>
                  <a:pt x="899" y="605"/>
                  <a:pt x="898" y="602"/>
                  <a:pt x="897" y="604"/>
                </a:cubicBezTo>
                <a:cubicBezTo>
                  <a:pt x="901" y="606"/>
                  <a:pt x="896" y="609"/>
                  <a:pt x="898" y="610"/>
                </a:cubicBezTo>
                <a:close/>
                <a:moveTo>
                  <a:pt x="870" y="710"/>
                </a:moveTo>
                <a:cubicBezTo>
                  <a:pt x="869" y="704"/>
                  <a:pt x="874" y="703"/>
                  <a:pt x="875" y="699"/>
                </a:cubicBezTo>
                <a:cubicBezTo>
                  <a:pt x="875" y="697"/>
                  <a:pt x="874" y="693"/>
                  <a:pt x="875" y="691"/>
                </a:cubicBezTo>
                <a:cubicBezTo>
                  <a:pt x="877" y="685"/>
                  <a:pt x="883" y="681"/>
                  <a:pt x="885" y="676"/>
                </a:cubicBezTo>
                <a:cubicBezTo>
                  <a:pt x="886" y="675"/>
                  <a:pt x="884" y="673"/>
                  <a:pt x="885" y="673"/>
                </a:cubicBezTo>
                <a:cubicBezTo>
                  <a:pt x="885" y="671"/>
                  <a:pt x="887" y="671"/>
                  <a:pt x="887" y="670"/>
                </a:cubicBezTo>
                <a:cubicBezTo>
                  <a:pt x="887" y="668"/>
                  <a:pt x="882" y="666"/>
                  <a:pt x="886" y="663"/>
                </a:cubicBezTo>
                <a:cubicBezTo>
                  <a:pt x="885" y="666"/>
                  <a:pt x="889" y="667"/>
                  <a:pt x="887" y="666"/>
                </a:cubicBezTo>
                <a:cubicBezTo>
                  <a:pt x="888" y="660"/>
                  <a:pt x="886" y="657"/>
                  <a:pt x="888" y="654"/>
                </a:cubicBezTo>
                <a:cubicBezTo>
                  <a:pt x="888" y="655"/>
                  <a:pt x="888" y="656"/>
                  <a:pt x="889" y="656"/>
                </a:cubicBezTo>
                <a:cubicBezTo>
                  <a:pt x="890" y="648"/>
                  <a:pt x="892" y="648"/>
                  <a:pt x="891" y="641"/>
                </a:cubicBezTo>
                <a:cubicBezTo>
                  <a:pt x="889" y="640"/>
                  <a:pt x="887" y="643"/>
                  <a:pt x="889" y="643"/>
                </a:cubicBezTo>
                <a:cubicBezTo>
                  <a:pt x="889" y="641"/>
                  <a:pt x="891" y="643"/>
                  <a:pt x="890" y="645"/>
                </a:cubicBezTo>
                <a:cubicBezTo>
                  <a:pt x="887" y="644"/>
                  <a:pt x="887" y="647"/>
                  <a:pt x="888" y="649"/>
                </a:cubicBezTo>
                <a:cubicBezTo>
                  <a:pt x="882" y="649"/>
                  <a:pt x="887" y="659"/>
                  <a:pt x="880" y="663"/>
                </a:cubicBezTo>
                <a:cubicBezTo>
                  <a:pt x="879" y="660"/>
                  <a:pt x="883" y="659"/>
                  <a:pt x="881" y="658"/>
                </a:cubicBezTo>
                <a:cubicBezTo>
                  <a:pt x="879" y="659"/>
                  <a:pt x="882" y="661"/>
                  <a:pt x="878" y="660"/>
                </a:cubicBezTo>
                <a:cubicBezTo>
                  <a:pt x="878" y="662"/>
                  <a:pt x="879" y="662"/>
                  <a:pt x="879" y="664"/>
                </a:cubicBezTo>
                <a:cubicBezTo>
                  <a:pt x="878" y="664"/>
                  <a:pt x="877" y="663"/>
                  <a:pt x="876" y="664"/>
                </a:cubicBezTo>
                <a:cubicBezTo>
                  <a:pt x="871" y="677"/>
                  <a:pt x="875" y="697"/>
                  <a:pt x="867" y="708"/>
                </a:cubicBezTo>
                <a:cubicBezTo>
                  <a:pt x="870" y="706"/>
                  <a:pt x="868" y="711"/>
                  <a:pt x="870" y="710"/>
                </a:cubicBezTo>
                <a:close/>
                <a:moveTo>
                  <a:pt x="866" y="651"/>
                </a:moveTo>
                <a:cubicBezTo>
                  <a:pt x="867" y="651"/>
                  <a:pt x="867" y="653"/>
                  <a:pt x="867" y="654"/>
                </a:cubicBezTo>
                <a:cubicBezTo>
                  <a:pt x="869" y="655"/>
                  <a:pt x="869" y="652"/>
                  <a:pt x="869" y="651"/>
                </a:cubicBezTo>
                <a:cubicBezTo>
                  <a:pt x="868" y="650"/>
                  <a:pt x="867" y="650"/>
                  <a:pt x="866" y="651"/>
                </a:cubicBezTo>
                <a:close/>
                <a:moveTo>
                  <a:pt x="129" y="651"/>
                </a:moveTo>
                <a:cubicBezTo>
                  <a:pt x="129" y="660"/>
                  <a:pt x="125" y="663"/>
                  <a:pt x="124" y="670"/>
                </a:cubicBezTo>
                <a:cubicBezTo>
                  <a:pt x="127" y="670"/>
                  <a:pt x="125" y="659"/>
                  <a:pt x="129" y="664"/>
                </a:cubicBezTo>
                <a:cubicBezTo>
                  <a:pt x="129" y="661"/>
                  <a:pt x="131" y="655"/>
                  <a:pt x="129" y="651"/>
                </a:cubicBezTo>
                <a:close/>
                <a:moveTo>
                  <a:pt x="35" y="686"/>
                </a:moveTo>
                <a:cubicBezTo>
                  <a:pt x="35" y="688"/>
                  <a:pt x="33" y="692"/>
                  <a:pt x="35" y="694"/>
                </a:cubicBezTo>
                <a:cubicBezTo>
                  <a:pt x="36" y="691"/>
                  <a:pt x="38" y="695"/>
                  <a:pt x="40" y="694"/>
                </a:cubicBezTo>
                <a:cubicBezTo>
                  <a:pt x="42" y="711"/>
                  <a:pt x="41" y="728"/>
                  <a:pt x="47" y="745"/>
                </a:cubicBezTo>
                <a:cubicBezTo>
                  <a:pt x="47" y="744"/>
                  <a:pt x="47" y="742"/>
                  <a:pt x="48" y="743"/>
                </a:cubicBezTo>
                <a:cubicBezTo>
                  <a:pt x="51" y="743"/>
                  <a:pt x="47" y="747"/>
                  <a:pt x="52" y="747"/>
                </a:cubicBezTo>
                <a:cubicBezTo>
                  <a:pt x="50" y="742"/>
                  <a:pt x="51" y="738"/>
                  <a:pt x="52" y="732"/>
                </a:cubicBezTo>
                <a:cubicBezTo>
                  <a:pt x="56" y="733"/>
                  <a:pt x="57" y="730"/>
                  <a:pt x="55" y="728"/>
                </a:cubicBezTo>
                <a:cubicBezTo>
                  <a:pt x="58" y="729"/>
                  <a:pt x="59" y="730"/>
                  <a:pt x="63" y="729"/>
                </a:cubicBezTo>
                <a:cubicBezTo>
                  <a:pt x="66" y="732"/>
                  <a:pt x="61" y="739"/>
                  <a:pt x="65" y="742"/>
                </a:cubicBezTo>
                <a:cubicBezTo>
                  <a:pt x="65" y="740"/>
                  <a:pt x="67" y="740"/>
                  <a:pt x="68" y="738"/>
                </a:cubicBezTo>
                <a:cubicBezTo>
                  <a:pt x="66" y="736"/>
                  <a:pt x="64" y="729"/>
                  <a:pt x="67" y="728"/>
                </a:cubicBezTo>
                <a:cubicBezTo>
                  <a:pt x="69" y="732"/>
                  <a:pt x="73" y="730"/>
                  <a:pt x="74" y="727"/>
                </a:cubicBezTo>
                <a:cubicBezTo>
                  <a:pt x="75" y="729"/>
                  <a:pt x="72" y="731"/>
                  <a:pt x="75" y="731"/>
                </a:cubicBezTo>
                <a:cubicBezTo>
                  <a:pt x="77" y="730"/>
                  <a:pt x="75" y="726"/>
                  <a:pt x="78" y="726"/>
                </a:cubicBezTo>
                <a:cubicBezTo>
                  <a:pt x="88" y="725"/>
                  <a:pt x="79" y="740"/>
                  <a:pt x="84" y="745"/>
                </a:cubicBezTo>
                <a:cubicBezTo>
                  <a:pt x="84" y="736"/>
                  <a:pt x="88" y="728"/>
                  <a:pt x="87" y="722"/>
                </a:cubicBezTo>
                <a:cubicBezTo>
                  <a:pt x="86" y="721"/>
                  <a:pt x="84" y="721"/>
                  <a:pt x="84" y="721"/>
                </a:cubicBezTo>
                <a:cubicBezTo>
                  <a:pt x="82" y="717"/>
                  <a:pt x="83" y="713"/>
                  <a:pt x="82" y="710"/>
                </a:cubicBezTo>
                <a:cubicBezTo>
                  <a:pt x="82" y="711"/>
                  <a:pt x="82" y="712"/>
                  <a:pt x="81" y="713"/>
                </a:cubicBezTo>
                <a:cubicBezTo>
                  <a:pt x="81" y="712"/>
                  <a:pt x="81" y="711"/>
                  <a:pt x="80" y="711"/>
                </a:cubicBezTo>
                <a:cubicBezTo>
                  <a:pt x="80" y="716"/>
                  <a:pt x="79" y="720"/>
                  <a:pt x="78" y="722"/>
                </a:cubicBezTo>
                <a:cubicBezTo>
                  <a:pt x="77" y="721"/>
                  <a:pt x="77" y="719"/>
                  <a:pt x="76" y="717"/>
                </a:cubicBezTo>
                <a:cubicBezTo>
                  <a:pt x="81" y="713"/>
                  <a:pt x="76" y="703"/>
                  <a:pt x="84" y="702"/>
                </a:cubicBezTo>
                <a:cubicBezTo>
                  <a:pt x="84" y="704"/>
                  <a:pt x="83" y="704"/>
                  <a:pt x="85" y="704"/>
                </a:cubicBezTo>
                <a:cubicBezTo>
                  <a:pt x="85" y="703"/>
                  <a:pt x="85" y="701"/>
                  <a:pt x="84" y="701"/>
                </a:cubicBezTo>
                <a:cubicBezTo>
                  <a:pt x="84" y="703"/>
                  <a:pt x="82" y="701"/>
                  <a:pt x="82" y="699"/>
                </a:cubicBezTo>
                <a:cubicBezTo>
                  <a:pt x="81" y="699"/>
                  <a:pt x="79" y="701"/>
                  <a:pt x="78" y="699"/>
                </a:cubicBezTo>
                <a:cubicBezTo>
                  <a:pt x="77" y="701"/>
                  <a:pt x="79" y="701"/>
                  <a:pt x="78" y="703"/>
                </a:cubicBezTo>
                <a:cubicBezTo>
                  <a:pt x="74" y="701"/>
                  <a:pt x="75" y="709"/>
                  <a:pt x="71" y="704"/>
                </a:cubicBezTo>
                <a:cubicBezTo>
                  <a:pt x="72" y="706"/>
                  <a:pt x="73" y="712"/>
                  <a:pt x="69" y="712"/>
                </a:cubicBezTo>
                <a:cubicBezTo>
                  <a:pt x="68" y="706"/>
                  <a:pt x="68" y="698"/>
                  <a:pt x="65" y="693"/>
                </a:cubicBezTo>
                <a:cubicBezTo>
                  <a:pt x="69" y="689"/>
                  <a:pt x="67" y="672"/>
                  <a:pt x="64" y="665"/>
                </a:cubicBezTo>
                <a:cubicBezTo>
                  <a:pt x="63" y="669"/>
                  <a:pt x="60" y="680"/>
                  <a:pt x="63" y="681"/>
                </a:cubicBezTo>
                <a:cubicBezTo>
                  <a:pt x="60" y="683"/>
                  <a:pt x="62" y="692"/>
                  <a:pt x="56" y="692"/>
                </a:cubicBezTo>
                <a:cubicBezTo>
                  <a:pt x="58" y="689"/>
                  <a:pt x="56" y="690"/>
                  <a:pt x="55" y="688"/>
                </a:cubicBezTo>
                <a:cubicBezTo>
                  <a:pt x="57" y="688"/>
                  <a:pt x="57" y="689"/>
                  <a:pt x="58" y="687"/>
                </a:cubicBezTo>
                <a:cubicBezTo>
                  <a:pt x="51" y="684"/>
                  <a:pt x="50" y="674"/>
                  <a:pt x="47" y="667"/>
                </a:cubicBezTo>
                <a:cubicBezTo>
                  <a:pt x="38" y="670"/>
                  <a:pt x="46" y="657"/>
                  <a:pt x="41" y="652"/>
                </a:cubicBezTo>
                <a:cubicBezTo>
                  <a:pt x="41" y="654"/>
                  <a:pt x="41" y="657"/>
                  <a:pt x="39" y="657"/>
                </a:cubicBezTo>
                <a:cubicBezTo>
                  <a:pt x="39" y="669"/>
                  <a:pt x="29" y="674"/>
                  <a:pt x="35" y="686"/>
                </a:cubicBezTo>
                <a:close/>
                <a:moveTo>
                  <a:pt x="60" y="689"/>
                </a:moveTo>
                <a:cubicBezTo>
                  <a:pt x="62" y="689"/>
                  <a:pt x="62" y="688"/>
                  <a:pt x="64" y="688"/>
                </a:cubicBezTo>
                <a:cubicBezTo>
                  <a:pt x="61" y="692"/>
                  <a:pt x="64" y="691"/>
                  <a:pt x="65" y="695"/>
                </a:cubicBezTo>
                <a:cubicBezTo>
                  <a:pt x="64" y="695"/>
                  <a:pt x="63" y="695"/>
                  <a:pt x="63" y="696"/>
                </a:cubicBezTo>
                <a:cubicBezTo>
                  <a:pt x="60" y="696"/>
                  <a:pt x="60" y="693"/>
                  <a:pt x="60" y="689"/>
                </a:cubicBezTo>
                <a:close/>
                <a:moveTo>
                  <a:pt x="60" y="717"/>
                </a:moveTo>
                <a:cubicBezTo>
                  <a:pt x="61" y="722"/>
                  <a:pt x="58" y="723"/>
                  <a:pt x="56" y="726"/>
                </a:cubicBezTo>
                <a:cubicBezTo>
                  <a:pt x="55" y="725"/>
                  <a:pt x="55" y="722"/>
                  <a:pt x="55" y="719"/>
                </a:cubicBezTo>
                <a:cubicBezTo>
                  <a:pt x="57" y="718"/>
                  <a:pt x="58" y="717"/>
                  <a:pt x="60" y="717"/>
                </a:cubicBezTo>
                <a:close/>
                <a:moveTo>
                  <a:pt x="894" y="690"/>
                </a:moveTo>
                <a:cubicBezTo>
                  <a:pt x="894" y="689"/>
                  <a:pt x="897" y="691"/>
                  <a:pt x="898" y="692"/>
                </a:cubicBezTo>
                <a:cubicBezTo>
                  <a:pt x="897" y="698"/>
                  <a:pt x="899" y="701"/>
                  <a:pt x="898" y="706"/>
                </a:cubicBezTo>
                <a:cubicBezTo>
                  <a:pt x="901" y="706"/>
                  <a:pt x="900" y="700"/>
                  <a:pt x="901" y="696"/>
                </a:cubicBezTo>
                <a:cubicBezTo>
                  <a:pt x="903" y="697"/>
                  <a:pt x="904" y="696"/>
                  <a:pt x="905" y="695"/>
                </a:cubicBezTo>
                <a:cubicBezTo>
                  <a:pt x="908" y="697"/>
                  <a:pt x="903" y="703"/>
                  <a:pt x="906" y="705"/>
                </a:cubicBezTo>
                <a:cubicBezTo>
                  <a:pt x="909" y="688"/>
                  <a:pt x="916" y="676"/>
                  <a:pt x="919" y="659"/>
                </a:cubicBezTo>
                <a:cubicBezTo>
                  <a:pt x="916" y="659"/>
                  <a:pt x="915" y="659"/>
                  <a:pt x="913" y="662"/>
                </a:cubicBezTo>
                <a:cubicBezTo>
                  <a:pt x="910" y="662"/>
                  <a:pt x="910" y="657"/>
                  <a:pt x="909" y="656"/>
                </a:cubicBezTo>
                <a:cubicBezTo>
                  <a:pt x="908" y="657"/>
                  <a:pt x="909" y="660"/>
                  <a:pt x="907" y="660"/>
                </a:cubicBezTo>
                <a:cubicBezTo>
                  <a:pt x="905" y="658"/>
                  <a:pt x="906" y="662"/>
                  <a:pt x="903" y="662"/>
                </a:cubicBezTo>
                <a:cubicBezTo>
                  <a:pt x="905" y="659"/>
                  <a:pt x="905" y="659"/>
                  <a:pt x="903" y="659"/>
                </a:cubicBezTo>
                <a:cubicBezTo>
                  <a:pt x="905" y="658"/>
                  <a:pt x="905" y="655"/>
                  <a:pt x="904" y="654"/>
                </a:cubicBezTo>
                <a:cubicBezTo>
                  <a:pt x="903" y="661"/>
                  <a:pt x="896" y="669"/>
                  <a:pt x="899" y="678"/>
                </a:cubicBezTo>
                <a:cubicBezTo>
                  <a:pt x="897" y="678"/>
                  <a:pt x="896" y="681"/>
                  <a:pt x="894" y="681"/>
                </a:cubicBezTo>
                <a:cubicBezTo>
                  <a:pt x="895" y="687"/>
                  <a:pt x="893" y="686"/>
                  <a:pt x="894" y="690"/>
                </a:cubicBezTo>
                <a:close/>
                <a:moveTo>
                  <a:pt x="906" y="675"/>
                </a:moveTo>
                <a:cubicBezTo>
                  <a:pt x="908" y="675"/>
                  <a:pt x="908" y="675"/>
                  <a:pt x="908" y="675"/>
                </a:cubicBezTo>
                <a:cubicBezTo>
                  <a:pt x="907" y="677"/>
                  <a:pt x="909" y="680"/>
                  <a:pt x="907" y="681"/>
                </a:cubicBezTo>
                <a:cubicBezTo>
                  <a:pt x="905" y="681"/>
                  <a:pt x="906" y="677"/>
                  <a:pt x="906" y="675"/>
                </a:cubicBezTo>
                <a:close/>
                <a:moveTo>
                  <a:pt x="677" y="731"/>
                </a:moveTo>
                <a:cubicBezTo>
                  <a:pt x="677" y="732"/>
                  <a:pt x="677" y="732"/>
                  <a:pt x="678" y="733"/>
                </a:cubicBezTo>
                <a:cubicBezTo>
                  <a:pt x="676" y="733"/>
                  <a:pt x="675" y="735"/>
                  <a:pt x="675" y="736"/>
                </a:cubicBezTo>
                <a:cubicBezTo>
                  <a:pt x="675" y="736"/>
                  <a:pt x="678" y="738"/>
                  <a:pt x="678" y="736"/>
                </a:cubicBezTo>
                <a:cubicBezTo>
                  <a:pt x="676" y="735"/>
                  <a:pt x="681" y="731"/>
                  <a:pt x="677" y="731"/>
                </a:cubicBezTo>
                <a:close/>
                <a:moveTo>
                  <a:pt x="793" y="807"/>
                </a:moveTo>
                <a:cubicBezTo>
                  <a:pt x="788" y="816"/>
                  <a:pt x="781" y="824"/>
                  <a:pt x="773" y="831"/>
                </a:cubicBezTo>
                <a:cubicBezTo>
                  <a:pt x="770" y="834"/>
                  <a:pt x="762" y="836"/>
                  <a:pt x="763" y="843"/>
                </a:cubicBezTo>
                <a:cubicBezTo>
                  <a:pt x="775" y="831"/>
                  <a:pt x="787" y="820"/>
                  <a:pt x="798" y="809"/>
                </a:cubicBezTo>
                <a:cubicBezTo>
                  <a:pt x="804" y="807"/>
                  <a:pt x="807" y="804"/>
                  <a:pt x="808" y="798"/>
                </a:cubicBezTo>
                <a:cubicBezTo>
                  <a:pt x="813" y="795"/>
                  <a:pt x="821" y="783"/>
                  <a:pt x="828" y="779"/>
                </a:cubicBezTo>
                <a:cubicBezTo>
                  <a:pt x="831" y="777"/>
                  <a:pt x="837" y="774"/>
                  <a:pt x="837" y="779"/>
                </a:cubicBezTo>
                <a:cubicBezTo>
                  <a:pt x="835" y="782"/>
                  <a:pt x="839" y="781"/>
                  <a:pt x="838" y="785"/>
                </a:cubicBezTo>
                <a:cubicBezTo>
                  <a:pt x="838" y="784"/>
                  <a:pt x="839" y="784"/>
                  <a:pt x="841" y="784"/>
                </a:cubicBezTo>
                <a:cubicBezTo>
                  <a:pt x="839" y="779"/>
                  <a:pt x="844" y="777"/>
                  <a:pt x="845" y="772"/>
                </a:cubicBezTo>
                <a:cubicBezTo>
                  <a:pt x="843" y="772"/>
                  <a:pt x="842" y="771"/>
                  <a:pt x="842" y="769"/>
                </a:cubicBezTo>
                <a:cubicBezTo>
                  <a:pt x="844" y="766"/>
                  <a:pt x="845" y="771"/>
                  <a:pt x="846" y="769"/>
                </a:cubicBezTo>
                <a:cubicBezTo>
                  <a:pt x="845" y="767"/>
                  <a:pt x="848" y="760"/>
                  <a:pt x="845" y="757"/>
                </a:cubicBezTo>
                <a:cubicBezTo>
                  <a:pt x="851" y="757"/>
                  <a:pt x="853" y="753"/>
                  <a:pt x="855" y="750"/>
                </a:cubicBezTo>
                <a:cubicBezTo>
                  <a:pt x="851" y="750"/>
                  <a:pt x="852" y="755"/>
                  <a:pt x="847" y="754"/>
                </a:cubicBezTo>
                <a:cubicBezTo>
                  <a:pt x="845" y="749"/>
                  <a:pt x="850" y="746"/>
                  <a:pt x="853" y="743"/>
                </a:cubicBezTo>
                <a:cubicBezTo>
                  <a:pt x="848" y="742"/>
                  <a:pt x="843" y="737"/>
                  <a:pt x="840" y="741"/>
                </a:cubicBezTo>
                <a:cubicBezTo>
                  <a:pt x="834" y="753"/>
                  <a:pt x="820" y="764"/>
                  <a:pt x="811" y="774"/>
                </a:cubicBezTo>
                <a:cubicBezTo>
                  <a:pt x="812" y="784"/>
                  <a:pt x="800" y="784"/>
                  <a:pt x="802" y="791"/>
                </a:cubicBezTo>
                <a:cubicBezTo>
                  <a:pt x="802" y="790"/>
                  <a:pt x="804" y="787"/>
                  <a:pt x="805" y="789"/>
                </a:cubicBezTo>
                <a:cubicBezTo>
                  <a:pt x="804" y="796"/>
                  <a:pt x="796" y="798"/>
                  <a:pt x="798" y="805"/>
                </a:cubicBezTo>
                <a:cubicBezTo>
                  <a:pt x="796" y="805"/>
                  <a:pt x="795" y="806"/>
                  <a:pt x="793" y="807"/>
                </a:cubicBezTo>
                <a:close/>
                <a:moveTo>
                  <a:pt x="840" y="772"/>
                </a:moveTo>
                <a:cubicBezTo>
                  <a:pt x="843" y="772"/>
                  <a:pt x="843" y="772"/>
                  <a:pt x="843" y="772"/>
                </a:cubicBezTo>
                <a:cubicBezTo>
                  <a:pt x="843" y="774"/>
                  <a:pt x="842" y="775"/>
                  <a:pt x="840" y="775"/>
                </a:cubicBezTo>
                <a:lnTo>
                  <a:pt x="840" y="772"/>
                </a:lnTo>
                <a:close/>
                <a:moveTo>
                  <a:pt x="918" y="766"/>
                </a:moveTo>
                <a:cubicBezTo>
                  <a:pt x="913" y="765"/>
                  <a:pt x="909" y="777"/>
                  <a:pt x="909" y="778"/>
                </a:cubicBezTo>
                <a:cubicBezTo>
                  <a:pt x="912" y="774"/>
                  <a:pt x="916" y="771"/>
                  <a:pt x="918" y="766"/>
                </a:cubicBezTo>
                <a:close/>
                <a:moveTo>
                  <a:pt x="19" y="768"/>
                </a:moveTo>
                <a:cubicBezTo>
                  <a:pt x="19" y="769"/>
                  <a:pt x="19" y="769"/>
                  <a:pt x="18" y="769"/>
                </a:cubicBezTo>
                <a:cubicBezTo>
                  <a:pt x="18" y="769"/>
                  <a:pt x="18" y="768"/>
                  <a:pt x="17" y="768"/>
                </a:cubicBezTo>
                <a:cubicBezTo>
                  <a:pt x="18" y="777"/>
                  <a:pt x="20" y="783"/>
                  <a:pt x="19" y="769"/>
                </a:cubicBezTo>
                <a:cubicBezTo>
                  <a:pt x="19" y="769"/>
                  <a:pt x="20" y="768"/>
                  <a:pt x="19" y="768"/>
                </a:cubicBezTo>
                <a:close/>
                <a:moveTo>
                  <a:pt x="105" y="833"/>
                </a:moveTo>
                <a:cubicBezTo>
                  <a:pt x="105" y="830"/>
                  <a:pt x="105" y="830"/>
                  <a:pt x="105" y="830"/>
                </a:cubicBezTo>
                <a:cubicBezTo>
                  <a:pt x="104" y="829"/>
                  <a:pt x="103" y="831"/>
                  <a:pt x="102" y="830"/>
                </a:cubicBezTo>
                <a:cubicBezTo>
                  <a:pt x="96" y="821"/>
                  <a:pt x="97" y="805"/>
                  <a:pt x="88" y="799"/>
                </a:cubicBezTo>
                <a:cubicBezTo>
                  <a:pt x="87" y="803"/>
                  <a:pt x="91" y="806"/>
                  <a:pt x="88" y="809"/>
                </a:cubicBezTo>
                <a:cubicBezTo>
                  <a:pt x="83" y="805"/>
                  <a:pt x="87" y="799"/>
                  <a:pt x="82" y="795"/>
                </a:cubicBezTo>
                <a:cubicBezTo>
                  <a:pt x="82" y="801"/>
                  <a:pt x="79" y="797"/>
                  <a:pt x="78" y="801"/>
                </a:cubicBezTo>
                <a:cubicBezTo>
                  <a:pt x="77" y="799"/>
                  <a:pt x="73" y="800"/>
                  <a:pt x="73" y="798"/>
                </a:cubicBezTo>
                <a:cubicBezTo>
                  <a:pt x="74" y="798"/>
                  <a:pt x="74" y="797"/>
                  <a:pt x="73" y="795"/>
                </a:cubicBezTo>
                <a:cubicBezTo>
                  <a:pt x="75" y="795"/>
                  <a:pt x="76" y="796"/>
                  <a:pt x="77" y="795"/>
                </a:cubicBezTo>
                <a:cubicBezTo>
                  <a:pt x="74" y="795"/>
                  <a:pt x="74" y="793"/>
                  <a:pt x="71" y="794"/>
                </a:cubicBezTo>
                <a:cubicBezTo>
                  <a:pt x="71" y="797"/>
                  <a:pt x="72" y="801"/>
                  <a:pt x="69" y="802"/>
                </a:cubicBezTo>
                <a:cubicBezTo>
                  <a:pt x="69" y="802"/>
                  <a:pt x="68" y="801"/>
                  <a:pt x="67" y="800"/>
                </a:cubicBezTo>
                <a:cubicBezTo>
                  <a:pt x="66" y="802"/>
                  <a:pt x="69" y="803"/>
                  <a:pt x="67" y="804"/>
                </a:cubicBezTo>
                <a:cubicBezTo>
                  <a:pt x="64" y="796"/>
                  <a:pt x="60" y="786"/>
                  <a:pt x="62" y="780"/>
                </a:cubicBezTo>
                <a:cubicBezTo>
                  <a:pt x="57" y="781"/>
                  <a:pt x="62" y="785"/>
                  <a:pt x="60" y="788"/>
                </a:cubicBezTo>
                <a:cubicBezTo>
                  <a:pt x="56" y="789"/>
                  <a:pt x="58" y="783"/>
                  <a:pt x="54" y="783"/>
                </a:cubicBezTo>
                <a:cubicBezTo>
                  <a:pt x="53" y="785"/>
                  <a:pt x="53" y="790"/>
                  <a:pt x="51" y="787"/>
                </a:cubicBezTo>
                <a:cubicBezTo>
                  <a:pt x="55" y="809"/>
                  <a:pt x="55" y="833"/>
                  <a:pt x="61" y="849"/>
                </a:cubicBezTo>
                <a:cubicBezTo>
                  <a:pt x="62" y="843"/>
                  <a:pt x="65" y="846"/>
                  <a:pt x="68" y="845"/>
                </a:cubicBezTo>
                <a:cubicBezTo>
                  <a:pt x="66" y="838"/>
                  <a:pt x="66" y="826"/>
                  <a:pt x="64" y="814"/>
                </a:cubicBezTo>
                <a:cubicBezTo>
                  <a:pt x="66" y="813"/>
                  <a:pt x="69" y="809"/>
                  <a:pt x="71" y="813"/>
                </a:cubicBezTo>
                <a:cubicBezTo>
                  <a:pt x="71" y="814"/>
                  <a:pt x="70" y="815"/>
                  <a:pt x="70" y="816"/>
                </a:cubicBezTo>
                <a:cubicBezTo>
                  <a:pt x="69" y="816"/>
                  <a:pt x="69" y="814"/>
                  <a:pt x="67" y="815"/>
                </a:cubicBezTo>
                <a:cubicBezTo>
                  <a:pt x="67" y="818"/>
                  <a:pt x="67" y="821"/>
                  <a:pt x="69" y="823"/>
                </a:cubicBezTo>
                <a:cubicBezTo>
                  <a:pt x="68" y="821"/>
                  <a:pt x="69" y="820"/>
                  <a:pt x="71" y="820"/>
                </a:cubicBezTo>
                <a:cubicBezTo>
                  <a:pt x="72" y="822"/>
                  <a:pt x="71" y="826"/>
                  <a:pt x="73" y="826"/>
                </a:cubicBezTo>
                <a:cubicBezTo>
                  <a:pt x="74" y="822"/>
                  <a:pt x="79" y="821"/>
                  <a:pt x="77" y="816"/>
                </a:cubicBezTo>
                <a:cubicBezTo>
                  <a:pt x="79" y="818"/>
                  <a:pt x="80" y="816"/>
                  <a:pt x="82" y="816"/>
                </a:cubicBezTo>
                <a:cubicBezTo>
                  <a:pt x="83" y="823"/>
                  <a:pt x="87" y="826"/>
                  <a:pt x="85" y="832"/>
                </a:cubicBezTo>
                <a:cubicBezTo>
                  <a:pt x="83" y="832"/>
                  <a:pt x="83" y="830"/>
                  <a:pt x="82" y="830"/>
                </a:cubicBezTo>
                <a:cubicBezTo>
                  <a:pt x="80" y="834"/>
                  <a:pt x="79" y="835"/>
                  <a:pt x="77" y="837"/>
                </a:cubicBezTo>
                <a:cubicBezTo>
                  <a:pt x="75" y="838"/>
                  <a:pt x="76" y="834"/>
                  <a:pt x="73" y="835"/>
                </a:cubicBezTo>
                <a:cubicBezTo>
                  <a:pt x="73" y="839"/>
                  <a:pt x="74" y="843"/>
                  <a:pt x="75" y="846"/>
                </a:cubicBezTo>
                <a:cubicBezTo>
                  <a:pt x="75" y="841"/>
                  <a:pt x="77" y="845"/>
                  <a:pt x="78" y="846"/>
                </a:cubicBezTo>
                <a:cubicBezTo>
                  <a:pt x="78" y="844"/>
                  <a:pt x="80" y="843"/>
                  <a:pt x="82" y="841"/>
                </a:cubicBezTo>
                <a:cubicBezTo>
                  <a:pt x="80" y="848"/>
                  <a:pt x="87" y="847"/>
                  <a:pt x="87" y="852"/>
                </a:cubicBezTo>
                <a:cubicBezTo>
                  <a:pt x="87" y="845"/>
                  <a:pt x="89" y="839"/>
                  <a:pt x="86" y="831"/>
                </a:cubicBezTo>
                <a:cubicBezTo>
                  <a:pt x="88" y="831"/>
                  <a:pt x="88" y="830"/>
                  <a:pt x="91" y="830"/>
                </a:cubicBezTo>
                <a:cubicBezTo>
                  <a:pt x="91" y="840"/>
                  <a:pt x="92" y="844"/>
                  <a:pt x="92" y="852"/>
                </a:cubicBezTo>
                <a:cubicBezTo>
                  <a:pt x="94" y="853"/>
                  <a:pt x="95" y="854"/>
                  <a:pt x="97" y="854"/>
                </a:cubicBezTo>
                <a:cubicBezTo>
                  <a:pt x="97" y="852"/>
                  <a:pt x="97" y="850"/>
                  <a:pt x="100" y="851"/>
                </a:cubicBezTo>
                <a:cubicBezTo>
                  <a:pt x="104" y="851"/>
                  <a:pt x="102" y="859"/>
                  <a:pt x="106" y="860"/>
                </a:cubicBezTo>
                <a:cubicBezTo>
                  <a:pt x="103" y="860"/>
                  <a:pt x="102" y="859"/>
                  <a:pt x="101" y="862"/>
                </a:cubicBezTo>
                <a:cubicBezTo>
                  <a:pt x="104" y="862"/>
                  <a:pt x="104" y="869"/>
                  <a:pt x="107" y="866"/>
                </a:cubicBezTo>
                <a:cubicBezTo>
                  <a:pt x="105" y="866"/>
                  <a:pt x="104" y="865"/>
                  <a:pt x="104" y="863"/>
                </a:cubicBezTo>
                <a:cubicBezTo>
                  <a:pt x="107" y="863"/>
                  <a:pt x="108" y="864"/>
                  <a:pt x="110" y="863"/>
                </a:cubicBezTo>
                <a:cubicBezTo>
                  <a:pt x="103" y="858"/>
                  <a:pt x="105" y="846"/>
                  <a:pt x="100" y="841"/>
                </a:cubicBezTo>
                <a:cubicBezTo>
                  <a:pt x="103" y="840"/>
                  <a:pt x="102" y="835"/>
                  <a:pt x="104" y="834"/>
                </a:cubicBezTo>
                <a:cubicBezTo>
                  <a:pt x="102" y="834"/>
                  <a:pt x="101" y="834"/>
                  <a:pt x="102" y="831"/>
                </a:cubicBezTo>
                <a:cubicBezTo>
                  <a:pt x="105" y="830"/>
                  <a:pt x="103" y="834"/>
                  <a:pt x="105" y="833"/>
                </a:cubicBezTo>
                <a:close/>
                <a:moveTo>
                  <a:pt x="58" y="790"/>
                </a:moveTo>
                <a:cubicBezTo>
                  <a:pt x="60" y="787"/>
                  <a:pt x="60" y="794"/>
                  <a:pt x="61" y="795"/>
                </a:cubicBezTo>
                <a:cubicBezTo>
                  <a:pt x="59" y="799"/>
                  <a:pt x="59" y="791"/>
                  <a:pt x="58" y="790"/>
                </a:cubicBezTo>
                <a:close/>
                <a:moveTo>
                  <a:pt x="81" y="809"/>
                </a:moveTo>
                <a:cubicBezTo>
                  <a:pt x="79" y="808"/>
                  <a:pt x="78" y="804"/>
                  <a:pt x="79" y="802"/>
                </a:cubicBezTo>
                <a:cubicBezTo>
                  <a:pt x="80" y="805"/>
                  <a:pt x="82" y="806"/>
                  <a:pt x="81" y="809"/>
                </a:cubicBezTo>
                <a:close/>
                <a:moveTo>
                  <a:pt x="82" y="804"/>
                </a:moveTo>
                <a:cubicBezTo>
                  <a:pt x="82" y="803"/>
                  <a:pt x="82" y="801"/>
                  <a:pt x="81" y="801"/>
                </a:cubicBezTo>
                <a:cubicBezTo>
                  <a:pt x="82" y="798"/>
                  <a:pt x="86" y="805"/>
                  <a:pt x="82" y="804"/>
                </a:cubicBezTo>
                <a:close/>
                <a:moveTo>
                  <a:pt x="83" y="809"/>
                </a:moveTo>
                <a:cubicBezTo>
                  <a:pt x="83" y="806"/>
                  <a:pt x="85" y="810"/>
                  <a:pt x="87" y="809"/>
                </a:cubicBezTo>
                <a:cubicBezTo>
                  <a:pt x="87" y="814"/>
                  <a:pt x="87" y="814"/>
                  <a:pt x="87" y="814"/>
                </a:cubicBezTo>
                <a:cubicBezTo>
                  <a:pt x="83" y="814"/>
                  <a:pt x="84" y="809"/>
                  <a:pt x="83" y="809"/>
                </a:cubicBezTo>
                <a:close/>
                <a:moveTo>
                  <a:pt x="88" y="825"/>
                </a:moveTo>
                <a:cubicBezTo>
                  <a:pt x="87" y="825"/>
                  <a:pt x="87" y="824"/>
                  <a:pt x="87" y="823"/>
                </a:cubicBezTo>
                <a:cubicBezTo>
                  <a:pt x="87" y="822"/>
                  <a:pt x="87" y="823"/>
                  <a:pt x="87" y="823"/>
                </a:cubicBezTo>
                <a:cubicBezTo>
                  <a:pt x="86" y="823"/>
                  <a:pt x="86" y="823"/>
                  <a:pt x="87" y="823"/>
                </a:cubicBezTo>
                <a:cubicBezTo>
                  <a:pt x="84" y="821"/>
                  <a:pt x="86" y="820"/>
                  <a:pt x="88" y="820"/>
                </a:cubicBezTo>
                <a:lnTo>
                  <a:pt x="88" y="825"/>
                </a:lnTo>
                <a:close/>
                <a:moveTo>
                  <a:pt x="115" y="817"/>
                </a:moveTo>
                <a:cubicBezTo>
                  <a:pt x="115" y="818"/>
                  <a:pt x="115" y="819"/>
                  <a:pt x="114" y="819"/>
                </a:cubicBezTo>
                <a:cubicBezTo>
                  <a:pt x="110" y="813"/>
                  <a:pt x="111" y="807"/>
                  <a:pt x="106" y="802"/>
                </a:cubicBezTo>
                <a:cubicBezTo>
                  <a:pt x="108" y="810"/>
                  <a:pt x="105" y="823"/>
                  <a:pt x="112" y="827"/>
                </a:cubicBezTo>
                <a:cubicBezTo>
                  <a:pt x="115" y="824"/>
                  <a:pt x="116" y="829"/>
                  <a:pt x="119" y="830"/>
                </a:cubicBezTo>
                <a:cubicBezTo>
                  <a:pt x="119" y="828"/>
                  <a:pt x="119" y="826"/>
                  <a:pt x="118" y="825"/>
                </a:cubicBezTo>
                <a:cubicBezTo>
                  <a:pt x="122" y="825"/>
                  <a:pt x="120" y="823"/>
                  <a:pt x="122" y="822"/>
                </a:cubicBezTo>
                <a:cubicBezTo>
                  <a:pt x="123" y="824"/>
                  <a:pt x="128" y="826"/>
                  <a:pt x="130" y="823"/>
                </a:cubicBezTo>
                <a:cubicBezTo>
                  <a:pt x="129" y="823"/>
                  <a:pt x="127" y="823"/>
                  <a:pt x="126" y="822"/>
                </a:cubicBezTo>
                <a:cubicBezTo>
                  <a:pt x="128" y="820"/>
                  <a:pt x="128" y="818"/>
                  <a:pt x="129" y="816"/>
                </a:cubicBezTo>
                <a:cubicBezTo>
                  <a:pt x="124" y="811"/>
                  <a:pt x="126" y="799"/>
                  <a:pt x="121" y="793"/>
                </a:cubicBezTo>
                <a:cubicBezTo>
                  <a:pt x="119" y="801"/>
                  <a:pt x="125" y="801"/>
                  <a:pt x="123" y="809"/>
                </a:cubicBezTo>
                <a:cubicBezTo>
                  <a:pt x="119" y="809"/>
                  <a:pt x="120" y="805"/>
                  <a:pt x="117" y="804"/>
                </a:cubicBezTo>
                <a:cubicBezTo>
                  <a:pt x="117" y="813"/>
                  <a:pt x="125" y="818"/>
                  <a:pt x="119" y="823"/>
                </a:cubicBezTo>
                <a:cubicBezTo>
                  <a:pt x="115" y="823"/>
                  <a:pt x="117" y="818"/>
                  <a:pt x="115" y="817"/>
                </a:cubicBezTo>
                <a:close/>
                <a:moveTo>
                  <a:pt x="111" y="854"/>
                </a:moveTo>
                <a:cubicBezTo>
                  <a:pt x="114" y="854"/>
                  <a:pt x="110" y="866"/>
                  <a:pt x="115" y="866"/>
                </a:cubicBezTo>
                <a:cubicBezTo>
                  <a:pt x="113" y="864"/>
                  <a:pt x="115" y="861"/>
                  <a:pt x="115" y="858"/>
                </a:cubicBezTo>
                <a:cubicBezTo>
                  <a:pt x="116" y="859"/>
                  <a:pt x="116" y="860"/>
                  <a:pt x="117" y="859"/>
                </a:cubicBezTo>
                <a:cubicBezTo>
                  <a:pt x="118" y="854"/>
                  <a:pt x="118" y="850"/>
                  <a:pt x="121" y="851"/>
                </a:cubicBezTo>
                <a:cubicBezTo>
                  <a:pt x="120" y="846"/>
                  <a:pt x="125" y="843"/>
                  <a:pt x="121" y="841"/>
                </a:cubicBezTo>
                <a:cubicBezTo>
                  <a:pt x="122" y="844"/>
                  <a:pt x="119" y="842"/>
                  <a:pt x="118" y="844"/>
                </a:cubicBezTo>
                <a:cubicBezTo>
                  <a:pt x="114" y="840"/>
                  <a:pt x="115" y="831"/>
                  <a:pt x="112" y="827"/>
                </a:cubicBezTo>
                <a:cubicBezTo>
                  <a:pt x="110" y="838"/>
                  <a:pt x="123" y="851"/>
                  <a:pt x="111" y="854"/>
                </a:cubicBezTo>
                <a:close/>
                <a:moveTo>
                  <a:pt x="747" y="809"/>
                </a:moveTo>
                <a:cubicBezTo>
                  <a:pt x="745" y="811"/>
                  <a:pt x="744" y="815"/>
                  <a:pt x="741" y="817"/>
                </a:cubicBezTo>
                <a:cubicBezTo>
                  <a:pt x="745" y="816"/>
                  <a:pt x="755" y="809"/>
                  <a:pt x="749" y="806"/>
                </a:cubicBezTo>
                <a:cubicBezTo>
                  <a:pt x="748" y="808"/>
                  <a:pt x="750" y="808"/>
                  <a:pt x="750" y="809"/>
                </a:cubicBezTo>
                <a:cubicBezTo>
                  <a:pt x="749" y="810"/>
                  <a:pt x="748" y="810"/>
                  <a:pt x="747" y="809"/>
                </a:cubicBezTo>
                <a:close/>
                <a:moveTo>
                  <a:pt x="132" y="816"/>
                </a:moveTo>
                <a:cubicBezTo>
                  <a:pt x="133" y="816"/>
                  <a:pt x="132" y="812"/>
                  <a:pt x="130" y="812"/>
                </a:cubicBezTo>
                <a:cubicBezTo>
                  <a:pt x="129" y="814"/>
                  <a:pt x="131" y="813"/>
                  <a:pt x="130" y="816"/>
                </a:cubicBezTo>
                <a:cubicBezTo>
                  <a:pt x="134" y="814"/>
                  <a:pt x="130" y="819"/>
                  <a:pt x="132" y="816"/>
                </a:cubicBezTo>
                <a:close/>
                <a:moveTo>
                  <a:pt x="837" y="826"/>
                </a:moveTo>
                <a:cubicBezTo>
                  <a:pt x="832" y="827"/>
                  <a:pt x="832" y="832"/>
                  <a:pt x="826" y="831"/>
                </a:cubicBezTo>
                <a:cubicBezTo>
                  <a:pt x="827" y="835"/>
                  <a:pt x="821" y="841"/>
                  <a:pt x="824" y="844"/>
                </a:cubicBezTo>
                <a:cubicBezTo>
                  <a:pt x="823" y="845"/>
                  <a:pt x="823" y="843"/>
                  <a:pt x="821" y="844"/>
                </a:cubicBezTo>
                <a:cubicBezTo>
                  <a:pt x="820" y="848"/>
                  <a:pt x="814" y="850"/>
                  <a:pt x="809" y="849"/>
                </a:cubicBezTo>
                <a:cubicBezTo>
                  <a:pt x="796" y="854"/>
                  <a:pt x="793" y="870"/>
                  <a:pt x="784" y="879"/>
                </a:cubicBezTo>
                <a:cubicBezTo>
                  <a:pt x="782" y="879"/>
                  <a:pt x="782" y="877"/>
                  <a:pt x="781" y="879"/>
                </a:cubicBezTo>
                <a:cubicBezTo>
                  <a:pt x="783" y="879"/>
                  <a:pt x="778" y="884"/>
                  <a:pt x="780" y="885"/>
                </a:cubicBezTo>
                <a:cubicBezTo>
                  <a:pt x="790" y="880"/>
                  <a:pt x="798" y="871"/>
                  <a:pt x="806" y="864"/>
                </a:cubicBezTo>
                <a:cubicBezTo>
                  <a:pt x="807" y="860"/>
                  <a:pt x="807" y="861"/>
                  <a:pt x="806" y="858"/>
                </a:cubicBezTo>
                <a:cubicBezTo>
                  <a:pt x="811" y="854"/>
                  <a:pt x="814" y="848"/>
                  <a:pt x="819" y="851"/>
                </a:cubicBezTo>
                <a:cubicBezTo>
                  <a:pt x="819" y="845"/>
                  <a:pt x="830" y="844"/>
                  <a:pt x="833" y="840"/>
                </a:cubicBezTo>
                <a:cubicBezTo>
                  <a:pt x="831" y="840"/>
                  <a:pt x="828" y="843"/>
                  <a:pt x="827" y="840"/>
                </a:cubicBezTo>
                <a:cubicBezTo>
                  <a:pt x="829" y="837"/>
                  <a:pt x="831" y="835"/>
                  <a:pt x="831" y="831"/>
                </a:cubicBezTo>
                <a:cubicBezTo>
                  <a:pt x="833" y="831"/>
                  <a:pt x="833" y="833"/>
                  <a:pt x="835" y="832"/>
                </a:cubicBezTo>
                <a:cubicBezTo>
                  <a:pt x="836" y="831"/>
                  <a:pt x="837" y="829"/>
                  <a:pt x="837" y="826"/>
                </a:cubicBezTo>
                <a:close/>
                <a:moveTo>
                  <a:pt x="529" y="858"/>
                </a:moveTo>
                <a:cubicBezTo>
                  <a:pt x="526" y="858"/>
                  <a:pt x="528" y="856"/>
                  <a:pt x="531" y="855"/>
                </a:cubicBezTo>
                <a:cubicBezTo>
                  <a:pt x="521" y="850"/>
                  <a:pt x="512" y="845"/>
                  <a:pt x="502" y="844"/>
                </a:cubicBezTo>
                <a:cubicBezTo>
                  <a:pt x="505" y="845"/>
                  <a:pt x="503" y="847"/>
                  <a:pt x="502" y="849"/>
                </a:cubicBezTo>
                <a:cubicBezTo>
                  <a:pt x="509" y="854"/>
                  <a:pt x="519" y="865"/>
                  <a:pt x="529" y="858"/>
                </a:cubicBezTo>
                <a:close/>
                <a:moveTo>
                  <a:pt x="754" y="850"/>
                </a:moveTo>
                <a:cubicBezTo>
                  <a:pt x="756" y="846"/>
                  <a:pt x="760" y="846"/>
                  <a:pt x="762" y="843"/>
                </a:cubicBezTo>
                <a:cubicBezTo>
                  <a:pt x="759" y="844"/>
                  <a:pt x="756" y="845"/>
                  <a:pt x="754" y="846"/>
                </a:cubicBezTo>
                <a:cubicBezTo>
                  <a:pt x="756" y="848"/>
                  <a:pt x="752" y="850"/>
                  <a:pt x="754" y="850"/>
                </a:cubicBezTo>
                <a:close/>
                <a:moveTo>
                  <a:pt x="539" y="857"/>
                </a:moveTo>
                <a:cubicBezTo>
                  <a:pt x="541" y="858"/>
                  <a:pt x="544" y="863"/>
                  <a:pt x="546" y="861"/>
                </a:cubicBezTo>
                <a:cubicBezTo>
                  <a:pt x="543" y="861"/>
                  <a:pt x="541" y="855"/>
                  <a:pt x="539" y="857"/>
                </a:cubicBezTo>
                <a:close/>
                <a:moveTo>
                  <a:pt x="627" y="916"/>
                </a:moveTo>
                <a:cubicBezTo>
                  <a:pt x="637" y="908"/>
                  <a:pt x="650" y="920"/>
                  <a:pt x="658" y="909"/>
                </a:cubicBezTo>
                <a:cubicBezTo>
                  <a:pt x="662" y="911"/>
                  <a:pt x="667" y="906"/>
                  <a:pt x="671" y="905"/>
                </a:cubicBezTo>
                <a:cubicBezTo>
                  <a:pt x="663" y="906"/>
                  <a:pt x="657" y="905"/>
                  <a:pt x="651" y="908"/>
                </a:cubicBezTo>
                <a:cubicBezTo>
                  <a:pt x="651" y="907"/>
                  <a:pt x="652" y="907"/>
                  <a:pt x="650" y="907"/>
                </a:cubicBezTo>
                <a:cubicBezTo>
                  <a:pt x="630" y="914"/>
                  <a:pt x="599" y="905"/>
                  <a:pt x="578" y="896"/>
                </a:cubicBezTo>
                <a:cubicBezTo>
                  <a:pt x="571" y="897"/>
                  <a:pt x="558" y="892"/>
                  <a:pt x="553" y="885"/>
                </a:cubicBezTo>
                <a:cubicBezTo>
                  <a:pt x="556" y="887"/>
                  <a:pt x="560" y="888"/>
                  <a:pt x="565" y="886"/>
                </a:cubicBezTo>
                <a:cubicBezTo>
                  <a:pt x="550" y="880"/>
                  <a:pt x="534" y="875"/>
                  <a:pt x="519" y="869"/>
                </a:cubicBezTo>
                <a:cubicBezTo>
                  <a:pt x="509" y="877"/>
                  <a:pt x="497" y="862"/>
                  <a:pt x="489" y="860"/>
                </a:cubicBezTo>
                <a:cubicBezTo>
                  <a:pt x="492" y="862"/>
                  <a:pt x="486" y="859"/>
                  <a:pt x="487" y="861"/>
                </a:cubicBezTo>
                <a:cubicBezTo>
                  <a:pt x="490" y="861"/>
                  <a:pt x="490" y="865"/>
                  <a:pt x="491" y="867"/>
                </a:cubicBezTo>
                <a:cubicBezTo>
                  <a:pt x="496" y="869"/>
                  <a:pt x="501" y="871"/>
                  <a:pt x="504" y="876"/>
                </a:cubicBezTo>
                <a:cubicBezTo>
                  <a:pt x="524" y="879"/>
                  <a:pt x="529" y="891"/>
                  <a:pt x="550" y="891"/>
                </a:cubicBezTo>
                <a:cubicBezTo>
                  <a:pt x="563" y="895"/>
                  <a:pt x="577" y="902"/>
                  <a:pt x="590" y="903"/>
                </a:cubicBezTo>
                <a:cubicBezTo>
                  <a:pt x="600" y="910"/>
                  <a:pt x="614" y="909"/>
                  <a:pt x="624" y="910"/>
                </a:cubicBezTo>
                <a:cubicBezTo>
                  <a:pt x="624" y="913"/>
                  <a:pt x="626" y="915"/>
                  <a:pt x="627" y="916"/>
                </a:cubicBezTo>
                <a:close/>
                <a:moveTo>
                  <a:pt x="789" y="863"/>
                </a:moveTo>
                <a:cubicBezTo>
                  <a:pt x="782" y="864"/>
                  <a:pt x="779" y="873"/>
                  <a:pt x="777" y="877"/>
                </a:cubicBezTo>
                <a:cubicBezTo>
                  <a:pt x="783" y="875"/>
                  <a:pt x="785" y="868"/>
                  <a:pt x="789" y="863"/>
                </a:cubicBezTo>
                <a:close/>
                <a:moveTo>
                  <a:pt x="731" y="865"/>
                </a:moveTo>
                <a:cubicBezTo>
                  <a:pt x="727" y="865"/>
                  <a:pt x="725" y="867"/>
                  <a:pt x="723" y="869"/>
                </a:cubicBezTo>
                <a:cubicBezTo>
                  <a:pt x="725" y="867"/>
                  <a:pt x="729" y="867"/>
                  <a:pt x="731" y="865"/>
                </a:cubicBezTo>
                <a:close/>
                <a:moveTo>
                  <a:pt x="45" y="876"/>
                </a:moveTo>
                <a:cubicBezTo>
                  <a:pt x="46" y="874"/>
                  <a:pt x="41" y="866"/>
                  <a:pt x="39" y="866"/>
                </a:cubicBezTo>
                <a:cubicBezTo>
                  <a:pt x="40" y="867"/>
                  <a:pt x="40" y="870"/>
                  <a:pt x="40" y="873"/>
                </a:cubicBezTo>
                <a:cubicBezTo>
                  <a:pt x="43" y="874"/>
                  <a:pt x="42" y="874"/>
                  <a:pt x="45" y="876"/>
                </a:cubicBezTo>
                <a:close/>
                <a:moveTo>
                  <a:pt x="570" y="871"/>
                </a:moveTo>
                <a:cubicBezTo>
                  <a:pt x="576" y="872"/>
                  <a:pt x="579" y="876"/>
                  <a:pt x="584" y="877"/>
                </a:cubicBezTo>
                <a:cubicBezTo>
                  <a:pt x="581" y="874"/>
                  <a:pt x="575" y="869"/>
                  <a:pt x="570" y="871"/>
                </a:cubicBezTo>
                <a:close/>
                <a:moveTo>
                  <a:pt x="591" y="886"/>
                </a:moveTo>
                <a:cubicBezTo>
                  <a:pt x="591" y="888"/>
                  <a:pt x="592" y="888"/>
                  <a:pt x="593" y="890"/>
                </a:cubicBezTo>
                <a:cubicBezTo>
                  <a:pt x="596" y="891"/>
                  <a:pt x="598" y="889"/>
                  <a:pt x="601" y="889"/>
                </a:cubicBezTo>
                <a:cubicBezTo>
                  <a:pt x="603" y="885"/>
                  <a:pt x="608" y="884"/>
                  <a:pt x="610" y="880"/>
                </a:cubicBezTo>
                <a:cubicBezTo>
                  <a:pt x="605" y="882"/>
                  <a:pt x="600" y="874"/>
                  <a:pt x="601" y="880"/>
                </a:cubicBezTo>
                <a:cubicBezTo>
                  <a:pt x="598" y="882"/>
                  <a:pt x="600" y="878"/>
                  <a:pt x="597" y="879"/>
                </a:cubicBezTo>
                <a:cubicBezTo>
                  <a:pt x="597" y="881"/>
                  <a:pt x="596" y="880"/>
                  <a:pt x="593" y="881"/>
                </a:cubicBezTo>
                <a:cubicBezTo>
                  <a:pt x="594" y="885"/>
                  <a:pt x="594" y="885"/>
                  <a:pt x="591" y="886"/>
                </a:cubicBezTo>
                <a:close/>
                <a:moveTo>
                  <a:pt x="815" y="881"/>
                </a:moveTo>
                <a:cubicBezTo>
                  <a:pt x="814" y="884"/>
                  <a:pt x="809" y="885"/>
                  <a:pt x="811" y="887"/>
                </a:cubicBezTo>
                <a:cubicBezTo>
                  <a:pt x="811" y="885"/>
                  <a:pt x="812" y="886"/>
                  <a:pt x="814" y="886"/>
                </a:cubicBezTo>
                <a:cubicBezTo>
                  <a:pt x="813" y="884"/>
                  <a:pt x="817" y="882"/>
                  <a:pt x="815" y="881"/>
                </a:cubicBezTo>
                <a:close/>
                <a:moveTo>
                  <a:pt x="51" y="895"/>
                </a:moveTo>
                <a:cubicBezTo>
                  <a:pt x="54" y="899"/>
                  <a:pt x="58" y="901"/>
                  <a:pt x="62" y="900"/>
                </a:cubicBezTo>
                <a:cubicBezTo>
                  <a:pt x="61" y="896"/>
                  <a:pt x="59" y="894"/>
                  <a:pt x="57" y="892"/>
                </a:cubicBezTo>
                <a:cubicBezTo>
                  <a:pt x="56" y="895"/>
                  <a:pt x="59" y="894"/>
                  <a:pt x="59" y="897"/>
                </a:cubicBezTo>
                <a:cubicBezTo>
                  <a:pt x="55" y="895"/>
                  <a:pt x="52" y="881"/>
                  <a:pt x="47" y="888"/>
                </a:cubicBezTo>
                <a:cubicBezTo>
                  <a:pt x="47" y="885"/>
                  <a:pt x="47" y="885"/>
                  <a:pt x="47" y="885"/>
                </a:cubicBezTo>
                <a:cubicBezTo>
                  <a:pt x="45" y="883"/>
                  <a:pt x="41" y="886"/>
                  <a:pt x="43" y="887"/>
                </a:cubicBezTo>
                <a:cubicBezTo>
                  <a:pt x="47" y="883"/>
                  <a:pt x="46" y="896"/>
                  <a:pt x="49" y="893"/>
                </a:cubicBezTo>
                <a:cubicBezTo>
                  <a:pt x="49" y="894"/>
                  <a:pt x="50" y="894"/>
                  <a:pt x="50" y="894"/>
                </a:cubicBezTo>
                <a:cubicBezTo>
                  <a:pt x="50" y="896"/>
                  <a:pt x="49" y="896"/>
                  <a:pt x="49" y="898"/>
                </a:cubicBezTo>
                <a:cubicBezTo>
                  <a:pt x="53" y="899"/>
                  <a:pt x="48" y="896"/>
                  <a:pt x="51" y="895"/>
                </a:cubicBezTo>
                <a:close/>
                <a:moveTo>
                  <a:pt x="52" y="893"/>
                </a:moveTo>
                <a:cubicBezTo>
                  <a:pt x="55" y="892"/>
                  <a:pt x="56" y="894"/>
                  <a:pt x="56" y="896"/>
                </a:cubicBezTo>
                <a:cubicBezTo>
                  <a:pt x="55" y="895"/>
                  <a:pt x="52" y="896"/>
                  <a:pt x="52" y="893"/>
                </a:cubicBezTo>
                <a:close/>
                <a:moveTo>
                  <a:pt x="48" y="890"/>
                </a:moveTo>
                <a:cubicBezTo>
                  <a:pt x="49" y="889"/>
                  <a:pt x="50" y="889"/>
                  <a:pt x="52" y="890"/>
                </a:cubicBezTo>
                <a:cubicBezTo>
                  <a:pt x="51" y="893"/>
                  <a:pt x="51" y="892"/>
                  <a:pt x="52" y="894"/>
                </a:cubicBezTo>
                <a:cubicBezTo>
                  <a:pt x="50" y="893"/>
                  <a:pt x="50" y="891"/>
                  <a:pt x="48" y="890"/>
                </a:cubicBezTo>
                <a:close/>
                <a:moveTo>
                  <a:pt x="680" y="901"/>
                </a:moveTo>
                <a:cubicBezTo>
                  <a:pt x="680" y="904"/>
                  <a:pt x="684" y="899"/>
                  <a:pt x="688" y="901"/>
                </a:cubicBezTo>
                <a:cubicBezTo>
                  <a:pt x="687" y="895"/>
                  <a:pt x="683" y="901"/>
                  <a:pt x="680" y="901"/>
                </a:cubicBezTo>
                <a:close/>
                <a:moveTo>
                  <a:pt x="88" y="919"/>
                </a:moveTo>
                <a:cubicBezTo>
                  <a:pt x="89" y="917"/>
                  <a:pt x="91" y="917"/>
                  <a:pt x="92" y="915"/>
                </a:cubicBezTo>
                <a:cubicBezTo>
                  <a:pt x="87" y="911"/>
                  <a:pt x="83" y="903"/>
                  <a:pt x="81" y="899"/>
                </a:cubicBezTo>
                <a:cubicBezTo>
                  <a:pt x="78" y="905"/>
                  <a:pt x="86" y="906"/>
                  <a:pt x="87" y="912"/>
                </a:cubicBezTo>
                <a:cubicBezTo>
                  <a:pt x="83" y="913"/>
                  <a:pt x="85" y="919"/>
                  <a:pt x="88" y="919"/>
                </a:cubicBezTo>
                <a:close/>
                <a:moveTo>
                  <a:pt x="897" y="900"/>
                </a:moveTo>
                <a:cubicBezTo>
                  <a:pt x="894" y="902"/>
                  <a:pt x="889" y="903"/>
                  <a:pt x="887" y="906"/>
                </a:cubicBezTo>
                <a:cubicBezTo>
                  <a:pt x="891" y="905"/>
                  <a:pt x="897" y="902"/>
                  <a:pt x="897" y="900"/>
                </a:cubicBezTo>
                <a:close/>
                <a:moveTo>
                  <a:pt x="885" y="906"/>
                </a:moveTo>
                <a:cubicBezTo>
                  <a:pt x="885" y="909"/>
                  <a:pt x="878" y="909"/>
                  <a:pt x="880" y="912"/>
                </a:cubicBezTo>
                <a:cubicBezTo>
                  <a:pt x="881" y="910"/>
                  <a:pt x="887" y="908"/>
                  <a:pt x="885" y="906"/>
                </a:cubicBezTo>
                <a:close/>
                <a:moveTo>
                  <a:pt x="66" y="947"/>
                </a:moveTo>
                <a:cubicBezTo>
                  <a:pt x="63" y="947"/>
                  <a:pt x="63" y="943"/>
                  <a:pt x="62" y="941"/>
                </a:cubicBezTo>
                <a:cubicBezTo>
                  <a:pt x="64" y="943"/>
                  <a:pt x="67" y="943"/>
                  <a:pt x="66" y="947"/>
                </a:cubicBezTo>
                <a:close/>
                <a:moveTo>
                  <a:pt x="181" y="984"/>
                </a:moveTo>
                <a:cubicBezTo>
                  <a:pt x="184" y="986"/>
                  <a:pt x="188" y="990"/>
                  <a:pt x="187" y="994"/>
                </a:cubicBezTo>
                <a:cubicBezTo>
                  <a:pt x="182" y="993"/>
                  <a:pt x="182" y="988"/>
                  <a:pt x="181" y="984"/>
                </a:cubicBezTo>
                <a:close/>
                <a:moveTo>
                  <a:pt x="202" y="1015"/>
                </a:moveTo>
                <a:cubicBezTo>
                  <a:pt x="199" y="1009"/>
                  <a:pt x="191" y="1004"/>
                  <a:pt x="191" y="998"/>
                </a:cubicBezTo>
                <a:cubicBezTo>
                  <a:pt x="195" y="1001"/>
                  <a:pt x="199" y="1005"/>
                  <a:pt x="204" y="1009"/>
                </a:cubicBezTo>
                <a:cubicBezTo>
                  <a:pt x="203" y="1011"/>
                  <a:pt x="203" y="1014"/>
                  <a:pt x="202" y="1015"/>
                </a:cubicBezTo>
                <a:close/>
                <a:moveTo>
                  <a:pt x="1077" y="966"/>
                </a:moveTo>
                <a:cubicBezTo>
                  <a:pt x="1073" y="968"/>
                  <a:pt x="1075" y="971"/>
                  <a:pt x="1075" y="975"/>
                </a:cubicBezTo>
                <a:cubicBezTo>
                  <a:pt x="1072" y="974"/>
                  <a:pt x="1070" y="984"/>
                  <a:pt x="1069" y="986"/>
                </a:cubicBezTo>
                <a:cubicBezTo>
                  <a:pt x="1071" y="983"/>
                  <a:pt x="1067" y="991"/>
                  <a:pt x="1071" y="991"/>
                </a:cubicBezTo>
                <a:cubicBezTo>
                  <a:pt x="1069" y="990"/>
                  <a:pt x="1068" y="995"/>
                  <a:pt x="1069" y="996"/>
                </a:cubicBezTo>
                <a:cubicBezTo>
                  <a:pt x="1073" y="990"/>
                  <a:pt x="1073" y="982"/>
                  <a:pt x="1073" y="976"/>
                </a:cubicBezTo>
                <a:cubicBezTo>
                  <a:pt x="1076" y="976"/>
                  <a:pt x="1077" y="974"/>
                  <a:pt x="1077" y="972"/>
                </a:cubicBezTo>
                <a:cubicBezTo>
                  <a:pt x="1075" y="970"/>
                  <a:pt x="1076" y="969"/>
                  <a:pt x="1077" y="966"/>
                </a:cubicBezTo>
                <a:close/>
                <a:moveTo>
                  <a:pt x="661" y="973"/>
                </a:moveTo>
                <a:cubicBezTo>
                  <a:pt x="660" y="976"/>
                  <a:pt x="654" y="972"/>
                  <a:pt x="654" y="975"/>
                </a:cubicBezTo>
                <a:cubicBezTo>
                  <a:pt x="655" y="975"/>
                  <a:pt x="655" y="975"/>
                  <a:pt x="655" y="977"/>
                </a:cubicBezTo>
                <a:cubicBezTo>
                  <a:pt x="658" y="977"/>
                  <a:pt x="662" y="975"/>
                  <a:pt x="661" y="973"/>
                </a:cubicBezTo>
                <a:close/>
                <a:moveTo>
                  <a:pt x="1065" y="992"/>
                </a:moveTo>
                <a:cubicBezTo>
                  <a:pt x="1066" y="994"/>
                  <a:pt x="1063" y="997"/>
                  <a:pt x="1065" y="998"/>
                </a:cubicBezTo>
                <a:cubicBezTo>
                  <a:pt x="1065" y="995"/>
                  <a:pt x="1067" y="995"/>
                  <a:pt x="1068" y="993"/>
                </a:cubicBezTo>
                <a:cubicBezTo>
                  <a:pt x="1066" y="993"/>
                  <a:pt x="1067" y="991"/>
                  <a:pt x="1065" y="992"/>
                </a:cubicBezTo>
                <a:close/>
                <a:moveTo>
                  <a:pt x="247" y="1014"/>
                </a:moveTo>
                <a:cubicBezTo>
                  <a:pt x="249" y="1013"/>
                  <a:pt x="249" y="1017"/>
                  <a:pt x="251" y="1014"/>
                </a:cubicBezTo>
                <a:cubicBezTo>
                  <a:pt x="251" y="1012"/>
                  <a:pt x="245" y="1009"/>
                  <a:pt x="248" y="1011"/>
                </a:cubicBezTo>
                <a:cubicBezTo>
                  <a:pt x="248" y="1012"/>
                  <a:pt x="248" y="1012"/>
                  <a:pt x="248" y="1013"/>
                </a:cubicBezTo>
                <a:cubicBezTo>
                  <a:pt x="248" y="1013"/>
                  <a:pt x="247" y="1013"/>
                  <a:pt x="247" y="1014"/>
                </a:cubicBezTo>
                <a:close/>
                <a:moveTo>
                  <a:pt x="325" y="1020"/>
                </a:moveTo>
                <a:cubicBezTo>
                  <a:pt x="322" y="1019"/>
                  <a:pt x="321" y="1021"/>
                  <a:pt x="318" y="1021"/>
                </a:cubicBezTo>
                <a:cubicBezTo>
                  <a:pt x="313" y="1017"/>
                  <a:pt x="311" y="1010"/>
                  <a:pt x="305" y="1008"/>
                </a:cubicBezTo>
                <a:cubicBezTo>
                  <a:pt x="305" y="1011"/>
                  <a:pt x="302" y="1011"/>
                  <a:pt x="300" y="1011"/>
                </a:cubicBezTo>
                <a:cubicBezTo>
                  <a:pt x="301" y="1014"/>
                  <a:pt x="303" y="1016"/>
                  <a:pt x="305" y="1018"/>
                </a:cubicBezTo>
                <a:cubicBezTo>
                  <a:pt x="309" y="1015"/>
                  <a:pt x="309" y="1022"/>
                  <a:pt x="313" y="1022"/>
                </a:cubicBezTo>
                <a:cubicBezTo>
                  <a:pt x="314" y="1021"/>
                  <a:pt x="314" y="1019"/>
                  <a:pt x="315" y="1019"/>
                </a:cubicBezTo>
                <a:cubicBezTo>
                  <a:pt x="317" y="1020"/>
                  <a:pt x="317" y="1023"/>
                  <a:pt x="318" y="1025"/>
                </a:cubicBezTo>
                <a:cubicBezTo>
                  <a:pt x="323" y="1023"/>
                  <a:pt x="332" y="1040"/>
                  <a:pt x="338" y="1032"/>
                </a:cubicBezTo>
                <a:cubicBezTo>
                  <a:pt x="333" y="1028"/>
                  <a:pt x="326" y="1027"/>
                  <a:pt x="325" y="1020"/>
                </a:cubicBezTo>
                <a:close/>
                <a:moveTo>
                  <a:pt x="319" y="1029"/>
                </a:moveTo>
                <a:cubicBezTo>
                  <a:pt x="318" y="1029"/>
                  <a:pt x="313" y="1024"/>
                  <a:pt x="314" y="1027"/>
                </a:cubicBezTo>
                <a:cubicBezTo>
                  <a:pt x="315" y="1028"/>
                  <a:pt x="317" y="1033"/>
                  <a:pt x="319" y="1029"/>
                </a:cubicBezTo>
                <a:close/>
                <a:moveTo>
                  <a:pt x="699" y="1055"/>
                </a:moveTo>
                <a:cubicBezTo>
                  <a:pt x="697" y="1052"/>
                  <a:pt x="703" y="1051"/>
                  <a:pt x="703" y="1048"/>
                </a:cubicBezTo>
                <a:cubicBezTo>
                  <a:pt x="708" y="1046"/>
                  <a:pt x="711" y="1048"/>
                  <a:pt x="714" y="1044"/>
                </a:cubicBezTo>
                <a:cubicBezTo>
                  <a:pt x="704" y="1040"/>
                  <a:pt x="690" y="1052"/>
                  <a:pt x="688" y="1043"/>
                </a:cubicBezTo>
                <a:cubicBezTo>
                  <a:pt x="694" y="1038"/>
                  <a:pt x="702" y="1040"/>
                  <a:pt x="707" y="1036"/>
                </a:cubicBezTo>
                <a:cubicBezTo>
                  <a:pt x="703" y="1036"/>
                  <a:pt x="703" y="1032"/>
                  <a:pt x="698" y="1033"/>
                </a:cubicBezTo>
                <a:cubicBezTo>
                  <a:pt x="696" y="1041"/>
                  <a:pt x="676" y="1034"/>
                  <a:pt x="676" y="1042"/>
                </a:cubicBezTo>
                <a:cubicBezTo>
                  <a:pt x="673" y="1043"/>
                  <a:pt x="672" y="1038"/>
                  <a:pt x="670" y="1041"/>
                </a:cubicBezTo>
                <a:cubicBezTo>
                  <a:pt x="674" y="1041"/>
                  <a:pt x="671" y="1043"/>
                  <a:pt x="670" y="1044"/>
                </a:cubicBezTo>
                <a:cubicBezTo>
                  <a:pt x="673" y="1044"/>
                  <a:pt x="672" y="1047"/>
                  <a:pt x="672" y="1050"/>
                </a:cubicBezTo>
                <a:cubicBezTo>
                  <a:pt x="657" y="1057"/>
                  <a:pt x="641" y="1047"/>
                  <a:pt x="627" y="1050"/>
                </a:cubicBezTo>
                <a:cubicBezTo>
                  <a:pt x="628" y="1052"/>
                  <a:pt x="628" y="1054"/>
                  <a:pt x="628" y="1057"/>
                </a:cubicBezTo>
                <a:cubicBezTo>
                  <a:pt x="631" y="1056"/>
                  <a:pt x="633" y="1055"/>
                  <a:pt x="636" y="1057"/>
                </a:cubicBezTo>
                <a:cubicBezTo>
                  <a:pt x="636" y="1056"/>
                  <a:pt x="635" y="1054"/>
                  <a:pt x="636" y="1054"/>
                </a:cubicBezTo>
                <a:cubicBezTo>
                  <a:pt x="645" y="1054"/>
                  <a:pt x="658" y="1059"/>
                  <a:pt x="662" y="1053"/>
                </a:cubicBezTo>
                <a:cubicBezTo>
                  <a:pt x="664" y="1053"/>
                  <a:pt x="666" y="1055"/>
                  <a:pt x="664" y="1057"/>
                </a:cubicBezTo>
                <a:cubicBezTo>
                  <a:pt x="671" y="1057"/>
                  <a:pt x="677" y="1059"/>
                  <a:pt x="683" y="1061"/>
                </a:cubicBezTo>
                <a:cubicBezTo>
                  <a:pt x="684" y="1059"/>
                  <a:pt x="681" y="1058"/>
                  <a:pt x="683" y="1057"/>
                </a:cubicBezTo>
                <a:cubicBezTo>
                  <a:pt x="683" y="1059"/>
                  <a:pt x="685" y="1058"/>
                  <a:pt x="685" y="1059"/>
                </a:cubicBezTo>
                <a:cubicBezTo>
                  <a:pt x="686" y="1053"/>
                  <a:pt x="697" y="1055"/>
                  <a:pt x="699" y="1055"/>
                </a:cubicBezTo>
                <a:close/>
                <a:moveTo>
                  <a:pt x="489" y="1081"/>
                </a:moveTo>
                <a:cubicBezTo>
                  <a:pt x="490" y="1085"/>
                  <a:pt x="494" y="1086"/>
                  <a:pt x="496" y="1085"/>
                </a:cubicBezTo>
                <a:cubicBezTo>
                  <a:pt x="492" y="1085"/>
                  <a:pt x="494" y="1080"/>
                  <a:pt x="489" y="1081"/>
                </a:cubicBezTo>
                <a:close/>
                <a:moveTo>
                  <a:pt x="517" y="1092"/>
                </a:moveTo>
                <a:cubicBezTo>
                  <a:pt x="510" y="1092"/>
                  <a:pt x="502" y="1087"/>
                  <a:pt x="496" y="1089"/>
                </a:cubicBezTo>
                <a:cubicBezTo>
                  <a:pt x="504" y="1090"/>
                  <a:pt x="509" y="1094"/>
                  <a:pt x="517" y="1092"/>
                </a:cubicBezTo>
                <a:close/>
                <a:moveTo>
                  <a:pt x="823" y="1101"/>
                </a:moveTo>
                <a:cubicBezTo>
                  <a:pt x="823" y="1104"/>
                  <a:pt x="818" y="1101"/>
                  <a:pt x="818" y="1103"/>
                </a:cubicBezTo>
                <a:cubicBezTo>
                  <a:pt x="819" y="1105"/>
                  <a:pt x="825" y="1103"/>
                  <a:pt x="823" y="1101"/>
                </a:cubicBezTo>
                <a:close/>
                <a:moveTo>
                  <a:pt x="593" y="1118"/>
                </a:moveTo>
                <a:cubicBezTo>
                  <a:pt x="597" y="1118"/>
                  <a:pt x="603" y="1124"/>
                  <a:pt x="606" y="1120"/>
                </a:cubicBezTo>
                <a:cubicBezTo>
                  <a:pt x="603" y="1118"/>
                  <a:pt x="592" y="1117"/>
                  <a:pt x="593" y="1118"/>
                </a:cubicBezTo>
                <a:close/>
                <a:moveTo>
                  <a:pt x="818" y="1126"/>
                </a:moveTo>
                <a:cubicBezTo>
                  <a:pt x="814" y="1127"/>
                  <a:pt x="806" y="1126"/>
                  <a:pt x="810" y="1131"/>
                </a:cubicBezTo>
                <a:cubicBezTo>
                  <a:pt x="796" y="1134"/>
                  <a:pt x="784" y="1133"/>
                  <a:pt x="775" y="1139"/>
                </a:cubicBezTo>
                <a:cubicBezTo>
                  <a:pt x="771" y="1134"/>
                  <a:pt x="767" y="1141"/>
                  <a:pt x="764" y="1143"/>
                </a:cubicBezTo>
                <a:cubicBezTo>
                  <a:pt x="781" y="1141"/>
                  <a:pt x="801" y="1137"/>
                  <a:pt x="817" y="1129"/>
                </a:cubicBezTo>
                <a:cubicBezTo>
                  <a:pt x="815" y="1129"/>
                  <a:pt x="814" y="1127"/>
                  <a:pt x="818" y="1126"/>
                </a:cubicBezTo>
                <a:close/>
                <a:moveTo>
                  <a:pt x="916" y="627"/>
                </a:moveTo>
                <a:cubicBezTo>
                  <a:pt x="917" y="623"/>
                  <a:pt x="917" y="618"/>
                  <a:pt x="916" y="616"/>
                </a:cubicBezTo>
                <a:cubicBezTo>
                  <a:pt x="915" y="619"/>
                  <a:pt x="914" y="621"/>
                  <a:pt x="914" y="625"/>
                </a:cubicBezTo>
                <a:cubicBezTo>
                  <a:pt x="917" y="623"/>
                  <a:pt x="914" y="627"/>
                  <a:pt x="916" y="627"/>
                </a:cubicBezTo>
                <a:close/>
                <a:moveTo>
                  <a:pt x="912" y="748"/>
                </a:moveTo>
                <a:cubicBezTo>
                  <a:pt x="920" y="748"/>
                  <a:pt x="918" y="735"/>
                  <a:pt x="924" y="736"/>
                </a:cubicBezTo>
                <a:cubicBezTo>
                  <a:pt x="926" y="732"/>
                  <a:pt x="927" y="727"/>
                  <a:pt x="931" y="725"/>
                </a:cubicBezTo>
                <a:cubicBezTo>
                  <a:pt x="931" y="732"/>
                  <a:pt x="936" y="727"/>
                  <a:pt x="933" y="734"/>
                </a:cubicBezTo>
                <a:cubicBezTo>
                  <a:pt x="938" y="734"/>
                  <a:pt x="936" y="726"/>
                  <a:pt x="937" y="722"/>
                </a:cubicBezTo>
                <a:cubicBezTo>
                  <a:pt x="938" y="721"/>
                  <a:pt x="940" y="721"/>
                  <a:pt x="940" y="720"/>
                </a:cubicBezTo>
                <a:cubicBezTo>
                  <a:pt x="943" y="714"/>
                  <a:pt x="942" y="700"/>
                  <a:pt x="946" y="706"/>
                </a:cubicBezTo>
                <a:cubicBezTo>
                  <a:pt x="946" y="698"/>
                  <a:pt x="953" y="691"/>
                  <a:pt x="949" y="686"/>
                </a:cubicBezTo>
                <a:cubicBezTo>
                  <a:pt x="950" y="685"/>
                  <a:pt x="950" y="683"/>
                  <a:pt x="952" y="684"/>
                </a:cubicBezTo>
                <a:cubicBezTo>
                  <a:pt x="949" y="677"/>
                  <a:pt x="953" y="673"/>
                  <a:pt x="950" y="666"/>
                </a:cubicBezTo>
                <a:cubicBezTo>
                  <a:pt x="942" y="666"/>
                  <a:pt x="938" y="682"/>
                  <a:pt x="933" y="676"/>
                </a:cubicBezTo>
                <a:cubicBezTo>
                  <a:pt x="931" y="685"/>
                  <a:pt x="926" y="690"/>
                  <a:pt x="928" y="702"/>
                </a:cubicBezTo>
                <a:cubicBezTo>
                  <a:pt x="926" y="702"/>
                  <a:pt x="925" y="704"/>
                  <a:pt x="924" y="705"/>
                </a:cubicBezTo>
                <a:cubicBezTo>
                  <a:pt x="924" y="708"/>
                  <a:pt x="926" y="708"/>
                  <a:pt x="926" y="711"/>
                </a:cubicBezTo>
                <a:cubicBezTo>
                  <a:pt x="923" y="709"/>
                  <a:pt x="926" y="715"/>
                  <a:pt x="925" y="718"/>
                </a:cubicBezTo>
                <a:cubicBezTo>
                  <a:pt x="922" y="725"/>
                  <a:pt x="918" y="729"/>
                  <a:pt x="918" y="738"/>
                </a:cubicBezTo>
                <a:cubicBezTo>
                  <a:pt x="916" y="741"/>
                  <a:pt x="912" y="742"/>
                  <a:pt x="912" y="748"/>
                </a:cubicBezTo>
                <a:close/>
                <a:moveTo>
                  <a:pt x="932" y="685"/>
                </a:moveTo>
                <a:cubicBezTo>
                  <a:pt x="935" y="685"/>
                  <a:pt x="932" y="691"/>
                  <a:pt x="930" y="691"/>
                </a:cubicBezTo>
                <a:cubicBezTo>
                  <a:pt x="930" y="688"/>
                  <a:pt x="931" y="687"/>
                  <a:pt x="932" y="685"/>
                </a:cubicBezTo>
                <a:close/>
                <a:moveTo>
                  <a:pt x="125" y="832"/>
                </a:moveTo>
                <a:cubicBezTo>
                  <a:pt x="126" y="837"/>
                  <a:pt x="126" y="836"/>
                  <a:pt x="126" y="842"/>
                </a:cubicBezTo>
                <a:cubicBezTo>
                  <a:pt x="131" y="842"/>
                  <a:pt x="129" y="834"/>
                  <a:pt x="133" y="834"/>
                </a:cubicBezTo>
                <a:cubicBezTo>
                  <a:pt x="132" y="831"/>
                  <a:pt x="133" y="828"/>
                  <a:pt x="132" y="827"/>
                </a:cubicBezTo>
                <a:cubicBezTo>
                  <a:pt x="131" y="830"/>
                  <a:pt x="129" y="823"/>
                  <a:pt x="128" y="827"/>
                </a:cubicBezTo>
                <a:cubicBezTo>
                  <a:pt x="129" y="827"/>
                  <a:pt x="129" y="834"/>
                  <a:pt x="125" y="832"/>
                </a:cubicBezTo>
                <a:close/>
                <a:moveTo>
                  <a:pt x="548" y="863"/>
                </a:moveTo>
                <a:cubicBezTo>
                  <a:pt x="551" y="868"/>
                  <a:pt x="557" y="871"/>
                  <a:pt x="561" y="875"/>
                </a:cubicBezTo>
                <a:cubicBezTo>
                  <a:pt x="559" y="870"/>
                  <a:pt x="565" y="873"/>
                  <a:pt x="565" y="870"/>
                </a:cubicBezTo>
                <a:cubicBezTo>
                  <a:pt x="561" y="864"/>
                  <a:pt x="554" y="860"/>
                  <a:pt x="549" y="855"/>
                </a:cubicBezTo>
                <a:cubicBezTo>
                  <a:pt x="547" y="862"/>
                  <a:pt x="556" y="860"/>
                  <a:pt x="557" y="866"/>
                </a:cubicBezTo>
                <a:cubicBezTo>
                  <a:pt x="552" y="867"/>
                  <a:pt x="551" y="864"/>
                  <a:pt x="548" y="863"/>
                </a:cubicBezTo>
                <a:close/>
                <a:moveTo>
                  <a:pt x="738" y="887"/>
                </a:moveTo>
                <a:cubicBezTo>
                  <a:pt x="739" y="890"/>
                  <a:pt x="739" y="891"/>
                  <a:pt x="738" y="894"/>
                </a:cubicBezTo>
                <a:cubicBezTo>
                  <a:pt x="740" y="894"/>
                  <a:pt x="741" y="893"/>
                  <a:pt x="742" y="893"/>
                </a:cubicBezTo>
                <a:cubicBezTo>
                  <a:pt x="743" y="895"/>
                  <a:pt x="742" y="896"/>
                  <a:pt x="745" y="898"/>
                </a:cubicBezTo>
                <a:cubicBezTo>
                  <a:pt x="748" y="893"/>
                  <a:pt x="754" y="892"/>
                  <a:pt x="758" y="888"/>
                </a:cubicBezTo>
                <a:cubicBezTo>
                  <a:pt x="757" y="885"/>
                  <a:pt x="756" y="882"/>
                  <a:pt x="753" y="881"/>
                </a:cubicBezTo>
                <a:cubicBezTo>
                  <a:pt x="750" y="885"/>
                  <a:pt x="743" y="885"/>
                  <a:pt x="738" y="887"/>
                </a:cubicBezTo>
                <a:close/>
                <a:moveTo>
                  <a:pt x="136" y="922"/>
                </a:moveTo>
                <a:cubicBezTo>
                  <a:pt x="137" y="922"/>
                  <a:pt x="138" y="923"/>
                  <a:pt x="138" y="925"/>
                </a:cubicBezTo>
                <a:cubicBezTo>
                  <a:pt x="134" y="926"/>
                  <a:pt x="131" y="923"/>
                  <a:pt x="129" y="926"/>
                </a:cubicBezTo>
                <a:cubicBezTo>
                  <a:pt x="130" y="928"/>
                  <a:pt x="132" y="929"/>
                  <a:pt x="132" y="932"/>
                </a:cubicBezTo>
                <a:cubicBezTo>
                  <a:pt x="142" y="932"/>
                  <a:pt x="144" y="940"/>
                  <a:pt x="152" y="941"/>
                </a:cubicBezTo>
                <a:cubicBezTo>
                  <a:pt x="151" y="936"/>
                  <a:pt x="150" y="933"/>
                  <a:pt x="148" y="929"/>
                </a:cubicBezTo>
                <a:cubicBezTo>
                  <a:pt x="151" y="928"/>
                  <a:pt x="148" y="924"/>
                  <a:pt x="152" y="924"/>
                </a:cubicBezTo>
                <a:cubicBezTo>
                  <a:pt x="150" y="919"/>
                  <a:pt x="142" y="920"/>
                  <a:pt x="139" y="916"/>
                </a:cubicBezTo>
                <a:cubicBezTo>
                  <a:pt x="138" y="920"/>
                  <a:pt x="141" y="921"/>
                  <a:pt x="139" y="923"/>
                </a:cubicBezTo>
                <a:cubicBezTo>
                  <a:pt x="138" y="923"/>
                  <a:pt x="137" y="919"/>
                  <a:pt x="136" y="922"/>
                </a:cubicBezTo>
                <a:close/>
                <a:moveTo>
                  <a:pt x="638" y="991"/>
                </a:moveTo>
                <a:cubicBezTo>
                  <a:pt x="639" y="988"/>
                  <a:pt x="637" y="988"/>
                  <a:pt x="638" y="986"/>
                </a:cubicBezTo>
                <a:cubicBezTo>
                  <a:pt x="631" y="982"/>
                  <a:pt x="628" y="988"/>
                  <a:pt x="619" y="987"/>
                </a:cubicBezTo>
                <a:cubicBezTo>
                  <a:pt x="620" y="994"/>
                  <a:pt x="631" y="990"/>
                  <a:pt x="634" y="995"/>
                </a:cubicBezTo>
                <a:cubicBezTo>
                  <a:pt x="633" y="992"/>
                  <a:pt x="635" y="991"/>
                  <a:pt x="638" y="991"/>
                </a:cubicBezTo>
                <a:close/>
                <a:moveTo>
                  <a:pt x="675" y="1018"/>
                </a:moveTo>
                <a:cubicBezTo>
                  <a:pt x="677" y="1018"/>
                  <a:pt x="680" y="1017"/>
                  <a:pt x="680" y="1019"/>
                </a:cubicBezTo>
                <a:cubicBezTo>
                  <a:pt x="679" y="1019"/>
                  <a:pt x="676" y="1018"/>
                  <a:pt x="677" y="1021"/>
                </a:cubicBezTo>
                <a:cubicBezTo>
                  <a:pt x="677" y="1024"/>
                  <a:pt x="682" y="1020"/>
                  <a:pt x="684" y="1022"/>
                </a:cubicBezTo>
                <a:cubicBezTo>
                  <a:pt x="685" y="1017"/>
                  <a:pt x="685" y="1016"/>
                  <a:pt x="688" y="1014"/>
                </a:cubicBezTo>
                <a:cubicBezTo>
                  <a:pt x="682" y="1013"/>
                  <a:pt x="677" y="1013"/>
                  <a:pt x="675" y="1018"/>
                </a:cubicBezTo>
                <a:close/>
                <a:moveTo>
                  <a:pt x="847" y="1109"/>
                </a:moveTo>
                <a:cubicBezTo>
                  <a:pt x="841" y="1112"/>
                  <a:pt x="836" y="1115"/>
                  <a:pt x="835" y="1120"/>
                </a:cubicBezTo>
                <a:cubicBezTo>
                  <a:pt x="833" y="1118"/>
                  <a:pt x="837" y="1116"/>
                  <a:pt x="833" y="1116"/>
                </a:cubicBezTo>
                <a:cubicBezTo>
                  <a:pt x="833" y="1121"/>
                  <a:pt x="833" y="1121"/>
                  <a:pt x="833" y="1121"/>
                </a:cubicBezTo>
                <a:cubicBezTo>
                  <a:pt x="840" y="1122"/>
                  <a:pt x="847" y="1119"/>
                  <a:pt x="850" y="1114"/>
                </a:cubicBezTo>
                <a:cubicBezTo>
                  <a:pt x="849" y="1113"/>
                  <a:pt x="847" y="1112"/>
                  <a:pt x="847" y="110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62222" y="2981913"/>
            <a:ext cx="1200329" cy="923330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6000" spc="1200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 dir="u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push dir="u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8562"/>
          <p:cNvSpPr/>
          <p:nvPr/>
        </p:nvSpPr>
        <p:spPr>
          <a:xfrm>
            <a:off x="8693229" y="1420747"/>
            <a:ext cx="1586139" cy="4405938"/>
          </a:xfrm>
          <a:prstGeom prst="ellipse">
            <a:avLst/>
          </a:prstGeom>
          <a:noFill/>
          <a:ln w="63500" cap="flat">
            <a:solidFill>
              <a:srgbClr val="E5E5E5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3" name="Shape 8563"/>
          <p:cNvSpPr/>
          <p:nvPr/>
        </p:nvSpPr>
        <p:spPr>
          <a:xfrm>
            <a:off x="7461633" y="2447402"/>
            <a:ext cx="4049330" cy="23526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34" h="20336" extrusionOk="0">
                <a:moveTo>
                  <a:pt x="3995" y="84"/>
                </a:moveTo>
                <a:cubicBezTo>
                  <a:pt x="8275" y="801"/>
                  <a:pt x="14217" y="5896"/>
                  <a:pt x="17267" y="11465"/>
                </a:cubicBezTo>
                <a:cubicBezTo>
                  <a:pt x="20317" y="17034"/>
                  <a:pt x="19319" y="20968"/>
                  <a:pt x="15039" y="20252"/>
                </a:cubicBezTo>
                <a:cubicBezTo>
                  <a:pt x="10759" y="19535"/>
                  <a:pt x="4817" y="14440"/>
                  <a:pt x="1767" y="8871"/>
                </a:cubicBezTo>
                <a:cubicBezTo>
                  <a:pt x="-1283" y="3302"/>
                  <a:pt x="-285" y="-632"/>
                  <a:pt x="3995" y="84"/>
                </a:cubicBezTo>
                <a:close/>
              </a:path>
            </a:pathLst>
          </a:custGeom>
          <a:noFill/>
          <a:ln w="63500" cap="flat">
            <a:solidFill>
              <a:srgbClr val="E5E5E5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4" name="Shape 8564"/>
          <p:cNvSpPr/>
          <p:nvPr/>
        </p:nvSpPr>
        <p:spPr>
          <a:xfrm>
            <a:off x="7461633" y="2447402"/>
            <a:ext cx="4049330" cy="23526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34" h="20336" extrusionOk="0">
                <a:moveTo>
                  <a:pt x="17267" y="8871"/>
                </a:moveTo>
                <a:cubicBezTo>
                  <a:pt x="14217" y="14440"/>
                  <a:pt x="8275" y="19535"/>
                  <a:pt x="3995" y="20252"/>
                </a:cubicBezTo>
                <a:cubicBezTo>
                  <a:pt x="-285" y="20968"/>
                  <a:pt x="-1283" y="17034"/>
                  <a:pt x="1767" y="11465"/>
                </a:cubicBezTo>
                <a:cubicBezTo>
                  <a:pt x="4817" y="5896"/>
                  <a:pt x="10759" y="801"/>
                  <a:pt x="15039" y="84"/>
                </a:cubicBezTo>
                <a:cubicBezTo>
                  <a:pt x="19319" y="-632"/>
                  <a:pt x="20317" y="3302"/>
                  <a:pt x="17267" y="8871"/>
                </a:cubicBezTo>
                <a:close/>
              </a:path>
            </a:pathLst>
          </a:custGeom>
          <a:noFill/>
          <a:ln w="63500" cap="flat">
            <a:solidFill>
              <a:srgbClr val="E5E5E5"/>
            </a:solidFill>
            <a:prstDash val="solid"/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6" name="Shape 8566"/>
          <p:cNvSpPr/>
          <p:nvPr/>
        </p:nvSpPr>
        <p:spPr>
          <a:xfrm>
            <a:off x="7752249" y="2103812"/>
            <a:ext cx="793069" cy="793069"/>
          </a:xfrm>
          <a:prstGeom prst="ellipse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hape 8569"/>
          <p:cNvSpPr/>
          <p:nvPr/>
        </p:nvSpPr>
        <p:spPr>
          <a:xfrm>
            <a:off x="10431684" y="4341698"/>
            <a:ext cx="793070" cy="793070"/>
          </a:xfrm>
          <a:prstGeom prst="ellipse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hape 8572"/>
          <p:cNvSpPr/>
          <p:nvPr/>
        </p:nvSpPr>
        <p:spPr>
          <a:xfrm>
            <a:off x="10431684" y="2103812"/>
            <a:ext cx="793070" cy="793069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hape 8575"/>
          <p:cNvSpPr/>
          <p:nvPr/>
        </p:nvSpPr>
        <p:spPr>
          <a:xfrm>
            <a:off x="7752249" y="4341698"/>
            <a:ext cx="793069" cy="79307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0" cstate="screen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4778" y="2296388"/>
            <a:ext cx="402242" cy="32446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2" cstate="screen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38658" y="2306706"/>
            <a:ext cx="379122" cy="314331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4" cstate="screen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1176" y="4592089"/>
            <a:ext cx="359632" cy="310112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6" cstate="screen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4710" y="4554511"/>
            <a:ext cx="422544" cy="347690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708828" y="2286227"/>
            <a:ext cx="5760000" cy="7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31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3"/>
          <p:cNvSpPr txBox="1"/>
          <p:nvPr/>
        </p:nvSpPr>
        <p:spPr>
          <a:xfrm>
            <a:off x="609056" y="1731534"/>
            <a:ext cx="6096000" cy="41896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pc="160" dirty="0">
                <a:solidFill>
                  <a:schemeClr val="bg1">
                    <a:lumMod val="25000"/>
                  </a:schemeClr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单击此处添加大标题内容</a:t>
            </a:r>
            <a:endParaRPr lang="zh-CN" altLang="en-US" spc="160" dirty="0">
              <a:solidFill>
                <a:schemeClr val="bg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28" name="文本框 24"/>
          <p:cNvSpPr txBox="1"/>
          <p:nvPr/>
        </p:nvSpPr>
        <p:spPr>
          <a:xfrm>
            <a:off x="707241" y="2544759"/>
            <a:ext cx="5522797" cy="13743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spc="16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您的正文已经简明扼要，字字珠玑，但信息却错综复杂，需要用更多的文字来表述，但请您尽可能提炼思想的精髓。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682625" y="4095045"/>
            <a:ext cx="5547413" cy="0"/>
          </a:xfrm>
          <a:prstGeom prst="line">
            <a:avLst/>
          </a:prstGeom>
          <a:ln>
            <a:solidFill>
              <a:schemeClr val="bg1">
                <a:lumMod val="10000"/>
                <a:alpha val="1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24"/>
          <p:cNvSpPr txBox="1"/>
          <p:nvPr/>
        </p:nvSpPr>
        <p:spPr>
          <a:xfrm>
            <a:off x="707241" y="4281577"/>
            <a:ext cx="5522797" cy="13743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spc="16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您的正文已经简明扼要，字字珠玑，但信息却错综复杂，需要用更多的文字来表述，但请您尽可能提炼思想的精髓。</a:t>
            </a:r>
          </a:p>
        </p:txBody>
      </p:sp>
      <p:cxnSp>
        <p:nvCxnSpPr>
          <p:cNvPr id="32" name="直接连接符 31"/>
          <p:cNvCxnSpPr/>
          <p:nvPr/>
        </p:nvCxnSpPr>
        <p:spPr>
          <a:xfrm>
            <a:off x="682625" y="5831863"/>
            <a:ext cx="5547413" cy="0"/>
          </a:xfrm>
          <a:prstGeom prst="line">
            <a:avLst/>
          </a:prstGeom>
          <a:ln>
            <a:solidFill>
              <a:schemeClr val="bg1">
                <a:lumMod val="10000"/>
                <a:alpha val="1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958737" y="152400"/>
            <a:ext cx="2799556" cy="61277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222466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请添加标题</a:t>
            </a: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3918631" y="152400"/>
            <a:ext cx="8273369" cy="612775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488180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请添加副标题</a:t>
            </a: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0" y="152400"/>
            <a:ext cx="650082" cy="612775"/>
            <a:chOff x="71437" y="388144"/>
            <a:chExt cx="650082" cy="416719"/>
          </a:xfrm>
        </p:grpSpPr>
        <p:sp>
          <p:nvSpPr>
            <p:cNvPr id="13" name="矩形 12"/>
            <p:cNvSpPr/>
            <p:nvPr/>
          </p:nvSpPr>
          <p:spPr>
            <a:xfrm>
              <a:off x="71437" y="388144"/>
              <a:ext cx="352426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485775" y="388144"/>
              <a:ext cx="114300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650081" y="388144"/>
              <a:ext cx="71438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等腰三角形 16"/>
          <p:cNvSpPr/>
          <p:nvPr>
            <p:custDataLst>
              <p:tags r:id="rId6"/>
            </p:custDataLst>
          </p:nvPr>
        </p:nvSpPr>
        <p:spPr>
          <a:xfrm rot="5400000">
            <a:off x="11420353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等腰三角形 17"/>
          <p:cNvSpPr/>
          <p:nvPr>
            <p:custDataLst>
              <p:tags r:id="rId7"/>
            </p:custDataLst>
          </p:nvPr>
        </p:nvSpPr>
        <p:spPr>
          <a:xfrm rot="5400000">
            <a:off x="11339391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等腰三角形 19"/>
          <p:cNvSpPr/>
          <p:nvPr>
            <p:custDataLst>
              <p:tags r:id="rId8"/>
            </p:custDataLst>
          </p:nvPr>
        </p:nvSpPr>
        <p:spPr>
          <a:xfrm rot="5400000">
            <a:off x="11258429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gallery dir="l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占位符 13"/>
          <p:cNvPicPr>
            <a:picLocks noGrp="1" noChangeAspect="1"/>
          </p:cNvPicPr>
          <p:nvPr>
            <p:ph type="pic" sz="quarter" idx="13"/>
          </p:nvPr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1038" y="2808288"/>
            <a:ext cx="5367337" cy="3429000"/>
          </a:xfrm>
          <a:custGeom>
            <a:avLst/>
            <a:gdLst>
              <a:gd name="connsiteX0" fmla="*/ 0 w 5367941"/>
              <a:gd name="connsiteY0" fmla="*/ 0 h 3429000"/>
              <a:gd name="connsiteX1" fmla="*/ 5367941 w 5367941"/>
              <a:gd name="connsiteY1" fmla="*/ 0 h 3429000"/>
              <a:gd name="connsiteX2" fmla="*/ 5367941 w 5367941"/>
              <a:gd name="connsiteY2" fmla="*/ 3429000 h 3429000"/>
              <a:gd name="connsiteX3" fmla="*/ 0 w 5367941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67941" h="3429000">
                <a:moveTo>
                  <a:pt x="0" y="0"/>
                </a:moveTo>
                <a:lnTo>
                  <a:pt x="5367941" y="0"/>
                </a:lnTo>
                <a:lnTo>
                  <a:pt x="5367941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tx2"/>
          </a:solidFill>
        </p:spPr>
      </p:pic>
      <p:graphicFrame>
        <p:nvGraphicFramePr>
          <p:cNvPr id="26" name="图示 25"/>
          <p:cNvGraphicFramePr/>
          <p:nvPr/>
        </p:nvGraphicFramePr>
        <p:xfrm>
          <a:off x="6367463" y="2808288"/>
          <a:ext cx="5143500" cy="342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pic>
        <p:nvPicPr>
          <p:cNvPr id="27" name="图片占位符 26"/>
          <p:cNvPicPr>
            <a:picLocks noGrp="1" noChangeAspect="1"/>
          </p:cNvPicPr>
          <p:nvPr>
            <p:ph type="pic" sz="quarter" idx="12"/>
          </p:nvPr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7338" y="3014663"/>
            <a:ext cx="1143000" cy="1141412"/>
          </a:xfrm>
          <a:custGeom>
            <a:avLst/>
            <a:gdLst>
              <a:gd name="connsiteX0" fmla="*/ 570929 w 1141858"/>
              <a:gd name="connsiteY0" fmla="*/ 0 h 1141858"/>
              <a:gd name="connsiteX1" fmla="*/ 1141858 w 1141858"/>
              <a:gd name="connsiteY1" fmla="*/ 570929 h 1141858"/>
              <a:gd name="connsiteX2" fmla="*/ 570929 w 1141858"/>
              <a:gd name="connsiteY2" fmla="*/ 1141858 h 1141858"/>
              <a:gd name="connsiteX3" fmla="*/ 0 w 1141858"/>
              <a:gd name="connsiteY3" fmla="*/ 570929 h 1141858"/>
              <a:gd name="connsiteX4" fmla="*/ 570929 w 1141858"/>
              <a:gd name="connsiteY4" fmla="*/ 0 h 1141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1858" h="1141858">
                <a:moveTo>
                  <a:pt x="570929" y="0"/>
                </a:moveTo>
                <a:cubicBezTo>
                  <a:pt x="886244" y="0"/>
                  <a:pt x="1141858" y="255614"/>
                  <a:pt x="1141858" y="570929"/>
                </a:cubicBezTo>
                <a:cubicBezTo>
                  <a:pt x="1141858" y="886244"/>
                  <a:pt x="886244" y="1141858"/>
                  <a:pt x="570929" y="1141858"/>
                </a:cubicBezTo>
                <a:cubicBezTo>
                  <a:pt x="255614" y="1141858"/>
                  <a:pt x="0" y="886244"/>
                  <a:pt x="0" y="570929"/>
                </a:cubicBezTo>
                <a:cubicBezTo>
                  <a:pt x="0" y="255614"/>
                  <a:pt x="255614" y="0"/>
                  <a:pt x="570929" y="0"/>
                </a:cubicBezTo>
                <a:close/>
              </a:path>
            </a:pathLst>
          </a:custGeom>
        </p:spPr>
      </p:pic>
      <p:pic>
        <p:nvPicPr>
          <p:cNvPr id="24" name="图片占位符 23"/>
          <p:cNvPicPr>
            <a:picLocks noGrp="1" noChangeAspect="1"/>
          </p:cNvPicPr>
          <p:nvPr>
            <p:ph type="pic" sz="quarter" idx="11"/>
          </p:nvPr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7713" y="3014663"/>
            <a:ext cx="1143000" cy="1141412"/>
          </a:xfrm>
          <a:custGeom>
            <a:avLst/>
            <a:gdLst>
              <a:gd name="connsiteX0" fmla="*/ 570929 w 1141858"/>
              <a:gd name="connsiteY0" fmla="*/ 0 h 1141858"/>
              <a:gd name="connsiteX1" fmla="*/ 1141858 w 1141858"/>
              <a:gd name="connsiteY1" fmla="*/ 570929 h 1141858"/>
              <a:gd name="connsiteX2" fmla="*/ 570929 w 1141858"/>
              <a:gd name="connsiteY2" fmla="*/ 1141858 h 1141858"/>
              <a:gd name="connsiteX3" fmla="*/ 0 w 1141858"/>
              <a:gd name="connsiteY3" fmla="*/ 570929 h 1141858"/>
              <a:gd name="connsiteX4" fmla="*/ 570929 w 1141858"/>
              <a:gd name="connsiteY4" fmla="*/ 0 h 1141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1858" h="1141858">
                <a:moveTo>
                  <a:pt x="570929" y="0"/>
                </a:moveTo>
                <a:cubicBezTo>
                  <a:pt x="886244" y="0"/>
                  <a:pt x="1141858" y="255614"/>
                  <a:pt x="1141858" y="570929"/>
                </a:cubicBezTo>
                <a:cubicBezTo>
                  <a:pt x="1141858" y="886244"/>
                  <a:pt x="886244" y="1141858"/>
                  <a:pt x="570929" y="1141858"/>
                </a:cubicBezTo>
                <a:cubicBezTo>
                  <a:pt x="255614" y="1141858"/>
                  <a:pt x="0" y="886244"/>
                  <a:pt x="0" y="570929"/>
                </a:cubicBezTo>
                <a:cubicBezTo>
                  <a:pt x="0" y="255614"/>
                  <a:pt x="255614" y="0"/>
                  <a:pt x="570929" y="0"/>
                </a:cubicBezTo>
                <a:close/>
              </a:path>
            </a:pathLst>
          </a:custGeom>
        </p:spPr>
      </p:pic>
      <p:pic>
        <p:nvPicPr>
          <p:cNvPr id="22" name="图片占位符 21"/>
          <p:cNvPicPr>
            <a:picLocks noGrp="1" noChangeAspect="1"/>
          </p:cNvPicPr>
          <p:nvPr>
            <p:ph type="pic" sz="quarter" idx="10"/>
          </p:nvPr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98088" y="3014663"/>
            <a:ext cx="1143000" cy="1141412"/>
          </a:xfrm>
          <a:custGeom>
            <a:avLst/>
            <a:gdLst>
              <a:gd name="connsiteX0" fmla="*/ 570929 w 1141858"/>
              <a:gd name="connsiteY0" fmla="*/ 0 h 1141858"/>
              <a:gd name="connsiteX1" fmla="*/ 1141858 w 1141858"/>
              <a:gd name="connsiteY1" fmla="*/ 570929 h 1141858"/>
              <a:gd name="connsiteX2" fmla="*/ 570929 w 1141858"/>
              <a:gd name="connsiteY2" fmla="*/ 1141858 h 1141858"/>
              <a:gd name="connsiteX3" fmla="*/ 0 w 1141858"/>
              <a:gd name="connsiteY3" fmla="*/ 570929 h 1141858"/>
              <a:gd name="connsiteX4" fmla="*/ 570929 w 1141858"/>
              <a:gd name="connsiteY4" fmla="*/ 0 h 1141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1858" h="1141858">
                <a:moveTo>
                  <a:pt x="570929" y="0"/>
                </a:moveTo>
                <a:cubicBezTo>
                  <a:pt x="886244" y="0"/>
                  <a:pt x="1141858" y="255614"/>
                  <a:pt x="1141858" y="570929"/>
                </a:cubicBezTo>
                <a:cubicBezTo>
                  <a:pt x="1141858" y="886244"/>
                  <a:pt x="886244" y="1141858"/>
                  <a:pt x="570929" y="1141858"/>
                </a:cubicBezTo>
                <a:cubicBezTo>
                  <a:pt x="255614" y="1141858"/>
                  <a:pt x="0" y="886244"/>
                  <a:pt x="0" y="570929"/>
                </a:cubicBezTo>
                <a:cubicBezTo>
                  <a:pt x="0" y="255614"/>
                  <a:pt x="255614" y="0"/>
                  <a:pt x="570929" y="0"/>
                </a:cubicBezTo>
                <a:close/>
              </a:path>
            </a:pathLst>
          </a:custGeom>
        </p:spPr>
      </p:pic>
      <p:sp>
        <p:nvSpPr>
          <p:cNvPr id="43" name="文本框 42"/>
          <p:cNvSpPr txBox="1"/>
          <p:nvPr/>
        </p:nvSpPr>
        <p:spPr>
          <a:xfrm>
            <a:off x="4713571" y="868363"/>
            <a:ext cx="2764859" cy="7201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pc="160" dirty="0">
                <a:solidFill>
                  <a:schemeClr val="bg1">
                    <a:lumMod val="25000"/>
                  </a:schemeClr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单击此处添加副标题内容</a:t>
            </a:r>
            <a:endParaRPr lang="en-US" altLang="zh-CN" spc="160" dirty="0">
              <a:solidFill>
                <a:schemeClr val="bg1">
                  <a:lumMod val="25000"/>
                </a:schemeClr>
              </a:solidFill>
              <a:latin typeface="思源宋体 CN Heavy" pitchFamily="18" charset="-122"/>
              <a:ea typeface="思源宋体 CN Heavy" pitchFamily="18" charset="-122"/>
              <a:sym typeface="HarmonyOS Sans SC Black" panose="00000A00000000000000" pitchFamily="2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pc="160" dirty="0">
                <a:solidFill>
                  <a:schemeClr val="bg1">
                    <a:lumMod val="25000"/>
                  </a:schemeClr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  <a:endParaRPr lang="en-US" altLang="zh-CN" spc="160" dirty="0">
              <a:solidFill>
                <a:schemeClr val="bg1">
                  <a:lumMod val="25000"/>
                </a:schemeClr>
              </a:solidFill>
              <a:latin typeface="思源宋体 CN Heavy" pitchFamily="18" charset="-122"/>
              <a:ea typeface="思源宋体 CN Heavy" pitchFamily="18" charset="-122"/>
              <a:sym typeface="HarmonyOS Sans SC Black" panose="00000A00000000000000" pitchFamily="2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60401" y="1808970"/>
            <a:ext cx="10871200" cy="814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spc="16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您的正文已经简明扼要，字字珠玑，但信息却错综复杂，需要用更多的文字来表述；但请您尽可能提炼思想的精髓，否则容易造成观者的阅读压力，适得其反。</a:t>
            </a:r>
          </a:p>
        </p:txBody>
      </p:sp>
      <p:cxnSp>
        <p:nvCxnSpPr>
          <p:cNvPr id="45" name="直接连接符 44"/>
          <p:cNvCxnSpPr/>
          <p:nvPr/>
        </p:nvCxnSpPr>
        <p:spPr>
          <a:xfrm>
            <a:off x="5885647" y="1675679"/>
            <a:ext cx="420707" cy="0"/>
          </a:xfrm>
          <a:prstGeom prst="line">
            <a:avLst/>
          </a:prstGeom>
          <a:ln w="1905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958737" y="152400"/>
            <a:ext cx="2799556" cy="61277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22466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请添加标题</a:t>
            </a: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3918631" y="152400"/>
            <a:ext cx="8273369" cy="612775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4488180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请添加副标题</a:t>
            </a:r>
          </a:p>
        </p:txBody>
      </p:sp>
      <p:grpSp>
        <p:nvGrpSpPr>
          <p:cNvPr id="6" name="组合 5"/>
          <p:cNvGrpSpPr/>
          <p:nvPr>
            <p:custDataLst>
              <p:tags r:id="rId5"/>
            </p:custDataLst>
          </p:nvPr>
        </p:nvGrpSpPr>
        <p:grpSpPr>
          <a:xfrm>
            <a:off x="0" y="152400"/>
            <a:ext cx="650082" cy="612775"/>
            <a:chOff x="71437" y="388144"/>
            <a:chExt cx="650082" cy="416719"/>
          </a:xfrm>
        </p:grpSpPr>
        <p:sp>
          <p:nvSpPr>
            <p:cNvPr id="7" name="矩形 6"/>
            <p:cNvSpPr/>
            <p:nvPr/>
          </p:nvSpPr>
          <p:spPr>
            <a:xfrm>
              <a:off x="71437" y="388144"/>
              <a:ext cx="352426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485775" y="388144"/>
              <a:ext cx="114300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50081" y="388144"/>
              <a:ext cx="71438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等腰三角形 9"/>
          <p:cNvSpPr/>
          <p:nvPr>
            <p:custDataLst>
              <p:tags r:id="rId6"/>
            </p:custDataLst>
          </p:nvPr>
        </p:nvSpPr>
        <p:spPr>
          <a:xfrm rot="5400000">
            <a:off x="11420353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等腰三角形 10"/>
          <p:cNvSpPr/>
          <p:nvPr>
            <p:custDataLst>
              <p:tags r:id="rId7"/>
            </p:custDataLst>
          </p:nvPr>
        </p:nvSpPr>
        <p:spPr>
          <a:xfrm rot="5400000">
            <a:off x="11339391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等腰三角形 11"/>
          <p:cNvSpPr/>
          <p:nvPr>
            <p:custDataLst>
              <p:tags r:id="rId8"/>
            </p:custDataLst>
          </p:nvPr>
        </p:nvSpPr>
        <p:spPr>
          <a:xfrm rot="5400000">
            <a:off x="11258429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cover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cover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任意多边形: 形状 23"/>
          <p:cNvSpPr/>
          <p:nvPr/>
        </p:nvSpPr>
        <p:spPr>
          <a:xfrm>
            <a:off x="7116823" y="3515626"/>
            <a:ext cx="1212789" cy="1081411"/>
          </a:xfrm>
          <a:custGeom>
            <a:avLst/>
            <a:gdLst>
              <a:gd name="connsiteX0" fmla="*/ 166646 w 1212789"/>
              <a:gd name="connsiteY0" fmla="*/ 0 h 1081411"/>
              <a:gd name="connsiteX1" fmla="*/ 1048277 w 1212789"/>
              <a:gd name="connsiteY1" fmla="*/ 0 h 1081411"/>
              <a:gd name="connsiteX2" fmla="*/ 1172363 w 1212789"/>
              <a:gd name="connsiteY2" fmla="*/ 260039 h 1081411"/>
              <a:gd name="connsiteX3" fmla="*/ 1212789 w 1212789"/>
              <a:gd name="connsiteY3" fmla="*/ 480177 h 1081411"/>
              <a:gd name="connsiteX4" fmla="*/ 605047 w 1212789"/>
              <a:gd name="connsiteY4" fmla="*/ 1081411 h 1081411"/>
              <a:gd name="connsiteX5" fmla="*/ 0 w 1212789"/>
              <a:gd name="connsiteY5" fmla="*/ 480177 h 1081411"/>
              <a:gd name="connsiteX6" fmla="*/ 43178 w 1212789"/>
              <a:gd name="connsiteY6" fmla="*/ 260039 h 1081411"/>
              <a:gd name="connsiteX7" fmla="*/ 166646 w 1212789"/>
              <a:gd name="connsiteY7" fmla="*/ 0 h 1081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2789" h="1081411">
                <a:moveTo>
                  <a:pt x="166646" y="0"/>
                </a:moveTo>
                <a:lnTo>
                  <a:pt x="1048277" y="0"/>
                </a:lnTo>
                <a:cubicBezTo>
                  <a:pt x="1099764" y="91019"/>
                  <a:pt x="1144177" y="179885"/>
                  <a:pt x="1172363" y="260039"/>
                </a:cubicBezTo>
                <a:cubicBezTo>
                  <a:pt x="1199258" y="328128"/>
                  <a:pt x="1212789" y="402525"/>
                  <a:pt x="1212789" y="480177"/>
                </a:cubicBezTo>
                <a:cubicBezTo>
                  <a:pt x="1212789" y="812260"/>
                  <a:pt x="935083" y="1081411"/>
                  <a:pt x="605047" y="1081411"/>
                </a:cubicBezTo>
                <a:cubicBezTo>
                  <a:pt x="274955" y="1081411"/>
                  <a:pt x="0" y="812260"/>
                  <a:pt x="0" y="480177"/>
                </a:cubicBezTo>
                <a:cubicBezTo>
                  <a:pt x="0" y="402525"/>
                  <a:pt x="16227" y="328128"/>
                  <a:pt x="43178" y="260039"/>
                </a:cubicBezTo>
                <a:cubicBezTo>
                  <a:pt x="71364" y="179835"/>
                  <a:pt x="115608" y="91019"/>
                  <a:pt x="166646" y="0"/>
                </a:cubicBezTo>
                <a:close/>
              </a:path>
            </a:pathLst>
          </a:custGeom>
          <a:solidFill>
            <a:schemeClr val="accent1"/>
          </a:solidFill>
          <a:ln w="31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任意多边形: 形状 24"/>
          <p:cNvSpPr/>
          <p:nvPr/>
        </p:nvSpPr>
        <p:spPr>
          <a:xfrm>
            <a:off x="8280750" y="5461297"/>
            <a:ext cx="1212789" cy="733970"/>
          </a:xfrm>
          <a:custGeom>
            <a:avLst/>
            <a:gdLst>
              <a:gd name="connsiteX0" fmla="*/ 16283 w 1212789"/>
              <a:gd name="connsiteY0" fmla="*/ 0 h 733970"/>
              <a:gd name="connsiteX1" fmla="*/ 1198135 w 1212789"/>
              <a:gd name="connsiteY1" fmla="*/ 0 h 733970"/>
              <a:gd name="connsiteX2" fmla="*/ 1212789 w 1212789"/>
              <a:gd name="connsiteY2" fmla="*/ 132726 h 733970"/>
              <a:gd name="connsiteX3" fmla="*/ 605047 w 1212789"/>
              <a:gd name="connsiteY3" fmla="*/ 733970 h 733970"/>
              <a:gd name="connsiteX4" fmla="*/ 0 w 1212789"/>
              <a:gd name="connsiteY4" fmla="*/ 132726 h 733970"/>
              <a:gd name="connsiteX5" fmla="*/ 16283 w 1212789"/>
              <a:gd name="connsiteY5" fmla="*/ 0 h 733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2789" h="733970">
                <a:moveTo>
                  <a:pt x="16283" y="0"/>
                </a:moveTo>
                <a:lnTo>
                  <a:pt x="1198135" y="0"/>
                </a:lnTo>
                <a:cubicBezTo>
                  <a:pt x="1207455" y="42747"/>
                  <a:pt x="1212789" y="87057"/>
                  <a:pt x="1212789" y="132726"/>
                </a:cubicBezTo>
                <a:cubicBezTo>
                  <a:pt x="1212789" y="464814"/>
                  <a:pt x="935083" y="733970"/>
                  <a:pt x="605047" y="733970"/>
                </a:cubicBezTo>
                <a:cubicBezTo>
                  <a:pt x="274955" y="733970"/>
                  <a:pt x="0" y="464814"/>
                  <a:pt x="0" y="132726"/>
                </a:cubicBezTo>
                <a:cubicBezTo>
                  <a:pt x="0" y="87057"/>
                  <a:pt x="6176" y="42713"/>
                  <a:pt x="16283" y="0"/>
                </a:cubicBezTo>
                <a:close/>
              </a:path>
            </a:pathLst>
          </a:custGeom>
          <a:solidFill>
            <a:schemeClr val="accent1"/>
          </a:solidFill>
          <a:ln w="31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任意多边形: 形状 20"/>
          <p:cNvSpPr/>
          <p:nvPr/>
        </p:nvSpPr>
        <p:spPr>
          <a:xfrm>
            <a:off x="8280750" y="1761051"/>
            <a:ext cx="1212789" cy="1255131"/>
          </a:xfrm>
          <a:custGeom>
            <a:avLst/>
            <a:gdLst>
              <a:gd name="connsiteX0" fmla="*/ 270632 w 1212789"/>
              <a:gd name="connsiteY0" fmla="*/ 0 h 1255131"/>
              <a:gd name="connsiteX1" fmla="*/ 943505 w 1212789"/>
              <a:gd name="connsiteY1" fmla="*/ 0 h 1255131"/>
              <a:gd name="connsiteX2" fmla="*/ 1172363 w 1212789"/>
              <a:gd name="connsiteY2" fmla="*/ 433776 h 1255131"/>
              <a:gd name="connsiteX3" fmla="*/ 1212789 w 1212789"/>
              <a:gd name="connsiteY3" fmla="*/ 653889 h 1255131"/>
              <a:gd name="connsiteX4" fmla="*/ 605047 w 1212789"/>
              <a:gd name="connsiteY4" fmla="*/ 1255131 h 1255131"/>
              <a:gd name="connsiteX5" fmla="*/ 0 w 1212789"/>
              <a:gd name="connsiteY5" fmla="*/ 653889 h 1255131"/>
              <a:gd name="connsiteX6" fmla="*/ 43178 w 1212789"/>
              <a:gd name="connsiteY6" fmla="*/ 433776 h 1255131"/>
              <a:gd name="connsiteX7" fmla="*/ 270632 w 1212789"/>
              <a:gd name="connsiteY7" fmla="*/ 0 h 1255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2789" h="1255131">
                <a:moveTo>
                  <a:pt x="270632" y="0"/>
                </a:moveTo>
                <a:lnTo>
                  <a:pt x="943505" y="0"/>
                </a:lnTo>
                <a:cubicBezTo>
                  <a:pt x="1040247" y="149570"/>
                  <a:pt x="1126322" y="302859"/>
                  <a:pt x="1172363" y="433776"/>
                </a:cubicBezTo>
                <a:cubicBezTo>
                  <a:pt x="1199257" y="501878"/>
                  <a:pt x="1212789" y="576256"/>
                  <a:pt x="1212789" y="653889"/>
                </a:cubicBezTo>
                <a:cubicBezTo>
                  <a:pt x="1212789" y="985975"/>
                  <a:pt x="935083" y="1255131"/>
                  <a:pt x="605047" y="1255131"/>
                </a:cubicBezTo>
                <a:cubicBezTo>
                  <a:pt x="274955" y="1255131"/>
                  <a:pt x="0" y="985975"/>
                  <a:pt x="0" y="653889"/>
                </a:cubicBezTo>
                <a:cubicBezTo>
                  <a:pt x="0" y="576256"/>
                  <a:pt x="16227" y="501878"/>
                  <a:pt x="43178" y="433776"/>
                </a:cubicBezTo>
                <a:cubicBezTo>
                  <a:pt x="89163" y="302859"/>
                  <a:pt x="174451" y="149570"/>
                  <a:pt x="270632" y="0"/>
                </a:cubicBezTo>
                <a:close/>
              </a:path>
            </a:pathLst>
          </a:custGeom>
          <a:solidFill>
            <a:schemeClr val="accent1"/>
          </a:solidFill>
          <a:ln w="31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595"/>
          <p:cNvSpPr/>
          <p:nvPr/>
        </p:nvSpPr>
        <p:spPr>
          <a:xfrm>
            <a:off x="8228633" y="944563"/>
            <a:ext cx="1325826" cy="21136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79" y="20751"/>
                </a:moveTo>
                <a:cubicBezTo>
                  <a:pt x="5637" y="20751"/>
                  <a:pt x="1353" y="18120"/>
                  <a:pt x="1353" y="14875"/>
                </a:cubicBezTo>
                <a:cubicBezTo>
                  <a:pt x="1353" y="14116"/>
                  <a:pt x="1607" y="13392"/>
                  <a:pt x="2026" y="12726"/>
                </a:cubicBezTo>
                <a:cubicBezTo>
                  <a:pt x="2988" y="11010"/>
                  <a:pt x="5046" y="8897"/>
                  <a:pt x="7149" y="7010"/>
                </a:cubicBezTo>
                <a:cubicBezTo>
                  <a:pt x="9641" y="4774"/>
                  <a:pt x="10779" y="2510"/>
                  <a:pt x="10779" y="2546"/>
                </a:cubicBezTo>
                <a:cubicBezTo>
                  <a:pt x="10779" y="2510"/>
                  <a:pt x="11973" y="4774"/>
                  <a:pt x="14465" y="7010"/>
                </a:cubicBezTo>
                <a:cubicBezTo>
                  <a:pt x="16568" y="8897"/>
                  <a:pt x="18654" y="11010"/>
                  <a:pt x="19616" y="12726"/>
                </a:cubicBezTo>
                <a:cubicBezTo>
                  <a:pt x="20035" y="13392"/>
                  <a:pt x="20247" y="14116"/>
                  <a:pt x="20247" y="14875"/>
                </a:cubicBezTo>
                <a:cubicBezTo>
                  <a:pt x="20247" y="18120"/>
                  <a:pt x="15920" y="20751"/>
                  <a:pt x="10779" y="20751"/>
                </a:cubicBezTo>
                <a:close/>
                <a:moveTo>
                  <a:pt x="20884" y="12430"/>
                </a:moveTo>
                <a:cubicBezTo>
                  <a:pt x="20021" y="10898"/>
                  <a:pt x="18235" y="8912"/>
                  <a:pt x="15574" y="6524"/>
                </a:cubicBezTo>
                <a:cubicBezTo>
                  <a:pt x="14242" y="5328"/>
                  <a:pt x="13079" y="3861"/>
                  <a:pt x="12132" y="2388"/>
                </a:cubicBezTo>
                <a:lnTo>
                  <a:pt x="10779" y="0"/>
                </a:lnTo>
                <a:lnTo>
                  <a:pt x="9426" y="2394"/>
                </a:lnTo>
                <a:cubicBezTo>
                  <a:pt x="8576" y="3860"/>
                  <a:pt x="7376" y="5325"/>
                  <a:pt x="6040" y="6524"/>
                </a:cubicBezTo>
                <a:cubicBezTo>
                  <a:pt x="3417" y="8878"/>
                  <a:pt x="1640" y="10865"/>
                  <a:pt x="758" y="12430"/>
                </a:cubicBezTo>
                <a:cubicBezTo>
                  <a:pt x="255" y="13234"/>
                  <a:pt x="0" y="14056"/>
                  <a:pt x="0" y="14875"/>
                </a:cubicBezTo>
                <a:cubicBezTo>
                  <a:pt x="0" y="18583"/>
                  <a:pt x="4835" y="21600"/>
                  <a:pt x="10779" y="21600"/>
                </a:cubicBezTo>
                <a:cubicBezTo>
                  <a:pt x="13632" y="21600"/>
                  <a:pt x="16335" y="20902"/>
                  <a:pt x="18390" y="19635"/>
                </a:cubicBezTo>
                <a:cubicBezTo>
                  <a:pt x="20460" y="18359"/>
                  <a:pt x="21600" y="16668"/>
                  <a:pt x="21600" y="14875"/>
                </a:cubicBezTo>
                <a:cubicBezTo>
                  <a:pt x="21600" y="14012"/>
                  <a:pt x="21359" y="13190"/>
                  <a:pt x="20884" y="12430"/>
                </a:cubicBezTo>
                <a:close/>
              </a:path>
            </a:pathLst>
          </a:custGeom>
          <a:solidFill>
            <a:srgbClr val="E5E5E5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hape 603"/>
          <p:cNvSpPr/>
          <p:nvPr/>
        </p:nvSpPr>
        <p:spPr>
          <a:xfrm>
            <a:off x="8228633" y="4123648"/>
            <a:ext cx="1325826" cy="21136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79" y="20751"/>
                </a:moveTo>
                <a:cubicBezTo>
                  <a:pt x="5637" y="20751"/>
                  <a:pt x="1353" y="18120"/>
                  <a:pt x="1353" y="14875"/>
                </a:cubicBezTo>
                <a:cubicBezTo>
                  <a:pt x="1353" y="14116"/>
                  <a:pt x="1607" y="13392"/>
                  <a:pt x="2026" y="12726"/>
                </a:cubicBezTo>
                <a:cubicBezTo>
                  <a:pt x="2988" y="11010"/>
                  <a:pt x="5046" y="8897"/>
                  <a:pt x="7149" y="7010"/>
                </a:cubicBezTo>
                <a:cubicBezTo>
                  <a:pt x="9641" y="4774"/>
                  <a:pt x="10779" y="2510"/>
                  <a:pt x="10779" y="2546"/>
                </a:cubicBezTo>
                <a:cubicBezTo>
                  <a:pt x="10779" y="2510"/>
                  <a:pt x="11973" y="4774"/>
                  <a:pt x="14465" y="7010"/>
                </a:cubicBezTo>
                <a:cubicBezTo>
                  <a:pt x="16568" y="8897"/>
                  <a:pt x="18654" y="11010"/>
                  <a:pt x="19616" y="12726"/>
                </a:cubicBezTo>
                <a:cubicBezTo>
                  <a:pt x="20035" y="13392"/>
                  <a:pt x="20247" y="14116"/>
                  <a:pt x="20247" y="14875"/>
                </a:cubicBezTo>
                <a:cubicBezTo>
                  <a:pt x="20247" y="18120"/>
                  <a:pt x="15920" y="20751"/>
                  <a:pt x="10779" y="20751"/>
                </a:cubicBezTo>
                <a:close/>
                <a:moveTo>
                  <a:pt x="20884" y="12430"/>
                </a:moveTo>
                <a:cubicBezTo>
                  <a:pt x="20021" y="10898"/>
                  <a:pt x="18235" y="8912"/>
                  <a:pt x="15574" y="6524"/>
                </a:cubicBezTo>
                <a:cubicBezTo>
                  <a:pt x="14242" y="5328"/>
                  <a:pt x="13079" y="3861"/>
                  <a:pt x="12132" y="2388"/>
                </a:cubicBezTo>
                <a:lnTo>
                  <a:pt x="10779" y="0"/>
                </a:lnTo>
                <a:lnTo>
                  <a:pt x="9426" y="2394"/>
                </a:lnTo>
                <a:cubicBezTo>
                  <a:pt x="8576" y="3860"/>
                  <a:pt x="7376" y="5325"/>
                  <a:pt x="6040" y="6524"/>
                </a:cubicBezTo>
                <a:cubicBezTo>
                  <a:pt x="3417" y="8878"/>
                  <a:pt x="1640" y="10865"/>
                  <a:pt x="758" y="12430"/>
                </a:cubicBezTo>
                <a:cubicBezTo>
                  <a:pt x="255" y="13234"/>
                  <a:pt x="0" y="14056"/>
                  <a:pt x="0" y="14875"/>
                </a:cubicBezTo>
                <a:cubicBezTo>
                  <a:pt x="0" y="18583"/>
                  <a:pt x="4835" y="21600"/>
                  <a:pt x="10779" y="21600"/>
                </a:cubicBezTo>
                <a:cubicBezTo>
                  <a:pt x="13632" y="21600"/>
                  <a:pt x="16335" y="20902"/>
                  <a:pt x="18390" y="19635"/>
                </a:cubicBezTo>
                <a:cubicBezTo>
                  <a:pt x="20460" y="18359"/>
                  <a:pt x="21600" y="16668"/>
                  <a:pt x="21600" y="14875"/>
                </a:cubicBezTo>
                <a:cubicBezTo>
                  <a:pt x="21600" y="14012"/>
                  <a:pt x="21359" y="13190"/>
                  <a:pt x="20884" y="12430"/>
                </a:cubicBezTo>
                <a:close/>
              </a:path>
            </a:pathLst>
          </a:custGeom>
          <a:solidFill>
            <a:srgbClr val="E5E5E5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HarmonyOS Sans SC" panose="00000500000000000000" pitchFamily="2" charset="-122"/>
              <a:sym typeface="HarmonyOS Sans SC" panose="00000500000000000000" pitchFamily="2" charset="-122"/>
            </a:endParaRPr>
          </a:p>
        </p:txBody>
      </p:sp>
      <p:sp>
        <p:nvSpPr>
          <p:cNvPr id="13" name="Shape 611"/>
          <p:cNvSpPr/>
          <p:nvPr/>
        </p:nvSpPr>
        <p:spPr>
          <a:xfrm>
            <a:off x="7064706" y="2525419"/>
            <a:ext cx="1325826" cy="21136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79" y="20751"/>
                </a:moveTo>
                <a:cubicBezTo>
                  <a:pt x="5637" y="20751"/>
                  <a:pt x="1353" y="18120"/>
                  <a:pt x="1353" y="14875"/>
                </a:cubicBezTo>
                <a:cubicBezTo>
                  <a:pt x="1353" y="14116"/>
                  <a:pt x="1607" y="13392"/>
                  <a:pt x="2026" y="12726"/>
                </a:cubicBezTo>
                <a:cubicBezTo>
                  <a:pt x="2988" y="11010"/>
                  <a:pt x="5046" y="8897"/>
                  <a:pt x="7149" y="7010"/>
                </a:cubicBezTo>
                <a:cubicBezTo>
                  <a:pt x="9641" y="4774"/>
                  <a:pt x="10779" y="2510"/>
                  <a:pt x="10779" y="2546"/>
                </a:cubicBezTo>
                <a:cubicBezTo>
                  <a:pt x="10779" y="2510"/>
                  <a:pt x="11973" y="4774"/>
                  <a:pt x="14465" y="7010"/>
                </a:cubicBezTo>
                <a:cubicBezTo>
                  <a:pt x="16568" y="8897"/>
                  <a:pt x="18654" y="11010"/>
                  <a:pt x="19616" y="12726"/>
                </a:cubicBezTo>
                <a:cubicBezTo>
                  <a:pt x="20035" y="13392"/>
                  <a:pt x="20247" y="14116"/>
                  <a:pt x="20247" y="14875"/>
                </a:cubicBezTo>
                <a:cubicBezTo>
                  <a:pt x="20247" y="18120"/>
                  <a:pt x="15920" y="20751"/>
                  <a:pt x="10779" y="20751"/>
                </a:cubicBezTo>
                <a:close/>
                <a:moveTo>
                  <a:pt x="20884" y="12430"/>
                </a:moveTo>
                <a:cubicBezTo>
                  <a:pt x="20021" y="10898"/>
                  <a:pt x="18235" y="8912"/>
                  <a:pt x="15574" y="6524"/>
                </a:cubicBezTo>
                <a:cubicBezTo>
                  <a:pt x="14242" y="5328"/>
                  <a:pt x="13079" y="3861"/>
                  <a:pt x="12132" y="2388"/>
                </a:cubicBezTo>
                <a:lnTo>
                  <a:pt x="10779" y="0"/>
                </a:lnTo>
                <a:lnTo>
                  <a:pt x="9426" y="2394"/>
                </a:lnTo>
                <a:cubicBezTo>
                  <a:pt x="8576" y="3860"/>
                  <a:pt x="7376" y="5325"/>
                  <a:pt x="6040" y="6524"/>
                </a:cubicBezTo>
                <a:cubicBezTo>
                  <a:pt x="3417" y="8878"/>
                  <a:pt x="1640" y="10865"/>
                  <a:pt x="758" y="12430"/>
                </a:cubicBezTo>
                <a:cubicBezTo>
                  <a:pt x="255" y="13234"/>
                  <a:pt x="0" y="14056"/>
                  <a:pt x="0" y="14875"/>
                </a:cubicBezTo>
                <a:cubicBezTo>
                  <a:pt x="0" y="18583"/>
                  <a:pt x="4835" y="21600"/>
                  <a:pt x="10779" y="21600"/>
                </a:cubicBezTo>
                <a:cubicBezTo>
                  <a:pt x="13632" y="21600"/>
                  <a:pt x="16335" y="20902"/>
                  <a:pt x="18390" y="19635"/>
                </a:cubicBezTo>
                <a:cubicBezTo>
                  <a:pt x="20460" y="18359"/>
                  <a:pt x="21600" y="16668"/>
                  <a:pt x="21600" y="14875"/>
                </a:cubicBezTo>
                <a:cubicBezTo>
                  <a:pt x="21600" y="14012"/>
                  <a:pt x="21359" y="13190"/>
                  <a:pt x="20884" y="12430"/>
                </a:cubicBezTo>
                <a:close/>
              </a:path>
            </a:pathLst>
          </a:custGeom>
          <a:solidFill>
            <a:srgbClr val="E5E5E5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HarmonyOS Sans SC" panose="00000500000000000000" pitchFamily="2" charset="-122"/>
              <a:sym typeface="HarmonyOS Sans SC" panose="00000500000000000000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63576" y="2204614"/>
            <a:ext cx="7650162" cy="6504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3600" spc="160" dirty="0"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请添加标题</a:t>
            </a:r>
          </a:p>
        </p:txBody>
      </p:sp>
      <p:cxnSp>
        <p:nvCxnSpPr>
          <p:cNvPr id="27" name="直接连接符 26"/>
          <p:cNvCxnSpPr/>
          <p:nvPr/>
        </p:nvCxnSpPr>
        <p:spPr>
          <a:xfrm>
            <a:off x="695326" y="2985475"/>
            <a:ext cx="420707" cy="0"/>
          </a:xfrm>
          <a:prstGeom prst="line">
            <a:avLst/>
          </a:prstGeom>
          <a:ln w="1905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682627" y="3229091"/>
            <a:ext cx="6034087" cy="814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spc="16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单击此处输入你的正文，文字是您思想的提炼，为了最终演示发布的良好效果，请尽量言简意赅的阐述观点；根据需要可酌情增减文字，以便观者可以准确理解您所传达的信息，请您尽可能提炼思想的精髓。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682625" y="4264931"/>
            <a:ext cx="6022701" cy="4005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050" spc="16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8509330" y="2204614"/>
            <a:ext cx="2212181" cy="3613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spc="16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小标题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7331141" y="3864506"/>
            <a:ext cx="2212181" cy="3613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spc="16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小标题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8500485" y="5552056"/>
            <a:ext cx="2212181" cy="3613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spc="16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小标题</a:t>
            </a: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958737" y="152400"/>
            <a:ext cx="2799556" cy="61277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22466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请添加标题</a:t>
            </a: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3918631" y="152400"/>
            <a:ext cx="8273369" cy="612775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4488180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请添加副标题</a:t>
            </a:r>
          </a:p>
        </p:txBody>
      </p:sp>
      <p:grpSp>
        <p:nvGrpSpPr>
          <p:cNvPr id="7" name="组合 6"/>
          <p:cNvGrpSpPr/>
          <p:nvPr>
            <p:custDataLst>
              <p:tags r:id="rId5"/>
            </p:custDataLst>
          </p:nvPr>
        </p:nvGrpSpPr>
        <p:grpSpPr>
          <a:xfrm>
            <a:off x="0" y="152400"/>
            <a:ext cx="650082" cy="612775"/>
            <a:chOff x="71437" y="388144"/>
            <a:chExt cx="650082" cy="416719"/>
          </a:xfrm>
        </p:grpSpPr>
        <p:sp>
          <p:nvSpPr>
            <p:cNvPr id="8" name="矩形 7"/>
            <p:cNvSpPr/>
            <p:nvPr/>
          </p:nvSpPr>
          <p:spPr>
            <a:xfrm>
              <a:off x="71437" y="388144"/>
              <a:ext cx="352426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85775" y="388144"/>
              <a:ext cx="114300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50081" y="388144"/>
              <a:ext cx="71438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等腰三角形 11"/>
          <p:cNvSpPr/>
          <p:nvPr>
            <p:custDataLst>
              <p:tags r:id="rId6"/>
            </p:custDataLst>
          </p:nvPr>
        </p:nvSpPr>
        <p:spPr>
          <a:xfrm rot="5400000">
            <a:off x="11420353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等腰三角形 13"/>
          <p:cNvSpPr/>
          <p:nvPr>
            <p:custDataLst>
              <p:tags r:id="rId7"/>
            </p:custDataLst>
          </p:nvPr>
        </p:nvSpPr>
        <p:spPr>
          <a:xfrm rot="5400000">
            <a:off x="11339391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等腰三角形 14"/>
          <p:cNvSpPr/>
          <p:nvPr>
            <p:custDataLst>
              <p:tags r:id="rId8"/>
            </p:custDataLst>
          </p:nvPr>
        </p:nvSpPr>
        <p:spPr>
          <a:xfrm rot="5400000">
            <a:off x="11258429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/>
          <p:cNvPicPr>
            <a:picLocks noGrp="1" noChangeAspect="1"/>
          </p:cNvPicPr>
          <p:nvPr>
            <p:ph type="pic" sz="quarter" idx="10"/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719263"/>
            <a:ext cx="6096000" cy="3419475"/>
          </a:xfrm>
          <a:custGeom>
            <a:avLst/>
            <a:gdLst>
              <a:gd name="connsiteX0" fmla="*/ 0 w 6096000"/>
              <a:gd name="connsiteY0" fmla="*/ 0 h 3420191"/>
              <a:gd name="connsiteX1" fmla="*/ 6096000 w 6096000"/>
              <a:gd name="connsiteY1" fmla="*/ 0 h 3420191"/>
              <a:gd name="connsiteX2" fmla="*/ 6096000 w 6096000"/>
              <a:gd name="connsiteY2" fmla="*/ 3420191 h 3420191"/>
              <a:gd name="connsiteX3" fmla="*/ 2202393 w 6096000"/>
              <a:gd name="connsiteY3" fmla="*/ 3420191 h 3420191"/>
              <a:gd name="connsiteX4" fmla="*/ 0 w 6096000"/>
              <a:gd name="connsiteY4" fmla="*/ 1217798 h 3420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3420191">
                <a:moveTo>
                  <a:pt x="0" y="0"/>
                </a:moveTo>
                <a:lnTo>
                  <a:pt x="6096000" y="0"/>
                </a:lnTo>
                <a:lnTo>
                  <a:pt x="6096000" y="3420191"/>
                </a:lnTo>
                <a:lnTo>
                  <a:pt x="2202393" y="3420191"/>
                </a:lnTo>
                <a:lnTo>
                  <a:pt x="0" y="1217798"/>
                </a:lnTo>
                <a:close/>
              </a:path>
            </a:pathLst>
          </a:custGeom>
          <a:solidFill>
            <a:schemeClr val="tx2"/>
          </a:solidFill>
        </p:spPr>
      </p:pic>
      <p:sp>
        <p:nvSpPr>
          <p:cNvPr id="48" name="PA-任意多边形 47"/>
          <p:cNvSpPr/>
          <p:nvPr>
            <p:custDataLst>
              <p:tags r:id="rId1"/>
            </p:custDataLst>
          </p:nvPr>
        </p:nvSpPr>
        <p:spPr>
          <a:xfrm flipH="1">
            <a:off x="3058720" y="6781872"/>
            <a:ext cx="9133280" cy="76128"/>
          </a:xfrm>
          <a:custGeom>
            <a:avLst/>
            <a:gdLst>
              <a:gd name="connsiteX0" fmla="*/ 6792864 w 6849960"/>
              <a:gd name="connsiteY0" fmla="*/ 0 h 57096"/>
              <a:gd name="connsiteX1" fmla="*/ 0 w 6849960"/>
              <a:gd name="connsiteY1" fmla="*/ 0 h 57096"/>
              <a:gd name="connsiteX2" fmla="*/ 0 w 6849960"/>
              <a:gd name="connsiteY2" fmla="*/ 57096 h 57096"/>
              <a:gd name="connsiteX3" fmla="*/ 6849960 w 6849960"/>
              <a:gd name="connsiteY3" fmla="*/ 57096 h 5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9960" h="57096">
                <a:moveTo>
                  <a:pt x="6792864" y="0"/>
                </a:moveTo>
                <a:lnTo>
                  <a:pt x="0" y="0"/>
                </a:lnTo>
                <a:lnTo>
                  <a:pt x="0" y="57096"/>
                </a:lnTo>
                <a:lnTo>
                  <a:pt x="6849960" y="570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51" name="PA-文本框 50"/>
          <p:cNvSpPr txBox="1"/>
          <p:nvPr>
            <p:custDataLst>
              <p:tags r:id="rId2"/>
            </p:custDataLst>
          </p:nvPr>
        </p:nvSpPr>
        <p:spPr>
          <a:xfrm>
            <a:off x="1383625" y="4131820"/>
            <a:ext cx="4712375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dirty="0"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资费优惠</a:t>
            </a:r>
          </a:p>
        </p:txBody>
      </p:sp>
      <p:sp>
        <p:nvSpPr>
          <p:cNvPr id="52" name="PA-文本框 51"/>
          <p:cNvSpPr txBox="1"/>
          <p:nvPr>
            <p:custDataLst>
              <p:tags r:id="rId3"/>
            </p:custDataLst>
          </p:nvPr>
        </p:nvSpPr>
        <p:spPr>
          <a:xfrm>
            <a:off x="1406485" y="4883635"/>
            <a:ext cx="473858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Please supplement the title with a further description here. the description should be short and to the point</a:t>
            </a:r>
          </a:p>
        </p:txBody>
      </p:sp>
      <p:sp>
        <p:nvSpPr>
          <p:cNvPr id="3" name="PA-矩形 2"/>
          <p:cNvSpPr/>
          <p:nvPr>
            <p:custDataLst>
              <p:tags r:id="rId4"/>
            </p:custDataLst>
          </p:nvPr>
        </p:nvSpPr>
        <p:spPr>
          <a:xfrm>
            <a:off x="0" y="3508456"/>
            <a:ext cx="139700" cy="1711243"/>
          </a:xfrm>
          <a:prstGeom prst="rect">
            <a:avLst/>
          </a:prstGeom>
          <a:solidFill>
            <a:schemeClr val="accent1"/>
          </a:solidFill>
          <a:ln w="31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4399" y="959173"/>
            <a:ext cx="321883" cy="32188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17285" y="1281056"/>
            <a:ext cx="217042" cy="21704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54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平行四边形 4"/>
          <p:cNvSpPr/>
          <p:nvPr/>
        </p:nvSpPr>
        <p:spPr>
          <a:xfrm flipH="1">
            <a:off x="4328694" y="2485499"/>
            <a:ext cx="4856328" cy="2975428"/>
          </a:xfrm>
          <a:prstGeom prst="parallelogram">
            <a:avLst>
              <a:gd name="adj" fmla="val 99333"/>
            </a:avLst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Freeform 5"/>
          <p:cNvSpPr>
            <a:spLocks noEditPoints="1"/>
          </p:cNvSpPr>
          <p:nvPr/>
        </p:nvSpPr>
        <p:spPr bwMode="auto">
          <a:xfrm>
            <a:off x="1505843" y="2726180"/>
            <a:ext cx="1399558" cy="1437462"/>
          </a:xfrm>
          <a:custGeom>
            <a:avLst/>
            <a:gdLst>
              <a:gd name="T0" fmla="*/ 984 w 1216"/>
              <a:gd name="T1" fmla="*/ 113 h 1249"/>
              <a:gd name="T2" fmla="*/ 1112 w 1216"/>
              <a:gd name="T3" fmla="*/ 259 h 1249"/>
              <a:gd name="T4" fmla="*/ 923 w 1216"/>
              <a:gd name="T5" fmla="*/ 612 h 1249"/>
              <a:gd name="T6" fmla="*/ 98 w 1216"/>
              <a:gd name="T7" fmla="*/ 754 h 1249"/>
              <a:gd name="T8" fmla="*/ 71 w 1216"/>
              <a:gd name="T9" fmla="*/ 785 h 1249"/>
              <a:gd name="T10" fmla="*/ 99 w 1216"/>
              <a:gd name="T11" fmla="*/ 865 h 1249"/>
              <a:gd name="T12" fmla="*/ 132 w 1216"/>
              <a:gd name="T13" fmla="*/ 906 h 1249"/>
              <a:gd name="T14" fmla="*/ 1048 w 1216"/>
              <a:gd name="T15" fmla="*/ 1009 h 1249"/>
              <a:gd name="T16" fmla="*/ 597 w 1216"/>
              <a:gd name="T17" fmla="*/ 1066 h 1249"/>
              <a:gd name="T18" fmla="*/ 630 w 1216"/>
              <a:gd name="T19" fmla="*/ 1124 h 1249"/>
              <a:gd name="T20" fmla="*/ 496 w 1216"/>
              <a:gd name="T21" fmla="*/ 1245 h 1249"/>
              <a:gd name="T22" fmla="*/ 1007 w 1216"/>
              <a:gd name="T23" fmla="*/ 227 h 1249"/>
              <a:gd name="T24" fmla="*/ 742 w 1216"/>
              <a:gd name="T25" fmla="*/ 47 h 1249"/>
              <a:gd name="T26" fmla="*/ 346 w 1216"/>
              <a:gd name="T27" fmla="*/ 133 h 1249"/>
              <a:gd name="T28" fmla="*/ 188 w 1216"/>
              <a:gd name="T29" fmla="*/ 252 h 1249"/>
              <a:gd name="T30" fmla="*/ 265 w 1216"/>
              <a:gd name="T31" fmla="*/ 123 h 1249"/>
              <a:gd name="T32" fmla="*/ 118 w 1216"/>
              <a:gd name="T33" fmla="*/ 258 h 1249"/>
              <a:gd name="T34" fmla="*/ 134 w 1216"/>
              <a:gd name="T35" fmla="*/ 484 h 1249"/>
              <a:gd name="T36" fmla="*/ 278 w 1216"/>
              <a:gd name="T37" fmla="*/ 987 h 1249"/>
              <a:gd name="T38" fmla="*/ 355 w 1216"/>
              <a:gd name="T39" fmla="*/ 1049 h 1249"/>
              <a:gd name="T40" fmla="*/ 662 w 1216"/>
              <a:gd name="T41" fmla="*/ 1017 h 1249"/>
              <a:gd name="T42" fmla="*/ 593 w 1216"/>
              <a:gd name="T43" fmla="*/ 922 h 1249"/>
              <a:gd name="T44" fmla="*/ 518 w 1216"/>
              <a:gd name="T45" fmla="*/ 708 h 1249"/>
              <a:gd name="T46" fmla="*/ 601 w 1216"/>
              <a:gd name="T47" fmla="*/ 844 h 1249"/>
              <a:gd name="T48" fmla="*/ 819 w 1216"/>
              <a:gd name="T49" fmla="*/ 744 h 1249"/>
              <a:gd name="T50" fmla="*/ 977 w 1216"/>
              <a:gd name="T51" fmla="*/ 533 h 1249"/>
              <a:gd name="T52" fmla="*/ 878 w 1216"/>
              <a:gd name="T53" fmla="*/ 830 h 1249"/>
              <a:gd name="T54" fmla="*/ 860 w 1216"/>
              <a:gd name="T55" fmla="*/ 905 h 1249"/>
              <a:gd name="T56" fmla="*/ 856 w 1216"/>
              <a:gd name="T57" fmla="*/ 992 h 1249"/>
              <a:gd name="T58" fmla="*/ 886 w 1216"/>
              <a:gd name="T59" fmla="*/ 1090 h 1249"/>
              <a:gd name="T60" fmla="*/ 1199 w 1216"/>
              <a:gd name="T61" fmla="*/ 650 h 1249"/>
              <a:gd name="T62" fmla="*/ 114 w 1216"/>
              <a:gd name="T63" fmla="*/ 287 h 1249"/>
              <a:gd name="T64" fmla="*/ 151 w 1216"/>
              <a:gd name="T65" fmla="*/ 219 h 1249"/>
              <a:gd name="T66" fmla="*/ 174 w 1216"/>
              <a:gd name="T67" fmla="*/ 256 h 1249"/>
              <a:gd name="T68" fmla="*/ 250 w 1216"/>
              <a:gd name="T69" fmla="*/ 954 h 1249"/>
              <a:gd name="T70" fmla="*/ 457 w 1216"/>
              <a:gd name="T71" fmla="*/ 1075 h 1249"/>
              <a:gd name="T72" fmla="*/ 720 w 1216"/>
              <a:gd name="T73" fmla="*/ 572 h 1249"/>
              <a:gd name="T74" fmla="*/ 658 w 1216"/>
              <a:gd name="T75" fmla="*/ 494 h 1249"/>
              <a:gd name="T76" fmla="*/ 611 w 1216"/>
              <a:gd name="T77" fmla="*/ 550 h 1249"/>
              <a:gd name="T78" fmla="*/ 584 w 1216"/>
              <a:gd name="T79" fmla="*/ 162 h 1249"/>
              <a:gd name="T80" fmla="*/ 490 w 1216"/>
              <a:gd name="T81" fmla="*/ 644 h 1249"/>
              <a:gd name="T82" fmla="*/ 529 w 1216"/>
              <a:gd name="T83" fmla="*/ 437 h 1249"/>
              <a:gd name="T84" fmla="*/ 567 w 1216"/>
              <a:gd name="T85" fmla="*/ 734 h 1249"/>
              <a:gd name="T86" fmla="*/ 731 w 1216"/>
              <a:gd name="T87" fmla="*/ 681 h 1249"/>
              <a:gd name="T88" fmla="*/ 784 w 1216"/>
              <a:gd name="T89" fmla="*/ 762 h 1249"/>
              <a:gd name="T90" fmla="*/ 823 w 1216"/>
              <a:gd name="T91" fmla="*/ 609 h 1249"/>
              <a:gd name="T92" fmla="*/ 880 w 1216"/>
              <a:gd name="T93" fmla="*/ 121 h 1249"/>
              <a:gd name="T94" fmla="*/ 919 w 1216"/>
              <a:gd name="T95" fmla="*/ 205 h 1249"/>
              <a:gd name="T96" fmla="*/ 809 w 1216"/>
              <a:gd name="T97" fmla="*/ 1015 h 1249"/>
              <a:gd name="T98" fmla="*/ 1041 w 1216"/>
              <a:gd name="T99" fmla="*/ 247 h 1249"/>
              <a:gd name="T100" fmla="*/ 1024 w 1216"/>
              <a:gd name="T101" fmla="*/ 152 h 1249"/>
              <a:gd name="T102" fmla="*/ 1051 w 1216"/>
              <a:gd name="T103" fmla="*/ 248 h 1249"/>
              <a:gd name="T104" fmla="*/ 16 w 1216"/>
              <a:gd name="T105" fmla="*/ 554 h 1249"/>
              <a:gd name="T106" fmla="*/ 878 w 1216"/>
              <a:gd name="T107" fmla="*/ 660 h 1249"/>
              <a:gd name="T108" fmla="*/ 60 w 1216"/>
              <a:gd name="T109" fmla="*/ 689 h 1249"/>
              <a:gd name="T110" fmla="*/ 798 w 1216"/>
              <a:gd name="T111" fmla="*/ 805 h 1249"/>
              <a:gd name="T112" fmla="*/ 97 w 1216"/>
              <a:gd name="T113" fmla="*/ 854 h 1249"/>
              <a:gd name="T114" fmla="*/ 747 w 1216"/>
              <a:gd name="T115" fmla="*/ 809 h 1249"/>
              <a:gd name="T116" fmla="*/ 789 w 1216"/>
              <a:gd name="T117" fmla="*/ 863 h 1249"/>
              <a:gd name="T118" fmla="*/ 885 w 1216"/>
              <a:gd name="T119" fmla="*/ 906 h 1249"/>
              <a:gd name="T120" fmla="*/ 670 w 1216"/>
              <a:gd name="T121" fmla="*/ 1041 h 1249"/>
              <a:gd name="T122" fmla="*/ 932 w 1216"/>
              <a:gd name="T123" fmla="*/ 685 h 1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216" h="1249">
                <a:moveTo>
                  <a:pt x="575" y="11"/>
                </a:moveTo>
                <a:cubicBezTo>
                  <a:pt x="573" y="12"/>
                  <a:pt x="569" y="12"/>
                  <a:pt x="568" y="14"/>
                </a:cubicBezTo>
                <a:cubicBezTo>
                  <a:pt x="571" y="14"/>
                  <a:pt x="574" y="13"/>
                  <a:pt x="575" y="11"/>
                </a:cubicBezTo>
                <a:close/>
                <a:moveTo>
                  <a:pt x="487" y="32"/>
                </a:moveTo>
                <a:cubicBezTo>
                  <a:pt x="488" y="37"/>
                  <a:pt x="482" y="33"/>
                  <a:pt x="482" y="36"/>
                </a:cubicBezTo>
                <a:cubicBezTo>
                  <a:pt x="488" y="36"/>
                  <a:pt x="498" y="36"/>
                  <a:pt x="505" y="33"/>
                </a:cubicBezTo>
                <a:cubicBezTo>
                  <a:pt x="499" y="30"/>
                  <a:pt x="496" y="33"/>
                  <a:pt x="487" y="32"/>
                </a:cubicBezTo>
                <a:close/>
                <a:moveTo>
                  <a:pt x="440" y="34"/>
                </a:moveTo>
                <a:cubicBezTo>
                  <a:pt x="442" y="34"/>
                  <a:pt x="444" y="33"/>
                  <a:pt x="445" y="32"/>
                </a:cubicBezTo>
                <a:cubicBezTo>
                  <a:pt x="443" y="31"/>
                  <a:pt x="441" y="32"/>
                  <a:pt x="440" y="34"/>
                </a:cubicBezTo>
                <a:close/>
                <a:moveTo>
                  <a:pt x="452" y="43"/>
                </a:moveTo>
                <a:cubicBezTo>
                  <a:pt x="464" y="43"/>
                  <a:pt x="469" y="39"/>
                  <a:pt x="478" y="36"/>
                </a:cubicBezTo>
                <a:cubicBezTo>
                  <a:pt x="469" y="39"/>
                  <a:pt x="457" y="37"/>
                  <a:pt x="452" y="43"/>
                </a:cubicBezTo>
                <a:close/>
                <a:moveTo>
                  <a:pt x="361" y="42"/>
                </a:moveTo>
                <a:cubicBezTo>
                  <a:pt x="362" y="43"/>
                  <a:pt x="365" y="42"/>
                  <a:pt x="366" y="39"/>
                </a:cubicBezTo>
                <a:cubicBezTo>
                  <a:pt x="364" y="40"/>
                  <a:pt x="361" y="40"/>
                  <a:pt x="361" y="42"/>
                </a:cubicBezTo>
                <a:close/>
                <a:moveTo>
                  <a:pt x="440" y="47"/>
                </a:moveTo>
                <a:cubicBezTo>
                  <a:pt x="443" y="48"/>
                  <a:pt x="446" y="47"/>
                  <a:pt x="447" y="44"/>
                </a:cubicBezTo>
                <a:cubicBezTo>
                  <a:pt x="443" y="44"/>
                  <a:pt x="442" y="44"/>
                  <a:pt x="440" y="47"/>
                </a:cubicBezTo>
                <a:close/>
                <a:moveTo>
                  <a:pt x="430" y="52"/>
                </a:moveTo>
                <a:cubicBezTo>
                  <a:pt x="427" y="52"/>
                  <a:pt x="421" y="50"/>
                  <a:pt x="426" y="47"/>
                </a:cubicBezTo>
                <a:cubicBezTo>
                  <a:pt x="425" y="47"/>
                  <a:pt x="424" y="47"/>
                  <a:pt x="423" y="46"/>
                </a:cubicBezTo>
                <a:cubicBezTo>
                  <a:pt x="424" y="51"/>
                  <a:pt x="420" y="49"/>
                  <a:pt x="422" y="54"/>
                </a:cubicBezTo>
                <a:cubicBezTo>
                  <a:pt x="421" y="55"/>
                  <a:pt x="416" y="52"/>
                  <a:pt x="417" y="56"/>
                </a:cubicBezTo>
                <a:cubicBezTo>
                  <a:pt x="422" y="56"/>
                  <a:pt x="427" y="54"/>
                  <a:pt x="430" y="52"/>
                </a:cubicBezTo>
                <a:close/>
                <a:moveTo>
                  <a:pt x="344" y="51"/>
                </a:moveTo>
                <a:cubicBezTo>
                  <a:pt x="347" y="51"/>
                  <a:pt x="350" y="50"/>
                  <a:pt x="351" y="47"/>
                </a:cubicBezTo>
                <a:cubicBezTo>
                  <a:pt x="347" y="47"/>
                  <a:pt x="345" y="49"/>
                  <a:pt x="344" y="51"/>
                </a:cubicBezTo>
                <a:close/>
                <a:moveTo>
                  <a:pt x="349" y="57"/>
                </a:moveTo>
                <a:cubicBezTo>
                  <a:pt x="353" y="58"/>
                  <a:pt x="353" y="56"/>
                  <a:pt x="356" y="56"/>
                </a:cubicBezTo>
                <a:cubicBezTo>
                  <a:pt x="356" y="54"/>
                  <a:pt x="357" y="51"/>
                  <a:pt x="354" y="52"/>
                </a:cubicBezTo>
                <a:cubicBezTo>
                  <a:pt x="353" y="55"/>
                  <a:pt x="349" y="54"/>
                  <a:pt x="349" y="57"/>
                </a:cubicBezTo>
                <a:close/>
                <a:moveTo>
                  <a:pt x="327" y="62"/>
                </a:moveTo>
                <a:cubicBezTo>
                  <a:pt x="332" y="61"/>
                  <a:pt x="338" y="57"/>
                  <a:pt x="337" y="53"/>
                </a:cubicBezTo>
                <a:cubicBezTo>
                  <a:pt x="335" y="57"/>
                  <a:pt x="328" y="56"/>
                  <a:pt x="327" y="62"/>
                </a:cubicBezTo>
                <a:close/>
                <a:moveTo>
                  <a:pt x="340" y="65"/>
                </a:moveTo>
                <a:cubicBezTo>
                  <a:pt x="342" y="63"/>
                  <a:pt x="344" y="61"/>
                  <a:pt x="347" y="60"/>
                </a:cubicBezTo>
                <a:cubicBezTo>
                  <a:pt x="343" y="59"/>
                  <a:pt x="338" y="62"/>
                  <a:pt x="340" y="65"/>
                </a:cubicBezTo>
                <a:close/>
                <a:moveTo>
                  <a:pt x="322" y="65"/>
                </a:moveTo>
                <a:cubicBezTo>
                  <a:pt x="323" y="64"/>
                  <a:pt x="325" y="64"/>
                  <a:pt x="326" y="62"/>
                </a:cubicBezTo>
                <a:cubicBezTo>
                  <a:pt x="323" y="61"/>
                  <a:pt x="320" y="64"/>
                  <a:pt x="322" y="65"/>
                </a:cubicBezTo>
                <a:close/>
                <a:moveTo>
                  <a:pt x="869" y="87"/>
                </a:moveTo>
                <a:cubicBezTo>
                  <a:pt x="869" y="89"/>
                  <a:pt x="868" y="89"/>
                  <a:pt x="867" y="91"/>
                </a:cubicBezTo>
                <a:cubicBezTo>
                  <a:pt x="871" y="92"/>
                  <a:pt x="873" y="94"/>
                  <a:pt x="876" y="96"/>
                </a:cubicBezTo>
                <a:cubicBezTo>
                  <a:pt x="874" y="92"/>
                  <a:pt x="874" y="88"/>
                  <a:pt x="869" y="87"/>
                </a:cubicBezTo>
                <a:close/>
                <a:moveTo>
                  <a:pt x="375" y="103"/>
                </a:moveTo>
                <a:cubicBezTo>
                  <a:pt x="374" y="103"/>
                  <a:pt x="373" y="101"/>
                  <a:pt x="372" y="100"/>
                </a:cubicBezTo>
                <a:cubicBezTo>
                  <a:pt x="371" y="99"/>
                  <a:pt x="370" y="101"/>
                  <a:pt x="369" y="100"/>
                </a:cubicBezTo>
                <a:cubicBezTo>
                  <a:pt x="368" y="104"/>
                  <a:pt x="375" y="106"/>
                  <a:pt x="375" y="103"/>
                </a:cubicBezTo>
                <a:close/>
                <a:moveTo>
                  <a:pt x="373" y="106"/>
                </a:moveTo>
                <a:cubicBezTo>
                  <a:pt x="373" y="107"/>
                  <a:pt x="370" y="109"/>
                  <a:pt x="372" y="110"/>
                </a:cubicBezTo>
                <a:cubicBezTo>
                  <a:pt x="372" y="108"/>
                  <a:pt x="375" y="109"/>
                  <a:pt x="374" y="107"/>
                </a:cubicBezTo>
                <a:cubicBezTo>
                  <a:pt x="373" y="107"/>
                  <a:pt x="374" y="106"/>
                  <a:pt x="373" y="106"/>
                </a:cubicBezTo>
                <a:close/>
                <a:moveTo>
                  <a:pt x="984" y="113"/>
                </a:moveTo>
                <a:cubicBezTo>
                  <a:pt x="983" y="110"/>
                  <a:pt x="979" y="110"/>
                  <a:pt x="977" y="107"/>
                </a:cubicBezTo>
                <a:cubicBezTo>
                  <a:pt x="975" y="111"/>
                  <a:pt x="981" y="111"/>
                  <a:pt x="984" y="113"/>
                </a:cubicBezTo>
                <a:close/>
                <a:moveTo>
                  <a:pt x="902" y="124"/>
                </a:moveTo>
                <a:cubicBezTo>
                  <a:pt x="908" y="121"/>
                  <a:pt x="911" y="128"/>
                  <a:pt x="913" y="133"/>
                </a:cubicBezTo>
                <a:cubicBezTo>
                  <a:pt x="925" y="129"/>
                  <a:pt x="926" y="148"/>
                  <a:pt x="933" y="139"/>
                </a:cubicBezTo>
                <a:cubicBezTo>
                  <a:pt x="930" y="131"/>
                  <a:pt x="918" y="131"/>
                  <a:pt x="914" y="124"/>
                </a:cubicBezTo>
                <a:cubicBezTo>
                  <a:pt x="907" y="126"/>
                  <a:pt x="901" y="115"/>
                  <a:pt x="897" y="119"/>
                </a:cubicBezTo>
                <a:cubicBezTo>
                  <a:pt x="898" y="121"/>
                  <a:pt x="902" y="121"/>
                  <a:pt x="902" y="124"/>
                </a:cubicBezTo>
                <a:close/>
                <a:moveTo>
                  <a:pt x="334" y="125"/>
                </a:moveTo>
                <a:cubicBezTo>
                  <a:pt x="334" y="123"/>
                  <a:pt x="338" y="124"/>
                  <a:pt x="337" y="121"/>
                </a:cubicBezTo>
                <a:cubicBezTo>
                  <a:pt x="335" y="121"/>
                  <a:pt x="333" y="121"/>
                  <a:pt x="334" y="118"/>
                </a:cubicBezTo>
                <a:cubicBezTo>
                  <a:pt x="329" y="117"/>
                  <a:pt x="328" y="122"/>
                  <a:pt x="326" y="124"/>
                </a:cubicBezTo>
                <a:cubicBezTo>
                  <a:pt x="329" y="126"/>
                  <a:pt x="331" y="119"/>
                  <a:pt x="334" y="125"/>
                </a:cubicBezTo>
                <a:close/>
                <a:moveTo>
                  <a:pt x="893" y="134"/>
                </a:moveTo>
                <a:cubicBezTo>
                  <a:pt x="892" y="130"/>
                  <a:pt x="888" y="127"/>
                  <a:pt x="885" y="128"/>
                </a:cubicBezTo>
                <a:cubicBezTo>
                  <a:pt x="886" y="132"/>
                  <a:pt x="890" y="132"/>
                  <a:pt x="893" y="134"/>
                </a:cubicBezTo>
                <a:close/>
                <a:moveTo>
                  <a:pt x="323" y="128"/>
                </a:moveTo>
                <a:cubicBezTo>
                  <a:pt x="320" y="128"/>
                  <a:pt x="319" y="129"/>
                  <a:pt x="318" y="131"/>
                </a:cubicBezTo>
                <a:cubicBezTo>
                  <a:pt x="321" y="131"/>
                  <a:pt x="323" y="131"/>
                  <a:pt x="323" y="128"/>
                </a:cubicBezTo>
                <a:close/>
                <a:moveTo>
                  <a:pt x="364" y="128"/>
                </a:moveTo>
                <a:cubicBezTo>
                  <a:pt x="362" y="129"/>
                  <a:pt x="359" y="130"/>
                  <a:pt x="357" y="131"/>
                </a:cubicBezTo>
                <a:cubicBezTo>
                  <a:pt x="361" y="131"/>
                  <a:pt x="363" y="131"/>
                  <a:pt x="364" y="128"/>
                </a:cubicBezTo>
                <a:close/>
                <a:moveTo>
                  <a:pt x="328" y="138"/>
                </a:moveTo>
                <a:cubicBezTo>
                  <a:pt x="325" y="138"/>
                  <a:pt x="324" y="139"/>
                  <a:pt x="322" y="141"/>
                </a:cubicBezTo>
                <a:cubicBezTo>
                  <a:pt x="326" y="141"/>
                  <a:pt x="327" y="139"/>
                  <a:pt x="328" y="138"/>
                </a:cubicBezTo>
                <a:close/>
                <a:moveTo>
                  <a:pt x="988" y="190"/>
                </a:moveTo>
                <a:cubicBezTo>
                  <a:pt x="981" y="186"/>
                  <a:pt x="984" y="183"/>
                  <a:pt x="976" y="180"/>
                </a:cubicBezTo>
                <a:cubicBezTo>
                  <a:pt x="976" y="183"/>
                  <a:pt x="978" y="182"/>
                  <a:pt x="976" y="184"/>
                </a:cubicBezTo>
                <a:cubicBezTo>
                  <a:pt x="983" y="183"/>
                  <a:pt x="982" y="193"/>
                  <a:pt x="988" y="190"/>
                </a:cubicBezTo>
                <a:close/>
                <a:moveTo>
                  <a:pt x="1004" y="185"/>
                </a:moveTo>
                <a:cubicBezTo>
                  <a:pt x="1003" y="184"/>
                  <a:pt x="1002" y="182"/>
                  <a:pt x="1002" y="180"/>
                </a:cubicBezTo>
                <a:cubicBezTo>
                  <a:pt x="1000" y="181"/>
                  <a:pt x="996" y="179"/>
                  <a:pt x="995" y="181"/>
                </a:cubicBezTo>
                <a:cubicBezTo>
                  <a:pt x="998" y="182"/>
                  <a:pt x="1000" y="188"/>
                  <a:pt x="1004" y="185"/>
                </a:cubicBezTo>
                <a:close/>
                <a:moveTo>
                  <a:pt x="998" y="192"/>
                </a:moveTo>
                <a:cubicBezTo>
                  <a:pt x="998" y="191"/>
                  <a:pt x="999" y="191"/>
                  <a:pt x="999" y="191"/>
                </a:cubicBezTo>
                <a:cubicBezTo>
                  <a:pt x="999" y="185"/>
                  <a:pt x="995" y="185"/>
                  <a:pt x="992" y="187"/>
                </a:cubicBezTo>
                <a:cubicBezTo>
                  <a:pt x="993" y="187"/>
                  <a:pt x="993" y="189"/>
                  <a:pt x="992" y="190"/>
                </a:cubicBezTo>
                <a:cubicBezTo>
                  <a:pt x="995" y="190"/>
                  <a:pt x="995" y="193"/>
                  <a:pt x="998" y="192"/>
                </a:cubicBezTo>
                <a:close/>
                <a:moveTo>
                  <a:pt x="1003" y="194"/>
                </a:moveTo>
                <a:cubicBezTo>
                  <a:pt x="1002" y="194"/>
                  <a:pt x="1001" y="194"/>
                  <a:pt x="1000" y="193"/>
                </a:cubicBezTo>
                <a:cubicBezTo>
                  <a:pt x="1001" y="196"/>
                  <a:pt x="1004" y="197"/>
                  <a:pt x="1006" y="199"/>
                </a:cubicBezTo>
                <a:cubicBezTo>
                  <a:pt x="1007" y="197"/>
                  <a:pt x="1006" y="193"/>
                  <a:pt x="1003" y="192"/>
                </a:cubicBezTo>
                <a:lnTo>
                  <a:pt x="1003" y="194"/>
                </a:lnTo>
                <a:close/>
                <a:moveTo>
                  <a:pt x="1091" y="232"/>
                </a:moveTo>
                <a:cubicBezTo>
                  <a:pt x="1092" y="230"/>
                  <a:pt x="1098" y="234"/>
                  <a:pt x="1099" y="232"/>
                </a:cubicBezTo>
                <a:cubicBezTo>
                  <a:pt x="1095" y="230"/>
                  <a:pt x="1095" y="224"/>
                  <a:pt x="1092" y="222"/>
                </a:cubicBezTo>
                <a:cubicBezTo>
                  <a:pt x="1092" y="225"/>
                  <a:pt x="1090" y="227"/>
                  <a:pt x="1089" y="228"/>
                </a:cubicBezTo>
                <a:cubicBezTo>
                  <a:pt x="1090" y="229"/>
                  <a:pt x="1090" y="232"/>
                  <a:pt x="1091" y="232"/>
                </a:cubicBezTo>
                <a:close/>
                <a:moveTo>
                  <a:pt x="1050" y="236"/>
                </a:moveTo>
                <a:cubicBezTo>
                  <a:pt x="1049" y="237"/>
                  <a:pt x="1049" y="238"/>
                  <a:pt x="1049" y="240"/>
                </a:cubicBezTo>
                <a:cubicBezTo>
                  <a:pt x="1053" y="239"/>
                  <a:pt x="1053" y="242"/>
                  <a:pt x="1056" y="242"/>
                </a:cubicBezTo>
                <a:cubicBezTo>
                  <a:pt x="1056" y="239"/>
                  <a:pt x="1052" y="238"/>
                  <a:pt x="1050" y="236"/>
                </a:cubicBezTo>
                <a:close/>
                <a:moveTo>
                  <a:pt x="1116" y="265"/>
                </a:moveTo>
                <a:cubicBezTo>
                  <a:pt x="1116" y="262"/>
                  <a:pt x="1114" y="261"/>
                  <a:pt x="1112" y="259"/>
                </a:cubicBezTo>
                <a:cubicBezTo>
                  <a:pt x="1110" y="263"/>
                  <a:pt x="1113" y="264"/>
                  <a:pt x="1116" y="265"/>
                </a:cubicBezTo>
                <a:close/>
                <a:moveTo>
                  <a:pt x="1135" y="273"/>
                </a:moveTo>
                <a:cubicBezTo>
                  <a:pt x="1135" y="269"/>
                  <a:pt x="1133" y="268"/>
                  <a:pt x="1130" y="267"/>
                </a:cubicBezTo>
                <a:cubicBezTo>
                  <a:pt x="1130" y="271"/>
                  <a:pt x="1132" y="273"/>
                  <a:pt x="1135" y="273"/>
                </a:cubicBezTo>
                <a:close/>
                <a:moveTo>
                  <a:pt x="1140" y="286"/>
                </a:moveTo>
                <a:cubicBezTo>
                  <a:pt x="1140" y="285"/>
                  <a:pt x="1139" y="284"/>
                  <a:pt x="1139" y="283"/>
                </a:cubicBezTo>
                <a:cubicBezTo>
                  <a:pt x="1137" y="283"/>
                  <a:pt x="1138" y="284"/>
                  <a:pt x="1136" y="283"/>
                </a:cubicBezTo>
                <a:cubicBezTo>
                  <a:pt x="1136" y="285"/>
                  <a:pt x="1138" y="286"/>
                  <a:pt x="1140" y="286"/>
                </a:cubicBezTo>
                <a:close/>
                <a:moveTo>
                  <a:pt x="1153" y="305"/>
                </a:moveTo>
                <a:cubicBezTo>
                  <a:pt x="1153" y="301"/>
                  <a:pt x="1151" y="301"/>
                  <a:pt x="1150" y="299"/>
                </a:cubicBezTo>
                <a:cubicBezTo>
                  <a:pt x="1148" y="302"/>
                  <a:pt x="1151" y="303"/>
                  <a:pt x="1153" y="305"/>
                </a:cubicBezTo>
                <a:close/>
                <a:moveTo>
                  <a:pt x="95" y="499"/>
                </a:moveTo>
                <a:cubicBezTo>
                  <a:pt x="96" y="499"/>
                  <a:pt x="97" y="499"/>
                  <a:pt x="98" y="498"/>
                </a:cubicBezTo>
                <a:cubicBezTo>
                  <a:pt x="98" y="497"/>
                  <a:pt x="98" y="495"/>
                  <a:pt x="95" y="495"/>
                </a:cubicBezTo>
                <a:cubicBezTo>
                  <a:pt x="96" y="497"/>
                  <a:pt x="94" y="497"/>
                  <a:pt x="95" y="499"/>
                </a:cubicBezTo>
                <a:close/>
                <a:moveTo>
                  <a:pt x="92" y="504"/>
                </a:moveTo>
                <a:cubicBezTo>
                  <a:pt x="91" y="507"/>
                  <a:pt x="91" y="511"/>
                  <a:pt x="94" y="512"/>
                </a:cubicBezTo>
                <a:cubicBezTo>
                  <a:pt x="95" y="510"/>
                  <a:pt x="94" y="506"/>
                  <a:pt x="92" y="504"/>
                </a:cubicBezTo>
                <a:close/>
                <a:moveTo>
                  <a:pt x="130" y="521"/>
                </a:moveTo>
                <a:cubicBezTo>
                  <a:pt x="130" y="520"/>
                  <a:pt x="131" y="520"/>
                  <a:pt x="132" y="521"/>
                </a:cubicBezTo>
                <a:cubicBezTo>
                  <a:pt x="132" y="519"/>
                  <a:pt x="132" y="517"/>
                  <a:pt x="130" y="517"/>
                </a:cubicBezTo>
                <a:cubicBezTo>
                  <a:pt x="130" y="518"/>
                  <a:pt x="127" y="520"/>
                  <a:pt x="130" y="521"/>
                </a:cubicBezTo>
                <a:close/>
                <a:moveTo>
                  <a:pt x="61" y="536"/>
                </a:moveTo>
                <a:cubicBezTo>
                  <a:pt x="63" y="534"/>
                  <a:pt x="62" y="530"/>
                  <a:pt x="60" y="528"/>
                </a:cubicBezTo>
                <a:cubicBezTo>
                  <a:pt x="61" y="530"/>
                  <a:pt x="59" y="535"/>
                  <a:pt x="61" y="536"/>
                </a:cubicBezTo>
                <a:close/>
                <a:moveTo>
                  <a:pt x="84" y="583"/>
                </a:moveTo>
                <a:cubicBezTo>
                  <a:pt x="86" y="583"/>
                  <a:pt x="87" y="582"/>
                  <a:pt x="88" y="583"/>
                </a:cubicBezTo>
                <a:cubicBezTo>
                  <a:pt x="93" y="568"/>
                  <a:pt x="93" y="553"/>
                  <a:pt x="98" y="536"/>
                </a:cubicBezTo>
                <a:cubicBezTo>
                  <a:pt x="97" y="535"/>
                  <a:pt x="98" y="533"/>
                  <a:pt x="96" y="532"/>
                </a:cubicBezTo>
                <a:cubicBezTo>
                  <a:pt x="94" y="546"/>
                  <a:pt x="83" y="557"/>
                  <a:pt x="87" y="569"/>
                </a:cubicBezTo>
                <a:cubicBezTo>
                  <a:pt x="84" y="572"/>
                  <a:pt x="83" y="579"/>
                  <a:pt x="84" y="583"/>
                </a:cubicBezTo>
                <a:close/>
                <a:moveTo>
                  <a:pt x="117" y="552"/>
                </a:moveTo>
                <a:cubicBezTo>
                  <a:pt x="117" y="555"/>
                  <a:pt x="116" y="556"/>
                  <a:pt x="117" y="560"/>
                </a:cubicBezTo>
                <a:cubicBezTo>
                  <a:pt x="119" y="560"/>
                  <a:pt x="118" y="552"/>
                  <a:pt x="117" y="552"/>
                </a:cubicBezTo>
                <a:close/>
                <a:moveTo>
                  <a:pt x="963" y="552"/>
                </a:moveTo>
                <a:cubicBezTo>
                  <a:pt x="963" y="558"/>
                  <a:pt x="964" y="562"/>
                  <a:pt x="963" y="566"/>
                </a:cubicBezTo>
                <a:cubicBezTo>
                  <a:pt x="968" y="565"/>
                  <a:pt x="967" y="553"/>
                  <a:pt x="963" y="552"/>
                </a:cubicBezTo>
                <a:close/>
                <a:moveTo>
                  <a:pt x="117" y="573"/>
                </a:moveTo>
                <a:cubicBezTo>
                  <a:pt x="116" y="576"/>
                  <a:pt x="117" y="577"/>
                  <a:pt x="119" y="578"/>
                </a:cubicBezTo>
                <a:cubicBezTo>
                  <a:pt x="119" y="576"/>
                  <a:pt x="120" y="574"/>
                  <a:pt x="121" y="573"/>
                </a:cubicBezTo>
                <a:cubicBezTo>
                  <a:pt x="118" y="572"/>
                  <a:pt x="118" y="574"/>
                  <a:pt x="117" y="573"/>
                </a:cubicBezTo>
                <a:close/>
                <a:moveTo>
                  <a:pt x="926" y="599"/>
                </a:moveTo>
                <a:cubicBezTo>
                  <a:pt x="925" y="599"/>
                  <a:pt x="925" y="597"/>
                  <a:pt x="925" y="596"/>
                </a:cubicBezTo>
                <a:cubicBezTo>
                  <a:pt x="924" y="596"/>
                  <a:pt x="923" y="595"/>
                  <a:pt x="923" y="596"/>
                </a:cubicBezTo>
                <a:cubicBezTo>
                  <a:pt x="924" y="597"/>
                  <a:pt x="923" y="598"/>
                  <a:pt x="923" y="599"/>
                </a:cubicBezTo>
                <a:cubicBezTo>
                  <a:pt x="924" y="598"/>
                  <a:pt x="926" y="602"/>
                  <a:pt x="926" y="599"/>
                </a:cubicBezTo>
                <a:close/>
                <a:moveTo>
                  <a:pt x="107" y="596"/>
                </a:moveTo>
                <a:cubicBezTo>
                  <a:pt x="103" y="603"/>
                  <a:pt x="106" y="621"/>
                  <a:pt x="112" y="617"/>
                </a:cubicBezTo>
                <a:cubicBezTo>
                  <a:pt x="110" y="610"/>
                  <a:pt x="111" y="598"/>
                  <a:pt x="107" y="596"/>
                </a:cubicBezTo>
                <a:close/>
                <a:moveTo>
                  <a:pt x="42" y="612"/>
                </a:moveTo>
                <a:cubicBezTo>
                  <a:pt x="40" y="619"/>
                  <a:pt x="37" y="634"/>
                  <a:pt x="42" y="640"/>
                </a:cubicBezTo>
                <a:cubicBezTo>
                  <a:pt x="43" y="630"/>
                  <a:pt x="43" y="618"/>
                  <a:pt x="42" y="612"/>
                </a:cubicBezTo>
                <a:close/>
                <a:moveTo>
                  <a:pt x="923" y="619"/>
                </a:moveTo>
                <a:cubicBezTo>
                  <a:pt x="922" y="617"/>
                  <a:pt x="925" y="614"/>
                  <a:pt x="923" y="612"/>
                </a:cubicBezTo>
                <a:cubicBezTo>
                  <a:pt x="923" y="615"/>
                  <a:pt x="920" y="618"/>
                  <a:pt x="923" y="619"/>
                </a:cubicBezTo>
                <a:close/>
                <a:moveTo>
                  <a:pt x="927" y="613"/>
                </a:moveTo>
                <a:cubicBezTo>
                  <a:pt x="927" y="616"/>
                  <a:pt x="925" y="618"/>
                  <a:pt x="924" y="621"/>
                </a:cubicBezTo>
                <a:cubicBezTo>
                  <a:pt x="927" y="621"/>
                  <a:pt x="930" y="614"/>
                  <a:pt x="927" y="613"/>
                </a:cubicBezTo>
                <a:close/>
                <a:moveTo>
                  <a:pt x="25" y="624"/>
                </a:moveTo>
                <a:cubicBezTo>
                  <a:pt x="25" y="619"/>
                  <a:pt x="26" y="618"/>
                  <a:pt x="22" y="617"/>
                </a:cubicBezTo>
                <a:cubicBezTo>
                  <a:pt x="21" y="618"/>
                  <a:pt x="20" y="619"/>
                  <a:pt x="17" y="618"/>
                </a:cubicBezTo>
                <a:cubicBezTo>
                  <a:pt x="17" y="623"/>
                  <a:pt x="19" y="624"/>
                  <a:pt x="21" y="626"/>
                </a:cubicBezTo>
                <a:cubicBezTo>
                  <a:pt x="21" y="624"/>
                  <a:pt x="24" y="625"/>
                  <a:pt x="25" y="624"/>
                </a:cubicBezTo>
                <a:close/>
                <a:moveTo>
                  <a:pt x="923" y="625"/>
                </a:moveTo>
                <a:cubicBezTo>
                  <a:pt x="922" y="632"/>
                  <a:pt x="921" y="635"/>
                  <a:pt x="920" y="643"/>
                </a:cubicBezTo>
                <a:cubicBezTo>
                  <a:pt x="923" y="638"/>
                  <a:pt x="927" y="629"/>
                  <a:pt x="923" y="625"/>
                </a:cubicBezTo>
                <a:close/>
                <a:moveTo>
                  <a:pt x="875" y="626"/>
                </a:moveTo>
                <a:cubicBezTo>
                  <a:pt x="875" y="632"/>
                  <a:pt x="872" y="634"/>
                  <a:pt x="872" y="639"/>
                </a:cubicBezTo>
                <a:cubicBezTo>
                  <a:pt x="877" y="639"/>
                  <a:pt x="878" y="628"/>
                  <a:pt x="875" y="626"/>
                </a:cubicBezTo>
                <a:close/>
                <a:moveTo>
                  <a:pt x="52" y="629"/>
                </a:moveTo>
                <a:cubicBezTo>
                  <a:pt x="50" y="630"/>
                  <a:pt x="51" y="636"/>
                  <a:pt x="53" y="636"/>
                </a:cubicBezTo>
                <a:cubicBezTo>
                  <a:pt x="53" y="633"/>
                  <a:pt x="53" y="631"/>
                  <a:pt x="52" y="629"/>
                </a:cubicBezTo>
                <a:close/>
                <a:moveTo>
                  <a:pt x="121" y="632"/>
                </a:moveTo>
                <a:cubicBezTo>
                  <a:pt x="119" y="634"/>
                  <a:pt x="119" y="640"/>
                  <a:pt x="122" y="639"/>
                </a:cubicBezTo>
                <a:cubicBezTo>
                  <a:pt x="122" y="637"/>
                  <a:pt x="123" y="633"/>
                  <a:pt x="121" y="632"/>
                </a:cubicBezTo>
                <a:close/>
                <a:moveTo>
                  <a:pt x="21" y="643"/>
                </a:moveTo>
                <a:cubicBezTo>
                  <a:pt x="20" y="641"/>
                  <a:pt x="21" y="638"/>
                  <a:pt x="18" y="638"/>
                </a:cubicBezTo>
                <a:cubicBezTo>
                  <a:pt x="18" y="640"/>
                  <a:pt x="18" y="643"/>
                  <a:pt x="21" y="643"/>
                </a:cubicBezTo>
                <a:close/>
                <a:moveTo>
                  <a:pt x="65" y="653"/>
                </a:moveTo>
                <a:cubicBezTo>
                  <a:pt x="65" y="652"/>
                  <a:pt x="66" y="646"/>
                  <a:pt x="65" y="646"/>
                </a:cubicBezTo>
                <a:cubicBezTo>
                  <a:pt x="64" y="646"/>
                  <a:pt x="63" y="652"/>
                  <a:pt x="65" y="653"/>
                </a:cubicBezTo>
                <a:close/>
                <a:moveTo>
                  <a:pt x="954" y="647"/>
                </a:moveTo>
                <a:cubicBezTo>
                  <a:pt x="954" y="650"/>
                  <a:pt x="951" y="653"/>
                  <a:pt x="953" y="654"/>
                </a:cubicBezTo>
                <a:cubicBezTo>
                  <a:pt x="953" y="653"/>
                  <a:pt x="956" y="649"/>
                  <a:pt x="954" y="647"/>
                </a:cubicBezTo>
                <a:close/>
                <a:moveTo>
                  <a:pt x="19" y="651"/>
                </a:moveTo>
                <a:cubicBezTo>
                  <a:pt x="19" y="657"/>
                  <a:pt x="18" y="660"/>
                  <a:pt x="21" y="664"/>
                </a:cubicBezTo>
                <a:cubicBezTo>
                  <a:pt x="19" y="659"/>
                  <a:pt x="22" y="654"/>
                  <a:pt x="19" y="651"/>
                </a:cubicBezTo>
                <a:close/>
                <a:moveTo>
                  <a:pt x="121" y="669"/>
                </a:moveTo>
                <a:cubicBezTo>
                  <a:pt x="122" y="672"/>
                  <a:pt x="118" y="677"/>
                  <a:pt x="122" y="677"/>
                </a:cubicBezTo>
                <a:cubicBezTo>
                  <a:pt x="120" y="675"/>
                  <a:pt x="126" y="670"/>
                  <a:pt x="121" y="669"/>
                </a:cubicBezTo>
                <a:close/>
                <a:moveTo>
                  <a:pt x="920" y="687"/>
                </a:moveTo>
                <a:cubicBezTo>
                  <a:pt x="924" y="686"/>
                  <a:pt x="927" y="676"/>
                  <a:pt x="924" y="674"/>
                </a:cubicBezTo>
                <a:cubicBezTo>
                  <a:pt x="922" y="677"/>
                  <a:pt x="919" y="683"/>
                  <a:pt x="920" y="687"/>
                </a:cubicBezTo>
                <a:close/>
                <a:moveTo>
                  <a:pt x="14" y="684"/>
                </a:moveTo>
                <a:cubicBezTo>
                  <a:pt x="10" y="684"/>
                  <a:pt x="13" y="676"/>
                  <a:pt x="9" y="676"/>
                </a:cubicBezTo>
                <a:cubicBezTo>
                  <a:pt x="9" y="679"/>
                  <a:pt x="11" y="680"/>
                  <a:pt x="10" y="683"/>
                </a:cubicBezTo>
                <a:cubicBezTo>
                  <a:pt x="11" y="683"/>
                  <a:pt x="13" y="686"/>
                  <a:pt x="14" y="684"/>
                </a:cubicBezTo>
                <a:close/>
                <a:moveTo>
                  <a:pt x="74" y="699"/>
                </a:moveTo>
                <a:cubicBezTo>
                  <a:pt x="80" y="695"/>
                  <a:pt x="74" y="682"/>
                  <a:pt x="74" y="679"/>
                </a:cubicBezTo>
                <a:cubicBezTo>
                  <a:pt x="73" y="683"/>
                  <a:pt x="72" y="687"/>
                  <a:pt x="72" y="692"/>
                </a:cubicBezTo>
                <a:cubicBezTo>
                  <a:pt x="76" y="691"/>
                  <a:pt x="74" y="696"/>
                  <a:pt x="74" y="699"/>
                </a:cubicBezTo>
                <a:close/>
                <a:moveTo>
                  <a:pt x="889" y="688"/>
                </a:moveTo>
                <a:cubicBezTo>
                  <a:pt x="890" y="686"/>
                  <a:pt x="892" y="682"/>
                  <a:pt x="890" y="681"/>
                </a:cubicBezTo>
                <a:cubicBezTo>
                  <a:pt x="890" y="682"/>
                  <a:pt x="888" y="687"/>
                  <a:pt x="889" y="688"/>
                </a:cubicBezTo>
                <a:close/>
                <a:moveTo>
                  <a:pt x="96" y="720"/>
                </a:moveTo>
                <a:cubicBezTo>
                  <a:pt x="94" y="732"/>
                  <a:pt x="96" y="741"/>
                  <a:pt x="98" y="752"/>
                </a:cubicBezTo>
                <a:cubicBezTo>
                  <a:pt x="98" y="751"/>
                  <a:pt x="100" y="749"/>
                  <a:pt x="100" y="751"/>
                </a:cubicBezTo>
                <a:cubicBezTo>
                  <a:pt x="101" y="755"/>
                  <a:pt x="97" y="751"/>
                  <a:pt x="98" y="754"/>
                </a:cubicBezTo>
                <a:cubicBezTo>
                  <a:pt x="99" y="756"/>
                  <a:pt x="99" y="758"/>
                  <a:pt x="101" y="759"/>
                </a:cubicBezTo>
                <a:cubicBezTo>
                  <a:pt x="104" y="748"/>
                  <a:pt x="99" y="738"/>
                  <a:pt x="102" y="731"/>
                </a:cubicBezTo>
                <a:cubicBezTo>
                  <a:pt x="98" y="730"/>
                  <a:pt x="99" y="723"/>
                  <a:pt x="96" y="720"/>
                </a:cubicBezTo>
                <a:close/>
                <a:moveTo>
                  <a:pt x="856" y="730"/>
                </a:moveTo>
                <a:cubicBezTo>
                  <a:pt x="855" y="733"/>
                  <a:pt x="851" y="734"/>
                  <a:pt x="850" y="738"/>
                </a:cubicBezTo>
                <a:cubicBezTo>
                  <a:pt x="854" y="736"/>
                  <a:pt x="858" y="735"/>
                  <a:pt x="859" y="734"/>
                </a:cubicBezTo>
                <a:cubicBezTo>
                  <a:pt x="858" y="734"/>
                  <a:pt x="859" y="730"/>
                  <a:pt x="856" y="730"/>
                </a:cubicBezTo>
                <a:close/>
                <a:moveTo>
                  <a:pt x="78" y="747"/>
                </a:moveTo>
                <a:cubicBezTo>
                  <a:pt x="78" y="744"/>
                  <a:pt x="76" y="737"/>
                  <a:pt x="73" y="739"/>
                </a:cubicBezTo>
                <a:cubicBezTo>
                  <a:pt x="75" y="741"/>
                  <a:pt x="76" y="743"/>
                  <a:pt x="77" y="745"/>
                </a:cubicBezTo>
                <a:cubicBezTo>
                  <a:pt x="75" y="745"/>
                  <a:pt x="73" y="749"/>
                  <a:pt x="75" y="750"/>
                </a:cubicBezTo>
                <a:cubicBezTo>
                  <a:pt x="74" y="747"/>
                  <a:pt x="78" y="749"/>
                  <a:pt x="78" y="747"/>
                </a:cubicBezTo>
                <a:close/>
                <a:moveTo>
                  <a:pt x="108" y="738"/>
                </a:moveTo>
                <a:cubicBezTo>
                  <a:pt x="108" y="746"/>
                  <a:pt x="110" y="752"/>
                  <a:pt x="113" y="757"/>
                </a:cubicBezTo>
                <a:cubicBezTo>
                  <a:pt x="113" y="751"/>
                  <a:pt x="113" y="749"/>
                  <a:pt x="113" y="743"/>
                </a:cubicBezTo>
                <a:cubicBezTo>
                  <a:pt x="109" y="745"/>
                  <a:pt x="111" y="740"/>
                  <a:pt x="108" y="738"/>
                </a:cubicBezTo>
                <a:close/>
                <a:moveTo>
                  <a:pt x="5" y="752"/>
                </a:moveTo>
                <a:cubicBezTo>
                  <a:pt x="4" y="749"/>
                  <a:pt x="2" y="746"/>
                  <a:pt x="0" y="744"/>
                </a:cubicBezTo>
                <a:cubicBezTo>
                  <a:pt x="0" y="752"/>
                  <a:pt x="0" y="752"/>
                  <a:pt x="0" y="752"/>
                </a:cubicBezTo>
                <a:cubicBezTo>
                  <a:pt x="3" y="751"/>
                  <a:pt x="3" y="753"/>
                  <a:pt x="5" y="752"/>
                </a:cubicBezTo>
                <a:close/>
                <a:moveTo>
                  <a:pt x="87" y="753"/>
                </a:moveTo>
                <a:cubicBezTo>
                  <a:pt x="85" y="750"/>
                  <a:pt x="87" y="748"/>
                  <a:pt x="85" y="746"/>
                </a:cubicBezTo>
                <a:cubicBezTo>
                  <a:pt x="85" y="747"/>
                  <a:pt x="84" y="747"/>
                  <a:pt x="82" y="747"/>
                </a:cubicBezTo>
                <a:cubicBezTo>
                  <a:pt x="83" y="751"/>
                  <a:pt x="81" y="753"/>
                  <a:pt x="82" y="757"/>
                </a:cubicBezTo>
                <a:cubicBezTo>
                  <a:pt x="83" y="757"/>
                  <a:pt x="84" y="758"/>
                  <a:pt x="85" y="759"/>
                </a:cubicBezTo>
                <a:cubicBezTo>
                  <a:pt x="86" y="756"/>
                  <a:pt x="85" y="755"/>
                  <a:pt x="84" y="752"/>
                </a:cubicBezTo>
                <a:cubicBezTo>
                  <a:pt x="86" y="751"/>
                  <a:pt x="86" y="753"/>
                  <a:pt x="87" y="753"/>
                </a:cubicBezTo>
                <a:close/>
                <a:moveTo>
                  <a:pt x="6" y="759"/>
                </a:moveTo>
                <a:cubicBezTo>
                  <a:pt x="10" y="761"/>
                  <a:pt x="7" y="750"/>
                  <a:pt x="6" y="755"/>
                </a:cubicBezTo>
                <a:cubicBezTo>
                  <a:pt x="6" y="754"/>
                  <a:pt x="6" y="753"/>
                  <a:pt x="5" y="753"/>
                </a:cubicBezTo>
                <a:cubicBezTo>
                  <a:pt x="4" y="756"/>
                  <a:pt x="6" y="757"/>
                  <a:pt x="6" y="759"/>
                </a:cubicBezTo>
                <a:close/>
                <a:moveTo>
                  <a:pt x="66" y="754"/>
                </a:moveTo>
                <a:cubicBezTo>
                  <a:pt x="67" y="771"/>
                  <a:pt x="69" y="755"/>
                  <a:pt x="66" y="754"/>
                </a:cubicBezTo>
                <a:close/>
                <a:moveTo>
                  <a:pt x="4" y="765"/>
                </a:moveTo>
                <a:cubicBezTo>
                  <a:pt x="2" y="768"/>
                  <a:pt x="3" y="771"/>
                  <a:pt x="4" y="773"/>
                </a:cubicBezTo>
                <a:cubicBezTo>
                  <a:pt x="5" y="772"/>
                  <a:pt x="5" y="766"/>
                  <a:pt x="4" y="765"/>
                </a:cubicBezTo>
                <a:close/>
                <a:moveTo>
                  <a:pt x="902" y="777"/>
                </a:moveTo>
                <a:cubicBezTo>
                  <a:pt x="904" y="777"/>
                  <a:pt x="903" y="779"/>
                  <a:pt x="904" y="780"/>
                </a:cubicBezTo>
                <a:cubicBezTo>
                  <a:pt x="905" y="775"/>
                  <a:pt x="908" y="774"/>
                  <a:pt x="909" y="769"/>
                </a:cubicBezTo>
                <a:cubicBezTo>
                  <a:pt x="905" y="770"/>
                  <a:pt x="906" y="776"/>
                  <a:pt x="902" y="777"/>
                </a:cubicBezTo>
                <a:close/>
                <a:moveTo>
                  <a:pt x="67" y="779"/>
                </a:moveTo>
                <a:cubicBezTo>
                  <a:pt x="67" y="778"/>
                  <a:pt x="67" y="777"/>
                  <a:pt x="68" y="777"/>
                </a:cubicBezTo>
                <a:cubicBezTo>
                  <a:pt x="68" y="778"/>
                  <a:pt x="68" y="778"/>
                  <a:pt x="69" y="778"/>
                </a:cubicBezTo>
                <a:cubicBezTo>
                  <a:pt x="70" y="775"/>
                  <a:pt x="69" y="770"/>
                  <a:pt x="68" y="772"/>
                </a:cubicBezTo>
                <a:cubicBezTo>
                  <a:pt x="68" y="773"/>
                  <a:pt x="68" y="773"/>
                  <a:pt x="68" y="773"/>
                </a:cubicBezTo>
                <a:cubicBezTo>
                  <a:pt x="67" y="772"/>
                  <a:pt x="66" y="773"/>
                  <a:pt x="65" y="774"/>
                </a:cubicBezTo>
                <a:cubicBezTo>
                  <a:pt x="70" y="774"/>
                  <a:pt x="64" y="778"/>
                  <a:pt x="67" y="779"/>
                </a:cubicBezTo>
                <a:close/>
                <a:moveTo>
                  <a:pt x="81" y="772"/>
                </a:moveTo>
                <a:cubicBezTo>
                  <a:pt x="81" y="775"/>
                  <a:pt x="81" y="779"/>
                  <a:pt x="83" y="780"/>
                </a:cubicBezTo>
                <a:cubicBezTo>
                  <a:pt x="83" y="776"/>
                  <a:pt x="83" y="773"/>
                  <a:pt x="81" y="772"/>
                </a:cubicBezTo>
                <a:close/>
                <a:moveTo>
                  <a:pt x="71" y="785"/>
                </a:moveTo>
                <a:cubicBezTo>
                  <a:pt x="71" y="783"/>
                  <a:pt x="71" y="782"/>
                  <a:pt x="69" y="781"/>
                </a:cubicBezTo>
                <a:cubicBezTo>
                  <a:pt x="70" y="783"/>
                  <a:pt x="67" y="782"/>
                  <a:pt x="67" y="784"/>
                </a:cubicBezTo>
                <a:cubicBezTo>
                  <a:pt x="69" y="784"/>
                  <a:pt x="69" y="786"/>
                  <a:pt x="71" y="785"/>
                </a:cubicBezTo>
                <a:close/>
                <a:moveTo>
                  <a:pt x="137" y="815"/>
                </a:moveTo>
                <a:cubicBezTo>
                  <a:pt x="136" y="802"/>
                  <a:pt x="133" y="793"/>
                  <a:pt x="127" y="787"/>
                </a:cubicBezTo>
                <a:cubicBezTo>
                  <a:pt x="129" y="798"/>
                  <a:pt x="133" y="806"/>
                  <a:pt x="137" y="815"/>
                </a:cubicBezTo>
                <a:close/>
                <a:moveTo>
                  <a:pt x="724" y="810"/>
                </a:moveTo>
                <a:cubicBezTo>
                  <a:pt x="726" y="810"/>
                  <a:pt x="725" y="813"/>
                  <a:pt x="726" y="813"/>
                </a:cubicBezTo>
                <a:cubicBezTo>
                  <a:pt x="730" y="810"/>
                  <a:pt x="736" y="804"/>
                  <a:pt x="735" y="800"/>
                </a:cubicBezTo>
                <a:cubicBezTo>
                  <a:pt x="731" y="803"/>
                  <a:pt x="726" y="805"/>
                  <a:pt x="724" y="810"/>
                </a:cubicBezTo>
                <a:close/>
                <a:moveTo>
                  <a:pt x="157" y="816"/>
                </a:moveTo>
                <a:cubicBezTo>
                  <a:pt x="152" y="816"/>
                  <a:pt x="154" y="809"/>
                  <a:pt x="150" y="808"/>
                </a:cubicBezTo>
                <a:cubicBezTo>
                  <a:pt x="151" y="811"/>
                  <a:pt x="151" y="815"/>
                  <a:pt x="152" y="817"/>
                </a:cubicBezTo>
                <a:cubicBezTo>
                  <a:pt x="152" y="814"/>
                  <a:pt x="156" y="820"/>
                  <a:pt x="157" y="816"/>
                </a:cubicBezTo>
                <a:close/>
                <a:moveTo>
                  <a:pt x="847" y="824"/>
                </a:moveTo>
                <a:cubicBezTo>
                  <a:pt x="851" y="822"/>
                  <a:pt x="857" y="818"/>
                  <a:pt x="856" y="813"/>
                </a:cubicBezTo>
                <a:cubicBezTo>
                  <a:pt x="854" y="816"/>
                  <a:pt x="851" y="818"/>
                  <a:pt x="847" y="819"/>
                </a:cubicBezTo>
                <a:lnTo>
                  <a:pt x="847" y="824"/>
                </a:lnTo>
                <a:close/>
                <a:moveTo>
                  <a:pt x="828" y="823"/>
                </a:moveTo>
                <a:cubicBezTo>
                  <a:pt x="826" y="823"/>
                  <a:pt x="824" y="823"/>
                  <a:pt x="824" y="827"/>
                </a:cubicBezTo>
                <a:cubicBezTo>
                  <a:pt x="826" y="826"/>
                  <a:pt x="827" y="824"/>
                  <a:pt x="828" y="823"/>
                </a:cubicBezTo>
                <a:close/>
                <a:moveTo>
                  <a:pt x="627" y="834"/>
                </a:moveTo>
                <a:cubicBezTo>
                  <a:pt x="628" y="836"/>
                  <a:pt x="627" y="836"/>
                  <a:pt x="627" y="837"/>
                </a:cubicBezTo>
                <a:cubicBezTo>
                  <a:pt x="630" y="840"/>
                  <a:pt x="641" y="838"/>
                  <a:pt x="641" y="831"/>
                </a:cubicBezTo>
                <a:cubicBezTo>
                  <a:pt x="636" y="834"/>
                  <a:pt x="634" y="835"/>
                  <a:pt x="627" y="834"/>
                </a:cubicBezTo>
                <a:close/>
                <a:moveTo>
                  <a:pt x="881" y="850"/>
                </a:moveTo>
                <a:cubicBezTo>
                  <a:pt x="882" y="849"/>
                  <a:pt x="886" y="849"/>
                  <a:pt x="885" y="844"/>
                </a:cubicBezTo>
                <a:cubicBezTo>
                  <a:pt x="883" y="844"/>
                  <a:pt x="883" y="843"/>
                  <a:pt x="880" y="844"/>
                </a:cubicBezTo>
                <a:cubicBezTo>
                  <a:pt x="881" y="845"/>
                  <a:pt x="879" y="849"/>
                  <a:pt x="881" y="850"/>
                </a:cubicBezTo>
                <a:close/>
                <a:moveTo>
                  <a:pt x="868" y="850"/>
                </a:moveTo>
                <a:cubicBezTo>
                  <a:pt x="867" y="847"/>
                  <a:pt x="860" y="848"/>
                  <a:pt x="862" y="855"/>
                </a:cubicBezTo>
                <a:cubicBezTo>
                  <a:pt x="865" y="855"/>
                  <a:pt x="867" y="852"/>
                  <a:pt x="868" y="850"/>
                </a:cubicBezTo>
                <a:close/>
                <a:moveTo>
                  <a:pt x="130" y="849"/>
                </a:moveTo>
                <a:cubicBezTo>
                  <a:pt x="130" y="852"/>
                  <a:pt x="131" y="853"/>
                  <a:pt x="130" y="857"/>
                </a:cubicBezTo>
                <a:cubicBezTo>
                  <a:pt x="134" y="856"/>
                  <a:pt x="132" y="849"/>
                  <a:pt x="130" y="849"/>
                </a:cubicBezTo>
                <a:close/>
                <a:moveTo>
                  <a:pt x="684" y="851"/>
                </a:moveTo>
                <a:cubicBezTo>
                  <a:pt x="683" y="850"/>
                  <a:pt x="683" y="849"/>
                  <a:pt x="682" y="849"/>
                </a:cubicBezTo>
                <a:cubicBezTo>
                  <a:pt x="677" y="851"/>
                  <a:pt x="668" y="852"/>
                  <a:pt x="660" y="853"/>
                </a:cubicBezTo>
                <a:cubicBezTo>
                  <a:pt x="660" y="859"/>
                  <a:pt x="660" y="859"/>
                  <a:pt x="660" y="859"/>
                </a:cubicBezTo>
                <a:cubicBezTo>
                  <a:pt x="667" y="860"/>
                  <a:pt x="679" y="858"/>
                  <a:pt x="684" y="851"/>
                </a:cubicBezTo>
                <a:close/>
                <a:moveTo>
                  <a:pt x="732" y="865"/>
                </a:moveTo>
                <a:cubicBezTo>
                  <a:pt x="735" y="863"/>
                  <a:pt x="748" y="856"/>
                  <a:pt x="747" y="852"/>
                </a:cubicBezTo>
                <a:cubicBezTo>
                  <a:pt x="743" y="857"/>
                  <a:pt x="733" y="860"/>
                  <a:pt x="732" y="865"/>
                </a:cubicBezTo>
                <a:close/>
                <a:moveTo>
                  <a:pt x="169" y="853"/>
                </a:moveTo>
                <a:cubicBezTo>
                  <a:pt x="171" y="856"/>
                  <a:pt x="170" y="860"/>
                  <a:pt x="174" y="861"/>
                </a:cubicBezTo>
                <a:cubicBezTo>
                  <a:pt x="173" y="858"/>
                  <a:pt x="172" y="854"/>
                  <a:pt x="169" y="853"/>
                </a:cubicBezTo>
                <a:close/>
                <a:moveTo>
                  <a:pt x="848" y="853"/>
                </a:moveTo>
                <a:cubicBezTo>
                  <a:pt x="845" y="854"/>
                  <a:pt x="843" y="855"/>
                  <a:pt x="842" y="858"/>
                </a:cubicBezTo>
                <a:cubicBezTo>
                  <a:pt x="845" y="858"/>
                  <a:pt x="848" y="857"/>
                  <a:pt x="848" y="853"/>
                </a:cubicBezTo>
                <a:close/>
                <a:moveTo>
                  <a:pt x="658" y="854"/>
                </a:moveTo>
                <a:cubicBezTo>
                  <a:pt x="655" y="854"/>
                  <a:pt x="652" y="856"/>
                  <a:pt x="653" y="860"/>
                </a:cubicBezTo>
                <a:cubicBezTo>
                  <a:pt x="655" y="860"/>
                  <a:pt x="656" y="859"/>
                  <a:pt x="658" y="858"/>
                </a:cubicBezTo>
                <a:cubicBezTo>
                  <a:pt x="657" y="856"/>
                  <a:pt x="659" y="856"/>
                  <a:pt x="658" y="854"/>
                </a:cubicBezTo>
                <a:close/>
                <a:moveTo>
                  <a:pt x="99" y="865"/>
                </a:moveTo>
                <a:cubicBezTo>
                  <a:pt x="99" y="862"/>
                  <a:pt x="99" y="860"/>
                  <a:pt x="98" y="859"/>
                </a:cubicBezTo>
                <a:cubicBezTo>
                  <a:pt x="95" y="859"/>
                  <a:pt x="95" y="859"/>
                  <a:pt x="95" y="859"/>
                </a:cubicBezTo>
                <a:cubicBezTo>
                  <a:pt x="95" y="863"/>
                  <a:pt x="97" y="863"/>
                  <a:pt x="99" y="865"/>
                </a:cubicBezTo>
                <a:close/>
                <a:moveTo>
                  <a:pt x="841" y="859"/>
                </a:moveTo>
                <a:cubicBezTo>
                  <a:pt x="832" y="869"/>
                  <a:pt x="818" y="878"/>
                  <a:pt x="815" y="892"/>
                </a:cubicBezTo>
                <a:cubicBezTo>
                  <a:pt x="820" y="887"/>
                  <a:pt x="824" y="883"/>
                  <a:pt x="828" y="878"/>
                </a:cubicBezTo>
                <a:cubicBezTo>
                  <a:pt x="837" y="876"/>
                  <a:pt x="840" y="868"/>
                  <a:pt x="843" y="860"/>
                </a:cubicBezTo>
                <a:cubicBezTo>
                  <a:pt x="843" y="860"/>
                  <a:pt x="842" y="859"/>
                  <a:pt x="841" y="859"/>
                </a:cubicBezTo>
                <a:close/>
                <a:moveTo>
                  <a:pt x="65" y="868"/>
                </a:moveTo>
                <a:cubicBezTo>
                  <a:pt x="65" y="873"/>
                  <a:pt x="68" y="875"/>
                  <a:pt x="71" y="878"/>
                </a:cubicBezTo>
                <a:cubicBezTo>
                  <a:pt x="69" y="874"/>
                  <a:pt x="68" y="870"/>
                  <a:pt x="65" y="868"/>
                </a:cubicBezTo>
                <a:close/>
                <a:moveTo>
                  <a:pt x="678" y="875"/>
                </a:moveTo>
                <a:cubicBezTo>
                  <a:pt x="678" y="873"/>
                  <a:pt x="677" y="873"/>
                  <a:pt x="678" y="872"/>
                </a:cubicBezTo>
                <a:cubicBezTo>
                  <a:pt x="673" y="871"/>
                  <a:pt x="674" y="871"/>
                  <a:pt x="670" y="872"/>
                </a:cubicBezTo>
                <a:cubicBezTo>
                  <a:pt x="670" y="876"/>
                  <a:pt x="670" y="876"/>
                  <a:pt x="670" y="876"/>
                </a:cubicBezTo>
                <a:cubicBezTo>
                  <a:pt x="673" y="874"/>
                  <a:pt x="673" y="873"/>
                  <a:pt x="678" y="875"/>
                </a:cubicBezTo>
                <a:close/>
                <a:moveTo>
                  <a:pt x="634" y="881"/>
                </a:moveTo>
                <a:cubicBezTo>
                  <a:pt x="632" y="873"/>
                  <a:pt x="621" y="879"/>
                  <a:pt x="619" y="881"/>
                </a:cubicBezTo>
                <a:cubicBezTo>
                  <a:pt x="622" y="881"/>
                  <a:pt x="626" y="881"/>
                  <a:pt x="628" y="880"/>
                </a:cubicBezTo>
                <a:cubicBezTo>
                  <a:pt x="628" y="882"/>
                  <a:pt x="632" y="883"/>
                  <a:pt x="634" y="881"/>
                </a:cubicBezTo>
                <a:close/>
                <a:moveTo>
                  <a:pt x="109" y="881"/>
                </a:moveTo>
                <a:cubicBezTo>
                  <a:pt x="107" y="881"/>
                  <a:pt x="107" y="878"/>
                  <a:pt x="105" y="878"/>
                </a:cubicBezTo>
                <a:cubicBezTo>
                  <a:pt x="107" y="882"/>
                  <a:pt x="105" y="889"/>
                  <a:pt x="109" y="889"/>
                </a:cubicBezTo>
                <a:cubicBezTo>
                  <a:pt x="109" y="886"/>
                  <a:pt x="105" y="882"/>
                  <a:pt x="109" y="881"/>
                </a:cubicBezTo>
                <a:close/>
                <a:moveTo>
                  <a:pt x="48" y="885"/>
                </a:moveTo>
                <a:cubicBezTo>
                  <a:pt x="48" y="883"/>
                  <a:pt x="49" y="883"/>
                  <a:pt x="49" y="881"/>
                </a:cubicBezTo>
                <a:cubicBezTo>
                  <a:pt x="47" y="882"/>
                  <a:pt x="47" y="880"/>
                  <a:pt x="45" y="880"/>
                </a:cubicBezTo>
                <a:cubicBezTo>
                  <a:pt x="44" y="884"/>
                  <a:pt x="48" y="883"/>
                  <a:pt x="48" y="885"/>
                </a:cubicBezTo>
                <a:close/>
                <a:moveTo>
                  <a:pt x="8" y="892"/>
                </a:moveTo>
                <a:cubicBezTo>
                  <a:pt x="7" y="889"/>
                  <a:pt x="5" y="887"/>
                  <a:pt x="7" y="884"/>
                </a:cubicBezTo>
                <a:cubicBezTo>
                  <a:pt x="5" y="884"/>
                  <a:pt x="5" y="883"/>
                  <a:pt x="4" y="882"/>
                </a:cubicBezTo>
                <a:cubicBezTo>
                  <a:pt x="5" y="885"/>
                  <a:pt x="3" y="884"/>
                  <a:pt x="4" y="887"/>
                </a:cubicBezTo>
                <a:cubicBezTo>
                  <a:pt x="7" y="886"/>
                  <a:pt x="5" y="892"/>
                  <a:pt x="8" y="892"/>
                </a:cubicBezTo>
                <a:close/>
                <a:moveTo>
                  <a:pt x="715" y="897"/>
                </a:moveTo>
                <a:cubicBezTo>
                  <a:pt x="717" y="897"/>
                  <a:pt x="717" y="900"/>
                  <a:pt x="719" y="900"/>
                </a:cubicBezTo>
                <a:cubicBezTo>
                  <a:pt x="722" y="897"/>
                  <a:pt x="728" y="899"/>
                  <a:pt x="728" y="894"/>
                </a:cubicBezTo>
                <a:cubicBezTo>
                  <a:pt x="728" y="892"/>
                  <a:pt x="725" y="892"/>
                  <a:pt x="727" y="890"/>
                </a:cubicBezTo>
                <a:cubicBezTo>
                  <a:pt x="723" y="890"/>
                  <a:pt x="720" y="890"/>
                  <a:pt x="717" y="891"/>
                </a:cubicBezTo>
                <a:cubicBezTo>
                  <a:pt x="717" y="893"/>
                  <a:pt x="716" y="894"/>
                  <a:pt x="715" y="897"/>
                </a:cubicBezTo>
                <a:close/>
                <a:moveTo>
                  <a:pt x="822" y="896"/>
                </a:moveTo>
                <a:cubicBezTo>
                  <a:pt x="823" y="895"/>
                  <a:pt x="824" y="894"/>
                  <a:pt x="824" y="892"/>
                </a:cubicBezTo>
                <a:cubicBezTo>
                  <a:pt x="822" y="891"/>
                  <a:pt x="820" y="895"/>
                  <a:pt x="822" y="896"/>
                </a:cubicBezTo>
                <a:close/>
                <a:moveTo>
                  <a:pt x="898" y="894"/>
                </a:moveTo>
                <a:cubicBezTo>
                  <a:pt x="896" y="895"/>
                  <a:pt x="893" y="895"/>
                  <a:pt x="893" y="897"/>
                </a:cubicBezTo>
                <a:cubicBezTo>
                  <a:pt x="895" y="897"/>
                  <a:pt x="898" y="897"/>
                  <a:pt x="898" y="894"/>
                </a:cubicBezTo>
                <a:close/>
                <a:moveTo>
                  <a:pt x="676" y="910"/>
                </a:moveTo>
                <a:cubicBezTo>
                  <a:pt x="681" y="909"/>
                  <a:pt x="686" y="907"/>
                  <a:pt x="688" y="903"/>
                </a:cubicBezTo>
                <a:cubicBezTo>
                  <a:pt x="683" y="901"/>
                  <a:pt x="677" y="904"/>
                  <a:pt x="673" y="905"/>
                </a:cubicBezTo>
                <a:cubicBezTo>
                  <a:pt x="676" y="905"/>
                  <a:pt x="675" y="908"/>
                  <a:pt x="676" y="910"/>
                </a:cubicBezTo>
                <a:close/>
                <a:moveTo>
                  <a:pt x="196" y="910"/>
                </a:moveTo>
                <a:cubicBezTo>
                  <a:pt x="196" y="907"/>
                  <a:pt x="198" y="906"/>
                  <a:pt x="196" y="903"/>
                </a:cubicBezTo>
                <a:cubicBezTo>
                  <a:pt x="194" y="903"/>
                  <a:pt x="194" y="903"/>
                  <a:pt x="194" y="903"/>
                </a:cubicBezTo>
                <a:cubicBezTo>
                  <a:pt x="194" y="907"/>
                  <a:pt x="191" y="911"/>
                  <a:pt x="196" y="910"/>
                </a:cubicBezTo>
                <a:close/>
                <a:moveTo>
                  <a:pt x="132" y="906"/>
                </a:moveTo>
                <a:cubicBezTo>
                  <a:pt x="131" y="906"/>
                  <a:pt x="131" y="905"/>
                  <a:pt x="131" y="904"/>
                </a:cubicBezTo>
                <a:cubicBezTo>
                  <a:pt x="128" y="904"/>
                  <a:pt x="128" y="904"/>
                  <a:pt x="128" y="904"/>
                </a:cubicBezTo>
                <a:cubicBezTo>
                  <a:pt x="127" y="908"/>
                  <a:pt x="132" y="909"/>
                  <a:pt x="132" y="906"/>
                </a:cubicBezTo>
                <a:close/>
                <a:moveTo>
                  <a:pt x="867" y="905"/>
                </a:moveTo>
                <a:cubicBezTo>
                  <a:pt x="865" y="906"/>
                  <a:pt x="862" y="907"/>
                  <a:pt x="861" y="909"/>
                </a:cubicBezTo>
                <a:cubicBezTo>
                  <a:pt x="864" y="909"/>
                  <a:pt x="866" y="908"/>
                  <a:pt x="867" y="905"/>
                </a:cubicBezTo>
                <a:close/>
                <a:moveTo>
                  <a:pt x="745" y="910"/>
                </a:moveTo>
                <a:cubicBezTo>
                  <a:pt x="749" y="909"/>
                  <a:pt x="747" y="909"/>
                  <a:pt x="747" y="913"/>
                </a:cubicBezTo>
                <a:cubicBezTo>
                  <a:pt x="751" y="912"/>
                  <a:pt x="748" y="909"/>
                  <a:pt x="751" y="908"/>
                </a:cubicBezTo>
                <a:cubicBezTo>
                  <a:pt x="748" y="908"/>
                  <a:pt x="747" y="907"/>
                  <a:pt x="745" y="910"/>
                </a:cubicBezTo>
                <a:close/>
                <a:moveTo>
                  <a:pt x="134" y="912"/>
                </a:moveTo>
                <a:cubicBezTo>
                  <a:pt x="135" y="909"/>
                  <a:pt x="134" y="908"/>
                  <a:pt x="131" y="908"/>
                </a:cubicBezTo>
                <a:cubicBezTo>
                  <a:pt x="131" y="911"/>
                  <a:pt x="133" y="911"/>
                  <a:pt x="134" y="912"/>
                </a:cubicBezTo>
                <a:close/>
                <a:moveTo>
                  <a:pt x="598" y="914"/>
                </a:moveTo>
                <a:cubicBezTo>
                  <a:pt x="597" y="912"/>
                  <a:pt x="595" y="911"/>
                  <a:pt x="593" y="911"/>
                </a:cubicBezTo>
                <a:cubicBezTo>
                  <a:pt x="593" y="913"/>
                  <a:pt x="597" y="916"/>
                  <a:pt x="598" y="914"/>
                </a:cubicBezTo>
                <a:close/>
                <a:moveTo>
                  <a:pt x="105" y="927"/>
                </a:moveTo>
                <a:cubicBezTo>
                  <a:pt x="108" y="927"/>
                  <a:pt x="108" y="927"/>
                  <a:pt x="108" y="927"/>
                </a:cubicBezTo>
                <a:cubicBezTo>
                  <a:pt x="109" y="924"/>
                  <a:pt x="106" y="924"/>
                  <a:pt x="104" y="922"/>
                </a:cubicBezTo>
                <a:cubicBezTo>
                  <a:pt x="103" y="927"/>
                  <a:pt x="109" y="924"/>
                  <a:pt x="105" y="927"/>
                </a:cubicBezTo>
                <a:close/>
                <a:moveTo>
                  <a:pt x="761" y="929"/>
                </a:moveTo>
                <a:cubicBezTo>
                  <a:pt x="761" y="928"/>
                  <a:pt x="765" y="929"/>
                  <a:pt x="764" y="927"/>
                </a:cubicBezTo>
                <a:cubicBezTo>
                  <a:pt x="763" y="927"/>
                  <a:pt x="763" y="925"/>
                  <a:pt x="762" y="925"/>
                </a:cubicBezTo>
                <a:cubicBezTo>
                  <a:pt x="761" y="926"/>
                  <a:pt x="758" y="928"/>
                  <a:pt x="761" y="929"/>
                </a:cubicBezTo>
                <a:close/>
                <a:moveTo>
                  <a:pt x="741" y="931"/>
                </a:moveTo>
                <a:cubicBezTo>
                  <a:pt x="744" y="933"/>
                  <a:pt x="748" y="931"/>
                  <a:pt x="750" y="928"/>
                </a:cubicBezTo>
                <a:cubicBezTo>
                  <a:pt x="747" y="929"/>
                  <a:pt x="741" y="927"/>
                  <a:pt x="741" y="931"/>
                </a:cubicBezTo>
                <a:close/>
                <a:moveTo>
                  <a:pt x="727" y="936"/>
                </a:moveTo>
                <a:cubicBezTo>
                  <a:pt x="729" y="935"/>
                  <a:pt x="728" y="939"/>
                  <a:pt x="731" y="937"/>
                </a:cubicBezTo>
                <a:cubicBezTo>
                  <a:pt x="730" y="935"/>
                  <a:pt x="732" y="934"/>
                  <a:pt x="732" y="932"/>
                </a:cubicBezTo>
                <a:cubicBezTo>
                  <a:pt x="729" y="932"/>
                  <a:pt x="728" y="934"/>
                  <a:pt x="727" y="936"/>
                </a:cubicBezTo>
                <a:close/>
                <a:moveTo>
                  <a:pt x="686" y="946"/>
                </a:moveTo>
                <a:cubicBezTo>
                  <a:pt x="690" y="948"/>
                  <a:pt x="696" y="945"/>
                  <a:pt x="698" y="943"/>
                </a:cubicBezTo>
                <a:cubicBezTo>
                  <a:pt x="695" y="942"/>
                  <a:pt x="687" y="943"/>
                  <a:pt x="686" y="946"/>
                </a:cubicBezTo>
                <a:close/>
                <a:moveTo>
                  <a:pt x="650" y="954"/>
                </a:moveTo>
                <a:cubicBezTo>
                  <a:pt x="646" y="955"/>
                  <a:pt x="642" y="956"/>
                  <a:pt x="640" y="959"/>
                </a:cubicBezTo>
                <a:cubicBezTo>
                  <a:pt x="644" y="959"/>
                  <a:pt x="649" y="958"/>
                  <a:pt x="650" y="954"/>
                </a:cubicBezTo>
                <a:close/>
                <a:moveTo>
                  <a:pt x="1081" y="965"/>
                </a:moveTo>
                <a:cubicBezTo>
                  <a:pt x="1082" y="963"/>
                  <a:pt x="1083" y="962"/>
                  <a:pt x="1083" y="959"/>
                </a:cubicBezTo>
                <a:cubicBezTo>
                  <a:pt x="1080" y="958"/>
                  <a:pt x="1080" y="964"/>
                  <a:pt x="1081" y="965"/>
                </a:cubicBezTo>
                <a:close/>
                <a:moveTo>
                  <a:pt x="632" y="966"/>
                </a:moveTo>
                <a:cubicBezTo>
                  <a:pt x="637" y="965"/>
                  <a:pt x="646" y="967"/>
                  <a:pt x="649" y="963"/>
                </a:cubicBezTo>
                <a:cubicBezTo>
                  <a:pt x="644" y="966"/>
                  <a:pt x="637" y="961"/>
                  <a:pt x="632" y="966"/>
                </a:cubicBezTo>
                <a:close/>
                <a:moveTo>
                  <a:pt x="230" y="979"/>
                </a:moveTo>
                <a:cubicBezTo>
                  <a:pt x="233" y="985"/>
                  <a:pt x="238" y="990"/>
                  <a:pt x="245" y="992"/>
                </a:cubicBezTo>
                <a:cubicBezTo>
                  <a:pt x="245" y="983"/>
                  <a:pt x="233" y="985"/>
                  <a:pt x="230" y="979"/>
                </a:cubicBezTo>
                <a:close/>
                <a:moveTo>
                  <a:pt x="1059" y="991"/>
                </a:moveTo>
                <a:cubicBezTo>
                  <a:pt x="1059" y="989"/>
                  <a:pt x="1059" y="989"/>
                  <a:pt x="1059" y="989"/>
                </a:cubicBezTo>
                <a:cubicBezTo>
                  <a:pt x="1059" y="989"/>
                  <a:pt x="1059" y="988"/>
                  <a:pt x="1058" y="988"/>
                </a:cubicBezTo>
                <a:cubicBezTo>
                  <a:pt x="1058" y="989"/>
                  <a:pt x="1053" y="988"/>
                  <a:pt x="1055" y="991"/>
                </a:cubicBezTo>
                <a:cubicBezTo>
                  <a:pt x="1056" y="989"/>
                  <a:pt x="1057" y="992"/>
                  <a:pt x="1059" y="991"/>
                </a:cubicBezTo>
                <a:close/>
                <a:moveTo>
                  <a:pt x="1054" y="994"/>
                </a:moveTo>
                <a:cubicBezTo>
                  <a:pt x="1054" y="994"/>
                  <a:pt x="1054" y="993"/>
                  <a:pt x="1053" y="993"/>
                </a:cubicBezTo>
                <a:cubicBezTo>
                  <a:pt x="1053" y="997"/>
                  <a:pt x="1053" y="997"/>
                  <a:pt x="1053" y="997"/>
                </a:cubicBezTo>
                <a:cubicBezTo>
                  <a:pt x="1054" y="997"/>
                  <a:pt x="1055" y="996"/>
                  <a:pt x="1055" y="997"/>
                </a:cubicBezTo>
                <a:cubicBezTo>
                  <a:pt x="1053" y="1000"/>
                  <a:pt x="1053" y="1005"/>
                  <a:pt x="1047" y="1004"/>
                </a:cubicBezTo>
                <a:cubicBezTo>
                  <a:pt x="1046" y="1007"/>
                  <a:pt x="1048" y="1006"/>
                  <a:pt x="1048" y="1009"/>
                </a:cubicBezTo>
                <a:cubicBezTo>
                  <a:pt x="1055" y="1007"/>
                  <a:pt x="1058" y="1002"/>
                  <a:pt x="1059" y="994"/>
                </a:cubicBezTo>
                <a:cubicBezTo>
                  <a:pt x="1058" y="992"/>
                  <a:pt x="1055" y="997"/>
                  <a:pt x="1054" y="994"/>
                </a:cubicBezTo>
                <a:close/>
                <a:moveTo>
                  <a:pt x="662" y="996"/>
                </a:moveTo>
                <a:cubicBezTo>
                  <a:pt x="658" y="995"/>
                  <a:pt x="651" y="995"/>
                  <a:pt x="648" y="999"/>
                </a:cubicBezTo>
                <a:cubicBezTo>
                  <a:pt x="653" y="999"/>
                  <a:pt x="658" y="999"/>
                  <a:pt x="662" y="996"/>
                </a:cubicBezTo>
                <a:close/>
                <a:moveTo>
                  <a:pt x="808" y="998"/>
                </a:moveTo>
                <a:cubicBezTo>
                  <a:pt x="808" y="1000"/>
                  <a:pt x="805" y="1001"/>
                  <a:pt x="806" y="1004"/>
                </a:cubicBezTo>
                <a:cubicBezTo>
                  <a:pt x="809" y="1003"/>
                  <a:pt x="812" y="1002"/>
                  <a:pt x="815" y="1000"/>
                </a:cubicBezTo>
                <a:cubicBezTo>
                  <a:pt x="813" y="998"/>
                  <a:pt x="810" y="999"/>
                  <a:pt x="808" y="998"/>
                </a:cubicBezTo>
                <a:close/>
                <a:moveTo>
                  <a:pt x="728" y="1008"/>
                </a:moveTo>
                <a:cubicBezTo>
                  <a:pt x="730" y="1008"/>
                  <a:pt x="733" y="1009"/>
                  <a:pt x="733" y="1007"/>
                </a:cubicBezTo>
                <a:cubicBezTo>
                  <a:pt x="732" y="1007"/>
                  <a:pt x="733" y="1005"/>
                  <a:pt x="732" y="1005"/>
                </a:cubicBezTo>
                <a:cubicBezTo>
                  <a:pt x="731" y="1007"/>
                  <a:pt x="727" y="1005"/>
                  <a:pt x="728" y="1008"/>
                </a:cubicBezTo>
                <a:close/>
                <a:moveTo>
                  <a:pt x="1023" y="1012"/>
                </a:moveTo>
                <a:cubicBezTo>
                  <a:pt x="1026" y="1011"/>
                  <a:pt x="1029" y="1009"/>
                  <a:pt x="1029" y="1005"/>
                </a:cubicBezTo>
                <a:cubicBezTo>
                  <a:pt x="1025" y="1005"/>
                  <a:pt x="1025" y="1005"/>
                  <a:pt x="1025" y="1005"/>
                </a:cubicBezTo>
                <a:cubicBezTo>
                  <a:pt x="1024" y="1007"/>
                  <a:pt x="1025" y="1011"/>
                  <a:pt x="1023" y="1012"/>
                </a:cubicBezTo>
                <a:close/>
                <a:moveTo>
                  <a:pt x="328" y="1014"/>
                </a:moveTo>
                <a:cubicBezTo>
                  <a:pt x="330" y="1016"/>
                  <a:pt x="331" y="1018"/>
                  <a:pt x="334" y="1019"/>
                </a:cubicBezTo>
                <a:cubicBezTo>
                  <a:pt x="334" y="1016"/>
                  <a:pt x="330" y="1013"/>
                  <a:pt x="328" y="1014"/>
                </a:cubicBezTo>
                <a:close/>
                <a:moveTo>
                  <a:pt x="787" y="1015"/>
                </a:moveTo>
                <a:cubicBezTo>
                  <a:pt x="784" y="1015"/>
                  <a:pt x="784" y="1015"/>
                  <a:pt x="784" y="1015"/>
                </a:cubicBezTo>
                <a:cubicBezTo>
                  <a:pt x="784" y="1017"/>
                  <a:pt x="785" y="1019"/>
                  <a:pt x="786" y="1019"/>
                </a:cubicBezTo>
                <a:cubicBezTo>
                  <a:pt x="786" y="1018"/>
                  <a:pt x="787" y="1017"/>
                  <a:pt x="787" y="1015"/>
                </a:cubicBezTo>
                <a:close/>
                <a:moveTo>
                  <a:pt x="676" y="1030"/>
                </a:moveTo>
                <a:cubicBezTo>
                  <a:pt x="683" y="1034"/>
                  <a:pt x="688" y="1034"/>
                  <a:pt x="697" y="1033"/>
                </a:cubicBezTo>
                <a:cubicBezTo>
                  <a:pt x="698" y="1029"/>
                  <a:pt x="695" y="1030"/>
                  <a:pt x="696" y="1027"/>
                </a:cubicBezTo>
                <a:cubicBezTo>
                  <a:pt x="690" y="1027"/>
                  <a:pt x="682" y="1027"/>
                  <a:pt x="676" y="1030"/>
                </a:cubicBezTo>
                <a:close/>
                <a:moveTo>
                  <a:pt x="309" y="1029"/>
                </a:moveTo>
                <a:cubicBezTo>
                  <a:pt x="309" y="1032"/>
                  <a:pt x="312" y="1032"/>
                  <a:pt x="314" y="1033"/>
                </a:cubicBezTo>
                <a:cubicBezTo>
                  <a:pt x="314" y="1030"/>
                  <a:pt x="312" y="1029"/>
                  <a:pt x="309" y="1029"/>
                </a:cubicBezTo>
                <a:close/>
                <a:moveTo>
                  <a:pt x="763" y="1050"/>
                </a:moveTo>
                <a:cubicBezTo>
                  <a:pt x="763" y="1050"/>
                  <a:pt x="763" y="1051"/>
                  <a:pt x="762" y="1050"/>
                </a:cubicBezTo>
                <a:cubicBezTo>
                  <a:pt x="761" y="1048"/>
                  <a:pt x="764" y="1049"/>
                  <a:pt x="764" y="1048"/>
                </a:cubicBezTo>
                <a:cubicBezTo>
                  <a:pt x="760" y="1046"/>
                  <a:pt x="753" y="1050"/>
                  <a:pt x="751" y="1043"/>
                </a:cubicBezTo>
                <a:cubicBezTo>
                  <a:pt x="754" y="1042"/>
                  <a:pt x="757" y="1041"/>
                  <a:pt x="758" y="1036"/>
                </a:cubicBezTo>
                <a:cubicBezTo>
                  <a:pt x="749" y="1033"/>
                  <a:pt x="734" y="1034"/>
                  <a:pt x="733" y="1043"/>
                </a:cubicBezTo>
                <a:cubicBezTo>
                  <a:pt x="732" y="1053"/>
                  <a:pt x="751" y="1052"/>
                  <a:pt x="762" y="1054"/>
                </a:cubicBezTo>
                <a:cubicBezTo>
                  <a:pt x="761" y="1051"/>
                  <a:pt x="766" y="1051"/>
                  <a:pt x="763" y="1050"/>
                </a:cubicBezTo>
                <a:close/>
                <a:moveTo>
                  <a:pt x="653" y="1047"/>
                </a:moveTo>
                <a:cubicBezTo>
                  <a:pt x="655" y="1039"/>
                  <a:pt x="665" y="1047"/>
                  <a:pt x="667" y="1040"/>
                </a:cubicBezTo>
                <a:cubicBezTo>
                  <a:pt x="655" y="1042"/>
                  <a:pt x="645" y="1041"/>
                  <a:pt x="636" y="1038"/>
                </a:cubicBezTo>
                <a:cubicBezTo>
                  <a:pt x="638" y="1041"/>
                  <a:pt x="636" y="1043"/>
                  <a:pt x="635" y="1046"/>
                </a:cubicBezTo>
                <a:cubicBezTo>
                  <a:pt x="642" y="1045"/>
                  <a:pt x="646" y="1047"/>
                  <a:pt x="653" y="1047"/>
                </a:cubicBezTo>
                <a:close/>
                <a:moveTo>
                  <a:pt x="978" y="1044"/>
                </a:moveTo>
                <a:cubicBezTo>
                  <a:pt x="978" y="1046"/>
                  <a:pt x="974" y="1045"/>
                  <a:pt x="975" y="1048"/>
                </a:cubicBezTo>
                <a:cubicBezTo>
                  <a:pt x="977" y="1049"/>
                  <a:pt x="980" y="1045"/>
                  <a:pt x="978" y="1044"/>
                </a:cubicBezTo>
                <a:close/>
                <a:moveTo>
                  <a:pt x="966" y="1050"/>
                </a:moveTo>
                <a:cubicBezTo>
                  <a:pt x="966" y="1055"/>
                  <a:pt x="972" y="1054"/>
                  <a:pt x="972" y="1050"/>
                </a:cubicBezTo>
                <a:cubicBezTo>
                  <a:pt x="968" y="1049"/>
                  <a:pt x="968" y="1051"/>
                  <a:pt x="966" y="1050"/>
                </a:cubicBezTo>
                <a:close/>
                <a:moveTo>
                  <a:pt x="603" y="1063"/>
                </a:moveTo>
                <a:cubicBezTo>
                  <a:pt x="606" y="1061"/>
                  <a:pt x="607" y="1062"/>
                  <a:pt x="610" y="1061"/>
                </a:cubicBezTo>
                <a:cubicBezTo>
                  <a:pt x="608" y="1060"/>
                  <a:pt x="603" y="1059"/>
                  <a:pt x="603" y="1063"/>
                </a:cubicBezTo>
                <a:close/>
                <a:moveTo>
                  <a:pt x="597" y="1066"/>
                </a:moveTo>
                <a:cubicBezTo>
                  <a:pt x="602" y="1064"/>
                  <a:pt x="612" y="1071"/>
                  <a:pt x="615" y="1064"/>
                </a:cubicBezTo>
                <a:cubicBezTo>
                  <a:pt x="608" y="1066"/>
                  <a:pt x="601" y="1061"/>
                  <a:pt x="597" y="1066"/>
                </a:cubicBezTo>
                <a:close/>
                <a:moveTo>
                  <a:pt x="405" y="1070"/>
                </a:moveTo>
                <a:cubicBezTo>
                  <a:pt x="401" y="1068"/>
                  <a:pt x="396" y="1067"/>
                  <a:pt x="392" y="1070"/>
                </a:cubicBezTo>
                <a:cubicBezTo>
                  <a:pt x="392" y="1075"/>
                  <a:pt x="399" y="1074"/>
                  <a:pt x="399" y="1079"/>
                </a:cubicBezTo>
                <a:cubicBezTo>
                  <a:pt x="401" y="1080"/>
                  <a:pt x="401" y="1078"/>
                  <a:pt x="402" y="1078"/>
                </a:cubicBezTo>
                <a:cubicBezTo>
                  <a:pt x="404" y="1080"/>
                  <a:pt x="404" y="1085"/>
                  <a:pt x="409" y="1084"/>
                </a:cubicBezTo>
                <a:cubicBezTo>
                  <a:pt x="409" y="1078"/>
                  <a:pt x="412" y="1084"/>
                  <a:pt x="414" y="1081"/>
                </a:cubicBezTo>
                <a:cubicBezTo>
                  <a:pt x="411" y="1078"/>
                  <a:pt x="405" y="1077"/>
                  <a:pt x="405" y="1070"/>
                </a:cubicBezTo>
                <a:close/>
                <a:moveTo>
                  <a:pt x="785" y="1073"/>
                </a:moveTo>
                <a:cubicBezTo>
                  <a:pt x="788" y="1073"/>
                  <a:pt x="790" y="1075"/>
                  <a:pt x="792" y="1072"/>
                </a:cubicBezTo>
                <a:cubicBezTo>
                  <a:pt x="791" y="1072"/>
                  <a:pt x="791" y="1072"/>
                  <a:pt x="791" y="1071"/>
                </a:cubicBezTo>
                <a:cubicBezTo>
                  <a:pt x="788" y="1070"/>
                  <a:pt x="786" y="1071"/>
                  <a:pt x="785" y="1073"/>
                </a:cubicBezTo>
                <a:close/>
                <a:moveTo>
                  <a:pt x="633" y="1080"/>
                </a:moveTo>
                <a:cubicBezTo>
                  <a:pt x="635" y="1080"/>
                  <a:pt x="641" y="1080"/>
                  <a:pt x="642" y="1076"/>
                </a:cubicBezTo>
                <a:cubicBezTo>
                  <a:pt x="639" y="1074"/>
                  <a:pt x="635" y="1073"/>
                  <a:pt x="630" y="1073"/>
                </a:cubicBezTo>
                <a:cubicBezTo>
                  <a:pt x="630" y="1077"/>
                  <a:pt x="633" y="1078"/>
                  <a:pt x="633" y="1080"/>
                </a:cubicBezTo>
                <a:close/>
                <a:moveTo>
                  <a:pt x="611" y="1083"/>
                </a:moveTo>
                <a:cubicBezTo>
                  <a:pt x="614" y="1084"/>
                  <a:pt x="618" y="1086"/>
                  <a:pt x="619" y="1082"/>
                </a:cubicBezTo>
                <a:cubicBezTo>
                  <a:pt x="617" y="1083"/>
                  <a:pt x="612" y="1081"/>
                  <a:pt x="611" y="1083"/>
                </a:cubicBezTo>
                <a:close/>
                <a:moveTo>
                  <a:pt x="431" y="1085"/>
                </a:moveTo>
                <a:cubicBezTo>
                  <a:pt x="428" y="1086"/>
                  <a:pt x="426" y="1082"/>
                  <a:pt x="424" y="1085"/>
                </a:cubicBezTo>
                <a:cubicBezTo>
                  <a:pt x="427" y="1086"/>
                  <a:pt x="427" y="1090"/>
                  <a:pt x="431" y="1088"/>
                </a:cubicBezTo>
                <a:cubicBezTo>
                  <a:pt x="429" y="1088"/>
                  <a:pt x="432" y="1087"/>
                  <a:pt x="431" y="1085"/>
                </a:cubicBezTo>
                <a:close/>
                <a:moveTo>
                  <a:pt x="299" y="1093"/>
                </a:moveTo>
                <a:cubicBezTo>
                  <a:pt x="306" y="1095"/>
                  <a:pt x="308" y="1106"/>
                  <a:pt x="316" y="1104"/>
                </a:cubicBezTo>
                <a:cubicBezTo>
                  <a:pt x="313" y="1103"/>
                  <a:pt x="317" y="1100"/>
                  <a:pt x="315" y="1099"/>
                </a:cubicBezTo>
                <a:cubicBezTo>
                  <a:pt x="308" y="1100"/>
                  <a:pt x="307" y="1090"/>
                  <a:pt x="299" y="1089"/>
                </a:cubicBezTo>
                <a:lnTo>
                  <a:pt x="299" y="1093"/>
                </a:lnTo>
                <a:close/>
                <a:moveTo>
                  <a:pt x="421" y="1094"/>
                </a:moveTo>
                <a:cubicBezTo>
                  <a:pt x="421" y="1095"/>
                  <a:pt x="420" y="1095"/>
                  <a:pt x="418" y="1095"/>
                </a:cubicBezTo>
                <a:cubicBezTo>
                  <a:pt x="420" y="1100"/>
                  <a:pt x="422" y="1104"/>
                  <a:pt x="429" y="1104"/>
                </a:cubicBezTo>
                <a:cubicBezTo>
                  <a:pt x="429" y="1098"/>
                  <a:pt x="422" y="1099"/>
                  <a:pt x="421" y="1094"/>
                </a:cubicBezTo>
                <a:close/>
                <a:moveTo>
                  <a:pt x="878" y="1103"/>
                </a:moveTo>
                <a:cubicBezTo>
                  <a:pt x="881" y="1101"/>
                  <a:pt x="882" y="1103"/>
                  <a:pt x="883" y="1099"/>
                </a:cubicBezTo>
                <a:cubicBezTo>
                  <a:pt x="881" y="1100"/>
                  <a:pt x="879" y="1101"/>
                  <a:pt x="878" y="1103"/>
                </a:cubicBezTo>
                <a:close/>
                <a:moveTo>
                  <a:pt x="448" y="1111"/>
                </a:moveTo>
                <a:cubicBezTo>
                  <a:pt x="450" y="1111"/>
                  <a:pt x="455" y="1117"/>
                  <a:pt x="456" y="1113"/>
                </a:cubicBezTo>
                <a:cubicBezTo>
                  <a:pt x="454" y="1112"/>
                  <a:pt x="450" y="1109"/>
                  <a:pt x="448" y="1111"/>
                </a:cubicBezTo>
                <a:close/>
                <a:moveTo>
                  <a:pt x="854" y="1114"/>
                </a:moveTo>
                <a:cubicBezTo>
                  <a:pt x="852" y="1113"/>
                  <a:pt x="857" y="1115"/>
                  <a:pt x="857" y="1110"/>
                </a:cubicBezTo>
                <a:cubicBezTo>
                  <a:pt x="855" y="1110"/>
                  <a:pt x="854" y="1112"/>
                  <a:pt x="852" y="1112"/>
                </a:cubicBezTo>
                <a:cubicBezTo>
                  <a:pt x="851" y="1114"/>
                  <a:pt x="853" y="1117"/>
                  <a:pt x="854" y="1114"/>
                </a:cubicBezTo>
                <a:close/>
                <a:moveTo>
                  <a:pt x="463" y="1121"/>
                </a:moveTo>
                <a:cubicBezTo>
                  <a:pt x="462" y="1121"/>
                  <a:pt x="461" y="1121"/>
                  <a:pt x="460" y="1121"/>
                </a:cubicBezTo>
                <a:cubicBezTo>
                  <a:pt x="459" y="1124"/>
                  <a:pt x="459" y="1130"/>
                  <a:pt x="463" y="1128"/>
                </a:cubicBezTo>
                <a:cubicBezTo>
                  <a:pt x="459" y="1126"/>
                  <a:pt x="464" y="1123"/>
                  <a:pt x="463" y="1121"/>
                </a:cubicBezTo>
                <a:close/>
                <a:moveTo>
                  <a:pt x="832" y="1122"/>
                </a:moveTo>
                <a:cubicBezTo>
                  <a:pt x="831" y="1121"/>
                  <a:pt x="827" y="1123"/>
                  <a:pt x="825" y="1124"/>
                </a:cubicBezTo>
                <a:cubicBezTo>
                  <a:pt x="827" y="1123"/>
                  <a:pt x="832" y="1126"/>
                  <a:pt x="832" y="1122"/>
                </a:cubicBezTo>
                <a:close/>
                <a:moveTo>
                  <a:pt x="630" y="1124"/>
                </a:moveTo>
                <a:cubicBezTo>
                  <a:pt x="629" y="1125"/>
                  <a:pt x="629" y="1127"/>
                  <a:pt x="630" y="1128"/>
                </a:cubicBezTo>
                <a:cubicBezTo>
                  <a:pt x="633" y="1128"/>
                  <a:pt x="636" y="1127"/>
                  <a:pt x="638" y="1126"/>
                </a:cubicBezTo>
                <a:cubicBezTo>
                  <a:pt x="634" y="1127"/>
                  <a:pt x="633" y="1124"/>
                  <a:pt x="630" y="1124"/>
                </a:cubicBezTo>
                <a:close/>
                <a:moveTo>
                  <a:pt x="829" y="1129"/>
                </a:moveTo>
                <a:cubicBezTo>
                  <a:pt x="833" y="1128"/>
                  <a:pt x="839" y="1129"/>
                  <a:pt x="840" y="1125"/>
                </a:cubicBezTo>
                <a:cubicBezTo>
                  <a:pt x="836" y="1126"/>
                  <a:pt x="831" y="1126"/>
                  <a:pt x="829" y="1129"/>
                </a:cubicBezTo>
                <a:close/>
                <a:moveTo>
                  <a:pt x="779" y="1129"/>
                </a:moveTo>
                <a:cubicBezTo>
                  <a:pt x="782" y="1129"/>
                  <a:pt x="784" y="1128"/>
                  <a:pt x="785" y="1127"/>
                </a:cubicBezTo>
                <a:cubicBezTo>
                  <a:pt x="782" y="1127"/>
                  <a:pt x="780" y="1127"/>
                  <a:pt x="779" y="1129"/>
                </a:cubicBezTo>
                <a:close/>
                <a:moveTo>
                  <a:pt x="706" y="1138"/>
                </a:moveTo>
                <a:cubicBezTo>
                  <a:pt x="710" y="1139"/>
                  <a:pt x="714" y="1136"/>
                  <a:pt x="712" y="1134"/>
                </a:cubicBezTo>
                <a:cubicBezTo>
                  <a:pt x="711" y="1136"/>
                  <a:pt x="706" y="1134"/>
                  <a:pt x="706" y="1138"/>
                </a:cubicBezTo>
                <a:close/>
                <a:moveTo>
                  <a:pt x="310" y="1139"/>
                </a:moveTo>
                <a:cubicBezTo>
                  <a:pt x="312" y="1140"/>
                  <a:pt x="316" y="1144"/>
                  <a:pt x="318" y="1142"/>
                </a:cubicBezTo>
                <a:cubicBezTo>
                  <a:pt x="316" y="1141"/>
                  <a:pt x="313" y="1137"/>
                  <a:pt x="310" y="1139"/>
                </a:cubicBezTo>
                <a:close/>
                <a:moveTo>
                  <a:pt x="511" y="1144"/>
                </a:moveTo>
                <a:cubicBezTo>
                  <a:pt x="517" y="1140"/>
                  <a:pt x="524" y="1144"/>
                  <a:pt x="528" y="1144"/>
                </a:cubicBezTo>
                <a:cubicBezTo>
                  <a:pt x="526" y="1140"/>
                  <a:pt x="512" y="1136"/>
                  <a:pt x="511" y="1144"/>
                </a:cubicBezTo>
                <a:close/>
                <a:moveTo>
                  <a:pt x="540" y="1142"/>
                </a:moveTo>
                <a:cubicBezTo>
                  <a:pt x="540" y="1144"/>
                  <a:pt x="544" y="1146"/>
                  <a:pt x="546" y="1143"/>
                </a:cubicBezTo>
                <a:cubicBezTo>
                  <a:pt x="544" y="1142"/>
                  <a:pt x="542" y="1138"/>
                  <a:pt x="540" y="1142"/>
                </a:cubicBezTo>
                <a:close/>
                <a:moveTo>
                  <a:pt x="343" y="1149"/>
                </a:moveTo>
                <a:cubicBezTo>
                  <a:pt x="342" y="1150"/>
                  <a:pt x="339" y="1148"/>
                  <a:pt x="339" y="1150"/>
                </a:cubicBezTo>
                <a:cubicBezTo>
                  <a:pt x="342" y="1153"/>
                  <a:pt x="343" y="1155"/>
                  <a:pt x="348" y="1155"/>
                </a:cubicBezTo>
                <a:cubicBezTo>
                  <a:pt x="348" y="1151"/>
                  <a:pt x="343" y="1153"/>
                  <a:pt x="343" y="1149"/>
                </a:cubicBezTo>
                <a:close/>
                <a:moveTo>
                  <a:pt x="589" y="1153"/>
                </a:moveTo>
                <a:cubicBezTo>
                  <a:pt x="592" y="1154"/>
                  <a:pt x="594" y="1158"/>
                  <a:pt x="597" y="1156"/>
                </a:cubicBezTo>
                <a:cubicBezTo>
                  <a:pt x="597" y="1152"/>
                  <a:pt x="591" y="1150"/>
                  <a:pt x="589" y="1153"/>
                </a:cubicBezTo>
                <a:close/>
                <a:moveTo>
                  <a:pt x="535" y="1217"/>
                </a:moveTo>
                <a:cubicBezTo>
                  <a:pt x="539" y="1215"/>
                  <a:pt x="543" y="1221"/>
                  <a:pt x="546" y="1216"/>
                </a:cubicBezTo>
                <a:cubicBezTo>
                  <a:pt x="543" y="1213"/>
                  <a:pt x="535" y="1215"/>
                  <a:pt x="532" y="1212"/>
                </a:cubicBezTo>
                <a:cubicBezTo>
                  <a:pt x="532" y="1215"/>
                  <a:pt x="536" y="1213"/>
                  <a:pt x="535" y="1217"/>
                </a:cubicBezTo>
                <a:close/>
                <a:moveTo>
                  <a:pt x="614" y="1221"/>
                </a:moveTo>
                <a:cubicBezTo>
                  <a:pt x="618" y="1221"/>
                  <a:pt x="619" y="1223"/>
                  <a:pt x="621" y="1220"/>
                </a:cubicBezTo>
                <a:cubicBezTo>
                  <a:pt x="620" y="1219"/>
                  <a:pt x="615" y="1219"/>
                  <a:pt x="614" y="1221"/>
                </a:cubicBezTo>
                <a:close/>
                <a:moveTo>
                  <a:pt x="689" y="1228"/>
                </a:moveTo>
                <a:cubicBezTo>
                  <a:pt x="693" y="1232"/>
                  <a:pt x="699" y="1230"/>
                  <a:pt x="704" y="1228"/>
                </a:cubicBezTo>
                <a:cubicBezTo>
                  <a:pt x="700" y="1225"/>
                  <a:pt x="695" y="1225"/>
                  <a:pt x="689" y="1228"/>
                </a:cubicBezTo>
                <a:close/>
                <a:moveTo>
                  <a:pt x="721" y="1229"/>
                </a:moveTo>
                <a:cubicBezTo>
                  <a:pt x="721" y="1228"/>
                  <a:pt x="720" y="1227"/>
                  <a:pt x="720" y="1226"/>
                </a:cubicBezTo>
                <a:cubicBezTo>
                  <a:pt x="718" y="1226"/>
                  <a:pt x="716" y="1225"/>
                  <a:pt x="715" y="1227"/>
                </a:cubicBezTo>
                <a:cubicBezTo>
                  <a:pt x="715" y="1230"/>
                  <a:pt x="718" y="1231"/>
                  <a:pt x="721" y="1229"/>
                </a:cubicBezTo>
                <a:close/>
                <a:moveTo>
                  <a:pt x="736" y="1227"/>
                </a:moveTo>
                <a:cubicBezTo>
                  <a:pt x="731" y="1230"/>
                  <a:pt x="729" y="1226"/>
                  <a:pt x="723" y="1226"/>
                </a:cubicBezTo>
                <a:cubicBezTo>
                  <a:pt x="725" y="1228"/>
                  <a:pt x="726" y="1230"/>
                  <a:pt x="726" y="1233"/>
                </a:cubicBezTo>
                <a:cubicBezTo>
                  <a:pt x="729" y="1233"/>
                  <a:pt x="733" y="1233"/>
                  <a:pt x="735" y="1234"/>
                </a:cubicBezTo>
                <a:cubicBezTo>
                  <a:pt x="728" y="1238"/>
                  <a:pt x="720" y="1235"/>
                  <a:pt x="714" y="1238"/>
                </a:cubicBezTo>
                <a:cubicBezTo>
                  <a:pt x="722" y="1241"/>
                  <a:pt x="731" y="1238"/>
                  <a:pt x="738" y="1241"/>
                </a:cubicBezTo>
                <a:cubicBezTo>
                  <a:pt x="740" y="1240"/>
                  <a:pt x="736" y="1239"/>
                  <a:pt x="737" y="1236"/>
                </a:cubicBezTo>
                <a:cubicBezTo>
                  <a:pt x="738" y="1236"/>
                  <a:pt x="742" y="1237"/>
                  <a:pt x="741" y="1235"/>
                </a:cubicBezTo>
                <a:cubicBezTo>
                  <a:pt x="738" y="1235"/>
                  <a:pt x="740" y="1229"/>
                  <a:pt x="736" y="1227"/>
                </a:cubicBezTo>
                <a:close/>
                <a:moveTo>
                  <a:pt x="771" y="1235"/>
                </a:moveTo>
                <a:cubicBezTo>
                  <a:pt x="770" y="1238"/>
                  <a:pt x="777" y="1238"/>
                  <a:pt x="776" y="1235"/>
                </a:cubicBezTo>
                <a:cubicBezTo>
                  <a:pt x="773" y="1236"/>
                  <a:pt x="774" y="1236"/>
                  <a:pt x="771" y="1235"/>
                </a:cubicBezTo>
                <a:close/>
                <a:moveTo>
                  <a:pt x="496" y="1245"/>
                </a:moveTo>
                <a:cubicBezTo>
                  <a:pt x="496" y="1247"/>
                  <a:pt x="501" y="1249"/>
                  <a:pt x="501" y="1248"/>
                </a:cubicBezTo>
                <a:cubicBezTo>
                  <a:pt x="500" y="1246"/>
                  <a:pt x="499" y="1244"/>
                  <a:pt x="496" y="1245"/>
                </a:cubicBezTo>
                <a:close/>
                <a:moveTo>
                  <a:pt x="384" y="0"/>
                </a:moveTo>
                <a:cubicBezTo>
                  <a:pt x="380" y="3"/>
                  <a:pt x="372" y="2"/>
                  <a:pt x="370" y="7"/>
                </a:cubicBezTo>
                <a:cubicBezTo>
                  <a:pt x="375" y="5"/>
                  <a:pt x="383" y="3"/>
                  <a:pt x="384" y="0"/>
                </a:cubicBezTo>
                <a:close/>
                <a:moveTo>
                  <a:pt x="363" y="14"/>
                </a:moveTo>
                <a:cubicBezTo>
                  <a:pt x="364" y="12"/>
                  <a:pt x="365" y="8"/>
                  <a:pt x="364" y="8"/>
                </a:cubicBezTo>
                <a:cubicBezTo>
                  <a:pt x="362" y="8"/>
                  <a:pt x="361" y="10"/>
                  <a:pt x="358" y="10"/>
                </a:cubicBezTo>
                <a:cubicBezTo>
                  <a:pt x="358" y="13"/>
                  <a:pt x="360" y="14"/>
                  <a:pt x="363" y="14"/>
                </a:cubicBezTo>
                <a:close/>
                <a:moveTo>
                  <a:pt x="605" y="1080"/>
                </a:moveTo>
                <a:cubicBezTo>
                  <a:pt x="604" y="1080"/>
                  <a:pt x="604" y="1080"/>
                  <a:pt x="603" y="1079"/>
                </a:cubicBezTo>
                <a:cubicBezTo>
                  <a:pt x="603" y="1080"/>
                  <a:pt x="604" y="1080"/>
                  <a:pt x="605" y="1080"/>
                </a:cubicBezTo>
                <a:close/>
                <a:moveTo>
                  <a:pt x="1210" y="547"/>
                </a:moveTo>
                <a:cubicBezTo>
                  <a:pt x="1210" y="546"/>
                  <a:pt x="1211" y="546"/>
                  <a:pt x="1211" y="544"/>
                </a:cubicBezTo>
                <a:cubicBezTo>
                  <a:pt x="1203" y="532"/>
                  <a:pt x="1208" y="514"/>
                  <a:pt x="1202" y="500"/>
                </a:cubicBezTo>
                <a:cubicBezTo>
                  <a:pt x="1201" y="501"/>
                  <a:pt x="1203" y="505"/>
                  <a:pt x="1201" y="504"/>
                </a:cubicBezTo>
                <a:cubicBezTo>
                  <a:pt x="1198" y="500"/>
                  <a:pt x="1196" y="493"/>
                  <a:pt x="1193" y="488"/>
                </a:cubicBezTo>
                <a:cubicBezTo>
                  <a:pt x="1192" y="493"/>
                  <a:pt x="1196" y="498"/>
                  <a:pt x="1194" y="502"/>
                </a:cubicBezTo>
                <a:cubicBezTo>
                  <a:pt x="1188" y="473"/>
                  <a:pt x="1181" y="444"/>
                  <a:pt x="1172" y="419"/>
                </a:cubicBezTo>
                <a:cubicBezTo>
                  <a:pt x="1174" y="431"/>
                  <a:pt x="1182" y="442"/>
                  <a:pt x="1179" y="454"/>
                </a:cubicBezTo>
                <a:cubicBezTo>
                  <a:pt x="1179" y="452"/>
                  <a:pt x="1177" y="453"/>
                  <a:pt x="1177" y="452"/>
                </a:cubicBezTo>
                <a:cubicBezTo>
                  <a:pt x="1174" y="433"/>
                  <a:pt x="1169" y="419"/>
                  <a:pt x="1162" y="404"/>
                </a:cubicBezTo>
                <a:cubicBezTo>
                  <a:pt x="1164" y="416"/>
                  <a:pt x="1172" y="426"/>
                  <a:pt x="1166" y="440"/>
                </a:cubicBezTo>
                <a:cubicBezTo>
                  <a:pt x="1166" y="439"/>
                  <a:pt x="1165" y="439"/>
                  <a:pt x="1164" y="440"/>
                </a:cubicBezTo>
                <a:cubicBezTo>
                  <a:pt x="1161" y="427"/>
                  <a:pt x="1153" y="415"/>
                  <a:pt x="1152" y="399"/>
                </a:cubicBezTo>
                <a:cubicBezTo>
                  <a:pt x="1154" y="399"/>
                  <a:pt x="1153" y="402"/>
                  <a:pt x="1155" y="401"/>
                </a:cubicBezTo>
                <a:cubicBezTo>
                  <a:pt x="1156" y="395"/>
                  <a:pt x="1151" y="392"/>
                  <a:pt x="1154" y="387"/>
                </a:cubicBezTo>
                <a:cubicBezTo>
                  <a:pt x="1155" y="390"/>
                  <a:pt x="1156" y="394"/>
                  <a:pt x="1159" y="396"/>
                </a:cubicBezTo>
                <a:cubicBezTo>
                  <a:pt x="1160" y="392"/>
                  <a:pt x="1158" y="391"/>
                  <a:pt x="1157" y="387"/>
                </a:cubicBezTo>
                <a:cubicBezTo>
                  <a:pt x="1160" y="386"/>
                  <a:pt x="1160" y="390"/>
                  <a:pt x="1161" y="388"/>
                </a:cubicBezTo>
                <a:cubicBezTo>
                  <a:pt x="1152" y="359"/>
                  <a:pt x="1141" y="327"/>
                  <a:pt x="1121" y="306"/>
                </a:cubicBezTo>
                <a:cubicBezTo>
                  <a:pt x="1121" y="304"/>
                  <a:pt x="1120" y="302"/>
                  <a:pt x="1119" y="300"/>
                </a:cubicBezTo>
                <a:cubicBezTo>
                  <a:pt x="1112" y="300"/>
                  <a:pt x="1112" y="291"/>
                  <a:pt x="1107" y="289"/>
                </a:cubicBezTo>
                <a:cubicBezTo>
                  <a:pt x="1093" y="268"/>
                  <a:pt x="1075" y="253"/>
                  <a:pt x="1060" y="234"/>
                </a:cubicBezTo>
                <a:cubicBezTo>
                  <a:pt x="1055" y="234"/>
                  <a:pt x="1055" y="229"/>
                  <a:pt x="1051" y="228"/>
                </a:cubicBezTo>
                <a:cubicBezTo>
                  <a:pt x="1059" y="241"/>
                  <a:pt x="1072" y="248"/>
                  <a:pt x="1080" y="263"/>
                </a:cubicBezTo>
                <a:cubicBezTo>
                  <a:pt x="1092" y="274"/>
                  <a:pt x="1103" y="285"/>
                  <a:pt x="1110" y="301"/>
                </a:cubicBezTo>
                <a:cubicBezTo>
                  <a:pt x="1109" y="301"/>
                  <a:pt x="1108" y="302"/>
                  <a:pt x="1107" y="302"/>
                </a:cubicBezTo>
                <a:cubicBezTo>
                  <a:pt x="1103" y="298"/>
                  <a:pt x="1102" y="291"/>
                  <a:pt x="1099" y="286"/>
                </a:cubicBezTo>
                <a:cubicBezTo>
                  <a:pt x="1096" y="286"/>
                  <a:pt x="1096" y="288"/>
                  <a:pt x="1094" y="286"/>
                </a:cubicBezTo>
                <a:cubicBezTo>
                  <a:pt x="1094" y="281"/>
                  <a:pt x="1094" y="281"/>
                  <a:pt x="1094" y="281"/>
                </a:cubicBezTo>
                <a:cubicBezTo>
                  <a:pt x="1081" y="269"/>
                  <a:pt x="1073" y="252"/>
                  <a:pt x="1057" y="243"/>
                </a:cubicBezTo>
                <a:cubicBezTo>
                  <a:pt x="1059" y="247"/>
                  <a:pt x="1063" y="256"/>
                  <a:pt x="1066" y="252"/>
                </a:cubicBezTo>
                <a:cubicBezTo>
                  <a:pt x="1068" y="260"/>
                  <a:pt x="1065" y="264"/>
                  <a:pt x="1066" y="270"/>
                </a:cubicBezTo>
                <a:cubicBezTo>
                  <a:pt x="1061" y="257"/>
                  <a:pt x="1047" y="253"/>
                  <a:pt x="1041" y="241"/>
                </a:cubicBezTo>
                <a:cubicBezTo>
                  <a:pt x="1043" y="240"/>
                  <a:pt x="1043" y="244"/>
                  <a:pt x="1045" y="242"/>
                </a:cubicBezTo>
                <a:cubicBezTo>
                  <a:pt x="1045" y="238"/>
                  <a:pt x="1042" y="238"/>
                  <a:pt x="1041" y="236"/>
                </a:cubicBezTo>
                <a:cubicBezTo>
                  <a:pt x="1041" y="237"/>
                  <a:pt x="1041" y="238"/>
                  <a:pt x="1039" y="238"/>
                </a:cubicBezTo>
                <a:cubicBezTo>
                  <a:pt x="1041" y="234"/>
                  <a:pt x="1036" y="235"/>
                  <a:pt x="1036" y="232"/>
                </a:cubicBezTo>
                <a:cubicBezTo>
                  <a:pt x="1034" y="232"/>
                  <a:pt x="1031" y="234"/>
                  <a:pt x="1029" y="232"/>
                </a:cubicBezTo>
                <a:cubicBezTo>
                  <a:pt x="1029" y="233"/>
                  <a:pt x="1030" y="234"/>
                  <a:pt x="1029" y="235"/>
                </a:cubicBezTo>
                <a:cubicBezTo>
                  <a:pt x="1026" y="234"/>
                  <a:pt x="1023" y="229"/>
                  <a:pt x="1021" y="233"/>
                </a:cubicBezTo>
                <a:cubicBezTo>
                  <a:pt x="1019" y="231"/>
                  <a:pt x="1017" y="228"/>
                  <a:pt x="1014" y="227"/>
                </a:cubicBezTo>
                <a:cubicBezTo>
                  <a:pt x="1016" y="233"/>
                  <a:pt x="1022" y="234"/>
                  <a:pt x="1024" y="241"/>
                </a:cubicBezTo>
                <a:cubicBezTo>
                  <a:pt x="1020" y="244"/>
                  <a:pt x="1017" y="237"/>
                  <a:pt x="1015" y="235"/>
                </a:cubicBezTo>
                <a:cubicBezTo>
                  <a:pt x="1010" y="230"/>
                  <a:pt x="1003" y="231"/>
                  <a:pt x="1007" y="227"/>
                </a:cubicBezTo>
                <a:cubicBezTo>
                  <a:pt x="1002" y="224"/>
                  <a:pt x="996" y="211"/>
                  <a:pt x="993" y="217"/>
                </a:cubicBezTo>
                <a:cubicBezTo>
                  <a:pt x="992" y="215"/>
                  <a:pt x="991" y="214"/>
                  <a:pt x="992" y="211"/>
                </a:cubicBezTo>
                <a:cubicBezTo>
                  <a:pt x="990" y="209"/>
                  <a:pt x="987" y="209"/>
                  <a:pt x="986" y="206"/>
                </a:cubicBezTo>
                <a:cubicBezTo>
                  <a:pt x="988" y="204"/>
                  <a:pt x="987" y="204"/>
                  <a:pt x="987" y="200"/>
                </a:cubicBezTo>
                <a:cubicBezTo>
                  <a:pt x="989" y="202"/>
                  <a:pt x="989" y="199"/>
                  <a:pt x="990" y="199"/>
                </a:cubicBezTo>
                <a:cubicBezTo>
                  <a:pt x="980" y="195"/>
                  <a:pt x="973" y="183"/>
                  <a:pt x="964" y="181"/>
                </a:cubicBezTo>
                <a:cubicBezTo>
                  <a:pt x="963" y="186"/>
                  <a:pt x="974" y="189"/>
                  <a:pt x="972" y="195"/>
                </a:cubicBezTo>
                <a:cubicBezTo>
                  <a:pt x="974" y="196"/>
                  <a:pt x="978" y="197"/>
                  <a:pt x="977" y="202"/>
                </a:cubicBezTo>
                <a:cubicBezTo>
                  <a:pt x="971" y="202"/>
                  <a:pt x="969" y="200"/>
                  <a:pt x="968" y="192"/>
                </a:cubicBezTo>
                <a:cubicBezTo>
                  <a:pt x="956" y="194"/>
                  <a:pt x="951" y="183"/>
                  <a:pt x="942" y="178"/>
                </a:cubicBezTo>
                <a:cubicBezTo>
                  <a:pt x="945" y="177"/>
                  <a:pt x="942" y="175"/>
                  <a:pt x="942" y="171"/>
                </a:cubicBezTo>
                <a:cubicBezTo>
                  <a:pt x="951" y="171"/>
                  <a:pt x="956" y="180"/>
                  <a:pt x="963" y="181"/>
                </a:cubicBezTo>
                <a:cubicBezTo>
                  <a:pt x="963" y="178"/>
                  <a:pt x="960" y="178"/>
                  <a:pt x="959" y="175"/>
                </a:cubicBezTo>
                <a:cubicBezTo>
                  <a:pt x="951" y="177"/>
                  <a:pt x="954" y="164"/>
                  <a:pt x="946" y="163"/>
                </a:cubicBezTo>
                <a:cubicBezTo>
                  <a:pt x="945" y="169"/>
                  <a:pt x="940" y="161"/>
                  <a:pt x="937" y="159"/>
                </a:cubicBezTo>
                <a:cubicBezTo>
                  <a:pt x="934" y="160"/>
                  <a:pt x="933" y="162"/>
                  <a:pt x="931" y="159"/>
                </a:cubicBezTo>
                <a:cubicBezTo>
                  <a:pt x="932" y="164"/>
                  <a:pt x="937" y="164"/>
                  <a:pt x="939" y="168"/>
                </a:cubicBezTo>
                <a:cubicBezTo>
                  <a:pt x="938" y="168"/>
                  <a:pt x="939" y="170"/>
                  <a:pt x="937" y="171"/>
                </a:cubicBezTo>
                <a:cubicBezTo>
                  <a:pt x="931" y="169"/>
                  <a:pt x="926" y="166"/>
                  <a:pt x="922" y="162"/>
                </a:cubicBezTo>
                <a:cubicBezTo>
                  <a:pt x="923" y="161"/>
                  <a:pt x="922" y="158"/>
                  <a:pt x="924" y="158"/>
                </a:cubicBezTo>
                <a:cubicBezTo>
                  <a:pt x="926" y="157"/>
                  <a:pt x="928" y="159"/>
                  <a:pt x="931" y="159"/>
                </a:cubicBezTo>
                <a:cubicBezTo>
                  <a:pt x="933" y="156"/>
                  <a:pt x="926" y="154"/>
                  <a:pt x="932" y="152"/>
                </a:cubicBezTo>
                <a:cubicBezTo>
                  <a:pt x="927" y="151"/>
                  <a:pt x="925" y="147"/>
                  <a:pt x="920" y="145"/>
                </a:cubicBezTo>
                <a:cubicBezTo>
                  <a:pt x="922" y="144"/>
                  <a:pt x="919" y="142"/>
                  <a:pt x="921" y="142"/>
                </a:cubicBezTo>
                <a:cubicBezTo>
                  <a:pt x="932" y="144"/>
                  <a:pt x="922" y="140"/>
                  <a:pt x="919" y="137"/>
                </a:cubicBezTo>
                <a:cubicBezTo>
                  <a:pt x="919" y="139"/>
                  <a:pt x="918" y="139"/>
                  <a:pt x="917" y="140"/>
                </a:cubicBezTo>
                <a:cubicBezTo>
                  <a:pt x="915" y="139"/>
                  <a:pt x="915" y="136"/>
                  <a:pt x="911" y="135"/>
                </a:cubicBezTo>
                <a:cubicBezTo>
                  <a:pt x="911" y="137"/>
                  <a:pt x="909" y="137"/>
                  <a:pt x="908" y="139"/>
                </a:cubicBezTo>
                <a:cubicBezTo>
                  <a:pt x="907" y="138"/>
                  <a:pt x="904" y="139"/>
                  <a:pt x="903" y="137"/>
                </a:cubicBezTo>
                <a:cubicBezTo>
                  <a:pt x="904" y="134"/>
                  <a:pt x="909" y="138"/>
                  <a:pt x="908" y="135"/>
                </a:cubicBezTo>
                <a:cubicBezTo>
                  <a:pt x="907" y="134"/>
                  <a:pt x="908" y="134"/>
                  <a:pt x="908" y="133"/>
                </a:cubicBezTo>
                <a:cubicBezTo>
                  <a:pt x="906" y="133"/>
                  <a:pt x="904" y="133"/>
                  <a:pt x="903" y="132"/>
                </a:cubicBezTo>
                <a:cubicBezTo>
                  <a:pt x="903" y="136"/>
                  <a:pt x="900" y="137"/>
                  <a:pt x="898" y="139"/>
                </a:cubicBezTo>
                <a:cubicBezTo>
                  <a:pt x="896" y="139"/>
                  <a:pt x="894" y="135"/>
                  <a:pt x="893" y="137"/>
                </a:cubicBezTo>
                <a:cubicBezTo>
                  <a:pt x="894" y="137"/>
                  <a:pt x="895" y="138"/>
                  <a:pt x="895" y="140"/>
                </a:cubicBezTo>
                <a:cubicBezTo>
                  <a:pt x="894" y="140"/>
                  <a:pt x="893" y="140"/>
                  <a:pt x="892" y="139"/>
                </a:cubicBezTo>
                <a:cubicBezTo>
                  <a:pt x="894" y="145"/>
                  <a:pt x="887" y="142"/>
                  <a:pt x="885" y="139"/>
                </a:cubicBezTo>
                <a:cubicBezTo>
                  <a:pt x="886" y="137"/>
                  <a:pt x="888" y="137"/>
                  <a:pt x="887" y="135"/>
                </a:cubicBezTo>
                <a:cubicBezTo>
                  <a:pt x="885" y="132"/>
                  <a:pt x="882" y="130"/>
                  <a:pt x="881" y="127"/>
                </a:cubicBezTo>
                <a:cubicBezTo>
                  <a:pt x="883" y="127"/>
                  <a:pt x="884" y="126"/>
                  <a:pt x="885" y="125"/>
                </a:cubicBezTo>
                <a:cubicBezTo>
                  <a:pt x="881" y="123"/>
                  <a:pt x="884" y="117"/>
                  <a:pt x="880" y="113"/>
                </a:cubicBezTo>
                <a:cubicBezTo>
                  <a:pt x="874" y="113"/>
                  <a:pt x="871" y="111"/>
                  <a:pt x="869" y="107"/>
                </a:cubicBezTo>
                <a:cubicBezTo>
                  <a:pt x="871" y="109"/>
                  <a:pt x="868" y="103"/>
                  <a:pt x="873" y="106"/>
                </a:cubicBezTo>
                <a:cubicBezTo>
                  <a:pt x="870" y="101"/>
                  <a:pt x="863" y="95"/>
                  <a:pt x="859" y="99"/>
                </a:cubicBezTo>
                <a:cubicBezTo>
                  <a:pt x="862" y="99"/>
                  <a:pt x="863" y="103"/>
                  <a:pt x="864" y="106"/>
                </a:cubicBezTo>
                <a:cubicBezTo>
                  <a:pt x="862" y="106"/>
                  <a:pt x="862" y="104"/>
                  <a:pt x="860" y="105"/>
                </a:cubicBezTo>
                <a:cubicBezTo>
                  <a:pt x="860" y="107"/>
                  <a:pt x="862" y="109"/>
                  <a:pt x="859" y="109"/>
                </a:cubicBezTo>
                <a:cubicBezTo>
                  <a:pt x="857" y="108"/>
                  <a:pt x="854" y="106"/>
                  <a:pt x="850" y="107"/>
                </a:cubicBezTo>
                <a:cubicBezTo>
                  <a:pt x="849" y="103"/>
                  <a:pt x="845" y="100"/>
                  <a:pt x="847" y="95"/>
                </a:cubicBezTo>
                <a:cubicBezTo>
                  <a:pt x="842" y="89"/>
                  <a:pt x="835" y="90"/>
                  <a:pt x="826" y="88"/>
                </a:cubicBezTo>
                <a:cubicBezTo>
                  <a:pt x="825" y="91"/>
                  <a:pt x="830" y="92"/>
                  <a:pt x="828" y="93"/>
                </a:cubicBezTo>
                <a:cubicBezTo>
                  <a:pt x="817" y="91"/>
                  <a:pt x="816" y="82"/>
                  <a:pt x="811" y="74"/>
                </a:cubicBezTo>
                <a:cubicBezTo>
                  <a:pt x="804" y="73"/>
                  <a:pt x="802" y="68"/>
                  <a:pt x="795" y="69"/>
                </a:cubicBezTo>
                <a:cubicBezTo>
                  <a:pt x="783" y="56"/>
                  <a:pt x="763" y="50"/>
                  <a:pt x="742" y="47"/>
                </a:cubicBezTo>
                <a:cubicBezTo>
                  <a:pt x="720" y="44"/>
                  <a:pt x="694" y="42"/>
                  <a:pt x="676" y="46"/>
                </a:cubicBezTo>
                <a:cubicBezTo>
                  <a:pt x="691" y="43"/>
                  <a:pt x="691" y="65"/>
                  <a:pt x="677" y="62"/>
                </a:cubicBezTo>
                <a:cubicBezTo>
                  <a:pt x="675" y="61"/>
                  <a:pt x="673" y="60"/>
                  <a:pt x="672" y="56"/>
                </a:cubicBezTo>
                <a:cubicBezTo>
                  <a:pt x="675" y="55"/>
                  <a:pt x="678" y="53"/>
                  <a:pt x="678" y="49"/>
                </a:cubicBezTo>
                <a:cubicBezTo>
                  <a:pt x="673" y="49"/>
                  <a:pt x="670" y="48"/>
                  <a:pt x="671" y="42"/>
                </a:cubicBezTo>
                <a:cubicBezTo>
                  <a:pt x="655" y="34"/>
                  <a:pt x="640" y="43"/>
                  <a:pt x="624" y="45"/>
                </a:cubicBezTo>
                <a:cubicBezTo>
                  <a:pt x="624" y="47"/>
                  <a:pt x="626" y="47"/>
                  <a:pt x="625" y="50"/>
                </a:cubicBezTo>
                <a:cubicBezTo>
                  <a:pt x="619" y="53"/>
                  <a:pt x="610" y="48"/>
                  <a:pt x="606" y="53"/>
                </a:cubicBezTo>
                <a:cubicBezTo>
                  <a:pt x="613" y="54"/>
                  <a:pt x="619" y="54"/>
                  <a:pt x="626" y="57"/>
                </a:cubicBezTo>
                <a:cubicBezTo>
                  <a:pt x="621" y="60"/>
                  <a:pt x="613" y="54"/>
                  <a:pt x="608" y="57"/>
                </a:cubicBezTo>
                <a:cubicBezTo>
                  <a:pt x="611" y="57"/>
                  <a:pt x="613" y="59"/>
                  <a:pt x="616" y="59"/>
                </a:cubicBezTo>
                <a:cubicBezTo>
                  <a:pt x="615" y="63"/>
                  <a:pt x="618" y="62"/>
                  <a:pt x="618" y="65"/>
                </a:cubicBezTo>
                <a:cubicBezTo>
                  <a:pt x="611" y="68"/>
                  <a:pt x="603" y="63"/>
                  <a:pt x="597" y="68"/>
                </a:cubicBezTo>
                <a:cubicBezTo>
                  <a:pt x="597" y="70"/>
                  <a:pt x="603" y="66"/>
                  <a:pt x="604" y="70"/>
                </a:cubicBezTo>
                <a:cubicBezTo>
                  <a:pt x="591" y="73"/>
                  <a:pt x="578" y="70"/>
                  <a:pt x="566" y="73"/>
                </a:cubicBezTo>
                <a:cubicBezTo>
                  <a:pt x="566" y="76"/>
                  <a:pt x="566" y="75"/>
                  <a:pt x="566" y="78"/>
                </a:cubicBezTo>
                <a:cubicBezTo>
                  <a:pt x="572" y="76"/>
                  <a:pt x="582" y="73"/>
                  <a:pt x="589" y="77"/>
                </a:cubicBezTo>
                <a:cubicBezTo>
                  <a:pt x="580" y="82"/>
                  <a:pt x="566" y="82"/>
                  <a:pt x="558" y="87"/>
                </a:cubicBezTo>
                <a:cubicBezTo>
                  <a:pt x="551" y="84"/>
                  <a:pt x="542" y="84"/>
                  <a:pt x="536" y="86"/>
                </a:cubicBezTo>
                <a:cubicBezTo>
                  <a:pt x="536" y="85"/>
                  <a:pt x="537" y="84"/>
                  <a:pt x="536" y="83"/>
                </a:cubicBezTo>
                <a:cubicBezTo>
                  <a:pt x="526" y="83"/>
                  <a:pt x="519" y="88"/>
                  <a:pt x="510" y="86"/>
                </a:cubicBezTo>
                <a:cubicBezTo>
                  <a:pt x="512" y="81"/>
                  <a:pt x="521" y="75"/>
                  <a:pt x="524" y="78"/>
                </a:cubicBezTo>
                <a:cubicBezTo>
                  <a:pt x="525" y="75"/>
                  <a:pt x="526" y="74"/>
                  <a:pt x="529" y="74"/>
                </a:cubicBezTo>
                <a:cubicBezTo>
                  <a:pt x="530" y="74"/>
                  <a:pt x="530" y="76"/>
                  <a:pt x="530" y="77"/>
                </a:cubicBezTo>
                <a:cubicBezTo>
                  <a:pt x="533" y="77"/>
                  <a:pt x="533" y="74"/>
                  <a:pt x="536" y="75"/>
                </a:cubicBezTo>
                <a:cubicBezTo>
                  <a:pt x="536" y="76"/>
                  <a:pt x="535" y="77"/>
                  <a:pt x="536" y="78"/>
                </a:cubicBezTo>
                <a:cubicBezTo>
                  <a:pt x="541" y="75"/>
                  <a:pt x="549" y="82"/>
                  <a:pt x="549" y="72"/>
                </a:cubicBezTo>
                <a:cubicBezTo>
                  <a:pt x="543" y="71"/>
                  <a:pt x="534" y="78"/>
                  <a:pt x="531" y="71"/>
                </a:cubicBezTo>
                <a:cubicBezTo>
                  <a:pt x="528" y="70"/>
                  <a:pt x="525" y="71"/>
                  <a:pt x="522" y="72"/>
                </a:cubicBezTo>
                <a:cubicBezTo>
                  <a:pt x="521" y="70"/>
                  <a:pt x="521" y="69"/>
                  <a:pt x="518" y="67"/>
                </a:cubicBezTo>
                <a:cubicBezTo>
                  <a:pt x="517" y="70"/>
                  <a:pt x="519" y="70"/>
                  <a:pt x="517" y="72"/>
                </a:cubicBezTo>
                <a:cubicBezTo>
                  <a:pt x="514" y="71"/>
                  <a:pt x="512" y="72"/>
                  <a:pt x="510" y="72"/>
                </a:cubicBezTo>
                <a:cubicBezTo>
                  <a:pt x="505" y="63"/>
                  <a:pt x="511" y="64"/>
                  <a:pt x="514" y="57"/>
                </a:cubicBezTo>
                <a:cubicBezTo>
                  <a:pt x="510" y="55"/>
                  <a:pt x="510" y="59"/>
                  <a:pt x="509" y="60"/>
                </a:cubicBezTo>
                <a:cubicBezTo>
                  <a:pt x="501" y="58"/>
                  <a:pt x="490" y="51"/>
                  <a:pt x="483" y="59"/>
                </a:cubicBezTo>
                <a:cubicBezTo>
                  <a:pt x="462" y="65"/>
                  <a:pt x="441" y="73"/>
                  <a:pt x="424" y="85"/>
                </a:cubicBezTo>
                <a:cubicBezTo>
                  <a:pt x="421" y="86"/>
                  <a:pt x="423" y="82"/>
                  <a:pt x="421" y="83"/>
                </a:cubicBezTo>
                <a:cubicBezTo>
                  <a:pt x="420" y="89"/>
                  <a:pt x="411" y="87"/>
                  <a:pt x="405" y="87"/>
                </a:cubicBezTo>
                <a:cubicBezTo>
                  <a:pt x="405" y="93"/>
                  <a:pt x="405" y="93"/>
                  <a:pt x="405" y="93"/>
                </a:cubicBezTo>
                <a:cubicBezTo>
                  <a:pt x="407" y="94"/>
                  <a:pt x="409" y="90"/>
                  <a:pt x="409" y="93"/>
                </a:cubicBezTo>
                <a:cubicBezTo>
                  <a:pt x="409" y="101"/>
                  <a:pt x="399" y="101"/>
                  <a:pt x="394" y="106"/>
                </a:cubicBezTo>
                <a:cubicBezTo>
                  <a:pt x="398" y="106"/>
                  <a:pt x="400" y="101"/>
                  <a:pt x="404" y="104"/>
                </a:cubicBezTo>
                <a:cubicBezTo>
                  <a:pt x="404" y="107"/>
                  <a:pt x="402" y="107"/>
                  <a:pt x="401" y="109"/>
                </a:cubicBezTo>
                <a:cubicBezTo>
                  <a:pt x="397" y="106"/>
                  <a:pt x="393" y="111"/>
                  <a:pt x="388" y="107"/>
                </a:cubicBezTo>
                <a:cubicBezTo>
                  <a:pt x="388" y="110"/>
                  <a:pt x="391" y="112"/>
                  <a:pt x="387" y="114"/>
                </a:cubicBezTo>
                <a:cubicBezTo>
                  <a:pt x="389" y="116"/>
                  <a:pt x="391" y="113"/>
                  <a:pt x="392" y="114"/>
                </a:cubicBezTo>
                <a:cubicBezTo>
                  <a:pt x="388" y="117"/>
                  <a:pt x="387" y="122"/>
                  <a:pt x="380" y="122"/>
                </a:cubicBezTo>
                <a:cubicBezTo>
                  <a:pt x="379" y="128"/>
                  <a:pt x="377" y="132"/>
                  <a:pt x="370" y="132"/>
                </a:cubicBezTo>
                <a:cubicBezTo>
                  <a:pt x="371" y="134"/>
                  <a:pt x="374" y="139"/>
                  <a:pt x="370" y="140"/>
                </a:cubicBezTo>
                <a:cubicBezTo>
                  <a:pt x="367" y="139"/>
                  <a:pt x="366" y="136"/>
                  <a:pt x="363" y="135"/>
                </a:cubicBezTo>
                <a:cubicBezTo>
                  <a:pt x="361" y="136"/>
                  <a:pt x="357" y="140"/>
                  <a:pt x="353" y="137"/>
                </a:cubicBezTo>
                <a:cubicBezTo>
                  <a:pt x="357" y="125"/>
                  <a:pt x="373" y="125"/>
                  <a:pt x="379" y="114"/>
                </a:cubicBezTo>
                <a:cubicBezTo>
                  <a:pt x="370" y="115"/>
                  <a:pt x="363" y="119"/>
                  <a:pt x="357" y="124"/>
                </a:cubicBezTo>
                <a:cubicBezTo>
                  <a:pt x="353" y="126"/>
                  <a:pt x="348" y="127"/>
                  <a:pt x="346" y="133"/>
                </a:cubicBezTo>
                <a:cubicBezTo>
                  <a:pt x="341" y="130"/>
                  <a:pt x="341" y="139"/>
                  <a:pt x="333" y="136"/>
                </a:cubicBezTo>
                <a:cubicBezTo>
                  <a:pt x="330" y="143"/>
                  <a:pt x="323" y="146"/>
                  <a:pt x="318" y="151"/>
                </a:cubicBezTo>
                <a:cubicBezTo>
                  <a:pt x="320" y="154"/>
                  <a:pt x="322" y="148"/>
                  <a:pt x="324" y="151"/>
                </a:cubicBezTo>
                <a:cubicBezTo>
                  <a:pt x="321" y="154"/>
                  <a:pt x="316" y="160"/>
                  <a:pt x="312" y="157"/>
                </a:cubicBezTo>
                <a:cubicBezTo>
                  <a:pt x="311" y="161"/>
                  <a:pt x="310" y="163"/>
                  <a:pt x="308" y="166"/>
                </a:cubicBezTo>
                <a:cubicBezTo>
                  <a:pt x="311" y="166"/>
                  <a:pt x="311" y="166"/>
                  <a:pt x="313" y="169"/>
                </a:cubicBezTo>
                <a:cubicBezTo>
                  <a:pt x="317" y="169"/>
                  <a:pt x="318" y="166"/>
                  <a:pt x="319" y="164"/>
                </a:cubicBezTo>
                <a:cubicBezTo>
                  <a:pt x="320" y="164"/>
                  <a:pt x="321" y="165"/>
                  <a:pt x="322" y="166"/>
                </a:cubicBezTo>
                <a:cubicBezTo>
                  <a:pt x="320" y="168"/>
                  <a:pt x="318" y="169"/>
                  <a:pt x="316" y="171"/>
                </a:cubicBezTo>
                <a:cubicBezTo>
                  <a:pt x="318" y="175"/>
                  <a:pt x="322" y="168"/>
                  <a:pt x="326" y="171"/>
                </a:cubicBezTo>
                <a:cubicBezTo>
                  <a:pt x="326" y="168"/>
                  <a:pt x="326" y="168"/>
                  <a:pt x="326" y="168"/>
                </a:cubicBezTo>
                <a:cubicBezTo>
                  <a:pt x="326" y="166"/>
                  <a:pt x="322" y="169"/>
                  <a:pt x="322" y="166"/>
                </a:cubicBezTo>
                <a:cubicBezTo>
                  <a:pt x="325" y="165"/>
                  <a:pt x="323" y="161"/>
                  <a:pt x="326" y="161"/>
                </a:cubicBezTo>
                <a:cubicBezTo>
                  <a:pt x="326" y="163"/>
                  <a:pt x="326" y="165"/>
                  <a:pt x="327" y="166"/>
                </a:cubicBezTo>
                <a:cubicBezTo>
                  <a:pt x="335" y="162"/>
                  <a:pt x="333" y="150"/>
                  <a:pt x="344" y="154"/>
                </a:cubicBezTo>
                <a:cubicBezTo>
                  <a:pt x="344" y="157"/>
                  <a:pt x="341" y="156"/>
                  <a:pt x="342" y="158"/>
                </a:cubicBezTo>
                <a:cubicBezTo>
                  <a:pt x="346" y="157"/>
                  <a:pt x="349" y="154"/>
                  <a:pt x="353" y="152"/>
                </a:cubicBezTo>
                <a:cubicBezTo>
                  <a:pt x="350" y="153"/>
                  <a:pt x="351" y="150"/>
                  <a:pt x="350" y="150"/>
                </a:cubicBezTo>
                <a:cubicBezTo>
                  <a:pt x="352" y="149"/>
                  <a:pt x="352" y="147"/>
                  <a:pt x="353" y="147"/>
                </a:cubicBezTo>
                <a:cubicBezTo>
                  <a:pt x="356" y="150"/>
                  <a:pt x="358" y="149"/>
                  <a:pt x="361" y="148"/>
                </a:cubicBezTo>
                <a:cubicBezTo>
                  <a:pt x="360" y="151"/>
                  <a:pt x="364" y="148"/>
                  <a:pt x="364" y="150"/>
                </a:cubicBezTo>
                <a:cubicBezTo>
                  <a:pt x="357" y="153"/>
                  <a:pt x="356" y="162"/>
                  <a:pt x="347" y="163"/>
                </a:cubicBezTo>
                <a:cubicBezTo>
                  <a:pt x="347" y="162"/>
                  <a:pt x="349" y="159"/>
                  <a:pt x="346" y="160"/>
                </a:cubicBezTo>
                <a:cubicBezTo>
                  <a:pt x="346" y="163"/>
                  <a:pt x="340" y="165"/>
                  <a:pt x="344" y="167"/>
                </a:cubicBezTo>
                <a:cubicBezTo>
                  <a:pt x="347" y="166"/>
                  <a:pt x="349" y="163"/>
                  <a:pt x="353" y="163"/>
                </a:cubicBezTo>
                <a:cubicBezTo>
                  <a:pt x="353" y="165"/>
                  <a:pt x="353" y="166"/>
                  <a:pt x="354" y="167"/>
                </a:cubicBezTo>
                <a:cubicBezTo>
                  <a:pt x="336" y="178"/>
                  <a:pt x="323" y="191"/>
                  <a:pt x="305" y="201"/>
                </a:cubicBezTo>
                <a:cubicBezTo>
                  <a:pt x="305" y="203"/>
                  <a:pt x="306" y="203"/>
                  <a:pt x="306" y="205"/>
                </a:cubicBezTo>
                <a:cubicBezTo>
                  <a:pt x="304" y="207"/>
                  <a:pt x="300" y="207"/>
                  <a:pt x="298" y="210"/>
                </a:cubicBezTo>
                <a:cubicBezTo>
                  <a:pt x="300" y="212"/>
                  <a:pt x="304" y="205"/>
                  <a:pt x="307" y="209"/>
                </a:cubicBezTo>
                <a:cubicBezTo>
                  <a:pt x="305" y="214"/>
                  <a:pt x="300" y="215"/>
                  <a:pt x="296" y="218"/>
                </a:cubicBezTo>
                <a:cubicBezTo>
                  <a:pt x="292" y="215"/>
                  <a:pt x="286" y="215"/>
                  <a:pt x="283" y="213"/>
                </a:cubicBezTo>
                <a:cubicBezTo>
                  <a:pt x="283" y="212"/>
                  <a:pt x="284" y="212"/>
                  <a:pt x="284" y="211"/>
                </a:cubicBezTo>
                <a:cubicBezTo>
                  <a:pt x="280" y="211"/>
                  <a:pt x="277" y="211"/>
                  <a:pt x="274" y="213"/>
                </a:cubicBezTo>
                <a:cubicBezTo>
                  <a:pt x="273" y="211"/>
                  <a:pt x="272" y="208"/>
                  <a:pt x="270" y="206"/>
                </a:cubicBezTo>
                <a:cubicBezTo>
                  <a:pt x="265" y="210"/>
                  <a:pt x="259" y="209"/>
                  <a:pt x="252" y="215"/>
                </a:cubicBezTo>
                <a:cubicBezTo>
                  <a:pt x="251" y="213"/>
                  <a:pt x="254" y="211"/>
                  <a:pt x="252" y="211"/>
                </a:cubicBezTo>
                <a:cubicBezTo>
                  <a:pt x="251" y="212"/>
                  <a:pt x="249" y="213"/>
                  <a:pt x="248" y="212"/>
                </a:cubicBezTo>
                <a:cubicBezTo>
                  <a:pt x="247" y="206"/>
                  <a:pt x="253" y="205"/>
                  <a:pt x="252" y="202"/>
                </a:cubicBezTo>
                <a:cubicBezTo>
                  <a:pt x="249" y="202"/>
                  <a:pt x="246" y="199"/>
                  <a:pt x="244" y="202"/>
                </a:cubicBezTo>
                <a:cubicBezTo>
                  <a:pt x="247" y="201"/>
                  <a:pt x="247" y="204"/>
                  <a:pt x="248" y="206"/>
                </a:cubicBezTo>
                <a:cubicBezTo>
                  <a:pt x="245" y="208"/>
                  <a:pt x="243" y="211"/>
                  <a:pt x="239" y="213"/>
                </a:cubicBezTo>
                <a:cubicBezTo>
                  <a:pt x="235" y="212"/>
                  <a:pt x="240" y="210"/>
                  <a:pt x="236" y="210"/>
                </a:cubicBezTo>
                <a:cubicBezTo>
                  <a:pt x="235" y="211"/>
                  <a:pt x="233" y="211"/>
                  <a:pt x="233" y="213"/>
                </a:cubicBezTo>
                <a:cubicBezTo>
                  <a:pt x="235" y="213"/>
                  <a:pt x="237" y="214"/>
                  <a:pt x="237" y="216"/>
                </a:cubicBezTo>
                <a:cubicBezTo>
                  <a:pt x="233" y="215"/>
                  <a:pt x="236" y="219"/>
                  <a:pt x="235" y="220"/>
                </a:cubicBezTo>
                <a:cubicBezTo>
                  <a:pt x="231" y="225"/>
                  <a:pt x="223" y="224"/>
                  <a:pt x="217" y="227"/>
                </a:cubicBezTo>
                <a:cubicBezTo>
                  <a:pt x="208" y="230"/>
                  <a:pt x="207" y="237"/>
                  <a:pt x="201" y="241"/>
                </a:cubicBezTo>
                <a:cubicBezTo>
                  <a:pt x="200" y="244"/>
                  <a:pt x="201" y="248"/>
                  <a:pt x="203" y="251"/>
                </a:cubicBezTo>
                <a:cubicBezTo>
                  <a:pt x="204" y="246"/>
                  <a:pt x="206" y="247"/>
                  <a:pt x="210" y="245"/>
                </a:cubicBezTo>
                <a:cubicBezTo>
                  <a:pt x="208" y="247"/>
                  <a:pt x="209" y="249"/>
                  <a:pt x="209" y="252"/>
                </a:cubicBezTo>
                <a:cubicBezTo>
                  <a:pt x="204" y="255"/>
                  <a:pt x="202" y="257"/>
                  <a:pt x="198" y="252"/>
                </a:cubicBezTo>
                <a:cubicBezTo>
                  <a:pt x="195" y="253"/>
                  <a:pt x="197" y="260"/>
                  <a:pt x="193" y="260"/>
                </a:cubicBezTo>
                <a:cubicBezTo>
                  <a:pt x="188" y="259"/>
                  <a:pt x="192" y="253"/>
                  <a:pt x="188" y="252"/>
                </a:cubicBezTo>
                <a:cubicBezTo>
                  <a:pt x="199" y="240"/>
                  <a:pt x="206" y="224"/>
                  <a:pt x="220" y="216"/>
                </a:cubicBezTo>
                <a:cubicBezTo>
                  <a:pt x="220" y="213"/>
                  <a:pt x="220" y="213"/>
                  <a:pt x="220" y="213"/>
                </a:cubicBezTo>
                <a:cubicBezTo>
                  <a:pt x="229" y="212"/>
                  <a:pt x="225" y="195"/>
                  <a:pt x="235" y="199"/>
                </a:cubicBezTo>
                <a:cubicBezTo>
                  <a:pt x="236" y="201"/>
                  <a:pt x="237" y="202"/>
                  <a:pt x="238" y="204"/>
                </a:cubicBezTo>
                <a:cubicBezTo>
                  <a:pt x="237" y="199"/>
                  <a:pt x="244" y="201"/>
                  <a:pt x="244" y="194"/>
                </a:cubicBezTo>
                <a:cubicBezTo>
                  <a:pt x="243" y="194"/>
                  <a:pt x="242" y="194"/>
                  <a:pt x="242" y="193"/>
                </a:cubicBezTo>
                <a:cubicBezTo>
                  <a:pt x="245" y="189"/>
                  <a:pt x="247" y="183"/>
                  <a:pt x="252" y="182"/>
                </a:cubicBezTo>
                <a:cubicBezTo>
                  <a:pt x="252" y="183"/>
                  <a:pt x="252" y="184"/>
                  <a:pt x="252" y="185"/>
                </a:cubicBezTo>
                <a:cubicBezTo>
                  <a:pt x="254" y="185"/>
                  <a:pt x="256" y="184"/>
                  <a:pt x="258" y="184"/>
                </a:cubicBezTo>
                <a:cubicBezTo>
                  <a:pt x="256" y="174"/>
                  <a:pt x="265" y="175"/>
                  <a:pt x="267" y="171"/>
                </a:cubicBezTo>
                <a:cubicBezTo>
                  <a:pt x="266" y="171"/>
                  <a:pt x="265" y="172"/>
                  <a:pt x="265" y="171"/>
                </a:cubicBezTo>
                <a:cubicBezTo>
                  <a:pt x="268" y="167"/>
                  <a:pt x="272" y="164"/>
                  <a:pt x="276" y="160"/>
                </a:cubicBezTo>
                <a:cubicBezTo>
                  <a:pt x="276" y="161"/>
                  <a:pt x="277" y="161"/>
                  <a:pt x="278" y="161"/>
                </a:cubicBezTo>
                <a:cubicBezTo>
                  <a:pt x="278" y="164"/>
                  <a:pt x="275" y="163"/>
                  <a:pt x="277" y="165"/>
                </a:cubicBezTo>
                <a:cubicBezTo>
                  <a:pt x="283" y="173"/>
                  <a:pt x="271" y="176"/>
                  <a:pt x="267" y="181"/>
                </a:cubicBezTo>
                <a:cubicBezTo>
                  <a:pt x="265" y="182"/>
                  <a:pt x="266" y="179"/>
                  <a:pt x="263" y="179"/>
                </a:cubicBezTo>
                <a:cubicBezTo>
                  <a:pt x="263" y="186"/>
                  <a:pt x="263" y="186"/>
                  <a:pt x="263" y="186"/>
                </a:cubicBezTo>
                <a:cubicBezTo>
                  <a:pt x="259" y="188"/>
                  <a:pt x="257" y="192"/>
                  <a:pt x="254" y="195"/>
                </a:cubicBezTo>
                <a:cubicBezTo>
                  <a:pt x="266" y="201"/>
                  <a:pt x="269" y="180"/>
                  <a:pt x="278" y="185"/>
                </a:cubicBezTo>
                <a:cubicBezTo>
                  <a:pt x="279" y="186"/>
                  <a:pt x="275" y="187"/>
                  <a:pt x="277" y="188"/>
                </a:cubicBezTo>
                <a:cubicBezTo>
                  <a:pt x="285" y="186"/>
                  <a:pt x="281" y="172"/>
                  <a:pt x="289" y="174"/>
                </a:cubicBezTo>
                <a:cubicBezTo>
                  <a:pt x="290" y="165"/>
                  <a:pt x="297" y="163"/>
                  <a:pt x="301" y="158"/>
                </a:cubicBezTo>
                <a:cubicBezTo>
                  <a:pt x="302" y="156"/>
                  <a:pt x="300" y="156"/>
                  <a:pt x="300" y="154"/>
                </a:cubicBezTo>
                <a:cubicBezTo>
                  <a:pt x="294" y="151"/>
                  <a:pt x="288" y="165"/>
                  <a:pt x="282" y="160"/>
                </a:cubicBezTo>
                <a:cubicBezTo>
                  <a:pt x="286" y="153"/>
                  <a:pt x="298" y="149"/>
                  <a:pt x="300" y="142"/>
                </a:cubicBezTo>
                <a:cubicBezTo>
                  <a:pt x="296" y="144"/>
                  <a:pt x="293" y="146"/>
                  <a:pt x="290" y="150"/>
                </a:cubicBezTo>
                <a:cubicBezTo>
                  <a:pt x="289" y="138"/>
                  <a:pt x="305" y="136"/>
                  <a:pt x="307" y="125"/>
                </a:cubicBezTo>
                <a:cubicBezTo>
                  <a:pt x="304" y="124"/>
                  <a:pt x="303" y="122"/>
                  <a:pt x="299" y="122"/>
                </a:cubicBezTo>
                <a:cubicBezTo>
                  <a:pt x="298" y="128"/>
                  <a:pt x="292" y="128"/>
                  <a:pt x="288" y="130"/>
                </a:cubicBezTo>
                <a:cubicBezTo>
                  <a:pt x="288" y="128"/>
                  <a:pt x="288" y="125"/>
                  <a:pt x="290" y="125"/>
                </a:cubicBezTo>
                <a:cubicBezTo>
                  <a:pt x="291" y="125"/>
                  <a:pt x="292" y="126"/>
                  <a:pt x="293" y="126"/>
                </a:cubicBezTo>
                <a:cubicBezTo>
                  <a:pt x="295" y="124"/>
                  <a:pt x="295" y="121"/>
                  <a:pt x="296" y="119"/>
                </a:cubicBezTo>
                <a:cubicBezTo>
                  <a:pt x="297" y="120"/>
                  <a:pt x="298" y="119"/>
                  <a:pt x="300" y="121"/>
                </a:cubicBezTo>
                <a:cubicBezTo>
                  <a:pt x="303" y="114"/>
                  <a:pt x="310" y="107"/>
                  <a:pt x="318" y="109"/>
                </a:cubicBezTo>
                <a:cubicBezTo>
                  <a:pt x="317" y="115"/>
                  <a:pt x="310" y="118"/>
                  <a:pt x="305" y="119"/>
                </a:cubicBezTo>
                <a:cubicBezTo>
                  <a:pt x="306" y="122"/>
                  <a:pt x="308" y="123"/>
                  <a:pt x="310" y="124"/>
                </a:cubicBezTo>
                <a:cubicBezTo>
                  <a:pt x="329" y="111"/>
                  <a:pt x="346" y="96"/>
                  <a:pt x="365" y="82"/>
                </a:cubicBezTo>
                <a:cubicBezTo>
                  <a:pt x="360" y="83"/>
                  <a:pt x="359" y="88"/>
                  <a:pt x="353" y="88"/>
                </a:cubicBezTo>
                <a:cubicBezTo>
                  <a:pt x="353" y="87"/>
                  <a:pt x="352" y="87"/>
                  <a:pt x="353" y="86"/>
                </a:cubicBezTo>
                <a:cubicBezTo>
                  <a:pt x="356" y="83"/>
                  <a:pt x="358" y="72"/>
                  <a:pt x="365" y="77"/>
                </a:cubicBezTo>
                <a:cubicBezTo>
                  <a:pt x="366" y="66"/>
                  <a:pt x="382" y="69"/>
                  <a:pt x="384" y="59"/>
                </a:cubicBezTo>
                <a:cubicBezTo>
                  <a:pt x="381" y="60"/>
                  <a:pt x="378" y="63"/>
                  <a:pt x="378" y="65"/>
                </a:cubicBezTo>
                <a:cubicBezTo>
                  <a:pt x="367" y="65"/>
                  <a:pt x="359" y="74"/>
                  <a:pt x="348" y="77"/>
                </a:cubicBezTo>
                <a:cubicBezTo>
                  <a:pt x="345" y="75"/>
                  <a:pt x="349" y="72"/>
                  <a:pt x="347" y="72"/>
                </a:cubicBezTo>
                <a:cubicBezTo>
                  <a:pt x="345" y="74"/>
                  <a:pt x="341" y="75"/>
                  <a:pt x="345" y="76"/>
                </a:cubicBezTo>
                <a:cubicBezTo>
                  <a:pt x="337" y="81"/>
                  <a:pt x="332" y="90"/>
                  <a:pt x="322" y="93"/>
                </a:cubicBezTo>
                <a:cubicBezTo>
                  <a:pt x="321" y="91"/>
                  <a:pt x="321" y="91"/>
                  <a:pt x="319" y="91"/>
                </a:cubicBezTo>
                <a:cubicBezTo>
                  <a:pt x="306" y="97"/>
                  <a:pt x="298" y="111"/>
                  <a:pt x="283" y="114"/>
                </a:cubicBezTo>
                <a:cubicBezTo>
                  <a:pt x="286" y="109"/>
                  <a:pt x="293" y="107"/>
                  <a:pt x="296" y="100"/>
                </a:cubicBezTo>
                <a:cubicBezTo>
                  <a:pt x="288" y="101"/>
                  <a:pt x="287" y="111"/>
                  <a:pt x="278" y="113"/>
                </a:cubicBezTo>
                <a:cubicBezTo>
                  <a:pt x="281" y="119"/>
                  <a:pt x="270" y="122"/>
                  <a:pt x="273" y="128"/>
                </a:cubicBezTo>
                <a:cubicBezTo>
                  <a:pt x="268" y="133"/>
                  <a:pt x="262" y="135"/>
                  <a:pt x="257" y="139"/>
                </a:cubicBezTo>
                <a:cubicBezTo>
                  <a:pt x="256" y="136"/>
                  <a:pt x="258" y="136"/>
                  <a:pt x="257" y="133"/>
                </a:cubicBezTo>
                <a:cubicBezTo>
                  <a:pt x="261" y="134"/>
                  <a:pt x="266" y="127"/>
                  <a:pt x="265" y="123"/>
                </a:cubicBezTo>
                <a:cubicBezTo>
                  <a:pt x="267" y="123"/>
                  <a:pt x="268" y="122"/>
                  <a:pt x="270" y="122"/>
                </a:cubicBezTo>
                <a:cubicBezTo>
                  <a:pt x="270" y="121"/>
                  <a:pt x="271" y="120"/>
                  <a:pt x="271" y="119"/>
                </a:cubicBezTo>
                <a:cubicBezTo>
                  <a:pt x="268" y="118"/>
                  <a:pt x="269" y="121"/>
                  <a:pt x="266" y="121"/>
                </a:cubicBezTo>
                <a:cubicBezTo>
                  <a:pt x="268" y="118"/>
                  <a:pt x="269" y="115"/>
                  <a:pt x="271" y="114"/>
                </a:cubicBezTo>
                <a:cubicBezTo>
                  <a:pt x="270" y="113"/>
                  <a:pt x="268" y="114"/>
                  <a:pt x="268" y="113"/>
                </a:cubicBezTo>
                <a:cubicBezTo>
                  <a:pt x="283" y="99"/>
                  <a:pt x="299" y="87"/>
                  <a:pt x="312" y="72"/>
                </a:cubicBezTo>
                <a:cubicBezTo>
                  <a:pt x="310" y="71"/>
                  <a:pt x="307" y="74"/>
                  <a:pt x="307" y="72"/>
                </a:cubicBezTo>
                <a:cubicBezTo>
                  <a:pt x="309" y="70"/>
                  <a:pt x="309" y="66"/>
                  <a:pt x="311" y="64"/>
                </a:cubicBezTo>
                <a:cubicBezTo>
                  <a:pt x="302" y="65"/>
                  <a:pt x="297" y="73"/>
                  <a:pt x="290" y="77"/>
                </a:cubicBezTo>
                <a:cubicBezTo>
                  <a:pt x="288" y="79"/>
                  <a:pt x="289" y="84"/>
                  <a:pt x="285" y="84"/>
                </a:cubicBezTo>
                <a:cubicBezTo>
                  <a:pt x="285" y="83"/>
                  <a:pt x="286" y="83"/>
                  <a:pt x="286" y="81"/>
                </a:cubicBezTo>
                <a:cubicBezTo>
                  <a:pt x="282" y="84"/>
                  <a:pt x="276" y="89"/>
                  <a:pt x="275" y="92"/>
                </a:cubicBezTo>
                <a:cubicBezTo>
                  <a:pt x="275" y="92"/>
                  <a:pt x="278" y="93"/>
                  <a:pt x="278" y="93"/>
                </a:cubicBezTo>
                <a:cubicBezTo>
                  <a:pt x="273" y="103"/>
                  <a:pt x="262" y="107"/>
                  <a:pt x="255" y="114"/>
                </a:cubicBezTo>
                <a:cubicBezTo>
                  <a:pt x="255" y="120"/>
                  <a:pt x="253" y="129"/>
                  <a:pt x="247" y="128"/>
                </a:cubicBezTo>
                <a:cubicBezTo>
                  <a:pt x="247" y="126"/>
                  <a:pt x="248" y="125"/>
                  <a:pt x="248" y="122"/>
                </a:cubicBezTo>
                <a:cubicBezTo>
                  <a:pt x="246" y="121"/>
                  <a:pt x="246" y="123"/>
                  <a:pt x="244" y="121"/>
                </a:cubicBezTo>
                <a:cubicBezTo>
                  <a:pt x="245" y="114"/>
                  <a:pt x="252" y="108"/>
                  <a:pt x="257" y="108"/>
                </a:cubicBezTo>
                <a:cubicBezTo>
                  <a:pt x="258" y="103"/>
                  <a:pt x="262" y="101"/>
                  <a:pt x="262" y="96"/>
                </a:cubicBezTo>
                <a:cubicBezTo>
                  <a:pt x="260" y="96"/>
                  <a:pt x="259" y="94"/>
                  <a:pt x="259" y="92"/>
                </a:cubicBezTo>
                <a:cubicBezTo>
                  <a:pt x="260" y="89"/>
                  <a:pt x="262" y="89"/>
                  <a:pt x="265" y="89"/>
                </a:cubicBezTo>
                <a:cubicBezTo>
                  <a:pt x="268" y="93"/>
                  <a:pt x="263" y="95"/>
                  <a:pt x="264" y="97"/>
                </a:cubicBezTo>
                <a:cubicBezTo>
                  <a:pt x="267" y="92"/>
                  <a:pt x="275" y="88"/>
                  <a:pt x="271" y="82"/>
                </a:cubicBezTo>
                <a:cubicBezTo>
                  <a:pt x="273" y="82"/>
                  <a:pt x="272" y="80"/>
                  <a:pt x="274" y="80"/>
                </a:cubicBezTo>
                <a:cubicBezTo>
                  <a:pt x="277" y="80"/>
                  <a:pt x="276" y="84"/>
                  <a:pt x="278" y="84"/>
                </a:cubicBezTo>
                <a:cubicBezTo>
                  <a:pt x="279" y="78"/>
                  <a:pt x="285" y="76"/>
                  <a:pt x="283" y="71"/>
                </a:cubicBezTo>
                <a:cubicBezTo>
                  <a:pt x="296" y="71"/>
                  <a:pt x="297" y="60"/>
                  <a:pt x="304" y="54"/>
                </a:cubicBezTo>
                <a:cubicBezTo>
                  <a:pt x="318" y="51"/>
                  <a:pt x="325" y="32"/>
                  <a:pt x="341" y="28"/>
                </a:cubicBezTo>
                <a:cubicBezTo>
                  <a:pt x="343" y="27"/>
                  <a:pt x="343" y="29"/>
                  <a:pt x="344" y="29"/>
                </a:cubicBezTo>
                <a:cubicBezTo>
                  <a:pt x="344" y="26"/>
                  <a:pt x="346" y="25"/>
                  <a:pt x="347" y="23"/>
                </a:cubicBezTo>
                <a:cubicBezTo>
                  <a:pt x="344" y="23"/>
                  <a:pt x="342" y="28"/>
                  <a:pt x="340" y="25"/>
                </a:cubicBezTo>
                <a:cubicBezTo>
                  <a:pt x="341" y="20"/>
                  <a:pt x="351" y="23"/>
                  <a:pt x="348" y="15"/>
                </a:cubicBezTo>
                <a:cubicBezTo>
                  <a:pt x="320" y="26"/>
                  <a:pt x="302" y="46"/>
                  <a:pt x="275" y="57"/>
                </a:cubicBezTo>
                <a:cubicBezTo>
                  <a:pt x="270" y="71"/>
                  <a:pt x="256" y="74"/>
                  <a:pt x="248" y="84"/>
                </a:cubicBezTo>
                <a:cubicBezTo>
                  <a:pt x="249" y="84"/>
                  <a:pt x="249" y="85"/>
                  <a:pt x="249" y="86"/>
                </a:cubicBezTo>
                <a:cubicBezTo>
                  <a:pt x="243" y="89"/>
                  <a:pt x="236" y="87"/>
                  <a:pt x="233" y="93"/>
                </a:cubicBezTo>
                <a:cubicBezTo>
                  <a:pt x="234" y="94"/>
                  <a:pt x="235" y="94"/>
                  <a:pt x="235" y="95"/>
                </a:cubicBezTo>
                <a:cubicBezTo>
                  <a:pt x="227" y="106"/>
                  <a:pt x="216" y="110"/>
                  <a:pt x="212" y="123"/>
                </a:cubicBezTo>
                <a:cubicBezTo>
                  <a:pt x="208" y="122"/>
                  <a:pt x="208" y="125"/>
                  <a:pt x="205" y="125"/>
                </a:cubicBezTo>
                <a:cubicBezTo>
                  <a:pt x="193" y="142"/>
                  <a:pt x="178" y="156"/>
                  <a:pt x="166" y="174"/>
                </a:cubicBezTo>
                <a:cubicBezTo>
                  <a:pt x="169" y="179"/>
                  <a:pt x="156" y="179"/>
                  <a:pt x="156" y="187"/>
                </a:cubicBezTo>
                <a:cubicBezTo>
                  <a:pt x="157" y="188"/>
                  <a:pt x="158" y="185"/>
                  <a:pt x="159" y="187"/>
                </a:cubicBezTo>
                <a:cubicBezTo>
                  <a:pt x="157" y="189"/>
                  <a:pt x="158" y="191"/>
                  <a:pt x="157" y="192"/>
                </a:cubicBezTo>
                <a:cubicBezTo>
                  <a:pt x="153" y="190"/>
                  <a:pt x="148" y="194"/>
                  <a:pt x="146" y="199"/>
                </a:cubicBezTo>
                <a:cubicBezTo>
                  <a:pt x="149" y="198"/>
                  <a:pt x="150" y="200"/>
                  <a:pt x="150" y="202"/>
                </a:cubicBezTo>
                <a:cubicBezTo>
                  <a:pt x="144" y="205"/>
                  <a:pt x="141" y="216"/>
                  <a:pt x="136" y="217"/>
                </a:cubicBezTo>
                <a:cubicBezTo>
                  <a:pt x="135" y="212"/>
                  <a:pt x="141" y="210"/>
                  <a:pt x="139" y="206"/>
                </a:cubicBezTo>
                <a:cubicBezTo>
                  <a:pt x="134" y="214"/>
                  <a:pt x="128" y="221"/>
                  <a:pt x="125" y="230"/>
                </a:cubicBezTo>
                <a:cubicBezTo>
                  <a:pt x="130" y="234"/>
                  <a:pt x="119" y="240"/>
                  <a:pt x="123" y="246"/>
                </a:cubicBezTo>
                <a:cubicBezTo>
                  <a:pt x="123" y="245"/>
                  <a:pt x="124" y="244"/>
                  <a:pt x="125" y="245"/>
                </a:cubicBezTo>
                <a:cubicBezTo>
                  <a:pt x="124" y="246"/>
                  <a:pt x="123" y="247"/>
                  <a:pt x="121" y="246"/>
                </a:cubicBezTo>
                <a:cubicBezTo>
                  <a:pt x="120" y="254"/>
                  <a:pt x="110" y="250"/>
                  <a:pt x="110" y="261"/>
                </a:cubicBezTo>
                <a:cubicBezTo>
                  <a:pt x="113" y="263"/>
                  <a:pt x="113" y="256"/>
                  <a:pt x="117" y="256"/>
                </a:cubicBezTo>
                <a:cubicBezTo>
                  <a:pt x="117" y="257"/>
                  <a:pt x="118" y="257"/>
                  <a:pt x="118" y="258"/>
                </a:cubicBezTo>
                <a:cubicBezTo>
                  <a:pt x="116" y="266"/>
                  <a:pt x="112" y="268"/>
                  <a:pt x="108" y="274"/>
                </a:cubicBezTo>
                <a:cubicBezTo>
                  <a:pt x="110" y="275"/>
                  <a:pt x="112" y="274"/>
                  <a:pt x="113" y="277"/>
                </a:cubicBezTo>
                <a:cubicBezTo>
                  <a:pt x="110" y="277"/>
                  <a:pt x="113" y="280"/>
                  <a:pt x="111" y="283"/>
                </a:cubicBezTo>
                <a:cubicBezTo>
                  <a:pt x="113" y="283"/>
                  <a:pt x="113" y="283"/>
                  <a:pt x="113" y="285"/>
                </a:cubicBezTo>
                <a:cubicBezTo>
                  <a:pt x="110" y="296"/>
                  <a:pt x="101" y="302"/>
                  <a:pt x="104" y="315"/>
                </a:cubicBezTo>
                <a:cubicBezTo>
                  <a:pt x="96" y="316"/>
                  <a:pt x="99" y="327"/>
                  <a:pt x="92" y="329"/>
                </a:cubicBezTo>
                <a:cubicBezTo>
                  <a:pt x="94" y="316"/>
                  <a:pt x="104" y="304"/>
                  <a:pt x="107" y="290"/>
                </a:cubicBezTo>
                <a:cubicBezTo>
                  <a:pt x="104" y="288"/>
                  <a:pt x="103" y="286"/>
                  <a:pt x="104" y="282"/>
                </a:cubicBezTo>
                <a:cubicBezTo>
                  <a:pt x="101" y="280"/>
                  <a:pt x="99" y="287"/>
                  <a:pt x="98" y="291"/>
                </a:cubicBezTo>
                <a:cubicBezTo>
                  <a:pt x="99" y="293"/>
                  <a:pt x="101" y="293"/>
                  <a:pt x="102" y="294"/>
                </a:cubicBezTo>
                <a:cubicBezTo>
                  <a:pt x="99" y="296"/>
                  <a:pt x="102" y="297"/>
                  <a:pt x="101" y="300"/>
                </a:cubicBezTo>
                <a:cubicBezTo>
                  <a:pt x="99" y="301"/>
                  <a:pt x="97" y="302"/>
                  <a:pt x="95" y="303"/>
                </a:cubicBezTo>
                <a:cubicBezTo>
                  <a:pt x="94" y="301"/>
                  <a:pt x="93" y="299"/>
                  <a:pt x="91" y="298"/>
                </a:cubicBezTo>
                <a:cubicBezTo>
                  <a:pt x="86" y="299"/>
                  <a:pt x="80" y="307"/>
                  <a:pt x="84" y="313"/>
                </a:cubicBezTo>
                <a:cubicBezTo>
                  <a:pt x="81" y="315"/>
                  <a:pt x="78" y="321"/>
                  <a:pt x="80" y="327"/>
                </a:cubicBezTo>
                <a:cubicBezTo>
                  <a:pt x="79" y="327"/>
                  <a:pt x="79" y="328"/>
                  <a:pt x="78" y="327"/>
                </a:cubicBezTo>
                <a:cubicBezTo>
                  <a:pt x="77" y="336"/>
                  <a:pt x="69" y="337"/>
                  <a:pt x="71" y="349"/>
                </a:cubicBezTo>
                <a:cubicBezTo>
                  <a:pt x="68" y="351"/>
                  <a:pt x="66" y="359"/>
                  <a:pt x="69" y="361"/>
                </a:cubicBezTo>
                <a:cubicBezTo>
                  <a:pt x="70" y="360"/>
                  <a:pt x="70" y="357"/>
                  <a:pt x="72" y="357"/>
                </a:cubicBezTo>
                <a:cubicBezTo>
                  <a:pt x="72" y="358"/>
                  <a:pt x="73" y="358"/>
                  <a:pt x="73" y="359"/>
                </a:cubicBezTo>
                <a:cubicBezTo>
                  <a:pt x="68" y="359"/>
                  <a:pt x="69" y="365"/>
                  <a:pt x="67" y="370"/>
                </a:cubicBezTo>
                <a:cubicBezTo>
                  <a:pt x="76" y="362"/>
                  <a:pt x="78" y="344"/>
                  <a:pt x="85" y="333"/>
                </a:cubicBezTo>
                <a:cubicBezTo>
                  <a:pt x="86" y="339"/>
                  <a:pt x="81" y="345"/>
                  <a:pt x="84" y="354"/>
                </a:cubicBezTo>
                <a:cubicBezTo>
                  <a:pt x="82" y="354"/>
                  <a:pt x="82" y="357"/>
                  <a:pt x="80" y="355"/>
                </a:cubicBezTo>
                <a:cubicBezTo>
                  <a:pt x="75" y="363"/>
                  <a:pt x="72" y="377"/>
                  <a:pt x="64" y="379"/>
                </a:cubicBezTo>
                <a:cubicBezTo>
                  <a:pt x="61" y="387"/>
                  <a:pt x="54" y="396"/>
                  <a:pt x="56" y="404"/>
                </a:cubicBezTo>
                <a:cubicBezTo>
                  <a:pt x="46" y="415"/>
                  <a:pt x="47" y="430"/>
                  <a:pt x="50" y="446"/>
                </a:cubicBezTo>
                <a:cubicBezTo>
                  <a:pt x="61" y="442"/>
                  <a:pt x="58" y="463"/>
                  <a:pt x="50" y="463"/>
                </a:cubicBezTo>
                <a:cubicBezTo>
                  <a:pt x="51" y="470"/>
                  <a:pt x="46" y="480"/>
                  <a:pt x="48" y="487"/>
                </a:cubicBezTo>
                <a:cubicBezTo>
                  <a:pt x="53" y="482"/>
                  <a:pt x="53" y="474"/>
                  <a:pt x="57" y="469"/>
                </a:cubicBezTo>
                <a:cubicBezTo>
                  <a:pt x="58" y="473"/>
                  <a:pt x="65" y="471"/>
                  <a:pt x="65" y="477"/>
                </a:cubicBezTo>
                <a:cubicBezTo>
                  <a:pt x="65" y="471"/>
                  <a:pt x="69" y="476"/>
                  <a:pt x="70" y="475"/>
                </a:cubicBezTo>
                <a:cubicBezTo>
                  <a:pt x="71" y="471"/>
                  <a:pt x="71" y="467"/>
                  <a:pt x="74" y="467"/>
                </a:cubicBezTo>
                <a:cubicBezTo>
                  <a:pt x="76" y="475"/>
                  <a:pt x="78" y="479"/>
                  <a:pt x="76" y="486"/>
                </a:cubicBezTo>
                <a:cubicBezTo>
                  <a:pt x="76" y="485"/>
                  <a:pt x="76" y="484"/>
                  <a:pt x="75" y="483"/>
                </a:cubicBezTo>
                <a:cubicBezTo>
                  <a:pt x="73" y="486"/>
                  <a:pt x="72" y="495"/>
                  <a:pt x="73" y="498"/>
                </a:cubicBezTo>
                <a:cubicBezTo>
                  <a:pt x="73" y="497"/>
                  <a:pt x="73" y="496"/>
                  <a:pt x="74" y="497"/>
                </a:cubicBezTo>
                <a:cubicBezTo>
                  <a:pt x="74" y="501"/>
                  <a:pt x="78" y="500"/>
                  <a:pt x="77" y="506"/>
                </a:cubicBezTo>
                <a:cubicBezTo>
                  <a:pt x="82" y="508"/>
                  <a:pt x="81" y="501"/>
                  <a:pt x="84" y="500"/>
                </a:cubicBezTo>
                <a:cubicBezTo>
                  <a:pt x="89" y="499"/>
                  <a:pt x="90" y="501"/>
                  <a:pt x="94" y="503"/>
                </a:cubicBezTo>
                <a:cubicBezTo>
                  <a:pt x="94" y="501"/>
                  <a:pt x="92" y="499"/>
                  <a:pt x="94" y="497"/>
                </a:cubicBezTo>
                <a:cubicBezTo>
                  <a:pt x="92" y="497"/>
                  <a:pt x="89" y="498"/>
                  <a:pt x="89" y="496"/>
                </a:cubicBezTo>
                <a:cubicBezTo>
                  <a:pt x="89" y="493"/>
                  <a:pt x="89" y="493"/>
                  <a:pt x="89" y="493"/>
                </a:cubicBezTo>
                <a:cubicBezTo>
                  <a:pt x="89" y="491"/>
                  <a:pt x="92" y="492"/>
                  <a:pt x="93" y="490"/>
                </a:cubicBezTo>
                <a:cubicBezTo>
                  <a:pt x="95" y="490"/>
                  <a:pt x="95" y="492"/>
                  <a:pt x="97" y="493"/>
                </a:cubicBezTo>
                <a:cubicBezTo>
                  <a:pt x="99" y="491"/>
                  <a:pt x="97" y="487"/>
                  <a:pt x="101" y="488"/>
                </a:cubicBezTo>
                <a:cubicBezTo>
                  <a:pt x="101" y="483"/>
                  <a:pt x="100" y="477"/>
                  <a:pt x="104" y="476"/>
                </a:cubicBezTo>
                <a:cubicBezTo>
                  <a:pt x="104" y="477"/>
                  <a:pt x="105" y="476"/>
                  <a:pt x="105" y="477"/>
                </a:cubicBezTo>
                <a:cubicBezTo>
                  <a:pt x="100" y="489"/>
                  <a:pt x="107" y="507"/>
                  <a:pt x="102" y="517"/>
                </a:cubicBezTo>
                <a:cubicBezTo>
                  <a:pt x="103" y="515"/>
                  <a:pt x="105" y="515"/>
                  <a:pt x="107" y="515"/>
                </a:cubicBezTo>
                <a:cubicBezTo>
                  <a:pt x="107" y="512"/>
                  <a:pt x="109" y="510"/>
                  <a:pt x="108" y="505"/>
                </a:cubicBezTo>
                <a:cubicBezTo>
                  <a:pt x="110" y="506"/>
                  <a:pt x="113" y="503"/>
                  <a:pt x="113" y="504"/>
                </a:cubicBezTo>
                <a:cubicBezTo>
                  <a:pt x="114" y="512"/>
                  <a:pt x="112" y="523"/>
                  <a:pt x="117" y="525"/>
                </a:cubicBezTo>
                <a:cubicBezTo>
                  <a:pt x="129" y="516"/>
                  <a:pt x="118" y="489"/>
                  <a:pt x="134" y="484"/>
                </a:cubicBezTo>
                <a:cubicBezTo>
                  <a:pt x="131" y="492"/>
                  <a:pt x="134" y="495"/>
                  <a:pt x="134" y="504"/>
                </a:cubicBezTo>
                <a:cubicBezTo>
                  <a:pt x="141" y="503"/>
                  <a:pt x="139" y="511"/>
                  <a:pt x="140" y="515"/>
                </a:cubicBezTo>
                <a:cubicBezTo>
                  <a:pt x="143" y="515"/>
                  <a:pt x="143" y="510"/>
                  <a:pt x="145" y="510"/>
                </a:cubicBezTo>
                <a:cubicBezTo>
                  <a:pt x="151" y="516"/>
                  <a:pt x="146" y="528"/>
                  <a:pt x="142" y="534"/>
                </a:cubicBezTo>
                <a:cubicBezTo>
                  <a:pt x="140" y="532"/>
                  <a:pt x="140" y="526"/>
                  <a:pt x="139" y="524"/>
                </a:cubicBezTo>
                <a:cubicBezTo>
                  <a:pt x="135" y="525"/>
                  <a:pt x="134" y="525"/>
                  <a:pt x="129" y="525"/>
                </a:cubicBezTo>
                <a:cubicBezTo>
                  <a:pt x="129" y="530"/>
                  <a:pt x="126" y="532"/>
                  <a:pt x="126" y="538"/>
                </a:cubicBezTo>
                <a:cubicBezTo>
                  <a:pt x="127" y="538"/>
                  <a:pt x="130" y="539"/>
                  <a:pt x="127" y="542"/>
                </a:cubicBezTo>
                <a:cubicBezTo>
                  <a:pt x="129" y="544"/>
                  <a:pt x="129" y="541"/>
                  <a:pt x="131" y="541"/>
                </a:cubicBezTo>
                <a:cubicBezTo>
                  <a:pt x="131" y="549"/>
                  <a:pt x="134" y="568"/>
                  <a:pt x="124" y="568"/>
                </a:cubicBezTo>
                <a:cubicBezTo>
                  <a:pt x="125" y="572"/>
                  <a:pt x="120" y="574"/>
                  <a:pt x="123" y="577"/>
                </a:cubicBezTo>
                <a:cubicBezTo>
                  <a:pt x="123" y="575"/>
                  <a:pt x="126" y="576"/>
                  <a:pt x="126" y="575"/>
                </a:cubicBezTo>
                <a:cubicBezTo>
                  <a:pt x="125" y="574"/>
                  <a:pt x="126" y="572"/>
                  <a:pt x="126" y="571"/>
                </a:cubicBezTo>
                <a:cubicBezTo>
                  <a:pt x="129" y="572"/>
                  <a:pt x="128" y="569"/>
                  <a:pt x="130" y="568"/>
                </a:cubicBezTo>
                <a:cubicBezTo>
                  <a:pt x="129" y="573"/>
                  <a:pt x="128" y="577"/>
                  <a:pt x="125" y="580"/>
                </a:cubicBezTo>
                <a:cubicBezTo>
                  <a:pt x="134" y="588"/>
                  <a:pt x="128" y="606"/>
                  <a:pt x="130" y="617"/>
                </a:cubicBezTo>
                <a:cubicBezTo>
                  <a:pt x="132" y="624"/>
                  <a:pt x="131" y="636"/>
                  <a:pt x="131" y="644"/>
                </a:cubicBezTo>
                <a:cubicBezTo>
                  <a:pt x="132" y="644"/>
                  <a:pt x="134" y="644"/>
                  <a:pt x="134" y="645"/>
                </a:cubicBezTo>
                <a:cubicBezTo>
                  <a:pt x="135" y="655"/>
                  <a:pt x="135" y="669"/>
                  <a:pt x="137" y="677"/>
                </a:cubicBezTo>
                <a:cubicBezTo>
                  <a:pt x="131" y="689"/>
                  <a:pt x="144" y="701"/>
                  <a:pt x="139" y="712"/>
                </a:cubicBezTo>
                <a:cubicBezTo>
                  <a:pt x="137" y="708"/>
                  <a:pt x="137" y="712"/>
                  <a:pt x="132" y="711"/>
                </a:cubicBezTo>
                <a:cubicBezTo>
                  <a:pt x="130" y="707"/>
                  <a:pt x="133" y="698"/>
                  <a:pt x="129" y="696"/>
                </a:cubicBezTo>
                <a:cubicBezTo>
                  <a:pt x="130" y="704"/>
                  <a:pt x="131" y="720"/>
                  <a:pt x="129" y="725"/>
                </a:cubicBezTo>
                <a:cubicBezTo>
                  <a:pt x="133" y="728"/>
                  <a:pt x="132" y="736"/>
                  <a:pt x="137" y="737"/>
                </a:cubicBezTo>
                <a:cubicBezTo>
                  <a:pt x="137" y="733"/>
                  <a:pt x="137" y="735"/>
                  <a:pt x="139" y="736"/>
                </a:cubicBezTo>
                <a:cubicBezTo>
                  <a:pt x="140" y="732"/>
                  <a:pt x="139" y="728"/>
                  <a:pt x="142" y="726"/>
                </a:cubicBezTo>
                <a:cubicBezTo>
                  <a:pt x="145" y="744"/>
                  <a:pt x="147" y="769"/>
                  <a:pt x="149" y="785"/>
                </a:cubicBezTo>
                <a:cubicBezTo>
                  <a:pt x="149" y="784"/>
                  <a:pt x="148" y="784"/>
                  <a:pt x="147" y="785"/>
                </a:cubicBezTo>
                <a:cubicBezTo>
                  <a:pt x="149" y="795"/>
                  <a:pt x="154" y="803"/>
                  <a:pt x="156" y="814"/>
                </a:cubicBezTo>
                <a:cubicBezTo>
                  <a:pt x="158" y="814"/>
                  <a:pt x="160" y="814"/>
                  <a:pt x="161" y="816"/>
                </a:cubicBezTo>
                <a:cubicBezTo>
                  <a:pt x="160" y="824"/>
                  <a:pt x="168" y="828"/>
                  <a:pt x="165" y="839"/>
                </a:cubicBezTo>
                <a:cubicBezTo>
                  <a:pt x="167" y="842"/>
                  <a:pt x="170" y="845"/>
                  <a:pt x="171" y="848"/>
                </a:cubicBezTo>
                <a:cubicBezTo>
                  <a:pt x="170" y="848"/>
                  <a:pt x="170" y="850"/>
                  <a:pt x="169" y="851"/>
                </a:cubicBezTo>
                <a:cubicBezTo>
                  <a:pt x="172" y="852"/>
                  <a:pt x="173" y="851"/>
                  <a:pt x="175" y="850"/>
                </a:cubicBezTo>
                <a:cubicBezTo>
                  <a:pt x="184" y="861"/>
                  <a:pt x="186" y="881"/>
                  <a:pt x="192" y="893"/>
                </a:cubicBezTo>
                <a:cubicBezTo>
                  <a:pt x="195" y="893"/>
                  <a:pt x="190" y="890"/>
                  <a:pt x="193" y="890"/>
                </a:cubicBezTo>
                <a:cubicBezTo>
                  <a:pt x="196" y="894"/>
                  <a:pt x="195" y="903"/>
                  <a:pt x="200" y="905"/>
                </a:cubicBezTo>
                <a:cubicBezTo>
                  <a:pt x="201" y="904"/>
                  <a:pt x="201" y="902"/>
                  <a:pt x="203" y="902"/>
                </a:cubicBezTo>
                <a:cubicBezTo>
                  <a:pt x="206" y="907"/>
                  <a:pt x="209" y="913"/>
                  <a:pt x="214" y="915"/>
                </a:cubicBezTo>
                <a:cubicBezTo>
                  <a:pt x="214" y="911"/>
                  <a:pt x="208" y="908"/>
                  <a:pt x="212" y="903"/>
                </a:cubicBezTo>
                <a:cubicBezTo>
                  <a:pt x="213" y="904"/>
                  <a:pt x="216" y="903"/>
                  <a:pt x="217" y="905"/>
                </a:cubicBezTo>
                <a:cubicBezTo>
                  <a:pt x="215" y="910"/>
                  <a:pt x="220" y="913"/>
                  <a:pt x="221" y="917"/>
                </a:cubicBezTo>
                <a:cubicBezTo>
                  <a:pt x="221" y="920"/>
                  <a:pt x="219" y="919"/>
                  <a:pt x="218" y="921"/>
                </a:cubicBezTo>
                <a:cubicBezTo>
                  <a:pt x="223" y="933"/>
                  <a:pt x="235" y="942"/>
                  <a:pt x="243" y="949"/>
                </a:cubicBezTo>
                <a:cubicBezTo>
                  <a:pt x="243" y="952"/>
                  <a:pt x="245" y="953"/>
                  <a:pt x="244" y="956"/>
                </a:cubicBezTo>
                <a:cubicBezTo>
                  <a:pt x="247" y="958"/>
                  <a:pt x="250" y="958"/>
                  <a:pt x="252" y="961"/>
                </a:cubicBezTo>
                <a:cubicBezTo>
                  <a:pt x="253" y="962"/>
                  <a:pt x="251" y="963"/>
                  <a:pt x="252" y="964"/>
                </a:cubicBezTo>
                <a:cubicBezTo>
                  <a:pt x="253" y="966"/>
                  <a:pt x="261" y="970"/>
                  <a:pt x="257" y="975"/>
                </a:cubicBezTo>
                <a:cubicBezTo>
                  <a:pt x="254" y="972"/>
                  <a:pt x="249" y="966"/>
                  <a:pt x="245" y="972"/>
                </a:cubicBezTo>
                <a:cubicBezTo>
                  <a:pt x="250" y="979"/>
                  <a:pt x="255" y="986"/>
                  <a:pt x="262" y="991"/>
                </a:cubicBezTo>
                <a:cubicBezTo>
                  <a:pt x="265" y="990"/>
                  <a:pt x="260" y="990"/>
                  <a:pt x="261" y="987"/>
                </a:cubicBezTo>
                <a:cubicBezTo>
                  <a:pt x="265" y="989"/>
                  <a:pt x="265" y="986"/>
                  <a:pt x="268" y="986"/>
                </a:cubicBezTo>
                <a:cubicBezTo>
                  <a:pt x="274" y="989"/>
                  <a:pt x="279" y="994"/>
                  <a:pt x="283" y="999"/>
                </a:cubicBezTo>
                <a:cubicBezTo>
                  <a:pt x="283" y="993"/>
                  <a:pt x="278" y="991"/>
                  <a:pt x="278" y="987"/>
                </a:cubicBezTo>
                <a:cubicBezTo>
                  <a:pt x="276" y="986"/>
                  <a:pt x="274" y="986"/>
                  <a:pt x="272" y="986"/>
                </a:cubicBezTo>
                <a:cubicBezTo>
                  <a:pt x="273" y="983"/>
                  <a:pt x="277" y="983"/>
                  <a:pt x="279" y="982"/>
                </a:cubicBezTo>
                <a:cubicBezTo>
                  <a:pt x="281" y="986"/>
                  <a:pt x="285" y="988"/>
                  <a:pt x="287" y="991"/>
                </a:cubicBezTo>
                <a:cubicBezTo>
                  <a:pt x="293" y="985"/>
                  <a:pt x="298" y="993"/>
                  <a:pt x="303" y="996"/>
                </a:cubicBezTo>
                <a:cubicBezTo>
                  <a:pt x="303" y="993"/>
                  <a:pt x="300" y="992"/>
                  <a:pt x="300" y="989"/>
                </a:cubicBezTo>
                <a:cubicBezTo>
                  <a:pt x="302" y="990"/>
                  <a:pt x="303" y="990"/>
                  <a:pt x="305" y="989"/>
                </a:cubicBezTo>
                <a:cubicBezTo>
                  <a:pt x="311" y="998"/>
                  <a:pt x="321" y="1001"/>
                  <a:pt x="328" y="1005"/>
                </a:cubicBezTo>
                <a:cubicBezTo>
                  <a:pt x="326" y="1000"/>
                  <a:pt x="327" y="1000"/>
                  <a:pt x="326" y="995"/>
                </a:cubicBezTo>
                <a:cubicBezTo>
                  <a:pt x="322" y="994"/>
                  <a:pt x="324" y="990"/>
                  <a:pt x="322" y="986"/>
                </a:cubicBezTo>
                <a:cubicBezTo>
                  <a:pt x="323" y="985"/>
                  <a:pt x="323" y="984"/>
                  <a:pt x="324" y="984"/>
                </a:cubicBezTo>
                <a:cubicBezTo>
                  <a:pt x="326" y="986"/>
                  <a:pt x="327" y="991"/>
                  <a:pt x="326" y="994"/>
                </a:cubicBezTo>
                <a:cubicBezTo>
                  <a:pt x="328" y="996"/>
                  <a:pt x="330" y="998"/>
                  <a:pt x="332" y="1000"/>
                </a:cubicBezTo>
                <a:cubicBezTo>
                  <a:pt x="329" y="1002"/>
                  <a:pt x="331" y="1004"/>
                  <a:pt x="330" y="1007"/>
                </a:cubicBezTo>
                <a:cubicBezTo>
                  <a:pt x="338" y="1010"/>
                  <a:pt x="341" y="1014"/>
                  <a:pt x="348" y="1017"/>
                </a:cubicBezTo>
                <a:cubicBezTo>
                  <a:pt x="350" y="1016"/>
                  <a:pt x="344" y="1014"/>
                  <a:pt x="347" y="1013"/>
                </a:cubicBezTo>
                <a:cubicBezTo>
                  <a:pt x="351" y="1014"/>
                  <a:pt x="353" y="1016"/>
                  <a:pt x="356" y="1016"/>
                </a:cubicBezTo>
                <a:cubicBezTo>
                  <a:pt x="354" y="1012"/>
                  <a:pt x="349" y="1010"/>
                  <a:pt x="345" y="1007"/>
                </a:cubicBezTo>
                <a:cubicBezTo>
                  <a:pt x="345" y="1010"/>
                  <a:pt x="348" y="1011"/>
                  <a:pt x="346" y="1012"/>
                </a:cubicBezTo>
                <a:cubicBezTo>
                  <a:pt x="341" y="1010"/>
                  <a:pt x="345" y="1002"/>
                  <a:pt x="335" y="1002"/>
                </a:cubicBezTo>
                <a:cubicBezTo>
                  <a:pt x="331" y="998"/>
                  <a:pt x="332" y="995"/>
                  <a:pt x="330" y="991"/>
                </a:cubicBezTo>
                <a:cubicBezTo>
                  <a:pt x="335" y="989"/>
                  <a:pt x="339" y="993"/>
                  <a:pt x="343" y="997"/>
                </a:cubicBezTo>
                <a:cubicBezTo>
                  <a:pt x="343" y="999"/>
                  <a:pt x="341" y="999"/>
                  <a:pt x="341" y="1000"/>
                </a:cubicBezTo>
                <a:cubicBezTo>
                  <a:pt x="346" y="1002"/>
                  <a:pt x="348" y="1006"/>
                  <a:pt x="351" y="1009"/>
                </a:cubicBezTo>
                <a:cubicBezTo>
                  <a:pt x="360" y="1007"/>
                  <a:pt x="366" y="1011"/>
                  <a:pt x="368" y="1017"/>
                </a:cubicBezTo>
                <a:cubicBezTo>
                  <a:pt x="368" y="1013"/>
                  <a:pt x="372" y="1016"/>
                  <a:pt x="374" y="1014"/>
                </a:cubicBezTo>
                <a:cubicBezTo>
                  <a:pt x="375" y="1012"/>
                  <a:pt x="372" y="1010"/>
                  <a:pt x="374" y="1009"/>
                </a:cubicBezTo>
                <a:cubicBezTo>
                  <a:pt x="383" y="1017"/>
                  <a:pt x="400" y="1015"/>
                  <a:pt x="406" y="1025"/>
                </a:cubicBezTo>
                <a:cubicBezTo>
                  <a:pt x="404" y="1026"/>
                  <a:pt x="403" y="1022"/>
                  <a:pt x="403" y="1026"/>
                </a:cubicBezTo>
                <a:cubicBezTo>
                  <a:pt x="411" y="1028"/>
                  <a:pt x="414" y="1034"/>
                  <a:pt x="421" y="1037"/>
                </a:cubicBezTo>
                <a:cubicBezTo>
                  <a:pt x="421" y="1037"/>
                  <a:pt x="422" y="1035"/>
                  <a:pt x="423" y="1036"/>
                </a:cubicBezTo>
                <a:cubicBezTo>
                  <a:pt x="429" y="1037"/>
                  <a:pt x="430" y="1047"/>
                  <a:pt x="436" y="1051"/>
                </a:cubicBezTo>
                <a:cubicBezTo>
                  <a:pt x="432" y="1052"/>
                  <a:pt x="425" y="1050"/>
                  <a:pt x="424" y="1044"/>
                </a:cubicBezTo>
                <a:cubicBezTo>
                  <a:pt x="423" y="1044"/>
                  <a:pt x="422" y="1045"/>
                  <a:pt x="421" y="1045"/>
                </a:cubicBezTo>
                <a:cubicBezTo>
                  <a:pt x="420" y="1043"/>
                  <a:pt x="421" y="1042"/>
                  <a:pt x="420" y="1042"/>
                </a:cubicBezTo>
                <a:cubicBezTo>
                  <a:pt x="415" y="1041"/>
                  <a:pt x="409" y="1039"/>
                  <a:pt x="405" y="1036"/>
                </a:cubicBezTo>
                <a:cubicBezTo>
                  <a:pt x="403" y="1038"/>
                  <a:pt x="408" y="1039"/>
                  <a:pt x="405" y="1040"/>
                </a:cubicBezTo>
                <a:cubicBezTo>
                  <a:pt x="398" y="1039"/>
                  <a:pt x="395" y="1033"/>
                  <a:pt x="386" y="1033"/>
                </a:cubicBezTo>
                <a:cubicBezTo>
                  <a:pt x="386" y="1028"/>
                  <a:pt x="383" y="1027"/>
                  <a:pt x="378" y="1027"/>
                </a:cubicBezTo>
                <a:cubicBezTo>
                  <a:pt x="376" y="1029"/>
                  <a:pt x="376" y="1030"/>
                  <a:pt x="375" y="1031"/>
                </a:cubicBezTo>
                <a:cubicBezTo>
                  <a:pt x="369" y="1031"/>
                  <a:pt x="367" y="1028"/>
                  <a:pt x="364" y="1024"/>
                </a:cubicBezTo>
                <a:cubicBezTo>
                  <a:pt x="364" y="1021"/>
                  <a:pt x="367" y="1022"/>
                  <a:pt x="366" y="1019"/>
                </a:cubicBezTo>
                <a:cubicBezTo>
                  <a:pt x="365" y="1017"/>
                  <a:pt x="364" y="1016"/>
                  <a:pt x="361" y="1015"/>
                </a:cubicBezTo>
                <a:cubicBezTo>
                  <a:pt x="363" y="1021"/>
                  <a:pt x="360" y="1016"/>
                  <a:pt x="357" y="1016"/>
                </a:cubicBezTo>
                <a:cubicBezTo>
                  <a:pt x="355" y="1020"/>
                  <a:pt x="358" y="1021"/>
                  <a:pt x="360" y="1023"/>
                </a:cubicBezTo>
                <a:cubicBezTo>
                  <a:pt x="357" y="1022"/>
                  <a:pt x="358" y="1026"/>
                  <a:pt x="357" y="1026"/>
                </a:cubicBezTo>
                <a:cubicBezTo>
                  <a:pt x="354" y="1025"/>
                  <a:pt x="353" y="1026"/>
                  <a:pt x="352" y="1025"/>
                </a:cubicBezTo>
                <a:cubicBezTo>
                  <a:pt x="351" y="1026"/>
                  <a:pt x="352" y="1028"/>
                  <a:pt x="350" y="1029"/>
                </a:cubicBezTo>
                <a:cubicBezTo>
                  <a:pt x="346" y="1025"/>
                  <a:pt x="346" y="1032"/>
                  <a:pt x="345" y="1033"/>
                </a:cubicBezTo>
                <a:cubicBezTo>
                  <a:pt x="345" y="1033"/>
                  <a:pt x="343" y="1033"/>
                  <a:pt x="343" y="1033"/>
                </a:cubicBezTo>
                <a:cubicBezTo>
                  <a:pt x="340" y="1041"/>
                  <a:pt x="350" y="1044"/>
                  <a:pt x="346" y="1047"/>
                </a:cubicBezTo>
                <a:cubicBezTo>
                  <a:pt x="349" y="1047"/>
                  <a:pt x="350" y="1050"/>
                  <a:pt x="349" y="1053"/>
                </a:cubicBezTo>
                <a:cubicBezTo>
                  <a:pt x="352" y="1054"/>
                  <a:pt x="353" y="1055"/>
                  <a:pt x="355" y="1056"/>
                </a:cubicBezTo>
                <a:cubicBezTo>
                  <a:pt x="355" y="1052"/>
                  <a:pt x="355" y="1051"/>
                  <a:pt x="353" y="1048"/>
                </a:cubicBezTo>
                <a:cubicBezTo>
                  <a:pt x="354" y="1048"/>
                  <a:pt x="354" y="1048"/>
                  <a:pt x="355" y="1049"/>
                </a:cubicBezTo>
                <a:cubicBezTo>
                  <a:pt x="356" y="1043"/>
                  <a:pt x="354" y="1040"/>
                  <a:pt x="354" y="1038"/>
                </a:cubicBezTo>
                <a:cubicBezTo>
                  <a:pt x="359" y="1036"/>
                  <a:pt x="362" y="1039"/>
                  <a:pt x="363" y="1044"/>
                </a:cubicBezTo>
                <a:cubicBezTo>
                  <a:pt x="369" y="1046"/>
                  <a:pt x="373" y="1052"/>
                  <a:pt x="379" y="1053"/>
                </a:cubicBezTo>
                <a:cubicBezTo>
                  <a:pt x="380" y="1053"/>
                  <a:pt x="381" y="1051"/>
                  <a:pt x="383" y="1053"/>
                </a:cubicBezTo>
                <a:cubicBezTo>
                  <a:pt x="384" y="1049"/>
                  <a:pt x="378" y="1049"/>
                  <a:pt x="381" y="1047"/>
                </a:cubicBezTo>
                <a:cubicBezTo>
                  <a:pt x="392" y="1050"/>
                  <a:pt x="400" y="1056"/>
                  <a:pt x="409" y="1061"/>
                </a:cubicBezTo>
                <a:cubicBezTo>
                  <a:pt x="414" y="1056"/>
                  <a:pt x="420" y="1067"/>
                  <a:pt x="420" y="1073"/>
                </a:cubicBezTo>
                <a:cubicBezTo>
                  <a:pt x="428" y="1075"/>
                  <a:pt x="435" y="1080"/>
                  <a:pt x="442" y="1082"/>
                </a:cubicBezTo>
                <a:cubicBezTo>
                  <a:pt x="443" y="1082"/>
                  <a:pt x="445" y="1080"/>
                  <a:pt x="448" y="1081"/>
                </a:cubicBezTo>
                <a:cubicBezTo>
                  <a:pt x="449" y="1082"/>
                  <a:pt x="450" y="1084"/>
                  <a:pt x="451" y="1084"/>
                </a:cubicBezTo>
                <a:cubicBezTo>
                  <a:pt x="455" y="1083"/>
                  <a:pt x="455" y="1076"/>
                  <a:pt x="461" y="1080"/>
                </a:cubicBezTo>
                <a:cubicBezTo>
                  <a:pt x="461" y="1076"/>
                  <a:pt x="458" y="1077"/>
                  <a:pt x="458" y="1073"/>
                </a:cubicBezTo>
                <a:cubicBezTo>
                  <a:pt x="459" y="1073"/>
                  <a:pt x="459" y="1074"/>
                  <a:pt x="461" y="1074"/>
                </a:cubicBezTo>
                <a:cubicBezTo>
                  <a:pt x="463" y="1068"/>
                  <a:pt x="459" y="1065"/>
                  <a:pt x="457" y="1058"/>
                </a:cubicBezTo>
                <a:cubicBezTo>
                  <a:pt x="462" y="1059"/>
                  <a:pt x="458" y="1056"/>
                  <a:pt x="460" y="1056"/>
                </a:cubicBezTo>
                <a:cubicBezTo>
                  <a:pt x="465" y="1057"/>
                  <a:pt x="467" y="1056"/>
                  <a:pt x="470" y="1060"/>
                </a:cubicBezTo>
                <a:cubicBezTo>
                  <a:pt x="462" y="1069"/>
                  <a:pt x="479" y="1080"/>
                  <a:pt x="488" y="1080"/>
                </a:cubicBezTo>
                <a:cubicBezTo>
                  <a:pt x="486" y="1080"/>
                  <a:pt x="484" y="1078"/>
                  <a:pt x="482" y="1077"/>
                </a:cubicBezTo>
                <a:cubicBezTo>
                  <a:pt x="486" y="1070"/>
                  <a:pt x="490" y="1080"/>
                  <a:pt x="496" y="1080"/>
                </a:cubicBezTo>
                <a:cubicBezTo>
                  <a:pt x="497" y="1077"/>
                  <a:pt x="496" y="1077"/>
                  <a:pt x="497" y="1075"/>
                </a:cubicBezTo>
                <a:cubicBezTo>
                  <a:pt x="503" y="1075"/>
                  <a:pt x="509" y="1078"/>
                  <a:pt x="514" y="1077"/>
                </a:cubicBezTo>
                <a:cubicBezTo>
                  <a:pt x="509" y="1075"/>
                  <a:pt x="505" y="1074"/>
                  <a:pt x="501" y="1071"/>
                </a:cubicBezTo>
                <a:cubicBezTo>
                  <a:pt x="510" y="1071"/>
                  <a:pt x="518" y="1076"/>
                  <a:pt x="525" y="1074"/>
                </a:cubicBezTo>
                <a:cubicBezTo>
                  <a:pt x="536" y="1082"/>
                  <a:pt x="551" y="1086"/>
                  <a:pt x="564" y="1089"/>
                </a:cubicBezTo>
                <a:cubicBezTo>
                  <a:pt x="569" y="1086"/>
                  <a:pt x="574" y="1089"/>
                  <a:pt x="578" y="1088"/>
                </a:cubicBezTo>
                <a:cubicBezTo>
                  <a:pt x="574" y="1087"/>
                  <a:pt x="568" y="1082"/>
                  <a:pt x="563" y="1085"/>
                </a:cubicBezTo>
                <a:cubicBezTo>
                  <a:pt x="558" y="1090"/>
                  <a:pt x="552" y="1075"/>
                  <a:pt x="544" y="1081"/>
                </a:cubicBezTo>
                <a:cubicBezTo>
                  <a:pt x="542" y="1081"/>
                  <a:pt x="540" y="1080"/>
                  <a:pt x="540" y="1078"/>
                </a:cubicBezTo>
                <a:cubicBezTo>
                  <a:pt x="553" y="1077"/>
                  <a:pt x="568" y="1080"/>
                  <a:pt x="582" y="1084"/>
                </a:cubicBezTo>
                <a:cubicBezTo>
                  <a:pt x="583" y="1081"/>
                  <a:pt x="578" y="1080"/>
                  <a:pt x="581" y="1078"/>
                </a:cubicBezTo>
                <a:cubicBezTo>
                  <a:pt x="589" y="1079"/>
                  <a:pt x="597" y="1076"/>
                  <a:pt x="603" y="1079"/>
                </a:cubicBezTo>
                <a:cubicBezTo>
                  <a:pt x="603" y="1079"/>
                  <a:pt x="603" y="1079"/>
                  <a:pt x="603" y="1078"/>
                </a:cubicBezTo>
                <a:cubicBezTo>
                  <a:pt x="606" y="1077"/>
                  <a:pt x="612" y="1079"/>
                  <a:pt x="614" y="1077"/>
                </a:cubicBezTo>
                <a:cubicBezTo>
                  <a:pt x="602" y="1069"/>
                  <a:pt x="581" y="1075"/>
                  <a:pt x="571" y="1070"/>
                </a:cubicBezTo>
                <a:cubicBezTo>
                  <a:pt x="562" y="1075"/>
                  <a:pt x="550" y="1058"/>
                  <a:pt x="541" y="1066"/>
                </a:cubicBezTo>
                <a:cubicBezTo>
                  <a:pt x="542" y="1069"/>
                  <a:pt x="544" y="1070"/>
                  <a:pt x="545" y="1072"/>
                </a:cubicBezTo>
                <a:cubicBezTo>
                  <a:pt x="541" y="1074"/>
                  <a:pt x="539" y="1068"/>
                  <a:pt x="537" y="1064"/>
                </a:cubicBezTo>
                <a:cubicBezTo>
                  <a:pt x="539" y="1060"/>
                  <a:pt x="545" y="1060"/>
                  <a:pt x="548" y="1057"/>
                </a:cubicBezTo>
                <a:cubicBezTo>
                  <a:pt x="557" y="1065"/>
                  <a:pt x="571" y="1065"/>
                  <a:pt x="584" y="1064"/>
                </a:cubicBezTo>
                <a:cubicBezTo>
                  <a:pt x="584" y="1059"/>
                  <a:pt x="579" y="1058"/>
                  <a:pt x="578" y="1053"/>
                </a:cubicBezTo>
                <a:cubicBezTo>
                  <a:pt x="583" y="1045"/>
                  <a:pt x="593" y="1051"/>
                  <a:pt x="604" y="1050"/>
                </a:cubicBezTo>
                <a:cubicBezTo>
                  <a:pt x="609" y="1056"/>
                  <a:pt x="620" y="1059"/>
                  <a:pt x="627" y="1054"/>
                </a:cubicBezTo>
                <a:cubicBezTo>
                  <a:pt x="622" y="1053"/>
                  <a:pt x="626" y="1050"/>
                  <a:pt x="624" y="1047"/>
                </a:cubicBezTo>
                <a:cubicBezTo>
                  <a:pt x="626" y="1047"/>
                  <a:pt x="627" y="1047"/>
                  <a:pt x="627" y="1046"/>
                </a:cubicBezTo>
                <a:cubicBezTo>
                  <a:pt x="625" y="1041"/>
                  <a:pt x="628" y="1041"/>
                  <a:pt x="627" y="1035"/>
                </a:cubicBezTo>
                <a:cubicBezTo>
                  <a:pt x="623" y="1035"/>
                  <a:pt x="627" y="1032"/>
                  <a:pt x="623" y="1031"/>
                </a:cubicBezTo>
                <a:cubicBezTo>
                  <a:pt x="627" y="1031"/>
                  <a:pt x="629" y="1035"/>
                  <a:pt x="632" y="1031"/>
                </a:cubicBezTo>
                <a:cubicBezTo>
                  <a:pt x="630" y="1031"/>
                  <a:pt x="629" y="1030"/>
                  <a:pt x="629" y="1029"/>
                </a:cubicBezTo>
                <a:cubicBezTo>
                  <a:pt x="635" y="1032"/>
                  <a:pt x="637" y="1030"/>
                  <a:pt x="642" y="1033"/>
                </a:cubicBezTo>
                <a:cubicBezTo>
                  <a:pt x="649" y="1029"/>
                  <a:pt x="656" y="1030"/>
                  <a:pt x="664" y="1028"/>
                </a:cubicBezTo>
                <a:cubicBezTo>
                  <a:pt x="660" y="1028"/>
                  <a:pt x="661" y="1024"/>
                  <a:pt x="658" y="1023"/>
                </a:cubicBezTo>
                <a:cubicBezTo>
                  <a:pt x="653" y="1022"/>
                  <a:pt x="646" y="1028"/>
                  <a:pt x="642" y="1022"/>
                </a:cubicBezTo>
                <a:cubicBezTo>
                  <a:pt x="648" y="1019"/>
                  <a:pt x="652" y="1021"/>
                  <a:pt x="658" y="1022"/>
                </a:cubicBezTo>
                <a:cubicBezTo>
                  <a:pt x="657" y="1018"/>
                  <a:pt x="661" y="1019"/>
                  <a:pt x="662" y="1017"/>
                </a:cubicBezTo>
                <a:cubicBezTo>
                  <a:pt x="656" y="1016"/>
                  <a:pt x="650" y="1022"/>
                  <a:pt x="646" y="1017"/>
                </a:cubicBezTo>
                <a:cubicBezTo>
                  <a:pt x="650" y="1009"/>
                  <a:pt x="659" y="1009"/>
                  <a:pt x="662" y="1005"/>
                </a:cubicBezTo>
                <a:cubicBezTo>
                  <a:pt x="649" y="1006"/>
                  <a:pt x="629" y="1007"/>
                  <a:pt x="623" y="995"/>
                </a:cubicBezTo>
                <a:cubicBezTo>
                  <a:pt x="619" y="997"/>
                  <a:pt x="612" y="995"/>
                  <a:pt x="610" y="998"/>
                </a:cubicBezTo>
                <a:cubicBezTo>
                  <a:pt x="611" y="998"/>
                  <a:pt x="613" y="998"/>
                  <a:pt x="614" y="1000"/>
                </a:cubicBezTo>
                <a:cubicBezTo>
                  <a:pt x="612" y="1000"/>
                  <a:pt x="607" y="1000"/>
                  <a:pt x="606" y="998"/>
                </a:cubicBezTo>
                <a:cubicBezTo>
                  <a:pt x="606" y="997"/>
                  <a:pt x="607" y="997"/>
                  <a:pt x="607" y="995"/>
                </a:cubicBezTo>
                <a:cubicBezTo>
                  <a:pt x="604" y="996"/>
                  <a:pt x="603" y="993"/>
                  <a:pt x="605" y="991"/>
                </a:cubicBezTo>
                <a:cubicBezTo>
                  <a:pt x="601" y="990"/>
                  <a:pt x="601" y="992"/>
                  <a:pt x="597" y="992"/>
                </a:cubicBezTo>
                <a:cubicBezTo>
                  <a:pt x="596" y="995"/>
                  <a:pt x="602" y="994"/>
                  <a:pt x="600" y="996"/>
                </a:cubicBezTo>
                <a:cubicBezTo>
                  <a:pt x="592" y="995"/>
                  <a:pt x="584" y="994"/>
                  <a:pt x="580" y="989"/>
                </a:cubicBezTo>
                <a:cubicBezTo>
                  <a:pt x="574" y="991"/>
                  <a:pt x="566" y="987"/>
                  <a:pt x="562" y="983"/>
                </a:cubicBezTo>
                <a:cubicBezTo>
                  <a:pt x="577" y="981"/>
                  <a:pt x="581" y="993"/>
                  <a:pt x="592" y="991"/>
                </a:cubicBezTo>
                <a:cubicBezTo>
                  <a:pt x="591" y="988"/>
                  <a:pt x="588" y="988"/>
                  <a:pt x="588" y="986"/>
                </a:cubicBezTo>
                <a:cubicBezTo>
                  <a:pt x="591" y="986"/>
                  <a:pt x="589" y="981"/>
                  <a:pt x="593" y="982"/>
                </a:cubicBezTo>
                <a:cubicBezTo>
                  <a:pt x="597" y="989"/>
                  <a:pt x="607" y="988"/>
                  <a:pt x="613" y="986"/>
                </a:cubicBezTo>
                <a:cubicBezTo>
                  <a:pt x="608" y="986"/>
                  <a:pt x="603" y="986"/>
                  <a:pt x="603" y="980"/>
                </a:cubicBezTo>
                <a:cubicBezTo>
                  <a:pt x="587" y="977"/>
                  <a:pt x="568" y="974"/>
                  <a:pt x="557" y="964"/>
                </a:cubicBezTo>
                <a:cubicBezTo>
                  <a:pt x="558" y="963"/>
                  <a:pt x="557" y="963"/>
                  <a:pt x="557" y="961"/>
                </a:cubicBezTo>
                <a:cubicBezTo>
                  <a:pt x="568" y="960"/>
                  <a:pt x="581" y="968"/>
                  <a:pt x="593" y="967"/>
                </a:cubicBezTo>
                <a:cubicBezTo>
                  <a:pt x="594" y="969"/>
                  <a:pt x="592" y="970"/>
                  <a:pt x="593" y="972"/>
                </a:cubicBezTo>
                <a:cubicBezTo>
                  <a:pt x="595" y="971"/>
                  <a:pt x="598" y="974"/>
                  <a:pt x="600" y="972"/>
                </a:cubicBezTo>
                <a:cubicBezTo>
                  <a:pt x="598" y="972"/>
                  <a:pt x="598" y="971"/>
                  <a:pt x="597" y="970"/>
                </a:cubicBezTo>
                <a:cubicBezTo>
                  <a:pt x="599" y="970"/>
                  <a:pt x="599" y="969"/>
                  <a:pt x="601" y="969"/>
                </a:cubicBezTo>
                <a:cubicBezTo>
                  <a:pt x="603" y="970"/>
                  <a:pt x="603" y="974"/>
                  <a:pt x="606" y="974"/>
                </a:cubicBezTo>
                <a:cubicBezTo>
                  <a:pt x="612" y="969"/>
                  <a:pt x="620" y="977"/>
                  <a:pt x="627" y="971"/>
                </a:cubicBezTo>
                <a:cubicBezTo>
                  <a:pt x="629" y="972"/>
                  <a:pt x="632" y="971"/>
                  <a:pt x="634" y="973"/>
                </a:cubicBezTo>
                <a:cubicBezTo>
                  <a:pt x="631" y="974"/>
                  <a:pt x="630" y="975"/>
                  <a:pt x="627" y="975"/>
                </a:cubicBezTo>
                <a:cubicBezTo>
                  <a:pt x="629" y="977"/>
                  <a:pt x="632" y="976"/>
                  <a:pt x="635" y="976"/>
                </a:cubicBezTo>
                <a:cubicBezTo>
                  <a:pt x="635" y="977"/>
                  <a:pt x="634" y="978"/>
                  <a:pt x="634" y="979"/>
                </a:cubicBezTo>
                <a:cubicBezTo>
                  <a:pt x="638" y="978"/>
                  <a:pt x="642" y="978"/>
                  <a:pt x="645" y="977"/>
                </a:cubicBezTo>
                <a:cubicBezTo>
                  <a:pt x="641" y="976"/>
                  <a:pt x="639" y="972"/>
                  <a:pt x="642" y="970"/>
                </a:cubicBezTo>
                <a:cubicBezTo>
                  <a:pt x="635" y="969"/>
                  <a:pt x="625" y="969"/>
                  <a:pt x="623" y="965"/>
                </a:cubicBezTo>
                <a:cubicBezTo>
                  <a:pt x="623" y="963"/>
                  <a:pt x="627" y="968"/>
                  <a:pt x="627" y="965"/>
                </a:cubicBezTo>
                <a:cubicBezTo>
                  <a:pt x="627" y="964"/>
                  <a:pt x="626" y="964"/>
                  <a:pt x="625" y="963"/>
                </a:cubicBezTo>
                <a:cubicBezTo>
                  <a:pt x="626" y="961"/>
                  <a:pt x="630" y="961"/>
                  <a:pt x="630" y="958"/>
                </a:cubicBezTo>
                <a:cubicBezTo>
                  <a:pt x="627" y="958"/>
                  <a:pt x="627" y="956"/>
                  <a:pt x="624" y="956"/>
                </a:cubicBezTo>
                <a:cubicBezTo>
                  <a:pt x="606" y="964"/>
                  <a:pt x="592" y="946"/>
                  <a:pt x="575" y="943"/>
                </a:cubicBezTo>
                <a:cubicBezTo>
                  <a:pt x="573" y="942"/>
                  <a:pt x="576" y="947"/>
                  <a:pt x="573" y="945"/>
                </a:cubicBezTo>
                <a:cubicBezTo>
                  <a:pt x="571" y="945"/>
                  <a:pt x="568" y="940"/>
                  <a:pt x="571" y="939"/>
                </a:cubicBezTo>
                <a:cubicBezTo>
                  <a:pt x="591" y="947"/>
                  <a:pt x="610" y="947"/>
                  <a:pt x="632" y="944"/>
                </a:cubicBezTo>
                <a:cubicBezTo>
                  <a:pt x="631" y="949"/>
                  <a:pt x="640" y="949"/>
                  <a:pt x="646" y="949"/>
                </a:cubicBezTo>
                <a:cubicBezTo>
                  <a:pt x="646" y="943"/>
                  <a:pt x="639" y="949"/>
                  <a:pt x="637" y="945"/>
                </a:cubicBezTo>
                <a:cubicBezTo>
                  <a:pt x="645" y="940"/>
                  <a:pt x="657" y="945"/>
                  <a:pt x="663" y="938"/>
                </a:cubicBezTo>
                <a:cubicBezTo>
                  <a:pt x="668" y="944"/>
                  <a:pt x="678" y="932"/>
                  <a:pt x="682" y="940"/>
                </a:cubicBezTo>
                <a:cubicBezTo>
                  <a:pt x="693" y="941"/>
                  <a:pt x="695" y="933"/>
                  <a:pt x="702" y="929"/>
                </a:cubicBezTo>
                <a:cubicBezTo>
                  <a:pt x="686" y="931"/>
                  <a:pt x="667" y="938"/>
                  <a:pt x="647" y="941"/>
                </a:cubicBezTo>
                <a:cubicBezTo>
                  <a:pt x="637" y="942"/>
                  <a:pt x="604" y="945"/>
                  <a:pt x="607" y="933"/>
                </a:cubicBezTo>
                <a:cubicBezTo>
                  <a:pt x="590" y="931"/>
                  <a:pt x="576" y="928"/>
                  <a:pt x="560" y="923"/>
                </a:cubicBezTo>
                <a:cubicBezTo>
                  <a:pt x="561" y="920"/>
                  <a:pt x="558" y="920"/>
                  <a:pt x="557" y="918"/>
                </a:cubicBezTo>
                <a:cubicBezTo>
                  <a:pt x="566" y="919"/>
                  <a:pt x="573" y="923"/>
                  <a:pt x="582" y="919"/>
                </a:cubicBezTo>
                <a:cubicBezTo>
                  <a:pt x="588" y="922"/>
                  <a:pt x="599" y="926"/>
                  <a:pt x="607" y="923"/>
                </a:cubicBezTo>
                <a:cubicBezTo>
                  <a:pt x="603" y="921"/>
                  <a:pt x="598" y="920"/>
                  <a:pt x="593" y="918"/>
                </a:cubicBezTo>
                <a:cubicBezTo>
                  <a:pt x="593" y="920"/>
                  <a:pt x="596" y="921"/>
                  <a:pt x="593" y="922"/>
                </a:cubicBezTo>
                <a:cubicBezTo>
                  <a:pt x="589" y="923"/>
                  <a:pt x="589" y="914"/>
                  <a:pt x="588" y="919"/>
                </a:cubicBezTo>
                <a:cubicBezTo>
                  <a:pt x="586" y="913"/>
                  <a:pt x="576" y="916"/>
                  <a:pt x="572" y="912"/>
                </a:cubicBezTo>
                <a:cubicBezTo>
                  <a:pt x="562" y="913"/>
                  <a:pt x="549" y="903"/>
                  <a:pt x="541" y="900"/>
                </a:cubicBezTo>
                <a:cubicBezTo>
                  <a:pt x="529" y="895"/>
                  <a:pt x="511" y="886"/>
                  <a:pt x="508" y="881"/>
                </a:cubicBezTo>
                <a:cubicBezTo>
                  <a:pt x="495" y="877"/>
                  <a:pt x="487" y="867"/>
                  <a:pt x="475" y="862"/>
                </a:cubicBezTo>
                <a:cubicBezTo>
                  <a:pt x="474" y="864"/>
                  <a:pt x="477" y="865"/>
                  <a:pt x="475" y="866"/>
                </a:cubicBezTo>
                <a:cubicBezTo>
                  <a:pt x="471" y="854"/>
                  <a:pt x="462" y="848"/>
                  <a:pt x="454" y="840"/>
                </a:cubicBezTo>
                <a:cubicBezTo>
                  <a:pt x="457" y="840"/>
                  <a:pt x="452" y="837"/>
                  <a:pt x="455" y="837"/>
                </a:cubicBezTo>
                <a:cubicBezTo>
                  <a:pt x="463" y="843"/>
                  <a:pt x="468" y="852"/>
                  <a:pt x="479" y="856"/>
                </a:cubicBezTo>
                <a:cubicBezTo>
                  <a:pt x="476" y="851"/>
                  <a:pt x="473" y="845"/>
                  <a:pt x="475" y="840"/>
                </a:cubicBezTo>
                <a:cubicBezTo>
                  <a:pt x="469" y="839"/>
                  <a:pt x="461" y="834"/>
                  <a:pt x="462" y="828"/>
                </a:cubicBezTo>
                <a:cubicBezTo>
                  <a:pt x="469" y="834"/>
                  <a:pt x="482" y="843"/>
                  <a:pt x="487" y="846"/>
                </a:cubicBezTo>
                <a:cubicBezTo>
                  <a:pt x="482" y="840"/>
                  <a:pt x="473" y="832"/>
                  <a:pt x="470" y="827"/>
                </a:cubicBezTo>
                <a:cubicBezTo>
                  <a:pt x="478" y="833"/>
                  <a:pt x="485" y="840"/>
                  <a:pt x="494" y="844"/>
                </a:cubicBezTo>
                <a:cubicBezTo>
                  <a:pt x="493" y="839"/>
                  <a:pt x="499" y="842"/>
                  <a:pt x="500" y="843"/>
                </a:cubicBezTo>
                <a:cubicBezTo>
                  <a:pt x="488" y="834"/>
                  <a:pt x="481" y="821"/>
                  <a:pt x="466" y="816"/>
                </a:cubicBezTo>
                <a:cubicBezTo>
                  <a:pt x="465" y="823"/>
                  <a:pt x="457" y="820"/>
                  <a:pt x="453" y="817"/>
                </a:cubicBezTo>
                <a:cubicBezTo>
                  <a:pt x="453" y="816"/>
                  <a:pt x="456" y="816"/>
                  <a:pt x="455" y="814"/>
                </a:cubicBezTo>
                <a:cubicBezTo>
                  <a:pt x="452" y="812"/>
                  <a:pt x="446" y="809"/>
                  <a:pt x="447" y="805"/>
                </a:cubicBezTo>
                <a:cubicBezTo>
                  <a:pt x="449" y="806"/>
                  <a:pt x="450" y="809"/>
                  <a:pt x="453" y="809"/>
                </a:cubicBezTo>
                <a:cubicBezTo>
                  <a:pt x="453" y="805"/>
                  <a:pt x="453" y="805"/>
                  <a:pt x="453" y="805"/>
                </a:cubicBezTo>
                <a:cubicBezTo>
                  <a:pt x="448" y="803"/>
                  <a:pt x="444" y="801"/>
                  <a:pt x="442" y="795"/>
                </a:cubicBezTo>
                <a:cubicBezTo>
                  <a:pt x="440" y="795"/>
                  <a:pt x="436" y="796"/>
                  <a:pt x="435" y="794"/>
                </a:cubicBezTo>
                <a:cubicBezTo>
                  <a:pt x="440" y="788"/>
                  <a:pt x="430" y="786"/>
                  <a:pt x="431" y="780"/>
                </a:cubicBezTo>
                <a:cubicBezTo>
                  <a:pt x="431" y="780"/>
                  <a:pt x="432" y="780"/>
                  <a:pt x="432" y="780"/>
                </a:cubicBezTo>
                <a:cubicBezTo>
                  <a:pt x="432" y="774"/>
                  <a:pt x="426" y="773"/>
                  <a:pt x="423" y="769"/>
                </a:cubicBezTo>
                <a:cubicBezTo>
                  <a:pt x="419" y="763"/>
                  <a:pt x="419" y="754"/>
                  <a:pt x="414" y="749"/>
                </a:cubicBezTo>
                <a:cubicBezTo>
                  <a:pt x="419" y="746"/>
                  <a:pt x="415" y="740"/>
                  <a:pt x="414" y="736"/>
                </a:cubicBezTo>
                <a:cubicBezTo>
                  <a:pt x="416" y="734"/>
                  <a:pt x="415" y="731"/>
                  <a:pt x="419" y="732"/>
                </a:cubicBezTo>
                <a:cubicBezTo>
                  <a:pt x="419" y="730"/>
                  <a:pt x="419" y="727"/>
                  <a:pt x="421" y="727"/>
                </a:cubicBezTo>
                <a:cubicBezTo>
                  <a:pt x="422" y="729"/>
                  <a:pt x="424" y="731"/>
                  <a:pt x="427" y="730"/>
                </a:cubicBezTo>
                <a:cubicBezTo>
                  <a:pt x="427" y="726"/>
                  <a:pt x="424" y="721"/>
                  <a:pt x="427" y="720"/>
                </a:cubicBezTo>
                <a:cubicBezTo>
                  <a:pt x="431" y="725"/>
                  <a:pt x="432" y="732"/>
                  <a:pt x="436" y="736"/>
                </a:cubicBezTo>
                <a:cubicBezTo>
                  <a:pt x="437" y="735"/>
                  <a:pt x="435" y="731"/>
                  <a:pt x="437" y="731"/>
                </a:cubicBezTo>
                <a:cubicBezTo>
                  <a:pt x="439" y="735"/>
                  <a:pt x="440" y="740"/>
                  <a:pt x="445" y="740"/>
                </a:cubicBezTo>
                <a:cubicBezTo>
                  <a:pt x="447" y="740"/>
                  <a:pt x="446" y="738"/>
                  <a:pt x="447" y="738"/>
                </a:cubicBezTo>
                <a:cubicBezTo>
                  <a:pt x="449" y="737"/>
                  <a:pt x="450" y="743"/>
                  <a:pt x="452" y="739"/>
                </a:cubicBezTo>
                <a:cubicBezTo>
                  <a:pt x="451" y="738"/>
                  <a:pt x="449" y="738"/>
                  <a:pt x="449" y="737"/>
                </a:cubicBezTo>
                <a:cubicBezTo>
                  <a:pt x="453" y="735"/>
                  <a:pt x="449" y="729"/>
                  <a:pt x="453" y="728"/>
                </a:cubicBezTo>
                <a:cubicBezTo>
                  <a:pt x="456" y="733"/>
                  <a:pt x="460" y="733"/>
                  <a:pt x="462" y="734"/>
                </a:cubicBezTo>
                <a:cubicBezTo>
                  <a:pt x="464" y="728"/>
                  <a:pt x="469" y="730"/>
                  <a:pt x="472" y="726"/>
                </a:cubicBezTo>
                <a:cubicBezTo>
                  <a:pt x="474" y="729"/>
                  <a:pt x="473" y="733"/>
                  <a:pt x="479" y="731"/>
                </a:cubicBezTo>
                <a:cubicBezTo>
                  <a:pt x="480" y="732"/>
                  <a:pt x="481" y="738"/>
                  <a:pt x="483" y="737"/>
                </a:cubicBezTo>
                <a:cubicBezTo>
                  <a:pt x="482" y="735"/>
                  <a:pt x="479" y="731"/>
                  <a:pt x="481" y="729"/>
                </a:cubicBezTo>
                <a:cubicBezTo>
                  <a:pt x="485" y="731"/>
                  <a:pt x="488" y="731"/>
                  <a:pt x="492" y="733"/>
                </a:cubicBezTo>
                <a:cubicBezTo>
                  <a:pt x="493" y="731"/>
                  <a:pt x="488" y="724"/>
                  <a:pt x="492" y="720"/>
                </a:cubicBezTo>
                <a:cubicBezTo>
                  <a:pt x="493" y="722"/>
                  <a:pt x="495" y="723"/>
                  <a:pt x="498" y="723"/>
                </a:cubicBezTo>
                <a:cubicBezTo>
                  <a:pt x="497" y="720"/>
                  <a:pt x="499" y="720"/>
                  <a:pt x="500" y="718"/>
                </a:cubicBezTo>
                <a:cubicBezTo>
                  <a:pt x="498" y="719"/>
                  <a:pt x="496" y="714"/>
                  <a:pt x="497" y="714"/>
                </a:cubicBezTo>
                <a:cubicBezTo>
                  <a:pt x="502" y="716"/>
                  <a:pt x="502" y="722"/>
                  <a:pt x="504" y="726"/>
                </a:cubicBezTo>
                <a:cubicBezTo>
                  <a:pt x="504" y="725"/>
                  <a:pt x="506" y="725"/>
                  <a:pt x="507" y="725"/>
                </a:cubicBezTo>
                <a:cubicBezTo>
                  <a:pt x="507" y="719"/>
                  <a:pt x="506" y="718"/>
                  <a:pt x="510" y="714"/>
                </a:cubicBezTo>
                <a:cubicBezTo>
                  <a:pt x="511" y="717"/>
                  <a:pt x="511" y="722"/>
                  <a:pt x="515" y="722"/>
                </a:cubicBezTo>
                <a:cubicBezTo>
                  <a:pt x="517" y="718"/>
                  <a:pt x="514" y="709"/>
                  <a:pt x="518" y="708"/>
                </a:cubicBezTo>
                <a:cubicBezTo>
                  <a:pt x="519" y="711"/>
                  <a:pt x="521" y="708"/>
                  <a:pt x="523" y="709"/>
                </a:cubicBezTo>
                <a:cubicBezTo>
                  <a:pt x="522" y="704"/>
                  <a:pt x="524" y="707"/>
                  <a:pt x="527" y="706"/>
                </a:cubicBezTo>
                <a:cubicBezTo>
                  <a:pt x="527" y="700"/>
                  <a:pt x="527" y="700"/>
                  <a:pt x="527" y="700"/>
                </a:cubicBezTo>
                <a:cubicBezTo>
                  <a:pt x="529" y="698"/>
                  <a:pt x="531" y="701"/>
                  <a:pt x="532" y="699"/>
                </a:cubicBezTo>
                <a:cubicBezTo>
                  <a:pt x="533" y="694"/>
                  <a:pt x="527" y="693"/>
                  <a:pt x="531" y="690"/>
                </a:cubicBezTo>
                <a:cubicBezTo>
                  <a:pt x="532" y="692"/>
                  <a:pt x="534" y="692"/>
                  <a:pt x="536" y="694"/>
                </a:cubicBezTo>
                <a:cubicBezTo>
                  <a:pt x="536" y="692"/>
                  <a:pt x="536" y="689"/>
                  <a:pt x="536" y="685"/>
                </a:cubicBezTo>
                <a:cubicBezTo>
                  <a:pt x="537" y="685"/>
                  <a:pt x="541" y="683"/>
                  <a:pt x="541" y="684"/>
                </a:cubicBezTo>
                <a:cubicBezTo>
                  <a:pt x="542" y="687"/>
                  <a:pt x="540" y="687"/>
                  <a:pt x="540" y="689"/>
                </a:cubicBezTo>
                <a:cubicBezTo>
                  <a:pt x="546" y="689"/>
                  <a:pt x="545" y="697"/>
                  <a:pt x="542" y="699"/>
                </a:cubicBezTo>
                <a:cubicBezTo>
                  <a:pt x="546" y="698"/>
                  <a:pt x="548" y="699"/>
                  <a:pt x="550" y="702"/>
                </a:cubicBezTo>
                <a:cubicBezTo>
                  <a:pt x="550" y="703"/>
                  <a:pt x="549" y="703"/>
                  <a:pt x="549" y="705"/>
                </a:cubicBezTo>
                <a:cubicBezTo>
                  <a:pt x="547" y="703"/>
                  <a:pt x="545" y="706"/>
                  <a:pt x="543" y="707"/>
                </a:cubicBezTo>
                <a:cubicBezTo>
                  <a:pt x="547" y="707"/>
                  <a:pt x="551" y="708"/>
                  <a:pt x="553" y="710"/>
                </a:cubicBezTo>
                <a:cubicBezTo>
                  <a:pt x="549" y="724"/>
                  <a:pt x="554" y="728"/>
                  <a:pt x="556" y="740"/>
                </a:cubicBezTo>
                <a:cubicBezTo>
                  <a:pt x="552" y="740"/>
                  <a:pt x="554" y="737"/>
                  <a:pt x="551" y="740"/>
                </a:cubicBezTo>
                <a:cubicBezTo>
                  <a:pt x="549" y="736"/>
                  <a:pt x="546" y="731"/>
                  <a:pt x="549" y="726"/>
                </a:cubicBezTo>
                <a:cubicBezTo>
                  <a:pt x="548" y="726"/>
                  <a:pt x="547" y="726"/>
                  <a:pt x="547" y="725"/>
                </a:cubicBezTo>
                <a:cubicBezTo>
                  <a:pt x="547" y="724"/>
                  <a:pt x="548" y="723"/>
                  <a:pt x="549" y="724"/>
                </a:cubicBezTo>
                <a:cubicBezTo>
                  <a:pt x="547" y="720"/>
                  <a:pt x="552" y="709"/>
                  <a:pt x="545" y="710"/>
                </a:cubicBezTo>
                <a:cubicBezTo>
                  <a:pt x="544" y="716"/>
                  <a:pt x="547" y="713"/>
                  <a:pt x="548" y="714"/>
                </a:cubicBezTo>
                <a:cubicBezTo>
                  <a:pt x="546" y="716"/>
                  <a:pt x="548" y="719"/>
                  <a:pt x="548" y="721"/>
                </a:cubicBezTo>
                <a:cubicBezTo>
                  <a:pt x="545" y="723"/>
                  <a:pt x="543" y="721"/>
                  <a:pt x="542" y="724"/>
                </a:cubicBezTo>
                <a:cubicBezTo>
                  <a:pt x="543" y="730"/>
                  <a:pt x="545" y="740"/>
                  <a:pt x="541" y="743"/>
                </a:cubicBezTo>
                <a:cubicBezTo>
                  <a:pt x="540" y="737"/>
                  <a:pt x="538" y="743"/>
                  <a:pt x="536" y="738"/>
                </a:cubicBezTo>
                <a:cubicBezTo>
                  <a:pt x="535" y="739"/>
                  <a:pt x="537" y="743"/>
                  <a:pt x="535" y="743"/>
                </a:cubicBezTo>
                <a:cubicBezTo>
                  <a:pt x="532" y="742"/>
                  <a:pt x="531" y="739"/>
                  <a:pt x="529" y="737"/>
                </a:cubicBezTo>
                <a:cubicBezTo>
                  <a:pt x="530" y="754"/>
                  <a:pt x="550" y="758"/>
                  <a:pt x="549" y="772"/>
                </a:cubicBezTo>
                <a:cubicBezTo>
                  <a:pt x="547" y="771"/>
                  <a:pt x="547" y="769"/>
                  <a:pt x="545" y="768"/>
                </a:cubicBezTo>
                <a:cubicBezTo>
                  <a:pt x="547" y="772"/>
                  <a:pt x="547" y="778"/>
                  <a:pt x="551" y="780"/>
                </a:cubicBezTo>
                <a:cubicBezTo>
                  <a:pt x="552" y="776"/>
                  <a:pt x="547" y="775"/>
                  <a:pt x="550" y="773"/>
                </a:cubicBezTo>
                <a:cubicBezTo>
                  <a:pt x="554" y="775"/>
                  <a:pt x="558" y="781"/>
                  <a:pt x="553" y="785"/>
                </a:cubicBezTo>
                <a:cubicBezTo>
                  <a:pt x="556" y="791"/>
                  <a:pt x="557" y="788"/>
                  <a:pt x="561" y="793"/>
                </a:cubicBezTo>
                <a:cubicBezTo>
                  <a:pt x="560" y="793"/>
                  <a:pt x="561" y="796"/>
                  <a:pt x="559" y="796"/>
                </a:cubicBezTo>
                <a:cubicBezTo>
                  <a:pt x="549" y="797"/>
                  <a:pt x="547" y="792"/>
                  <a:pt x="540" y="793"/>
                </a:cubicBezTo>
                <a:cubicBezTo>
                  <a:pt x="539" y="785"/>
                  <a:pt x="531" y="784"/>
                  <a:pt x="529" y="777"/>
                </a:cubicBezTo>
                <a:cubicBezTo>
                  <a:pt x="526" y="790"/>
                  <a:pt x="541" y="801"/>
                  <a:pt x="544" y="809"/>
                </a:cubicBezTo>
                <a:cubicBezTo>
                  <a:pt x="541" y="809"/>
                  <a:pt x="537" y="805"/>
                  <a:pt x="536" y="802"/>
                </a:cubicBezTo>
                <a:cubicBezTo>
                  <a:pt x="525" y="803"/>
                  <a:pt x="530" y="784"/>
                  <a:pt x="518" y="791"/>
                </a:cubicBezTo>
                <a:cubicBezTo>
                  <a:pt x="521" y="791"/>
                  <a:pt x="520" y="795"/>
                  <a:pt x="520" y="797"/>
                </a:cubicBezTo>
                <a:cubicBezTo>
                  <a:pt x="519" y="797"/>
                  <a:pt x="519" y="796"/>
                  <a:pt x="518" y="797"/>
                </a:cubicBezTo>
                <a:cubicBezTo>
                  <a:pt x="520" y="800"/>
                  <a:pt x="519" y="802"/>
                  <a:pt x="518" y="805"/>
                </a:cubicBezTo>
                <a:cubicBezTo>
                  <a:pt x="519" y="808"/>
                  <a:pt x="522" y="810"/>
                  <a:pt x="525" y="811"/>
                </a:cubicBezTo>
                <a:cubicBezTo>
                  <a:pt x="531" y="826"/>
                  <a:pt x="544" y="830"/>
                  <a:pt x="550" y="844"/>
                </a:cubicBezTo>
                <a:cubicBezTo>
                  <a:pt x="550" y="844"/>
                  <a:pt x="549" y="844"/>
                  <a:pt x="549" y="844"/>
                </a:cubicBezTo>
                <a:cubicBezTo>
                  <a:pt x="553" y="848"/>
                  <a:pt x="558" y="853"/>
                  <a:pt x="566" y="853"/>
                </a:cubicBezTo>
                <a:cubicBezTo>
                  <a:pt x="572" y="864"/>
                  <a:pt x="587" y="860"/>
                  <a:pt x="597" y="866"/>
                </a:cubicBezTo>
                <a:cubicBezTo>
                  <a:pt x="598" y="865"/>
                  <a:pt x="599" y="864"/>
                  <a:pt x="601" y="865"/>
                </a:cubicBezTo>
                <a:cubicBezTo>
                  <a:pt x="610" y="871"/>
                  <a:pt x="626" y="866"/>
                  <a:pt x="636" y="859"/>
                </a:cubicBezTo>
                <a:cubicBezTo>
                  <a:pt x="636" y="858"/>
                  <a:pt x="636" y="858"/>
                  <a:pt x="636" y="858"/>
                </a:cubicBezTo>
                <a:cubicBezTo>
                  <a:pt x="634" y="856"/>
                  <a:pt x="627" y="856"/>
                  <a:pt x="626" y="859"/>
                </a:cubicBezTo>
                <a:cubicBezTo>
                  <a:pt x="625" y="858"/>
                  <a:pt x="623" y="858"/>
                  <a:pt x="623" y="855"/>
                </a:cubicBezTo>
                <a:cubicBezTo>
                  <a:pt x="613" y="857"/>
                  <a:pt x="615" y="848"/>
                  <a:pt x="604" y="848"/>
                </a:cubicBezTo>
                <a:cubicBezTo>
                  <a:pt x="605" y="845"/>
                  <a:pt x="601" y="846"/>
                  <a:pt x="601" y="844"/>
                </a:cubicBezTo>
                <a:cubicBezTo>
                  <a:pt x="605" y="844"/>
                  <a:pt x="612" y="845"/>
                  <a:pt x="614" y="844"/>
                </a:cubicBezTo>
                <a:cubicBezTo>
                  <a:pt x="612" y="843"/>
                  <a:pt x="609" y="843"/>
                  <a:pt x="608" y="841"/>
                </a:cubicBezTo>
                <a:cubicBezTo>
                  <a:pt x="611" y="841"/>
                  <a:pt x="615" y="845"/>
                  <a:pt x="618" y="843"/>
                </a:cubicBezTo>
                <a:cubicBezTo>
                  <a:pt x="616" y="841"/>
                  <a:pt x="625" y="840"/>
                  <a:pt x="625" y="837"/>
                </a:cubicBezTo>
                <a:cubicBezTo>
                  <a:pt x="619" y="831"/>
                  <a:pt x="605" y="833"/>
                  <a:pt x="602" y="824"/>
                </a:cubicBezTo>
                <a:cubicBezTo>
                  <a:pt x="608" y="823"/>
                  <a:pt x="612" y="827"/>
                  <a:pt x="616" y="825"/>
                </a:cubicBezTo>
                <a:cubicBezTo>
                  <a:pt x="614" y="825"/>
                  <a:pt x="614" y="825"/>
                  <a:pt x="614" y="825"/>
                </a:cubicBezTo>
                <a:cubicBezTo>
                  <a:pt x="614" y="821"/>
                  <a:pt x="614" y="821"/>
                  <a:pt x="614" y="821"/>
                </a:cubicBezTo>
                <a:cubicBezTo>
                  <a:pt x="608" y="818"/>
                  <a:pt x="604" y="816"/>
                  <a:pt x="602" y="811"/>
                </a:cubicBezTo>
                <a:cubicBezTo>
                  <a:pt x="605" y="811"/>
                  <a:pt x="606" y="813"/>
                  <a:pt x="609" y="811"/>
                </a:cubicBezTo>
                <a:cubicBezTo>
                  <a:pt x="609" y="808"/>
                  <a:pt x="607" y="808"/>
                  <a:pt x="606" y="806"/>
                </a:cubicBezTo>
                <a:cubicBezTo>
                  <a:pt x="609" y="802"/>
                  <a:pt x="611" y="803"/>
                  <a:pt x="614" y="800"/>
                </a:cubicBezTo>
                <a:cubicBezTo>
                  <a:pt x="614" y="803"/>
                  <a:pt x="614" y="803"/>
                  <a:pt x="614" y="803"/>
                </a:cubicBezTo>
                <a:cubicBezTo>
                  <a:pt x="619" y="802"/>
                  <a:pt x="624" y="807"/>
                  <a:pt x="632" y="803"/>
                </a:cubicBezTo>
                <a:cubicBezTo>
                  <a:pt x="632" y="797"/>
                  <a:pt x="637" y="802"/>
                  <a:pt x="641" y="803"/>
                </a:cubicBezTo>
                <a:cubicBezTo>
                  <a:pt x="642" y="800"/>
                  <a:pt x="638" y="801"/>
                  <a:pt x="639" y="798"/>
                </a:cubicBezTo>
                <a:cubicBezTo>
                  <a:pt x="646" y="794"/>
                  <a:pt x="660" y="804"/>
                  <a:pt x="659" y="791"/>
                </a:cubicBezTo>
                <a:cubicBezTo>
                  <a:pt x="665" y="789"/>
                  <a:pt x="666" y="786"/>
                  <a:pt x="671" y="785"/>
                </a:cubicBezTo>
                <a:cubicBezTo>
                  <a:pt x="673" y="787"/>
                  <a:pt x="668" y="788"/>
                  <a:pt x="671" y="790"/>
                </a:cubicBezTo>
                <a:cubicBezTo>
                  <a:pt x="677" y="790"/>
                  <a:pt x="676" y="781"/>
                  <a:pt x="680" y="778"/>
                </a:cubicBezTo>
                <a:cubicBezTo>
                  <a:pt x="684" y="777"/>
                  <a:pt x="686" y="778"/>
                  <a:pt x="688" y="780"/>
                </a:cubicBezTo>
                <a:cubicBezTo>
                  <a:pt x="695" y="776"/>
                  <a:pt x="699" y="766"/>
                  <a:pt x="708" y="767"/>
                </a:cubicBezTo>
                <a:cubicBezTo>
                  <a:pt x="708" y="765"/>
                  <a:pt x="708" y="762"/>
                  <a:pt x="710" y="761"/>
                </a:cubicBezTo>
                <a:cubicBezTo>
                  <a:pt x="708" y="765"/>
                  <a:pt x="713" y="763"/>
                  <a:pt x="714" y="765"/>
                </a:cubicBezTo>
                <a:cubicBezTo>
                  <a:pt x="714" y="762"/>
                  <a:pt x="715" y="760"/>
                  <a:pt x="716" y="758"/>
                </a:cubicBezTo>
                <a:cubicBezTo>
                  <a:pt x="720" y="758"/>
                  <a:pt x="720" y="758"/>
                  <a:pt x="720" y="758"/>
                </a:cubicBezTo>
                <a:cubicBezTo>
                  <a:pt x="726" y="765"/>
                  <a:pt x="718" y="771"/>
                  <a:pt x="718" y="775"/>
                </a:cubicBezTo>
                <a:cubicBezTo>
                  <a:pt x="721" y="774"/>
                  <a:pt x="720" y="769"/>
                  <a:pt x="725" y="769"/>
                </a:cubicBezTo>
                <a:cubicBezTo>
                  <a:pt x="725" y="775"/>
                  <a:pt x="718" y="780"/>
                  <a:pt x="713" y="783"/>
                </a:cubicBezTo>
                <a:cubicBezTo>
                  <a:pt x="718" y="785"/>
                  <a:pt x="720" y="777"/>
                  <a:pt x="725" y="777"/>
                </a:cubicBezTo>
                <a:cubicBezTo>
                  <a:pt x="725" y="779"/>
                  <a:pt x="724" y="780"/>
                  <a:pt x="726" y="781"/>
                </a:cubicBezTo>
                <a:cubicBezTo>
                  <a:pt x="726" y="777"/>
                  <a:pt x="728" y="776"/>
                  <a:pt x="732" y="775"/>
                </a:cubicBezTo>
                <a:cubicBezTo>
                  <a:pt x="740" y="784"/>
                  <a:pt x="740" y="762"/>
                  <a:pt x="744" y="759"/>
                </a:cubicBezTo>
                <a:cubicBezTo>
                  <a:pt x="743" y="762"/>
                  <a:pt x="747" y="760"/>
                  <a:pt x="746" y="763"/>
                </a:cubicBezTo>
                <a:cubicBezTo>
                  <a:pt x="746" y="767"/>
                  <a:pt x="742" y="768"/>
                  <a:pt x="741" y="771"/>
                </a:cubicBezTo>
                <a:cubicBezTo>
                  <a:pt x="744" y="775"/>
                  <a:pt x="745" y="775"/>
                  <a:pt x="745" y="780"/>
                </a:cubicBezTo>
                <a:cubicBezTo>
                  <a:pt x="746" y="780"/>
                  <a:pt x="748" y="776"/>
                  <a:pt x="750" y="778"/>
                </a:cubicBezTo>
                <a:cubicBezTo>
                  <a:pt x="747" y="780"/>
                  <a:pt x="744" y="785"/>
                  <a:pt x="744" y="787"/>
                </a:cubicBezTo>
                <a:cubicBezTo>
                  <a:pt x="744" y="786"/>
                  <a:pt x="746" y="785"/>
                  <a:pt x="746" y="787"/>
                </a:cubicBezTo>
                <a:cubicBezTo>
                  <a:pt x="745" y="790"/>
                  <a:pt x="743" y="790"/>
                  <a:pt x="741" y="788"/>
                </a:cubicBezTo>
                <a:cubicBezTo>
                  <a:pt x="742" y="792"/>
                  <a:pt x="742" y="789"/>
                  <a:pt x="740" y="791"/>
                </a:cubicBezTo>
                <a:cubicBezTo>
                  <a:pt x="741" y="791"/>
                  <a:pt x="740" y="793"/>
                  <a:pt x="741" y="795"/>
                </a:cubicBezTo>
                <a:cubicBezTo>
                  <a:pt x="739" y="795"/>
                  <a:pt x="737" y="796"/>
                  <a:pt x="736" y="798"/>
                </a:cubicBezTo>
                <a:cubicBezTo>
                  <a:pt x="737" y="798"/>
                  <a:pt x="736" y="801"/>
                  <a:pt x="738" y="801"/>
                </a:cubicBezTo>
                <a:cubicBezTo>
                  <a:pt x="741" y="794"/>
                  <a:pt x="747" y="784"/>
                  <a:pt x="753" y="788"/>
                </a:cubicBezTo>
                <a:cubicBezTo>
                  <a:pt x="753" y="785"/>
                  <a:pt x="756" y="785"/>
                  <a:pt x="759" y="785"/>
                </a:cubicBezTo>
                <a:cubicBezTo>
                  <a:pt x="761" y="794"/>
                  <a:pt x="757" y="796"/>
                  <a:pt x="760" y="804"/>
                </a:cubicBezTo>
                <a:cubicBezTo>
                  <a:pt x="764" y="798"/>
                  <a:pt x="772" y="797"/>
                  <a:pt x="774" y="789"/>
                </a:cubicBezTo>
                <a:cubicBezTo>
                  <a:pt x="779" y="790"/>
                  <a:pt x="781" y="783"/>
                  <a:pt x="783" y="784"/>
                </a:cubicBezTo>
                <a:cubicBezTo>
                  <a:pt x="782" y="788"/>
                  <a:pt x="775" y="790"/>
                  <a:pt x="778" y="795"/>
                </a:cubicBezTo>
                <a:cubicBezTo>
                  <a:pt x="782" y="796"/>
                  <a:pt x="782" y="791"/>
                  <a:pt x="784" y="790"/>
                </a:cubicBezTo>
                <a:cubicBezTo>
                  <a:pt x="788" y="791"/>
                  <a:pt x="787" y="788"/>
                  <a:pt x="789" y="788"/>
                </a:cubicBezTo>
                <a:cubicBezTo>
                  <a:pt x="798" y="772"/>
                  <a:pt x="812" y="763"/>
                  <a:pt x="820" y="746"/>
                </a:cubicBezTo>
                <a:cubicBezTo>
                  <a:pt x="819" y="746"/>
                  <a:pt x="819" y="745"/>
                  <a:pt x="819" y="744"/>
                </a:cubicBezTo>
                <a:cubicBezTo>
                  <a:pt x="826" y="737"/>
                  <a:pt x="828" y="726"/>
                  <a:pt x="834" y="719"/>
                </a:cubicBezTo>
                <a:cubicBezTo>
                  <a:pt x="834" y="715"/>
                  <a:pt x="836" y="714"/>
                  <a:pt x="835" y="710"/>
                </a:cubicBezTo>
                <a:cubicBezTo>
                  <a:pt x="844" y="701"/>
                  <a:pt x="843" y="680"/>
                  <a:pt x="853" y="673"/>
                </a:cubicBezTo>
                <a:cubicBezTo>
                  <a:pt x="852" y="669"/>
                  <a:pt x="854" y="668"/>
                  <a:pt x="854" y="665"/>
                </a:cubicBezTo>
                <a:cubicBezTo>
                  <a:pt x="857" y="661"/>
                  <a:pt x="859" y="657"/>
                  <a:pt x="860" y="651"/>
                </a:cubicBezTo>
                <a:cubicBezTo>
                  <a:pt x="861" y="651"/>
                  <a:pt x="862" y="651"/>
                  <a:pt x="863" y="650"/>
                </a:cubicBezTo>
                <a:cubicBezTo>
                  <a:pt x="864" y="642"/>
                  <a:pt x="863" y="622"/>
                  <a:pt x="872" y="618"/>
                </a:cubicBezTo>
                <a:cubicBezTo>
                  <a:pt x="874" y="619"/>
                  <a:pt x="875" y="621"/>
                  <a:pt x="876" y="623"/>
                </a:cubicBezTo>
                <a:cubicBezTo>
                  <a:pt x="879" y="621"/>
                  <a:pt x="876" y="617"/>
                  <a:pt x="879" y="617"/>
                </a:cubicBezTo>
                <a:cubicBezTo>
                  <a:pt x="881" y="618"/>
                  <a:pt x="877" y="623"/>
                  <a:pt x="880" y="625"/>
                </a:cubicBezTo>
                <a:cubicBezTo>
                  <a:pt x="883" y="620"/>
                  <a:pt x="882" y="613"/>
                  <a:pt x="887" y="610"/>
                </a:cubicBezTo>
                <a:cubicBezTo>
                  <a:pt x="887" y="612"/>
                  <a:pt x="888" y="612"/>
                  <a:pt x="890" y="612"/>
                </a:cubicBezTo>
                <a:cubicBezTo>
                  <a:pt x="893" y="608"/>
                  <a:pt x="897" y="605"/>
                  <a:pt x="894" y="597"/>
                </a:cubicBezTo>
                <a:cubicBezTo>
                  <a:pt x="896" y="598"/>
                  <a:pt x="899" y="599"/>
                  <a:pt x="899" y="596"/>
                </a:cubicBezTo>
                <a:cubicBezTo>
                  <a:pt x="897" y="593"/>
                  <a:pt x="894" y="591"/>
                  <a:pt x="891" y="589"/>
                </a:cubicBezTo>
                <a:cubicBezTo>
                  <a:pt x="891" y="582"/>
                  <a:pt x="892" y="577"/>
                  <a:pt x="896" y="575"/>
                </a:cubicBezTo>
                <a:cubicBezTo>
                  <a:pt x="896" y="567"/>
                  <a:pt x="896" y="567"/>
                  <a:pt x="896" y="567"/>
                </a:cubicBezTo>
                <a:cubicBezTo>
                  <a:pt x="904" y="565"/>
                  <a:pt x="897" y="548"/>
                  <a:pt x="906" y="547"/>
                </a:cubicBezTo>
                <a:cubicBezTo>
                  <a:pt x="903" y="547"/>
                  <a:pt x="904" y="541"/>
                  <a:pt x="906" y="540"/>
                </a:cubicBezTo>
                <a:cubicBezTo>
                  <a:pt x="907" y="541"/>
                  <a:pt x="907" y="544"/>
                  <a:pt x="909" y="544"/>
                </a:cubicBezTo>
                <a:cubicBezTo>
                  <a:pt x="911" y="542"/>
                  <a:pt x="907" y="542"/>
                  <a:pt x="907" y="539"/>
                </a:cubicBezTo>
                <a:cubicBezTo>
                  <a:pt x="908" y="539"/>
                  <a:pt x="910" y="538"/>
                  <a:pt x="911" y="539"/>
                </a:cubicBezTo>
                <a:cubicBezTo>
                  <a:pt x="910" y="543"/>
                  <a:pt x="915" y="548"/>
                  <a:pt x="916" y="545"/>
                </a:cubicBezTo>
                <a:cubicBezTo>
                  <a:pt x="910" y="536"/>
                  <a:pt x="903" y="520"/>
                  <a:pt x="905" y="509"/>
                </a:cubicBezTo>
                <a:cubicBezTo>
                  <a:pt x="907" y="511"/>
                  <a:pt x="909" y="512"/>
                  <a:pt x="910" y="515"/>
                </a:cubicBezTo>
                <a:cubicBezTo>
                  <a:pt x="910" y="516"/>
                  <a:pt x="908" y="516"/>
                  <a:pt x="908" y="518"/>
                </a:cubicBezTo>
                <a:cubicBezTo>
                  <a:pt x="916" y="531"/>
                  <a:pt x="919" y="555"/>
                  <a:pt x="924" y="574"/>
                </a:cubicBezTo>
                <a:cubicBezTo>
                  <a:pt x="926" y="568"/>
                  <a:pt x="921" y="561"/>
                  <a:pt x="926" y="559"/>
                </a:cubicBezTo>
                <a:cubicBezTo>
                  <a:pt x="926" y="563"/>
                  <a:pt x="926" y="568"/>
                  <a:pt x="928" y="571"/>
                </a:cubicBezTo>
                <a:cubicBezTo>
                  <a:pt x="932" y="564"/>
                  <a:pt x="923" y="556"/>
                  <a:pt x="929" y="549"/>
                </a:cubicBezTo>
                <a:cubicBezTo>
                  <a:pt x="929" y="546"/>
                  <a:pt x="928" y="544"/>
                  <a:pt x="927" y="541"/>
                </a:cubicBezTo>
                <a:cubicBezTo>
                  <a:pt x="934" y="519"/>
                  <a:pt x="917" y="500"/>
                  <a:pt x="918" y="478"/>
                </a:cubicBezTo>
                <a:cubicBezTo>
                  <a:pt x="920" y="479"/>
                  <a:pt x="922" y="480"/>
                  <a:pt x="924" y="479"/>
                </a:cubicBezTo>
                <a:cubicBezTo>
                  <a:pt x="925" y="484"/>
                  <a:pt x="926" y="484"/>
                  <a:pt x="928" y="487"/>
                </a:cubicBezTo>
                <a:cubicBezTo>
                  <a:pt x="925" y="491"/>
                  <a:pt x="931" y="498"/>
                  <a:pt x="932" y="504"/>
                </a:cubicBezTo>
                <a:cubicBezTo>
                  <a:pt x="932" y="503"/>
                  <a:pt x="933" y="502"/>
                  <a:pt x="933" y="501"/>
                </a:cubicBezTo>
                <a:cubicBezTo>
                  <a:pt x="939" y="506"/>
                  <a:pt x="937" y="519"/>
                  <a:pt x="942" y="525"/>
                </a:cubicBezTo>
                <a:cubicBezTo>
                  <a:pt x="944" y="523"/>
                  <a:pt x="942" y="518"/>
                  <a:pt x="946" y="518"/>
                </a:cubicBezTo>
                <a:cubicBezTo>
                  <a:pt x="949" y="526"/>
                  <a:pt x="946" y="535"/>
                  <a:pt x="950" y="542"/>
                </a:cubicBezTo>
                <a:cubicBezTo>
                  <a:pt x="948" y="542"/>
                  <a:pt x="948" y="542"/>
                  <a:pt x="948" y="542"/>
                </a:cubicBezTo>
                <a:cubicBezTo>
                  <a:pt x="950" y="554"/>
                  <a:pt x="953" y="564"/>
                  <a:pt x="950" y="575"/>
                </a:cubicBezTo>
                <a:cubicBezTo>
                  <a:pt x="952" y="576"/>
                  <a:pt x="954" y="572"/>
                  <a:pt x="955" y="575"/>
                </a:cubicBezTo>
                <a:cubicBezTo>
                  <a:pt x="954" y="587"/>
                  <a:pt x="952" y="595"/>
                  <a:pt x="952" y="607"/>
                </a:cubicBezTo>
                <a:cubicBezTo>
                  <a:pt x="948" y="608"/>
                  <a:pt x="948" y="616"/>
                  <a:pt x="951" y="620"/>
                </a:cubicBezTo>
                <a:cubicBezTo>
                  <a:pt x="954" y="609"/>
                  <a:pt x="956" y="596"/>
                  <a:pt x="956" y="581"/>
                </a:cubicBezTo>
                <a:cubicBezTo>
                  <a:pt x="956" y="561"/>
                  <a:pt x="953" y="541"/>
                  <a:pt x="955" y="524"/>
                </a:cubicBezTo>
                <a:cubicBezTo>
                  <a:pt x="957" y="531"/>
                  <a:pt x="957" y="541"/>
                  <a:pt x="962" y="546"/>
                </a:cubicBezTo>
                <a:cubicBezTo>
                  <a:pt x="967" y="530"/>
                  <a:pt x="961" y="508"/>
                  <a:pt x="957" y="493"/>
                </a:cubicBezTo>
                <a:cubicBezTo>
                  <a:pt x="958" y="492"/>
                  <a:pt x="958" y="490"/>
                  <a:pt x="960" y="490"/>
                </a:cubicBezTo>
                <a:cubicBezTo>
                  <a:pt x="962" y="496"/>
                  <a:pt x="961" y="504"/>
                  <a:pt x="965" y="508"/>
                </a:cubicBezTo>
                <a:cubicBezTo>
                  <a:pt x="968" y="506"/>
                  <a:pt x="963" y="503"/>
                  <a:pt x="966" y="502"/>
                </a:cubicBezTo>
                <a:cubicBezTo>
                  <a:pt x="970" y="507"/>
                  <a:pt x="968" y="515"/>
                  <a:pt x="971" y="520"/>
                </a:cubicBezTo>
                <a:cubicBezTo>
                  <a:pt x="973" y="513"/>
                  <a:pt x="969" y="501"/>
                  <a:pt x="972" y="497"/>
                </a:cubicBezTo>
                <a:cubicBezTo>
                  <a:pt x="978" y="509"/>
                  <a:pt x="980" y="518"/>
                  <a:pt x="977" y="533"/>
                </a:cubicBezTo>
                <a:cubicBezTo>
                  <a:pt x="975" y="535"/>
                  <a:pt x="972" y="534"/>
                  <a:pt x="972" y="536"/>
                </a:cubicBezTo>
                <a:cubicBezTo>
                  <a:pt x="970" y="533"/>
                  <a:pt x="976" y="532"/>
                  <a:pt x="976" y="529"/>
                </a:cubicBezTo>
                <a:cubicBezTo>
                  <a:pt x="973" y="527"/>
                  <a:pt x="971" y="523"/>
                  <a:pt x="967" y="523"/>
                </a:cubicBezTo>
                <a:cubicBezTo>
                  <a:pt x="966" y="529"/>
                  <a:pt x="969" y="534"/>
                  <a:pt x="969" y="539"/>
                </a:cubicBezTo>
                <a:cubicBezTo>
                  <a:pt x="970" y="545"/>
                  <a:pt x="968" y="552"/>
                  <a:pt x="971" y="552"/>
                </a:cubicBezTo>
                <a:cubicBezTo>
                  <a:pt x="972" y="552"/>
                  <a:pt x="971" y="542"/>
                  <a:pt x="973" y="539"/>
                </a:cubicBezTo>
                <a:cubicBezTo>
                  <a:pt x="975" y="543"/>
                  <a:pt x="973" y="547"/>
                  <a:pt x="976" y="548"/>
                </a:cubicBezTo>
                <a:cubicBezTo>
                  <a:pt x="975" y="544"/>
                  <a:pt x="976" y="542"/>
                  <a:pt x="975" y="539"/>
                </a:cubicBezTo>
                <a:cubicBezTo>
                  <a:pt x="977" y="539"/>
                  <a:pt x="977" y="537"/>
                  <a:pt x="979" y="537"/>
                </a:cubicBezTo>
                <a:cubicBezTo>
                  <a:pt x="982" y="538"/>
                  <a:pt x="983" y="541"/>
                  <a:pt x="984" y="544"/>
                </a:cubicBezTo>
                <a:cubicBezTo>
                  <a:pt x="984" y="543"/>
                  <a:pt x="985" y="542"/>
                  <a:pt x="986" y="542"/>
                </a:cubicBezTo>
                <a:cubicBezTo>
                  <a:pt x="990" y="567"/>
                  <a:pt x="996" y="597"/>
                  <a:pt x="985" y="619"/>
                </a:cubicBezTo>
                <a:cubicBezTo>
                  <a:pt x="986" y="618"/>
                  <a:pt x="987" y="618"/>
                  <a:pt x="986" y="616"/>
                </a:cubicBezTo>
                <a:cubicBezTo>
                  <a:pt x="981" y="616"/>
                  <a:pt x="987" y="629"/>
                  <a:pt x="981" y="628"/>
                </a:cubicBezTo>
                <a:cubicBezTo>
                  <a:pt x="979" y="609"/>
                  <a:pt x="985" y="592"/>
                  <a:pt x="982" y="576"/>
                </a:cubicBezTo>
                <a:cubicBezTo>
                  <a:pt x="978" y="576"/>
                  <a:pt x="981" y="568"/>
                  <a:pt x="978" y="567"/>
                </a:cubicBezTo>
                <a:cubicBezTo>
                  <a:pt x="968" y="570"/>
                  <a:pt x="974" y="586"/>
                  <a:pt x="966" y="593"/>
                </a:cubicBezTo>
                <a:cubicBezTo>
                  <a:pt x="963" y="589"/>
                  <a:pt x="966" y="582"/>
                  <a:pt x="968" y="576"/>
                </a:cubicBezTo>
                <a:cubicBezTo>
                  <a:pt x="965" y="575"/>
                  <a:pt x="966" y="571"/>
                  <a:pt x="963" y="569"/>
                </a:cubicBezTo>
                <a:cubicBezTo>
                  <a:pt x="961" y="582"/>
                  <a:pt x="968" y="600"/>
                  <a:pt x="956" y="600"/>
                </a:cubicBezTo>
                <a:cubicBezTo>
                  <a:pt x="959" y="614"/>
                  <a:pt x="958" y="622"/>
                  <a:pt x="958" y="636"/>
                </a:cubicBezTo>
                <a:cubicBezTo>
                  <a:pt x="959" y="634"/>
                  <a:pt x="958" y="633"/>
                  <a:pt x="961" y="634"/>
                </a:cubicBezTo>
                <a:cubicBezTo>
                  <a:pt x="965" y="623"/>
                  <a:pt x="967" y="608"/>
                  <a:pt x="967" y="598"/>
                </a:cubicBezTo>
                <a:cubicBezTo>
                  <a:pt x="970" y="600"/>
                  <a:pt x="976" y="613"/>
                  <a:pt x="968" y="612"/>
                </a:cubicBezTo>
                <a:cubicBezTo>
                  <a:pt x="969" y="618"/>
                  <a:pt x="971" y="622"/>
                  <a:pt x="973" y="625"/>
                </a:cubicBezTo>
                <a:cubicBezTo>
                  <a:pt x="974" y="629"/>
                  <a:pt x="970" y="627"/>
                  <a:pt x="971" y="630"/>
                </a:cubicBezTo>
                <a:cubicBezTo>
                  <a:pt x="969" y="649"/>
                  <a:pt x="963" y="669"/>
                  <a:pt x="960" y="685"/>
                </a:cubicBezTo>
                <a:cubicBezTo>
                  <a:pt x="954" y="687"/>
                  <a:pt x="954" y="696"/>
                  <a:pt x="953" y="703"/>
                </a:cubicBezTo>
                <a:cubicBezTo>
                  <a:pt x="941" y="713"/>
                  <a:pt x="936" y="731"/>
                  <a:pt x="937" y="751"/>
                </a:cubicBezTo>
                <a:cubicBezTo>
                  <a:pt x="933" y="753"/>
                  <a:pt x="932" y="757"/>
                  <a:pt x="928" y="759"/>
                </a:cubicBezTo>
                <a:cubicBezTo>
                  <a:pt x="927" y="757"/>
                  <a:pt x="925" y="760"/>
                  <a:pt x="925" y="759"/>
                </a:cubicBezTo>
                <a:cubicBezTo>
                  <a:pt x="926" y="750"/>
                  <a:pt x="931" y="748"/>
                  <a:pt x="933" y="739"/>
                </a:cubicBezTo>
                <a:cubicBezTo>
                  <a:pt x="931" y="738"/>
                  <a:pt x="930" y="738"/>
                  <a:pt x="928" y="738"/>
                </a:cubicBezTo>
                <a:cubicBezTo>
                  <a:pt x="926" y="746"/>
                  <a:pt x="922" y="753"/>
                  <a:pt x="919" y="760"/>
                </a:cubicBezTo>
                <a:cubicBezTo>
                  <a:pt x="920" y="761"/>
                  <a:pt x="922" y="761"/>
                  <a:pt x="923" y="763"/>
                </a:cubicBezTo>
                <a:cubicBezTo>
                  <a:pt x="921" y="769"/>
                  <a:pt x="918" y="771"/>
                  <a:pt x="918" y="779"/>
                </a:cubicBezTo>
                <a:cubicBezTo>
                  <a:pt x="909" y="780"/>
                  <a:pt x="910" y="796"/>
                  <a:pt x="903" y="796"/>
                </a:cubicBezTo>
                <a:cubicBezTo>
                  <a:pt x="904" y="793"/>
                  <a:pt x="905" y="792"/>
                  <a:pt x="902" y="790"/>
                </a:cubicBezTo>
                <a:cubicBezTo>
                  <a:pt x="903" y="789"/>
                  <a:pt x="903" y="787"/>
                  <a:pt x="903" y="784"/>
                </a:cubicBezTo>
                <a:cubicBezTo>
                  <a:pt x="898" y="784"/>
                  <a:pt x="897" y="789"/>
                  <a:pt x="894" y="792"/>
                </a:cubicBezTo>
                <a:cubicBezTo>
                  <a:pt x="893" y="788"/>
                  <a:pt x="891" y="786"/>
                  <a:pt x="888" y="785"/>
                </a:cubicBezTo>
                <a:cubicBezTo>
                  <a:pt x="883" y="794"/>
                  <a:pt x="878" y="798"/>
                  <a:pt x="872" y="804"/>
                </a:cubicBezTo>
                <a:cubicBezTo>
                  <a:pt x="868" y="803"/>
                  <a:pt x="863" y="809"/>
                  <a:pt x="864" y="814"/>
                </a:cubicBezTo>
                <a:cubicBezTo>
                  <a:pt x="868" y="814"/>
                  <a:pt x="870" y="815"/>
                  <a:pt x="872" y="816"/>
                </a:cubicBezTo>
                <a:cubicBezTo>
                  <a:pt x="873" y="824"/>
                  <a:pt x="867" y="825"/>
                  <a:pt x="863" y="828"/>
                </a:cubicBezTo>
                <a:cubicBezTo>
                  <a:pt x="862" y="823"/>
                  <a:pt x="864" y="820"/>
                  <a:pt x="863" y="817"/>
                </a:cubicBezTo>
                <a:cubicBezTo>
                  <a:pt x="854" y="824"/>
                  <a:pt x="846" y="834"/>
                  <a:pt x="836" y="834"/>
                </a:cubicBezTo>
                <a:cubicBezTo>
                  <a:pt x="834" y="839"/>
                  <a:pt x="837" y="840"/>
                  <a:pt x="836" y="843"/>
                </a:cubicBezTo>
                <a:cubicBezTo>
                  <a:pt x="841" y="841"/>
                  <a:pt x="842" y="835"/>
                  <a:pt x="847" y="833"/>
                </a:cubicBezTo>
                <a:cubicBezTo>
                  <a:pt x="851" y="838"/>
                  <a:pt x="851" y="846"/>
                  <a:pt x="852" y="852"/>
                </a:cubicBezTo>
                <a:cubicBezTo>
                  <a:pt x="858" y="843"/>
                  <a:pt x="864" y="835"/>
                  <a:pt x="874" y="831"/>
                </a:cubicBezTo>
                <a:cubicBezTo>
                  <a:pt x="877" y="835"/>
                  <a:pt x="875" y="840"/>
                  <a:pt x="873" y="844"/>
                </a:cubicBezTo>
                <a:cubicBezTo>
                  <a:pt x="880" y="841"/>
                  <a:pt x="880" y="833"/>
                  <a:pt x="885" y="828"/>
                </a:cubicBezTo>
                <a:cubicBezTo>
                  <a:pt x="881" y="827"/>
                  <a:pt x="880" y="832"/>
                  <a:pt x="878" y="830"/>
                </a:cubicBezTo>
                <a:cubicBezTo>
                  <a:pt x="882" y="826"/>
                  <a:pt x="879" y="816"/>
                  <a:pt x="886" y="817"/>
                </a:cubicBezTo>
                <a:cubicBezTo>
                  <a:pt x="886" y="821"/>
                  <a:pt x="883" y="820"/>
                  <a:pt x="883" y="823"/>
                </a:cubicBezTo>
                <a:cubicBezTo>
                  <a:pt x="886" y="824"/>
                  <a:pt x="885" y="820"/>
                  <a:pt x="888" y="821"/>
                </a:cubicBezTo>
                <a:cubicBezTo>
                  <a:pt x="893" y="826"/>
                  <a:pt x="900" y="813"/>
                  <a:pt x="907" y="816"/>
                </a:cubicBezTo>
                <a:cubicBezTo>
                  <a:pt x="906" y="820"/>
                  <a:pt x="901" y="820"/>
                  <a:pt x="902" y="827"/>
                </a:cubicBezTo>
                <a:cubicBezTo>
                  <a:pt x="899" y="827"/>
                  <a:pt x="899" y="830"/>
                  <a:pt x="898" y="832"/>
                </a:cubicBezTo>
                <a:cubicBezTo>
                  <a:pt x="900" y="833"/>
                  <a:pt x="899" y="838"/>
                  <a:pt x="902" y="839"/>
                </a:cubicBezTo>
                <a:cubicBezTo>
                  <a:pt x="901" y="840"/>
                  <a:pt x="899" y="840"/>
                  <a:pt x="898" y="842"/>
                </a:cubicBezTo>
                <a:cubicBezTo>
                  <a:pt x="903" y="844"/>
                  <a:pt x="906" y="838"/>
                  <a:pt x="909" y="836"/>
                </a:cubicBezTo>
                <a:cubicBezTo>
                  <a:pt x="909" y="837"/>
                  <a:pt x="910" y="837"/>
                  <a:pt x="911" y="837"/>
                </a:cubicBezTo>
                <a:cubicBezTo>
                  <a:pt x="905" y="844"/>
                  <a:pt x="895" y="849"/>
                  <a:pt x="889" y="858"/>
                </a:cubicBezTo>
                <a:cubicBezTo>
                  <a:pt x="888" y="861"/>
                  <a:pt x="891" y="860"/>
                  <a:pt x="890" y="863"/>
                </a:cubicBezTo>
                <a:cubicBezTo>
                  <a:pt x="888" y="864"/>
                  <a:pt x="889" y="868"/>
                  <a:pt x="886" y="867"/>
                </a:cubicBezTo>
                <a:cubicBezTo>
                  <a:pt x="883" y="867"/>
                  <a:pt x="882" y="864"/>
                  <a:pt x="880" y="861"/>
                </a:cubicBezTo>
                <a:cubicBezTo>
                  <a:pt x="869" y="861"/>
                  <a:pt x="873" y="871"/>
                  <a:pt x="863" y="872"/>
                </a:cubicBezTo>
                <a:cubicBezTo>
                  <a:pt x="863" y="876"/>
                  <a:pt x="860" y="877"/>
                  <a:pt x="859" y="880"/>
                </a:cubicBezTo>
                <a:cubicBezTo>
                  <a:pt x="853" y="876"/>
                  <a:pt x="850" y="883"/>
                  <a:pt x="847" y="885"/>
                </a:cubicBezTo>
                <a:cubicBezTo>
                  <a:pt x="847" y="888"/>
                  <a:pt x="847" y="891"/>
                  <a:pt x="848" y="894"/>
                </a:cubicBezTo>
                <a:cubicBezTo>
                  <a:pt x="847" y="895"/>
                  <a:pt x="841" y="895"/>
                  <a:pt x="840" y="894"/>
                </a:cubicBezTo>
                <a:cubicBezTo>
                  <a:pt x="839" y="891"/>
                  <a:pt x="841" y="891"/>
                  <a:pt x="841" y="889"/>
                </a:cubicBezTo>
                <a:cubicBezTo>
                  <a:pt x="835" y="893"/>
                  <a:pt x="831" y="896"/>
                  <a:pt x="826" y="899"/>
                </a:cubicBezTo>
                <a:cubicBezTo>
                  <a:pt x="820" y="902"/>
                  <a:pt x="815" y="907"/>
                  <a:pt x="811" y="908"/>
                </a:cubicBezTo>
                <a:cubicBezTo>
                  <a:pt x="808" y="909"/>
                  <a:pt x="805" y="907"/>
                  <a:pt x="802" y="908"/>
                </a:cubicBezTo>
                <a:cubicBezTo>
                  <a:pt x="796" y="909"/>
                  <a:pt x="793" y="915"/>
                  <a:pt x="786" y="915"/>
                </a:cubicBezTo>
                <a:cubicBezTo>
                  <a:pt x="791" y="911"/>
                  <a:pt x="797" y="907"/>
                  <a:pt x="802" y="904"/>
                </a:cubicBezTo>
                <a:cubicBezTo>
                  <a:pt x="802" y="900"/>
                  <a:pt x="802" y="900"/>
                  <a:pt x="802" y="900"/>
                </a:cubicBezTo>
                <a:cubicBezTo>
                  <a:pt x="792" y="903"/>
                  <a:pt x="791" y="911"/>
                  <a:pt x="778" y="911"/>
                </a:cubicBezTo>
                <a:cubicBezTo>
                  <a:pt x="777" y="917"/>
                  <a:pt x="770" y="916"/>
                  <a:pt x="771" y="924"/>
                </a:cubicBezTo>
                <a:cubicBezTo>
                  <a:pt x="773" y="927"/>
                  <a:pt x="775" y="924"/>
                  <a:pt x="777" y="927"/>
                </a:cubicBezTo>
                <a:cubicBezTo>
                  <a:pt x="775" y="933"/>
                  <a:pt x="768" y="934"/>
                  <a:pt x="763" y="938"/>
                </a:cubicBezTo>
                <a:cubicBezTo>
                  <a:pt x="764" y="938"/>
                  <a:pt x="766" y="938"/>
                  <a:pt x="766" y="939"/>
                </a:cubicBezTo>
                <a:cubicBezTo>
                  <a:pt x="765" y="941"/>
                  <a:pt x="760" y="944"/>
                  <a:pt x="759" y="941"/>
                </a:cubicBezTo>
                <a:cubicBezTo>
                  <a:pt x="759" y="939"/>
                  <a:pt x="762" y="940"/>
                  <a:pt x="762" y="938"/>
                </a:cubicBezTo>
                <a:cubicBezTo>
                  <a:pt x="757" y="938"/>
                  <a:pt x="756" y="942"/>
                  <a:pt x="751" y="942"/>
                </a:cubicBezTo>
                <a:cubicBezTo>
                  <a:pt x="752" y="944"/>
                  <a:pt x="752" y="944"/>
                  <a:pt x="751" y="947"/>
                </a:cubicBezTo>
                <a:cubicBezTo>
                  <a:pt x="755" y="947"/>
                  <a:pt x="757" y="944"/>
                  <a:pt x="758" y="943"/>
                </a:cubicBezTo>
                <a:cubicBezTo>
                  <a:pt x="759" y="944"/>
                  <a:pt x="760" y="941"/>
                  <a:pt x="761" y="944"/>
                </a:cubicBezTo>
                <a:cubicBezTo>
                  <a:pt x="759" y="946"/>
                  <a:pt x="757" y="947"/>
                  <a:pt x="755" y="949"/>
                </a:cubicBezTo>
                <a:cubicBezTo>
                  <a:pt x="760" y="947"/>
                  <a:pt x="763" y="943"/>
                  <a:pt x="769" y="943"/>
                </a:cubicBezTo>
                <a:cubicBezTo>
                  <a:pt x="770" y="945"/>
                  <a:pt x="769" y="947"/>
                  <a:pt x="771" y="949"/>
                </a:cubicBezTo>
                <a:cubicBezTo>
                  <a:pt x="768" y="949"/>
                  <a:pt x="764" y="951"/>
                  <a:pt x="765" y="953"/>
                </a:cubicBezTo>
                <a:cubicBezTo>
                  <a:pt x="761" y="954"/>
                  <a:pt x="766" y="951"/>
                  <a:pt x="763" y="951"/>
                </a:cubicBezTo>
                <a:cubicBezTo>
                  <a:pt x="763" y="952"/>
                  <a:pt x="762" y="953"/>
                  <a:pt x="762" y="954"/>
                </a:cubicBezTo>
                <a:cubicBezTo>
                  <a:pt x="761" y="952"/>
                  <a:pt x="758" y="952"/>
                  <a:pt x="757" y="954"/>
                </a:cubicBezTo>
                <a:cubicBezTo>
                  <a:pt x="760" y="955"/>
                  <a:pt x="756" y="956"/>
                  <a:pt x="756" y="957"/>
                </a:cubicBezTo>
                <a:cubicBezTo>
                  <a:pt x="762" y="958"/>
                  <a:pt x="771" y="955"/>
                  <a:pt x="774" y="951"/>
                </a:cubicBezTo>
                <a:cubicBezTo>
                  <a:pt x="774" y="952"/>
                  <a:pt x="776" y="951"/>
                  <a:pt x="776" y="953"/>
                </a:cubicBezTo>
                <a:cubicBezTo>
                  <a:pt x="784" y="949"/>
                  <a:pt x="789" y="942"/>
                  <a:pt x="798" y="939"/>
                </a:cubicBezTo>
                <a:cubicBezTo>
                  <a:pt x="798" y="941"/>
                  <a:pt x="798" y="943"/>
                  <a:pt x="798" y="944"/>
                </a:cubicBezTo>
                <a:cubicBezTo>
                  <a:pt x="803" y="949"/>
                  <a:pt x="814" y="940"/>
                  <a:pt x="810" y="934"/>
                </a:cubicBezTo>
                <a:cubicBezTo>
                  <a:pt x="813" y="934"/>
                  <a:pt x="811" y="928"/>
                  <a:pt x="816" y="929"/>
                </a:cubicBezTo>
                <a:cubicBezTo>
                  <a:pt x="816" y="932"/>
                  <a:pt x="816" y="933"/>
                  <a:pt x="817" y="934"/>
                </a:cubicBezTo>
                <a:cubicBezTo>
                  <a:pt x="826" y="929"/>
                  <a:pt x="832" y="929"/>
                  <a:pt x="837" y="918"/>
                </a:cubicBezTo>
                <a:cubicBezTo>
                  <a:pt x="845" y="917"/>
                  <a:pt x="852" y="905"/>
                  <a:pt x="860" y="905"/>
                </a:cubicBezTo>
                <a:cubicBezTo>
                  <a:pt x="864" y="905"/>
                  <a:pt x="861" y="906"/>
                  <a:pt x="863" y="904"/>
                </a:cubicBezTo>
                <a:cubicBezTo>
                  <a:pt x="869" y="898"/>
                  <a:pt x="880" y="892"/>
                  <a:pt x="889" y="887"/>
                </a:cubicBezTo>
                <a:cubicBezTo>
                  <a:pt x="889" y="888"/>
                  <a:pt x="887" y="887"/>
                  <a:pt x="887" y="889"/>
                </a:cubicBezTo>
                <a:cubicBezTo>
                  <a:pt x="889" y="891"/>
                  <a:pt x="892" y="891"/>
                  <a:pt x="894" y="890"/>
                </a:cubicBezTo>
                <a:cubicBezTo>
                  <a:pt x="894" y="886"/>
                  <a:pt x="895" y="887"/>
                  <a:pt x="894" y="884"/>
                </a:cubicBezTo>
                <a:cubicBezTo>
                  <a:pt x="896" y="884"/>
                  <a:pt x="896" y="882"/>
                  <a:pt x="898" y="883"/>
                </a:cubicBezTo>
                <a:cubicBezTo>
                  <a:pt x="899" y="878"/>
                  <a:pt x="900" y="875"/>
                  <a:pt x="907" y="875"/>
                </a:cubicBezTo>
                <a:cubicBezTo>
                  <a:pt x="907" y="880"/>
                  <a:pt x="918" y="877"/>
                  <a:pt x="921" y="875"/>
                </a:cubicBezTo>
                <a:cubicBezTo>
                  <a:pt x="920" y="878"/>
                  <a:pt x="922" y="877"/>
                  <a:pt x="922" y="880"/>
                </a:cubicBezTo>
                <a:cubicBezTo>
                  <a:pt x="917" y="882"/>
                  <a:pt x="911" y="884"/>
                  <a:pt x="907" y="887"/>
                </a:cubicBezTo>
                <a:cubicBezTo>
                  <a:pt x="910" y="892"/>
                  <a:pt x="901" y="894"/>
                  <a:pt x="905" y="895"/>
                </a:cubicBezTo>
                <a:cubicBezTo>
                  <a:pt x="908" y="897"/>
                  <a:pt x="912" y="888"/>
                  <a:pt x="915" y="891"/>
                </a:cubicBezTo>
                <a:cubicBezTo>
                  <a:pt x="914" y="892"/>
                  <a:pt x="914" y="895"/>
                  <a:pt x="910" y="894"/>
                </a:cubicBezTo>
                <a:cubicBezTo>
                  <a:pt x="910" y="899"/>
                  <a:pt x="907" y="900"/>
                  <a:pt x="905" y="902"/>
                </a:cubicBezTo>
                <a:cubicBezTo>
                  <a:pt x="890" y="902"/>
                  <a:pt x="885" y="920"/>
                  <a:pt x="867" y="920"/>
                </a:cubicBezTo>
                <a:cubicBezTo>
                  <a:pt x="862" y="931"/>
                  <a:pt x="850" y="930"/>
                  <a:pt x="842" y="938"/>
                </a:cubicBezTo>
                <a:cubicBezTo>
                  <a:pt x="840" y="935"/>
                  <a:pt x="842" y="932"/>
                  <a:pt x="841" y="931"/>
                </a:cubicBezTo>
                <a:cubicBezTo>
                  <a:pt x="839" y="932"/>
                  <a:pt x="836" y="932"/>
                  <a:pt x="834" y="934"/>
                </a:cubicBezTo>
                <a:cubicBezTo>
                  <a:pt x="834" y="932"/>
                  <a:pt x="834" y="931"/>
                  <a:pt x="835" y="930"/>
                </a:cubicBezTo>
                <a:cubicBezTo>
                  <a:pt x="817" y="937"/>
                  <a:pt x="804" y="949"/>
                  <a:pt x="786" y="956"/>
                </a:cubicBezTo>
                <a:cubicBezTo>
                  <a:pt x="784" y="961"/>
                  <a:pt x="780" y="961"/>
                  <a:pt x="780" y="970"/>
                </a:cubicBezTo>
                <a:cubicBezTo>
                  <a:pt x="772" y="973"/>
                  <a:pt x="770" y="981"/>
                  <a:pt x="758" y="980"/>
                </a:cubicBezTo>
                <a:cubicBezTo>
                  <a:pt x="758" y="979"/>
                  <a:pt x="759" y="979"/>
                  <a:pt x="758" y="978"/>
                </a:cubicBezTo>
                <a:cubicBezTo>
                  <a:pt x="752" y="979"/>
                  <a:pt x="747" y="981"/>
                  <a:pt x="745" y="986"/>
                </a:cubicBezTo>
                <a:cubicBezTo>
                  <a:pt x="757" y="988"/>
                  <a:pt x="766" y="979"/>
                  <a:pt x="775" y="982"/>
                </a:cubicBezTo>
                <a:cubicBezTo>
                  <a:pt x="763" y="989"/>
                  <a:pt x="745" y="993"/>
                  <a:pt x="732" y="996"/>
                </a:cubicBezTo>
                <a:cubicBezTo>
                  <a:pt x="733" y="1004"/>
                  <a:pt x="741" y="997"/>
                  <a:pt x="744" y="1003"/>
                </a:cubicBezTo>
                <a:cubicBezTo>
                  <a:pt x="743" y="1006"/>
                  <a:pt x="740" y="1005"/>
                  <a:pt x="740" y="1007"/>
                </a:cubicBezTo>
                <a:cubicBezTo>
                  <a:pt x="749" y="1008"/>
                  <a:pt x="755" y="1006"/>
                  <a:pt x="763" y="1002"/>
                </a:cubicBezTo>
                <a:cubicBezTo>
                  <a:pt x="760" y="1001"/>
                  <a:pt x="753" y="1005"/>
                  <a:pt x="750" y="1004"/>
                </a:cubicBezTo>
                <a:cubicBezTo>
                  <a:pt x="756" y="999"/>
                  <a:pt x="766" y="991"/>
                  <a:pt x="779" y="993"/>
                </a:cubicBezTo>
                <a:cubicBezTo>
                  <a:pt x="775" y="998"/>
                  <a:pt x="768" y="999"/>
                  <a:pt x="763" y="1002"/>
                </a:cubicBezTo>
                <a:cubicBezTo>
                  <a:pt x="772" y="1003"/>
                  <a:pt x="779" y="997"/>
                  <a:pt x="786" y="1000"/>
                </a:cubicBezTo>
                <a:cubicBezTo>
                  <a:pt x="785" y="1001"/>
                  <a:pt x="782" y="1000"/>
                  <a:pt x="783" y="1003"/>
                </a:cubicBezTo>
                <a:cubicBezTo>
                  <a:pt x="788" y="1006"/>
                  <a:pt x="793" y="1003"/>
                  <a:pt x="796" y="1000"/>
                </a:cubicBezTo>
                <a:cubicBezTo>
                  <a:pt x="805" y="1002"/>
                  <a:pt x="811" y="993"/>
                  <a:pt x="819" y="992"/>
                </a:cubicBezTo>
                <a:cubicBezTo>
                  <a:pt x="820" y="993"/>
                  <a:pt x="815" y="995"/>
                  <a:pt x="819" y="995"/>
                </a:cubicBezTo>
                <a:cubicBezTo>
                  <a:pt x="826" y="990"/>
                  <a:pt x="837" y="988"/>
                  <a:pt x="842" y="980"/>
                </a:cubicBezTo>
                <a:cubicBezTo>
                  <a:pt x="850" y="982"/>
                  <a:pt x="856" y="974"/>
                  <a:pt x="865" y="973"/>
                </a:cubicBezTo>
                <a:cubicBezTo>
                  <a:pt x="865" y="968"/>
                  <a:pt x="869" y="966"/>
                  <a:pt x="873" y="968"/>
                </a:cubicBezTo>
                <a:cubicBezTo>
                  <a:pt x="883" y="961"/>
                  <a:pt x="891" y="949"/>
                  <a:pt x="902" y="951"/>
                </a:cubicBezTo>
                <a:cubicBezTo>
                  <a:pt x="903" y="949"/>
                  <a:pt x="901" y="949"/>
                  <a:pt x="902" y="946"/>
                </a:cubicBezTo>
                <a:cubicBezTo>
                  <a:pt x="907" y="945"/>
                  <a:pt x="912" y="942"/>
                  <a:pt x="915" y="937"/>
                </a:cubicBezTo>
                <a:cubicBezTo>
                  <a:pt x="912" y="934"/>
                  <a:pt x="916" y="932"/>
                  <a:pt x="913" y="930"/>
                </a:cubicBezTo>
                <a:cubicBezTo>
                  <a:pt x="916" y="928"/>
                  <a:pt x="921" y="930"/>
                  <a:pt x="924" y="929"/>
                </a:cubicBezTo>
                <a:cubicBezTo>
                  <a:pt x="926" y="926"/>
                  <a:pt x="928" y="926"/>
                  <a:pt x="930" y="928"/>
                </a:cubicBezTo>
                <a:cubicBezTo>
                  <a:pt x="932" y="927"/>
                  <a:pt x="930" y="922"/>
                  <a:pt x="933" y="922"/>
                </a:cubicBezTo>
                <a:cubicBezTo>
                  <a:pt x="937" y="926"/>
                  <a:pt x="945" y="919"/>
                  <a:pt x="950" y="922"/>
                </a:cubicBezTo>
                <a:cubicBezTo>
                  <a:pt x="948" y="924"/>
                  <a:pt x="950" y="925"/>
                  <a:pt x="950" y="928"/>
                </a:cubicBezTo>
                <a:cubicBezTo>
                  <a:pt x="934" y="942"/>
                  <a:pt x="916" y="951"/>
                  <a:pt x="897" y="965"/>
                </a:cubicBezTo>
                <a:cubicBezTo>
                  <a:pt x="897" y="966"/>
                  <a:pt x="897" y="966"/>
                  <a:pt x="897" y="967"/>
                </a:cubicBezTo>
                <a:cubicBezTo>
                  <a:pt x="892" y="974"/>
                  <a:pt x="883" y="986"/>
                  <a:pt x="872" y="989"/>
                </a:cubicBezTo>
                <a:cubicBezTo>
                  <a:pt x="870" y="988"/>
                  <a:pt x="870" y="986"/>
                  <a:pt x="869" y="985"/>
                </a:cubicBezTo>
                <a:cubicBezTo>
                  <a:pt x="864" y="985"/>
                  <a:pt x="860" y="993"/>
                  <a:pt x="856" y="992"/>
                </a:cubicBezTo>
                <a:cubicBezTo>
                  <a:pt x="857" y="989"/>
                  <a:pt x="856" y="988"/>
                  <a:pt x="857" y="986"/>
                </a:cubicBezTo>
                <a:cubicBezTo>
                  <a:pt x="860" y="985"/>
                  <a:pt x="865" y="982"/>
                  <a:pt x="864" y="979"/>
                </a:cubicBezTo>
                <a:cubicBezTo>
                  <a:pt x="859" y="984"/>
                  <a:pt x="851" y="986"/>
                  <a:pt x="848" y="993"/>
                </a:cubicBezTo>
                <a:cubicBezTo>
                  <a:pt x="849" y="993"/>
                  <a:pt x="850" y="993"/>
                  <a:pt x="850" y="994"/>
                </a:cubicBezTo>
                <a:cubicBezTo>
                  <a:pt x="847" y="998"/>
                  <a:pt x="841" y="1002"/>
                  <a:pt x="837" y="998"/>
                </a:cubicBezTo>
                <a:cubicBezTo>
                  <a:pt x="831" y="1003"/>
                  <a:pt x="830" y="1011"/>
                  <a:pt x="820" y="1013"/>
                </a:cubicBezTo>
                <a:cubicBezTo>
                  <a:pt x="822" y="1009"/>
                  <a:pt x="818" y="1008"/>
                  <a:pt x="817" y="1005"/>
                </a:cubicBezTo>
                <a:cubicBezTo>
                  <a:pt x="819" y="1002"/>
                  <a:pt x="822" y="1003"/>
                  <a:pt x="824" y="1000"/>
                </a:cubicBezTo>
                <a:cubicBezTo>
                  <a:pt x="812" y="1004"/>
                  <a:pt x="801" y="1008"/>
                  <a:pt x="792" y="1014"/>
                </a:cubicBezTo>
                <a:cubicBezTo>
                  <a:pt x="792" y="1015"/>
                  <a:pt x="793" y="1014"/>
                  <a:pt x="793" y="1015"/>
                </a:cubicBezTo>
                <a:cubicBezTo>
                  <a:pt x="792" y="1017"/>
                  <a:pt x="790" y="1015"/>
                  <a:pt x="789" y="1017"/>
                </a:cubicBezTo>
                <a:cubicBezTo>
                  <a:pt x="790" y="1019"/>
                  <a:pt x="792" y="1016"/>
                  <a:pt x="792" y="1018"/>
                </a:cubicBezTo>
                <a:cubicBezTo>
                  <a:pt x="783" y="1025"/>
                  <a:pt x="767" y="1026"/>
                  <a:pt x="761" y="1036"/>
                </a:cubicBezTo>
                <a:cubicBezTo>
                  <a:pt x="763" y="1038"/>
                  <a:pt x="769" y="1037"/>
                  <a:pt x="768" y="1042"/>
                </a:cubicBezTo>
                <a:cubicBezTo>
                  <a:pt x="779" y="1041"/>
                  <a:pt x="788" y="1040"/>
                  <a:pt x="794" y="1035"/>
                </a:cubicBezTo>
                <a:cubicBezTo>
                  <a:pt x="798" y="1035"/>
                  <a:pt x="799" y="1037"/>
                  <a:pt x="802" y="1037"/>
                </a:cubicBezTo>
                <a:cubicBezTo>
                  <a:pt x="802" y="1034"/>
                  <a:pt x="804" y="1033"/>
                  <a:pt x="806" y="1032"/>
                </a:cubicBezTo>
                <a:cubicBezTo>
                  <a:pt x="824" y="1025"/>
                  <a:pt x="848" y="1021"/>
                  <a:pt x="863" y="1014"/>
                </a:cubicBezTo>
                <a:cubicBezTo>
                  <a:pt x="860" y="1017"/>
                  <a:pt x="862" y="1026"/>
                  <a:pt x="863" y="1029"/>
                </a:cubicBezTo>
                <a:cubicBezTo>
                  <a:pt x="866" y="1029"/>
                  <a:pt x="869" y="1028"/>
                  <a:pt x="871" y="1030"/>
                </a:cubicBezTo>
                <a:cubicBezTo>
                  <a:pt x="868" y="1041"/>
                  <a:pt x="855" y="1041"/>
                  <a:pt x="850" y="1049"/>
                </a:cubicBezTo>
                <a:cubicBezTo>
                  <a:pt x="845" y="1047"/>
                  <a:pt x="843" y="1048"/>
                  <a:pt x="836" y="1048"/>
                </a:cubicBezTo>
                <a:cubicBezTo>
                  <a:pt x="836" y="1050"/>
                  <a:pt x="834" y="1050"/>
                  <a:pt x="836" y="1052"/>
                </a:cubicBezTo>
                <a:cubicBezTo>
                  <a:pt x="830" y="1054"/>
                  <a:pt x="827" y="1059"/>
                  <a:pt x="823" y="1062"/>
                </a:cubicBezTo>
                <a:cubicBezTo>
                  <a:pt x="822" y="1061"/>
                  <a:pt x="822" y="1060"/>
                  <a:pt x="821" y="1059"/>
                </a:cubicBezTo>
                <a:cubicBezTo>
                  <a:pt x="818" y="1061"/>
                  <a:pt x="814" y="1063"/>
                  <a:pt x="810" y="1064"/>
                </a:cubicBezTo>
                <a:cubicBezTo>
                  <a:pt x="809" y="1063"/>
                  <a:pt x="807" y="1062"/>
                  <a:pt x="807" y="1060"/>
                </a:cubicBezTo>
                <a:cubicBezTo>
                  <a:pt x="805" y="1062"/>
                  <a:pt x="799" y="1060"/>
                  <a:pt x="798" y="1064"/>
                </a:cubicBezTo>
                <a:cubicBezTo>
                  <a:pt x="802" y="1065"/>
                  <a:pt x="806" y="1058"/>
                  <a:pt x="807" y="1064"/>
                </a:cubicBezTo>
                <a:cubicBezTo>
                  <a:pt x="803" y="1066"/>
                  <a:pt x="796" y="1067"/>
                  <a:pt x="798" y="1071"/>
                </a:cubicBezTo>
                <a:cubicBezTo>
                  <a:pt x="819" y="1063"/>
                  <a:pt x="838" y="1060"/>
                  <a:pt x="856" y="1058"/>
                </a:cubicBezTo>
                <a:cubicBezTo>
                  <a:pt x="856" y="1061"/>
                  <a:pt x="852" y="1061"/>
                  <a:pt x="851" y="1063"/>
                </a:cubicBezTo>
                <a:cubicBezTo>
                  <a:pt x="856" y="1062"/>
                  <a:pt x="859" y="1060"/>
                  <a:pt x="862" y="1057"/>
                </a:cubicBezTo>
                <a:cubicBezTo>
                  <a:pt x="867" y="1060"/>
                  <a:pt x="875" y="1055"/>
                  <a:pt x="880" y="1051"/>
                </a:cubicBezTo>
                <a:cubicBezTo>
                  <a:pt x="878" y="1052"/>
                  <a:pt x="877" y="1052"/>
                  <a:pt x="876" y="1050"/>
                </a:cubicBezTo>
                <a:cubicBezTo>
                  <a:pt x="881" y="1049"/>
                  <a:pt x="884" y="1042"/>
                  <a:pt x="890" y="1046"/>
                </a:cubicBezTo>
                <a:cubicBezTo>
                  <a:pt x="888" y="1050"/>
                  <a:pt x="890" y="1049"/>
                  <a:pt x="889" y="1055"/>
                </a:cubicBezTo>
                <a:cubicBezTo>
                  <a:pt x="877" y="1057"/>
                  <a:pt x="865" y="1068"/>
                  <a:pt x="852" y="1068"/>
                </a:cubicBezTo>
                <a:cubicBezTo>
                  <a:pt x="842" y="1068"/>
                  <a:pt x="838" y="1076"/>
                  <a:pt x="831" y="1077"/>
                </a:cubicBezTo>
                <a:cubicBezTo>
                  <a:pt x="831" y="1077"/>
                  <a:pt x="830" y="1074"/>
                  <a:pt x="828" y="1074"/>
                </a:cubicBezTo>
                <a:cubicBezTo>
                  <a:pt x="824" y="1074"/>
                  <a:pt x="822" y="1077"/>
                  <a:pt x="819" y="1076"/>
                </a:cubicBezTo>
                <a:cubicBezTo>
                  <a:pt x="819" y="1079"/>
                  <a:pt x="817" y="1081"/>
                  <a:pt x="815" y="1081"/>
                </a:cubicBezTo>
                <a:cubicBezTo>
                  <a:pt x="814" y="1085"/>
                  <a:pt x="814" y="1085"/>
                  <a:pt x="815" y="1089"/>
                </a:cubicBezTo>
                <a:cubicBezTo>
                  <a:pt x="823" y="1091"/>
                  <a:pt x="832" y="1087"/>
                  <a:pt x="834" y="1079"/>
                </a:cubicBezTo>
                <a:cubicBezTo>
                  <a:pt x="861" y="1083"/>
                  <a:pt x="884" y="1069"/>
                  <a:pt x="907" y="1060"/>
                </a:cubicBezTo>
                <a:cubicBezTo>
                  <a:pt x="928" y="1059"/>
                  <a:pt x="939" y="1037"/>
                  <a:pt x="957" y="1031"/>
                </a:cubicBezTo>
                <a:cubicBezTo>
                  <a:pt x="948" y="1043"/>
                  <a:pt x="933" y="1049"/>
                  <a:pt x="923" y="1060"/>
                </a:cubicBezTo>
                <a:cubicBezTo>
                  <a:pt x="917" y="1059"/>
                  <a:pt x="907" y="1067"/>
                  <a:pt x="907" y="1071"/>
                </a:cubicBezTo>
                <a:cubicBezTo>
                  <a:pt x="907" y="1071"/>
                  <a:pt x="908" y="1070"/>
                  <a:pt x="908" y="1071"/>
                </a:cubicBezTo>
                <a:cubicBezTo>
                  <a:pt x="908" y="1074"/>
                  <a:pt x="907" y="1075"/>
                  <a:pt x="905" y="1075"/>
                </a:cubicBezTo>
                <a:cubicBezTo>
                  <a:pt x="903" y="1074"/>
                  <a:pt x="900" y="1072"/>
                  <a:pt x="898" y="1073"/>
                </a:cubicBezTo>
                <a:cubicBezTo>
                  <a:pt x="897" y="1075"/>
                  <a:pt x="896" y="1077"/>
                  <a:pt x="895" y="1079"/>
                </a:cubicBezTo>
                <a:cubicBezTo>
                  <a:pt x="896" y="1079"/>
                  <a:pt x="897" y="1079"/>
                  <a:pt x="898" y="1080"/>
                </a:cubicBezTo>
                <a:cubicBezTo>
                  <a:pt x="894" y="1083"/>
                  <a:pt x="888" y="1085"/>
                  <a:pt x="886" y="1090"/>
                </a:cubicBezTo>
                <a:cubicBezTo>
                  <a:pt x="896" y="1098"/>
                  <a:pt x="911" y="1088"/>
                  <a:pt x="919" y="1081"/>
                </a:cubicBezTo>
                <a:cubicBezTo>
                  <a:pt x="915" y="1080"/>
                  <a:pt x="912" y="1084"/>
                  <a:pt x="911" y="1081"/>
                </a:cubicBezTo>
                <a:cubicBezTo>
                  <a:pt x="916" y="1069"/>
                  <a:pt x="924" y="1058"/>
                  <a:pt x="938" y="1055"/>
                </a:cubicBezTo>
                <a:cubicBezTo>
                  <a:pt x="938" y="1060"/>
                  <a:pt x="943" y="1058"/>
                  <a:pt x="942" y="1062"/>
                </a:cubicBezTo>
                <a:cubicBezTo>
                  <a:pt x="944" y="1062"/>
                  <a:pt x="945" y="1060"/>
                  <a:pt x="946" y="1059"/>
                </a:cubicBezTo>
                <a:cubicBezTo>
                  <a:pt x="947" y="1062"/>
                  <a:pt x="949" y="1062"/>
                  <a:pt x="952" y="1062"/>
                </a:cubicBezTo>
                <a:cubicBezTo>
                  <a:pt x="953" y="1049"/>
                  <a:pt x="969" y="1052"/>
                  <a:pt x="975" y="1043"/>
                </a:cubicBezTo>
                <a:cubicBezTo>
                  <a:pt x="975" y="1042"/>
                  <a:pt x="974" y="1041"/>
                  <a:pt x="974" y="1040"/>
                </a:cubicBezTo>
                <a:cubicBezTo>
                  <a:pt x="978" y="1037"/>
                  <a:pt x="983" y="1036"/>
                  <a:pt x="986" y="1034"/>
                </a:cubicBezTo>
                <a:cubicBezTo>
                  <a:pt x="983" y="1034"/>
                  <a:pt x="986" y="1031"/>
                  <a:pt x="985" y="1031"/>
                </a:cubicBezTo>
                <a:cubicBezTo>
                  <a:pt x="981" y="1035"/>
                  <a:pt x="976" y="1038"/>
                  <a:pt x="972" y="1041"/>
                </a:cubicBezTo>
                <a:cubicBezTo>
                  <a:pt x="970" y="1041"/>
                  <a:pt x="970" y="1039"/>
                  <a:pt x="970" y="1037"/>
                </a:cubicBezTo>
                <a:cubicBezTo>
                  <a:pt x="980" y="1033"/>
                  <a:pt x="986" y="1021"/>
                  <a:pt x="994" y="1016"/>
                </a:cubicBezTo>
                <a:cubicBezTo>
                  <a:pt x="994" y="1021"/>
                  <a:pt x="993" y="1021"/>
                  <a:pt x="993" y="1024"/>
                </a:cubicBezTo>
                <a:cubicBezTo>
                  <a:pt x="996" y="1026"/>
                  <a:pt x="999" y="1026"/>
                  <a:pt x="1003" y="1024"/>
                </a:cubicBezTo>
                <a:cubicBezTo>
                  <a:pt x="1003" y="1025"/>
                  <a:pt x="1002" y="1027"/>
                  <a:pt x="1003" y="1027"/>
                </a:cubicBezTo>
                <a:cubicBezTo>
                  <a:pt x="1007" y="1024"/>
                  <a:pt x="1010" y="1020"/>
                  <a:pt x="1016" y="1020"/>
                </a:cubicBezTo>
                <a:cubicBezTo>
                  <a:pt x="1016" y="1017"/>
                  <a:pt x="1015" y="1017"/>
                  <a:pt x="1015" y="1014"/>
                </a:cubicBezTo>
                <a:cubicBezTo>
                  <a:pt x="1016" y="1013"/>
                  <a:pt x="1022" y="1015"/>
                  <a:pt x="1020" y="1013"/>
                </a:cubicBezTo>
                <a:cubicBezTo>
                  <a:pt x="1019" y="1013"/>
                  <a:pt x="1019" y="1013"/>
                  <a:pt x="1018" y="1014"/>
                </a:cubicBezTo>
                <a:cubicBezTo>
                  <a:pt x="1018" y="1012"/>
                  <a:pt x="1018" y="1010"/>
                  <a:pt x="1017" y="1009"/>
                </a:cubicBezTo>
                <a:cubicBezTo>
                  <a:pt x="1023" y="1007"/>
                  <a:pt x="1026" y="998"/>
                  <a:pt x="1033" y="1000"/>
                </a:cubicBezTo>
                <a:cubicBezTo>
                  <a:pt x="1038" y="990"/>
                  <a:pt x="1044" y="979"/>
                  <a:pt x="1052" y="972"/>
                </a:cubicBezTo>
                <a:cubicBezTo>
                  <a:pt x="1051" y="979"/>
                  <a:pt x="1048" y="982"/>
                  <a:pt x="1047" y="989"/>
                </a:cubicBezTo>
                <a:cubicBezTo>
                  <a:pt x="1051" y="988"/>
                  <a:pt x="1052" y="985"/>
                  <a:pt x="1052" y="989"/>
                </a:cubicBezTo>
                <a:cubicBezTo>
                  <a:pt x="1053" y="988"/>
                  <a:pt x="1053" y="986"/>
                  <a:pt x="1052" y="985"/>
                </a:cubicBezTo>
                <a:cubicBezTo>
                  <a:pt x="1055" y="984"/>
                  <a:pt x="1055" y="983"/>
                  <a:pt x="1056" y="983"/>
                </a:cubicBezTo>
                <a:cubicBezTo>
                  <a:pt x="1055" y="980"/>
                  <a:pt x="1059" y="975"/>
                  <a:pt x="1060" y="972"/>
                </a:cubicBezTo>
                <a:cubicBezTo>
                  <a:pt x="1061" y="972"/>
                  <a:pt x="1063" y="973"/>
                  <a:pt x="1063" y="975"/>
                </a:cubicBezTo>
                <a:cubicBezTo>
                  <a:pt x="1061" y="975"/>
                  <a:pt x="1062" y="973"/>
                  <a:pt x="1060" y="972"/>
                </a:cubicBezTo>
                <a:cubicBezTo>
                  <a:pt x="1061" y="977"/>
                  <a:pt x="1059" y="979"/>
                  <a:pt x="1059" y="982"/>
                </a:cubicBezTo>
                <a:cubicBezTo>
                  <a:pt x="1059" y="981"/>
                  <a:pt x="1060" y="980"/>
                  <a:pt x="1061" y="979"/>
                </a:cubicBezTo>
                <a:cubicBezTo>
                  <a:pt x="1061" y="981"/>
                  <a:pt x="1063" y="980"/>
                  <a:pt x="1063" y="981"/>
                </a:cubicBezTo>
                <a:cubicBezTo>
                  <a:pt x="1063" y="986"/>
                  <a:pt x="1059" y="985"/>
                  <a:pt x="1059" y="990"/>
                </a:cubicBezTo>
                <a:cubicBezTo>
                  <a:pt x="1063" y="989"/>
                  <a:pt x="1063" y="994"/>
                  <a:pt x="1064" y="990"/>
                </a:cubicBezTo>
                <a:cubicBezTo>
                  <a:pt x="1062" y="990"/>
                  <a:pt x="1066" y="984"/>
                  <a:pt x="1068" y="982"/>
                </a:cubicBezTo>
                <a:cubicBezTo>
                  <a:pt x="1065" y="975"/>
                  <a:pt x="1077" y="965"/>
                  <a:pt x="1070" y="958"/>
                </a:cubicBezTo>
                <a:cubicBezTo>
                  <a:pt x="1073" y="958"/>
                  <a:pt x="1074" y="956"/>
                  <a:pt x="1076" y="955"/>
                </a:cubicBezTo>
                <a:cubicBezTo>
                  <a:pt x="1078" y="958"/>
                  <a:pt x="1073" y="959"/>
                  <a:pt x="1076" y="961"/>
                </a:cubicBezTo>
                <a:cubicBezTo>
                  <a:pt x="1078" y="958"/>
                  <a:pt x="1084" y="947"/>
                  <a:pt x="1078" y="949"/>
                </a:cubicBezTo>
                <a:cubicBezTo>
                  <a:pt x="1083" y="940"/>
                  <a:pt x="1093" y="930"/>
                  <a:pt x="1096" y="919"/>
                </a:cubicBezTo>
                <a:cubicBezTo>
                  <a:pt x="1096" y="917"/>
                  <a:pt x="1093" y="918"/>
                  <a:pt x="1094" y="915"/>
                </a:cubicBezTo>
                <a:cubicBezTo>
                  <a:pt x="1096" y="914"/>
                  <a:pt x="1096" y="915"/>
                  <a:pt x="1098" y="916"/>
                </a:cubicBezTo>
                <a:cubicBezTo>
                  <a:pt x="1103" y="908"/>
                  <a:pt x="1105" y="898"/>
                  <a:pt x="1112" y="890"/>
                </a:cubicBezTo>
                <a:cubicBezTo>
                  <a:pt x="1115" y="886"/>
                  <a:pt x="1120" y="884"/>
                  <a:pt x="1123" y="880"/>
                </a:cubicBezTo>
                <a:cubicBezTo>
                  <a:pt x="1126" y="875"/>
                  <a:pt x="1127" y="869"/>
                  <a:pt x="1130" y="863"/>
                </a:cubicBezTo>
                <a:cubicBezTo>
                  <a:pt x="1130" y="860"/>
                  <a:pt x="1129" y="861"/>
                  <a:pt x="1129" y="857"/>
                </a:cubicBezTo>
                <a:cubicBezTo>
                  <a:pt x="1133" y="851"/>
                  <a:pt x="1132" y="840"/>
                  <a:pt x="1138" y="837"/>
                </a:cubicBezTo>
                <a:cubicBezTo>
                  <a:pt x="1141" y="838"/>
                  <a:pt x="1142" y="839"/>
                  <a:pt x="1145" y="840"/>
                </a:cubicBezTo>
                <a:cubicBezTo>
                  <a:pt x="1149" y="837"/>
                  <a:pt x="1150" y="832"/>
                  <a:pt x="1151" y="825"/>
                </a:cubicBezTo>
                <a:cubicBezTo>
                  <a:pt x="1160" y="821"/>
                  <a:pt x="1164" y="803"/>
                  <a:pt x="1162" y="793"/>
                </a:cubicBezTo>
                <a:cubicBezTo>
                  <a:pt x="1172" y="758"/>
                  <a:pt x="1190" y="721"/>
                  <a:pt x="1198" y="684"/>
                </a:cubicBezTo>
                <a:cubicBezTo>
                  <a:pt x="1198" y="684"/>
                  <a:pt x="1198" y="684"/>
                  <a:pt x="1198" y="684"/>
                </a:cubicBezTo>
                <a:cubicBezTo>
                  <a:pt x="1195" y="673"/>
                  <a:pt x="1199" y="661"/>
                  <a:pt x="1199" y="650"/>
                </a:cubicBezTo>
                <a:cubicBezTo>
                  <a:pt x="1205" y="641"/>
                  <a:pt x="1206" y="626"/>
                  <a:pt x="1207" y="611"/>
                </a:cubicBezTo>
                <a:cubicBezTo>
                  <a:pt x="1208" y="590"/>
                  <a:pt x="1216" y="561"/>
                  <a:pt x="1210" y="547"/>
                </a:cubicBezTo>
                <a:close/>
                <a:moveTo>
                  <a:pt x="333" y="143"/>
                </a:moveTo>
                <a:cubicBezTo>
                  <a:pt x="333" y="140"/>
                  <a:pt x="333" y="139"/>
                  <a:pt x="334" y="138"/>
                </a:cubicBezTo>
                <a:cubicBezTo>
                  <a:pt x="335" y="138"/>
                  <a:pt x="335" y="139"/>
                  <a:pt x="336" y="139"/>
                </a:cubicBezTo>
                <a:cubicBezTo>
                  <a:pt x="336" y="141"/>
                  <a:pt x="336" y="143"/>
                  <a:pt x="333" y="143"/>
                </a:cubicBezTo>
                <a:close/>
                <a:moveTo>
                  <a:pt x="338" y="89"/>
                </a:moveTo>
                <a:cubicBezTo>
                  <a:pt x="336" y="97"/>
                  <a:pt x="326" y="96"/>
                  <a:pt x="324" y="104"/>
                </a:cubicBezTo>
                <a:cubicBezTo>
                  <a:pt x="320" y="105"/>
                  <a:pt x="321" y="100"/>
                  <a:pt x="319" y="99"/>
                </a:cubicBezTo>
                <a:cubicBezTo>
                  <a:pt x="324" y="94"/>
                  <a:pt x="330" y="91"/>
                  <a:pt x="338" y="89"/>
                </a:cubicBezTo>
                <a:close/>
                <a:moveTo>
                  <a:pt x="317" y="100"/>
                </a:moveTo>
                <a:cubicBezTo>
                  <a:pt x="315" y="104"/>
                  <a:pt x="312" y="107"/>
                  <a:pt x="307" y="107"/>
                </a:cubicBezTo>
                <a:cubicBezTo>
                  <a:pt x="307" y="102"/>
                  <a:pt x="313" y="102"/>
                  <a:pt x="317" y="100"/>
                </a:cubicBezTo>
                <a:close/>
                <a:moveTo>
                  <a:pt x="288" y="149"/>
                </a:moveTo>
                <a:cubicBezTo>
                  <a:pt x="287" y="151"/>
                  <a:pt x="286" y="153"/>
                  <a:pt x="284" y="155"/>
                </a:cubicBezTo>
                <a:cubicBezTo>
                  <a:pt x="282" y="152"/>
                  <a:pt x="286" y="149"/>
                  <a:pt x="288" y="149"/>
                </a:cubicBezTo>
                <a:close/>
                <a:moveTo>
                  <a:pt x="283" y="85"/>
                </a:moveTo>
                <a:cubicBezTo>
                  <a:pt x="285" y="85"/>
                  <a:pt x="286" y="85"/>
                  <a:pt x="287" y="86"/>
                </a:cubicBezTo>
                <a:cubicBezTo>
                  <a:pt x="287" y="88"/>
                  <a:pt x="285" y="89"/>
                  <a:pt x="283" y="89"/>
                </a:cubicBezTo>
                <a:cubicBezTo>
                  <a:pt x="281" y="87"/>
                  <a:pt x="283" y="87"/>
                  <a:pt x="283" y="85"/>
                </a:cubicBezTo>
                <a:close/>
                <a:moveTo>
                  <a:pt x="266" y="149"/>
                </a:moveTo>
                <a:cubicBezTo>
                  <a:pt x="261" y="156"/>
                  <a:pt x="256" y="162"/>
                  <a:pt x="248" y="167"/>
                </a:cubicBezTo>
                <a:cubicBezTo>
                  <a:pt x="252" y="159"/>
                  <a:pt x="258" y="148"/>
                  <a:pt x="266" y="149"/>
                </a:cubicBezTo>
                <a:close/>
                <a:moveTo>
                  <a:pt x="239" y="138"/>
                </a:moveTo>
                <a:cubicBezTo>
                  <a:pt x="238" y="139"/>
                  <a:pt x="238" y="141"/>
                  <a:pt x="235" y="142"/>
                </a:cubicBezTo>
                <a:cubicBezTo>
                  <a:pt x="236" y="139"/>
                  <a:pt x="237" y="136"/>
                  <a:pt x="239" y="138"/>
                </a:cubicBezTo>
                <a:close/>
                <a:moveTo>
                  <a:pt x="235" y="142"/>
                </a:moveTo>
                <a:cubicBezTo>
                  <a:pt x="235" y="145"/>
                  <a:pt x="233" y="145"/>
                  <a:pt x="230" y="146"/>
                </a:cubicBezTo>
                <a:cubicBezTo>
                  <a:pt x="231" y="143"/>
                  <a:pt x="232" y="142"/>
                  <a:pt x="235" y="142"/>
                </a:cubicBezTo>
                <a:close/>
                <a:moveTo>
                  <a:pt x="94" y="318"/>
                </a:moveTo>
                <a:cubicBezTo>
                  <a:pt x="92" y="310"/>
                  <a:pt x="97" y="308"/>
                  <a:pt x="94" y="318"/>
                </a:cubicBezTo>
                <a:close/>
                <a:moveTo>
                  <a:pt x="60" y="460"/>
                </a:moveTo>
                <a:cubicBezTo>
                  <a:pt x="57" y="459"/>
                  <a:pt x="58" y="456"/>
                  <a:pt x="59" y="454"/>
                </a:cubicBezTo>
                <a:cubicBezTo>
                  <a:pt x="61" y="454"/>
                  <a:pt x="60" y="458"/>
                  <a:pt x="60" y="460"/>
                </a:cubicBezTo>
                <a:close/>
                <a:moveTo>
                  <a:pt x="83" y="370"/>
                </a:moveTo>
                <a:cubicBezTo>
                  <a:pt x="74" y="366"/>
                  <a:pt x="87" y="358"/>
                  <a:pt x="87" y="352"/>
                </a:cubicBezTo>
                <a:cubicBezTo>
                  <a:pt x="88" y="357"/>
                  <a:pt x="85" y="366"/>
                  <a:pt x="83" y="370"/>
                </a:cubicBezTo>
                <a:close/>
                <a:moveTo>
                  <a:pt x="131" y="236"/>
                </a:moveTo>
                <a:cubicBezTo>
                  <a:pt x="131" y="239"/>
                  <a:pt x="128" y="240"/>
                  <a:pt x="126" y="242"/>
                </a:cubicBezTo>
                <a:cubicBezTo>
                  <a:pt x="124" y="239"/>
                  <a:pt x="128" y="236"/>
                  <a:pt x="131" y="236"/>
                </a:cubicBezTo>
                <a:close/>
                <a:moveTo>
                  <a:pt x="138" y="242"/>
                </a:moveTo>
                <a:cubicBezTo>
                  <a:pt x="140" y="246"/>
                  <a:pt x="134" y="248"/>
                  <a:pt x="134" y="253"/>
                </a:cubicBezTo>
                <a:cubicBezTo>
                  <a:pt x="132" y="252"/>
                  <a:pt x="132" y="254"/>
                  <a:pt x="130" y="254"/>
                </a:cubicBezTo>
                <a:cubicBezTo>
                  <a:pt x="132" y="260"/>
                  <a:pt x="127" y="265"/>
                  <a:pt x="123" y="269"/>
                </a:cubicBezTo>
                <a:cubicBezTo>
                  <a:pt x="124" y="260"/>
                  <a:pt x="126" y="262"/>
                  <a:pt x="126" y="256"/>
                </a:cubicBezTo>
                <a:cubicBezTo>
                  <a:pt x="124" y="255"/>
                  <a:pt x="125" y="258"/>
                  <a:pt x="123" y="258"/>
                </a:cubicBezTo>
                <a:cubicBezTo>
                  <a:pt x="120" y="259"/>
                  <a:pt x="121" y="256"/>
                  <a:pt x="118" y="256"/>
                </a:cubicBezTo>
                <a:cubicBezTo>
                  <a:pt x="121" y="245"/>
                  <a:pt x="130" y="247"/>
                  <a:pt x="138" y="242"/>
                </a:cubicBezTo>
                <a:close/>
                <a:moveTo>
                  <a:pt x="119" y="283"/>
                </a:moveTo>
                <a:cubicBezTo>
                  <a:pt x="118" y="278"/>
                  <a:pt x="125" y="274"/>
                  <a:pt x="127" y="270"/>
                </a:cubicBezTo>
                <a:cubicBezTo>
                  <a:pt x="128" y="274"/>
                  <a:pt x="123" y="281"/>
                  <a:pt x="119" y="283"/>
                </a:cubicBezTo>
                <a:close/>
                <a:moveTo>
                  <a:pt x="114" y="287"/>
                </a:moveTo>
                <a:cubicBezTo>
                  <a:pt x="116" y="288"/>
                  <a:pt x="115" y="293"/>
                  <a:pt x="113" y="291"/>
                </a:cubicBezTo>
                <a:cubicBezTo>
                  <a:pt x="112" y="289"/>
                  <a:pt x="114" y="289"/>
                  <a:pt x="114" y="287"/>
                </a:cubicBezTo>
                <a:close/>
                <a:moveTo>
                  <a:pt x="101" y="389"/>
                </a:moveTo>
                <a:cubicBezTo>
                  <a:pt x="103" y="390"/>
                  <a:pt x="102" y="395"/>
                  <a:pt x="100" y="395"/>
                </a:cubicBezTo>
                <a:cubicBezTo>
                  <a:pt x="99" y="392"/>
                  <a:pt x="100" y="391"/>
                  <a:pt x="101" y="389"/>
                </a:cubicBezTo>
                <a:close/>
                <a:moveTo>
                  <a:pt x="93" y="334"/>
                </a:moveTo>
                <a:cubicBezTo>
                  <a:pt x="94" y="334"/>
                  <a:pt x="94" y="335"/>
                  <a:pt x="95" y="335"/>
                </a:cubicBezTo>
                <a:cubicBezTo>
                  <a:pt x="96" y="338"/>
                  <a:pt x="94" y="337"/>
                  <a:pt x="94" y="339"/>
                </a:cubicBezTo>
                <a:cubicBezTo>
                  <a:pt x="92" y="339"/>
                  <a:pt x="92" y="336"/>
                  <a:pt x="93" y="334"/>
                </a:cubicBezTo>
                <a:close/>
                <a:moveTo>
                  <a:pt x="100" y="417"/>
                </a:moveTo>
                <a:cubicBezTo>
                  <a:pt x="95" y="413"/>
                  <a:pt x="101" y="405"/>
                  <a:pt x="104" y="412"/>
                </a:cubicBezTo>
                <a:cubicBezTo>
                  <a:pt x="104" y="415"/>
                  <a:pt x="101" y="415"/>
                  <a:pt x="100" y="417"/>
                </a:cubicBezTo>
                <a:close/>
                <a:moveTo>
                  <a:pt x="96" y="414"/>
                </a:moveTo>
                <a:cubicBezTo>
                  <a:pt x="93" y="413"/>
                  <a:pt x="96" y="410"/>
                  <a:pt x="95" y="406"/>
                </a:cubicBezTo>
                <a:cubicBezTo>
                  <a:pt x="95" y="403"/>
                  <a:pt x="91" y="408"/>
                  <a:pt x="91" y="403"/>
                </a:cubicBezTo>
                <a:cubicBezTo>
                  <a:pt x="96" y="403"/>
                  <a:pt x="104" y="400"/>
                  <a:pt x="109" y="398"/>
                </a:cubicBezTo>
                <a:cubicBezTo>
                  <a:pt x="109" y="403"/>
                  <a:pt x="106" y="404"/>
                  <a:pt x="105" y="407"/>
                </a:cubicBezTo>
                <a:cubicBezTo>
                  <a:pt x="99" y="405"/>
                  <a:pt x="98" y="410"/>
                  <a:pt x="96" y="414"/>
                </a:cubicBezTo>
                <a:close/>
                <a:moveTo>
                  <a:pt x="112" y="482"/>
                </a:moveTo>
                <a:cubicBezTo>
                  <a:pt x="111" y="478"/>
                  <a:pt x="110" y="473"/>
                  <a:pt x="105" y="473"/>
                </a:cubicBezTo>
                <a:cubicBezTo>
                  <a:pt x="105" y="470"/>
                  <a:pt x="105" y="466"/>
                  <a:pt x="108" y="467"/>
                </a:cubicBezTo>
                <a:cubicBezTo>
                  <a:pt x="108" y="464"/>
                  <a:pt x="108" y="462"/>
                  <a:pt x="108" y="457"/>
                </a:cubicBezTo>
                <a:cubicBezTo>
                  <a:pt x="111" y="458"/>
                  <a:pt x="112" y="456"/>
                  <a:pt x="113" y="454"/>
                </a:cubicBezTo>
                <a:cubicBezTo>
                  <a:pt x="116" y="454"/>
                  <a:pt x="115" y="459"/>
                  <a:pt x="114" y="462"/>
                </a:cubicBezTo>
                <a:cubicBezTo>
                  <a:pt x="122" y="464"/>
                  <a:pt x="117" y="476"/>
                  <a:pt x="116" y="483"/>
                </a:cubicBezTo>
                <a:cubicBezTo>
                  <a:pt x="114" y="481"/>
                  <a:pt x="114" y="481"/>
                  <a:pt x="112" y="482"/>
                </a:cubicBezTo>
                <a:close/>
                <a:moveTo>
                  <a:pt x="117" y="492"/>
                </a:moveTo>
                <a:cubicBezTo>
                  <a:pt x="116" y="491"/>
                  <a:pt x="117" y="486"/>
                  <a:pt x="120" y="487"/>
                </a:cubicBezTo>
                <a:cubicBezTo>
                  <a:pt x="120" y="490"/>
                  <a:pt x="118" y="490"/>
                  <a:pt x="117" y="492"/>
                </a:cubicBezTo>
                <a:close/>
                <a:moveTo>
                  <a:pt x="121" y="484"/>
                </a:moveTo>
                <a:cubicBezTo>
                  <a:pt x="120" y="477"/>
                  <a:pt x="127" y="472"/>
                  <a:pt x="128" y="465"/>
                </a:cubicBezTo>
                <a:cubicBezTo>
                  <a:pt x="132" y="473"/>
                  <a:pt x="124" y="478"/>
                  <a:pt x="121" y="484"/>
                </a:cubicBezTo>
                <a:close/>
                <a:moveTo>
                  <a:pt x="116" y="427"/>
                </a:moveTo>
                <a:cubicBezTo>
                  <a:pt x="108" y="432"/>
                  <a:pt x="111" y="446"/>
                  <a:pt x="104" y="450"/>
                </a:cubicBezTo>
                <a:cubicBezTo>
                  <a:pt x="104" y="434"/>
                  <a:pt x="110" y="421"/>
                  <a:pt x="105" y="409"/>
                </a:cubicBezTo>
                <a:cubicBezTo>
                  <a:pt x="108" y="408"/>
                  <a:pt x="108" y="410"/>
                  <a:pt x="111" y="410"/>
                </a:cubicBezTo>
                <a:cubicBezTo>
                  <a:pt x="111" y="404"/>
                  <a:pt x="112" y="394"/>
                  <a:pt x="118" y="391"/>
                </a:cubicBezTo>
                <a:cubicBezTo>
                  <a:pt x="119" y="390"/>
                  <a:pt x="117" y="401"/>
                  <a:pt x="114" y="403"/>
                </a:cubicBezTo>
                <a:cubicBezTo>
                  <a:pt x="117" y="406"/>
                  <a:pt x="118" y="403"/>
                  <a:pt x="122" y="403"/>
                </a:cubicBezTo>
                <a:cubicBezTo>
                  <a:pt x="124" y="398"/>
                  <a:pt x="125" y="394"/>
                  <a:pt x="126" y="389"/>
                </a:cubicBezTo>
                <a:cubicBezTo>
                  <a:pt x="128" y="389"/>
                  <a:pt x="128" y="388"/>
                  <a:pt x="130" y="388"/>
                </a:cubicBezTo>
                <a:cubicBezTo>
                  <a:pt x="131" y="389"/>
                  <a:pt x="132" y="391"/>
                  <a:pt x="130" y="392"/>
                </a:cubicBezTo>
                <a:cubicBezTo>
                  <a:pt x="133" y="391"/>
                  <a:pt x="134" y="389"/>
                  <a:pt x="134" y="384"/>
                </a:cubicBezTo>
                <a:cubicBezTo>
                  <a:pt x="137" y="384"/>
                  <a:pt x="135" y="388"/>
                  <a:pt x="137" y="390"/>
                </a:cubicBezTo>
                <a:cubicBezTo>
                  <a:pt x="139" y="389"/>
                  <a:pt x="141" y="385"/>
                  <a:pt x="143" y="387"/>
                </a:cubicBezTo>
                <a:cubicBezTo>
                  <a:pt x="136" y="403"/>
                  <a:pt x="127" y="417"/>
                  <a:pt x="116" y="427"/>
                </a:cubicBezTo>
                <a:close/>
                <a:moveTo>
                  <a:pt x="136" y="234"/>
                </a:moveTo>
                <a:cubicBezTo>
                  <a:pt x="137" y="230"/>
                  <a:pt x="140" y="230"/>
                  <a:pt x="143" y="230"/>
                </a:cubicBezTo>
                <a:cubicBezTo>
                  <a:pt x="143" y="233"/>
                  <a:pt x="139" y="236"/>
                  <a:pt x="136" y="234"/>
                </a:cubicBezTo>
                <a:close/>
                <a:moveTo>
                  <a:pt x="134" y="568"/>
                </a:moveTo>
                <a:cubicBezTo>
                  <a:pt x="132" y="568"/>
                  <a:pt x="134" y="563"/>
                  <a:pt x="134" y="561"/>
                </a:cubicBezTo>
                <a:cubicBezTo>
                  <a:pt x="138" y="561"/>
                  <a:pt x="135" y="567"/>
                  <a:pt x="134" y="568"/>
                </a:cubicBezTo>
                <a:close/>
                <a:moveTo>
                  <a:pt x="151" y="219"/>
                </a:moveTo>
                <a:cubicBezTo>
                  <a:pt x="149" y="218"/>
                  <a:pt x="151" y="217"/>
                  <a:pt x="151" y="216"/>
                </a:cubicBezTo>
                <a:cubicBezTo>
                  <a:pt x="149" y="215"/>
                  <a:pt x="149" y="213"/>
                  <a:pt x="148" y="213"/>
                </a:cubicBezTo>
                <a:cubicBezTo>
                  <a:pt x="152" y="207"/>
                  <a:pt x="155" y="214"/>
                  <a:pt x="151" y="219"/>
                </a:cubicBezTo>
                <a:close/>
                <a:moveTo>
                  <a:pt x="144" y="225"/>
                </a:moveTo>
                <a:cubicBezTo>
                  <a:pt x="144" y="222"/>
                  <a:pt x="145" y="219"/>
                  <a:pt x="148" y="220"/>
                </a:cubicBezTo>
                <a:cubicBezTo>
                  <a:pt x="147" y="221"/>
                  <a:pt x="147" y="225"/>
                  <a:pt x="144" y="225"/>
                </a:cubicBezTo>
                <a:close/>
                <a:moveTo>
                  <a:pt x="149" y="482"/>
                </a:moveTo>
                <a:cubicBezTo>
                  <a:pt x="146" y="477"/>
                  <a:pt x="152" y="477"/>
                  <a:pt x="152" y="472"/>
                </a:cubicBezTo>
                <a:cubicBezTo>
                  <a:pt x="153" y="475"/>
                  <a:pt x="155" y="483"/>
                  <a:pt x="149" y="482"/>
                </a:cubicBezTo>
                <a:close/>
                <a:moveTo>
                  <a:pt x="152" y="236"/>
                </a:moveTo>
                <a:cubicBezTo>
                  <a:pt x="149" y="236"/>
                  <a:pt x="151" y="231"/>
                  <a:pt x="154" y="231"/>
                </a:cubicBezTo>
                <a:cubicBezTo>
                  <a:pt x="154" y="234"/>
                  <a:pt x="152" y="234"/>
                  <a:pt x="152" y="236"/>
                </a:cubicBezTo>
                <a:close/>
                <a:moveTo>
                  <a:pt x="192" y="197"/>
                </a:moveTo>
                <a:cubicBezTo>
                  <a:pt x="192" y="194"/>
                  <a:pt x="194" y="195"/>
                  <a:pt x="194" y="192"/>
                </a:cubicBezTo>
                <a:cubicBezTo>
                  <a:pt x="196" y="192"/>
                  <a:pt x="196" y="192"/>
                  <a:pt x="196" y="192"/>
                </a:cubicBezTo>
                <a:cubicBezTo>
                  <a:pt x="195" y="193"/>
                  <a:pt x="196" y="193"/>
                  <a:pt x="196" y="193"/>
                </a:cubicBezTo>
                <a:cubicBezTo>
                  <a:pt x="195" y="195"/>
                  <a:pt x="195" y="198"/>
                  <a:pt x="192" y="197"/>
                </a:cubicBezTo>
                <a:close/>
                <a:moveTo>
                  <a:pt x="192" y="191"/>
                </a:moveTo>
                <a:cubicBezTo>
                  <a:pt x="192" y="189"/>
                  <a:pt x="193" y="189"/>
                  <a:pt x="193" y="187"/>
                </a:cubicBezTo>
                <a:cubicBezTo>
                  <a:pt x="197" y="187"/>
                  <a:pt x="196" y="189"/>
                  <a:pt x="196" y="192"/>
                </a:cubicBezTo>
                <a:cubicBezTo>
                  <a:pt x="195" y="191"/>
                  <a:pt x="194" y="191"/>
                  <a:pt x="192" y="191"/>
                </a:cubicBezTo>
                <a:close/>
                <a:moveTo>
                  <a:pt x="217" y="156"/>
                </a:moveTo>
                <a:cubicBezTo>
                  <a:pt x="219" y="153"/>
                  <a:pt x="221" y="151"/>
                  <a:pt x="223" y="150"/>
                </a:cubicBezTo>
                <a:cubicBezTo>
                  <a:pt x="224" y="153"/>
                  <a:pt x="221" y="157"/>
                  <a:pt x="223" y="160"/>
                </a:cubicBezTo>
                <a:cubicBezTo>
                  <a:pt x="216" y="160"/>
                  <a:pt x="218" y="174"/>
                  <a:pt x="210" y="171"/>
                </a:cubicBezTo>
                <a:cubicBezTo>
                  <a:pt x="212" y="166"/>
                  <a:pt x="216" y="163"/>
                  <a:pt x="219" y="160"/>
                </a:cubicBezTo>
                <a:cubicBezTo>
                  <a:pt x="220" y="157"/>
                  <a:pt x="217" y="158"/>
                  <a:pt x="217" y="156"/>
                </a:cubicBezTo>
                <a:close/>
                <a:moveTo>
                  <a:pt x="214" y="136"/>
                </a:moveTo>
                <a:cubicBezTo>
                  <a:pt x="213" y="139"/>
                  <a:pt x="210" y="142"/>
                  <a:pt x="209" y="141"/>
                </a:cubicBezTo>
                <a:cubicBezTo>
                  <a:pt x="210" y="138"/>
                  <a:pt x="210" y="136"/>
                  <a:pt x="214" y="136"/>
                </a:cubicBezTo>
                <a:close/>
                <a:moveTo>
                  <a:pt x="206" y="179"/>
                </a:moveTo>
                <a:cubicBezTo>
                  <a:pt x="205" y="177"/>
                  <a:pt x="207" y="177"/>
                  <a:pt x="207" y="175"/>
                </a:cubicBezTo>
                <a:cubicBezTo>
                  <a:pt x="210" y="174"/>
                  <a:pt x="209" y="181"/>
                  <a:pt x="206" y="179"/>
                </a:cubicBezTo>
                <a:close/>
                <a:moveTo>
                  <a:pt x="207" y="132"/>
                </a:moveTo>
                <a:cubicBezTo>
                  <a:pt x="209" y="133"/>
                  <a:pt x="205" y="135"/>
                  <a:pt x="205" y="137"/>
                </a:cubicBezTo>
                <a:cubicBezTo>
                  <a:pt x="202" y="136"/>
                  <a:pt x="206" y="133"/>
                  <a:pt x="207" y="132"/>
                </a:cubicBezTo>
                <a:close/>
                <a:moveTo>
                  <a:pt x="208" y="143"/>
                </a:moveTo>
                <a:cubicBezTo>
                  <a:pt x="207" y="145"/>
                  <a:pt x="206" y="147"/>
                  <a:pt x="204" y="148"/>
                </a:cubicBezTo>
                <a:cubicBezTo>
                  <a:pt x="204" y="144"/>
                  <a:pt x="205" y="143"/>
                  <a:pt x="208" y="143"/>
                </a:cubicBezTo>
                <a:close/>
                <a:moveTo>
                  <a:pt x="196" y="156"/>
                </a:moveTo>
                <a:cubicBezTo>
                  <a:pt x="195" y="162"/>
                  <a:pt x="190" y="165"/>
                  <a:pt x="185" y="167"/>
                </a:cubicBezTo>
                <a:cubicBezTo>
                  <a:pt x="184" y="166"/>
                  <a:pt x="184" y="165"/>
                  <a:pt x="183" y="164"/>
                </a:cubicBezTo>
                <a:cubicBezTo>
                  <a:pt x="185" y="163"/>
                  <a:pt x="186" y="162"/>
                  <a:pt x="189" y="162"/>
                </a:cubicBezTo>
                <a:cubicBezTo>
                  <a:pt x="187" y="158"/>
                  <a:pt x="191" y="157"/>
                  <a:pt x="196" y="156"/>
                </a:cubicBezTo>
                <a:close/>
                <a:moveTo>
                  <a:pt x="156" y="225"/>
                </a:moveTo>
                <a:cubicBezTo>
                  <a:pt x="156" y="222"/>
                  <a:pt x="157" y="221"/>
                  <a:pt x="160" y="221"/>
                </a:cubicBezTo>
                <a:cubicBezTo>
                  <a:pt x="160" y="225"/>
                  <a:pt x="158" y="225"/>
                  <a:pt x="156" y="225"/>
                </a:cubicBezTo>
                <a:close/>
                <a:moveTo>
                  <a:pt x="165" y="786"/>
                </a:moveTo>
                <a:cubicBezTo>
                  <a:pt x="162" y="785"/>
                  <a:pt x="160" y="782"/>
                  <a:pt x="162" y="780"/>
                </a:cubicBezTo>
                <a:cubicBezTo>
                  <a:pt x="164" y="780"/>
                  <a:pt x="165" y="782"/>
                  <a:pt x="165" y="786"/>
                </a:cubicBezTo>
                <a:close/>
                <a:moveTo>
                  <a:pt x="165" y="253"/>
                </a:moveTo>
                <a:cubicBezTo>
                  <a:pt x="164" y="251"/>
                  <a:pt x="166" y="251"/>
                  <a:pt x="165" y="249"/>
                </a:cubicBezTo>
                <a:cubicBezTo>
                  <a:pt x="169" y="251"/>
                  <a:pt x="170" y="247"/>
                  <a:pt x="173" y="250"/>
                </a:cubicBezTo>
                <a:cubicBezTo>
                  <a:pt x="173" y="247"/>
                  <a:pt x="169" y="246"/>
                  <a:pt x="171" y="243"/>
                </a:cubicBezTo>
                <a:cubicBezTo>
                  <a:pt x="175" y="245"/>
                  <a:pt x="175" y="246"/>
                  <a:pt x="179" y="247"/>
                </a:cubicBezTo>
                <a:cubicBezTo>
                  <a:pt x="177" y="251"/>
                  <a:pt x="174" y="249"/>
                  <a:pt x="172" y="252"/>
                </a:cubicBezTo>
                <a:cubicBezTo>
                  <a:pt x="172" y="254"/>
                  <a:pt x="174" y="253"/>
                  <a:pt x="174" y="256"/>
                </a:cubicBezTo>
                <a:cubicBezTo>
                  <a:pt x="171" y="257"/>
                  <a:pt x="168" y="253"/>
                  <a:pt x="165" y="253"/>
                </a:cubicBezTo>
                <a:close/>
                <a:moveTo>
                  <a:pt x="168" y="219"/>
                </a:moveTo>
                <a:cubicBezTo>
                  <a:pt x="168" y="222"/>
                  <a:pt x="166" y="222"/>
                  <a:pt x="165" y="222"/>
                </a:cubicBezTo>
                <a:cubicBezTo>
                  <a:pt x="165" y="220"/>
                  <a:pt x="166" y="219"/>
                  <a:pt x="168" y="219"/>
                </a:cubicBezTo>
                <a:close/>
                <a:moveTo>
                  <a:pt x="165" y="209"/>
                </a:moveTo>
                <a:cubicBezTo>
                  <a:pt x="166" y="207"/>
                  <a:pt x="167" y="206"/>
                  <a:pt x="169" y="206"/>
                </a:cubicBezTo>
                <a:cubicBezTo>
                  <a:pt x="169" y="208"/>
                  <a:pt x="168" y="210"/>
                  <a:pt x="165" y="209"/>
                </a:cubicBezTo>
                <a:close/>
                <a:moveTo>
                  <a:pt x="182" y="229"/>
                </a:moveTo>
                <a:cubicBezTo>
                  <a:pt x="183" y="233"/>
                  <a:pt x="182" y="235"/>
                  <a:pt x="180" y="237"/>
                </a:cubicBezTo>
                <a:cubicBezTo>
                  <a:pt x="176" y="236"/>
                  <a:pt x="178" y="229"/>
                  <a:pt x="182" y="229"/>
                </a:cubicBezTo>
                <a:close/>
                <a:moveTo>
                  <a:pt x="168" y="819"/>
                </a:moveTo>
                <a:cubicBezTo>
                  <a:pt x="170" y="822"/>
                  <a:pt x="171" y="827"/>
                  <a:pt x="172" y="831"/>
                </a:cubicBezTo>
                <a:cubicBezTo>
                  <a:pt x="166" y="830"/>
                  <a:pt x="167" y="824"/>
                  <a:pt x="168" y="819"/>
                </a:cubicBezTo>
                <a:close/>
                <a:moveTo>
                  <a:pt x="168" y="286"/>
                </a:moveTo>
                <a:cubicBezTo>
                  <a:pt x="168" y="284"/>
                  <a:pt x="166" y="285"/>
                  <a:pt x="166" y="283"/>
                </a:cubicBezTo>
                <a:cubicBezTo>
                  <a:pt x="172" y="278"/>
                  <a:pt x="174" y="271"/>
                  <a:pt x="179" y="266"/>
                </a:cubicBezTo>
                <a:cubicBezTo>
                  <a:pt x="178" y="263"/>
                  <a:pt x="177" y="263"/>
                  <a:pt x="179" y="261"/>
                </a:cubicBezTo>
                <a:cubicBezTo>
                  <a:pt x="182" y="263"/>
                  <a:pt x="179" y="264"/>
                  <a:pt x="183" y="265"/>
                </a:cubicBezTo>
                <a:cubicBezTo>
                  <a:pt x="175" y="268"/>
                  <a:pt x="180" y="287"/>
                  <a:pt x="168" y="286"/>
                </a:cubicBezTo>
                <a:close/>
                <a:moveTo>
                  <a:pt x="179" y="209"/>
                </a:moveTo>
                <a:cubicBezTo>
                  <a:pt x="180" y="207"/>
                  <a:pt x="179" y="203"/>
                  <a:pt x="178" y="206"/>
                </a:cubicBezTo>
                <a:cubicBezTo>
                  <a:pt x="175" y="204"/>
                  <a:pt x="178" y="200"/>
                  <a:pt x="181" y="201"/>
                </a:cubicBezTo>
                <a:cubicBezTo>
                  <a:pt x="181" y="199"/>
                  <a:pt x="179" y="199"/>
                  <a:pt x="181" y="197"/>
                </a:cubicBezTo>
                <a:cubicBezTo>
                  <a:pt x="175" y="195"/>
                  <a:pt x="172" y="197"/>
                  <a:pt x="167" y="196"/>
                </a:cubicBezTo>
                <a:cubicBezTo>
                  <a:pt x="167" y="192"/>
                  <a:pt x="169" y="192"/>
                  <a:pt x="169" y="188"/>
                </a:cubicBezTo>
                <a:cubicBezTo>
                  <a:pt x="167" y="187"/>
                  <a:pt x="164" y="192"/>
                  <a:pt x="165" y="188"/>
                </a:cubicBezTo>
                <a:cubicBezTo>
                  <a:pt x="162" y="188"/>
                  <a:pt x="163" y="191"/>
                  <a:pt x="160" y="191"/>
                </a:cubicBezTo>
                <a:cubicBezTo>
                  <a:pt x="162" y="184"/>
                  <a:pt x="163" y="179"/>
                  <a:pt x="169" y="178"/>
                </a:cubicBezTo>
                <a:cubicBezTo>
                  <a:pt x="170" y="175"/>
                  <a:pt x="172" y="170"/>
                  <a:pt x="177" y="170"/>
                </a:cubicBezTo>
                <a:cubicBezTo>
                  <a:pt x="177" y="172"/>
                  <a:pt x="178" y="172"/>
                  <a:pt x="178" y="175"/>
                </a:cubicBezTo>
                <a:cubicBezTo>
                  <a:pt x="180" y="175"/>
                  <a:pt x="180" y="173"/>
                  <a:pt x="179" y="176"/>
                </a:cubicBezTo>
                <a:cubicBezTo>
                  <a:pt x="183" y="175"/>
                  <a:pt x="184" y="171"/>
                  <a:pt x="187" y="169"/>
                </a:cubicBezTo>
                <a:cubicBezTo>
                  <a:pt x="186" y="174"/>
                  <a:pt x="180" y="180"/>
                  <a:pt x="178" y="186"/>
                </a:cubicBezTo>
                <a:cubicBezTo>
                  <a:pt x="178" y="188"/>
                  <a:pt x="183" y="190"/>
                  <a:pt x="180" y="192"/>
                </a:cubicBezTo>
                <a:cubicBezTo>
                  <a:pt x="182" y="192"/>
                  <a:pt x="182" y="194"/>
                  <a:pt x="185" y="194"/>
                </a:cubicBezTo>
                <a:cubicBezTo>
                  <a:pt x="185" y="196"/>
                  <a:pt x="184" y="197"/>
                  <a:pt x="182" y="198"/>
                </a:cubicBezTo>
                <a:cubicBezTo>
                  <a:pt x="183" y="199"/>
                  <a:pt x="185" y="199"/>
                  <a:pt x="184" y="201"/>
                </a:cubicBezTo>
                <a:cubicBezTo>
                  <a:pt x="185" y="201"/>
                  <a:pt x="186" y="200"/>
                  <a:pt x="187" y="200"/>
                </a:cubicBezTo>
                <a:cubicBezTo>
                  <a:pt x="187" y="208"/>
                  <a:pt x="184" y="207"/>
                  <a:pt x="179" y="209"/>
                </a:cubicBezTo>
                <a:close/>
                <a:moveTo>
                  <a:pt x="197" y="327"/>
                </a:moveTo>
                <a:cubicBezTo>
                  <a:pt x="192" y="327"/>
                  <a:pt x="193" y="322"/>
                  <a:pt x="190" y="320"/>
                </a:cubicBezTo>
                <a:cubicBezTo>
                  <a:pt x="193" y="312"/>
                  <a:pt x="198" y="306"/>
                  <a:pt x="204" y="300"/>
                </a:cubicBezTo>
                <a:cubicBezTo>
                  <a:pt x="205" y="309"/>
                  <a:pt x="198" y="309"/>
                  <a:pt x="198" y="317"/>
                </a:cubicBezTo>
                <a:cubicBezTo>
                  <a:pt x="198" y="319"/>
                  <a:pt x="199" y="316"/>
                  <a:pt x="200" y="318"/>
                </a:cubicBezTo>
                <a:cubicBezTo>
                  <a:pt x="205" y="317"/>
                  <a:pt x="205" y="310"/>
                  <a:pt x="209" y="309"/>
                </a:cubicBezTo>
                <a:cubicBezTo>
                  <a:pt x="205" y="315"/>
                  <a:pt x="202" y="322"/>
                  <a:pt x="197" y="327"/>
                </a:cubicBezTo>
                <a:close/>
                <a:moveTo>
                  <a:pt x="212" y="255"/>
                </a:moveTo>
                <a:cubicBezTo>
                  <a:pt x="211" y="252"/>
                  <a:pt x="214" y="252"/>
                  <a:pt x="216" y="252"/>
                </a:cubicBezTo>
                <a:cubicBezTo>
                  <a:pt x="216" y="255"/>
                  <a:pt x="214" y="255"/>
                  <a:pt x="212" y="255"/>
                </a:cubicBezTo>
                <a:close/>
                <a:moveTo>
                  <a:pt x="239" y="232"/>
                </a:moveTo>
                <a:cubicBezTo>
                  <a:pt x="237" y="231"/>
                  <a:pt x="237" y="230"/>
                  <a:pt x="237" y="228"/>
                </a:cubicBezTo>
                <a:cubicBezTo>
                  <a:pt x="238" y="228"/>
                  <a:pt x="239" y="226"/>
                  <a:pt x="240" y="227"/>
                </a:cubicBezTo>
                <a:cubicBezTo>
                  <a:pt x="241" y="230"/>
                  <a:pt x="241" y="230"/>
                  <a:pt x="239" y="232"/>
                </a:cubicBezTo>
                <a:close/>
                <a:moveTo>
                  <a:pt x="250" y="954"/>
                </a:moveTo>
                <a:cubicBezTo>
                  <a:pt x="252" y="954"/>
                  <a:pt x="252" y="956"/>
                  <a:pt x="253" y="957"/>
                </a:cubicBezTo>
                <a:cubicBezTo>
                  <a:pt x="252" y="960"/>
                  <a:pt x="248" y="955"/>
                  <a:pt x="250" y="954"/>
                </a:cubicBezTo>
                <a:close/>
                <a:moveTo>
                  <a:pt x="252" y="976"/>
                </a:moveTo>
                <a:cubicBezTo>
                  <a:pt x="254" y="978"/>
                  <a:pt x="257" y="978"/>
                  <a:pt x="257" y="983"/>
                </a:cubicBezTo>
                <a:cubicBezTo>
                  <a:pt x="254" y="981"/>
                  <a:pt x="252" y="980"/>
                  <a:pt x="252" y="976"/>
                </a:cubicBezTo>
                <a:close/>
                <a:moveTo>
                  <a:pt x="278" y="974"/>
                </a:moveTo>
                <a:cubicBezTo>
                  <a:pt x="273" y="968"/>
                  <a:pt x="257" y="974"/>
                  <a:pt x="258" y="960"/>
                </a:cubicBezTo>
                <a:cubicBezTo>
                  <a:pt x="262" y="958"/>
                  <a:pt x="266" y="963"/>
                  <a:pt x="266" y="957"/>
                </a:cubicBezTo>
                <a:cubicBezTo>
                  <a:pt x="269" y="956"/>
                  <a:pt x="270" y="957"/>
                  <a:pt x="272" y="958"/>
                </a:cubicBezTo>
                <a:cubicBezTo>
                  <a:pt x="273" y="966"/>
                  <a:pt x="281" y="962"/>
                  <a:pt x="284" y="968"/>
                </a:cubicBezTo>
                <a:cubicBezTo>
                  <a:pt x="281" y="969"/>
                  <a:pt x="281" y="973"/>
                  <a:pt x="278" y="974"/>
                </a:cubicBezTo>
                <a:close/>
                <a:moveTo>
                  <a:pt x="286" y="985"/>
                </a:moveTo>
                <a:cubicBezTo>
                  <a:pt x="288" y="985"/>
                  <a:pt x="289" y="986"/>
                  <a:pt x="289" y="989"/>
                </a:cubicBezTo>
                <a:cubicBezTo>
                  <a:pt x="287" y="989"/>
                  <a:pt x="286" y="987"/>
                  <a:pt x="286" y="985"/>
                </a:cubicBezTo>
                <a:close/>
                <a:moveTo>
                  <a:pt x="290" y="977"/>
                </a:moveTo>
                <a:cubicBezTo>
                  <a:pt x="288" y="977"/>
                  <a:pt x="286" y="975"/>
                  <a:pt x="287" y="972"/>
                </a:cubicBezTo>
                <a:cubicBezTo>
                  <a:pt x="289" y="973"/>
                  <a:pt x="291" y="975"/>
                  <a:pt x="290" y="977"/>
                </a:cubicBezTo>
                <a:close/>
                <a:moveTo>
                  <a:pt x="345" y="182"/>
                </a:moveTo>
                <a:cubicBezTo>
                  <a:pt x="345" y="184"/>
                  <a:pt x="348" y="183"/>
                  <a:pt x="348" y="185"/>
                </a:cubicBezTo>
                <a:cubicBezTo>
                  <a:pt x="345" y="186"/>
                  <a:pt x="344" y="192"/>
                  <a:pt x="345" y="196"/>
                </a:cubicBezTo>
                <a:cubicBezTo>
                  <a:pt x="344" y="197"/>
                  <a:pt x="343" y="198"/>
                  <a:pt x="341" y="199"/>
                </a:cubicBezTo>
                <a:cubicBezTo>
                  <a:pt x="345" y="208"/>
                  <a:pt x="330" y="212"/>
                  <a:pt x="320" y="213"/>
                </a:cubicBezTo>
                <a:cubicBezTo>
                  <a:pt x="322" y="211"/>
                  <a:pt x="320" y="209"/>
                  <a:pt x="321" y="205"/>
                </a:cubicBezTo>
                <a:cubicBezTo>
                  <a:pt x="325" y="202"/>
                  <a:pt x="327" y="198"/>
                  <a:pt x="330" y="194"/>
                </a:cubicBezTo>
                <a:cubicBezTo>
                  <a:pt x="331" y="195"/>
                  <a:pt x="334" y="193"/>
                  <a:pt x="334" y="195"/>
                </a:cubicBezTo>
                <a:cubicBezTo>
                  <a:pt x="337" y="191"/>
                  <a:pt x="340" y="187"/>
                  <a:pt x="344" y="184"/>
                </a:cubicBezTo>
                <a:cubicBezTo>
                  <a:pt x="340" y="183"/>
                  <a:pt x="341" y="187"/>
                  <a:pt x="339" y="185"/>
                </a:cubicBezTo>
                <a:cubicBezTo>
                  <a:pt x="343" y="182"/>
                  <a:pt x="349" y="172"/>
                  <a:pt x="357" y="173"/>
                </a:cubicBezTo>
                <a:cubicBezTo>
                  <a:pt x="356" y="180"/>
                  <a:pt x="349" y="179"/>
                  <a:pt x="345" y="182"/>
                </a:cubicBezTo>
                <a:close/>
                <a:moveTo>
                  <a:pt x="357" y="996"/>
                </a:moveTo>
                <a:cubicBezTo>
                  <a:pt x="363" y="1001"/>
                  <a:pt x="368" y="1007"/>
                  <a:pt x="373" y="1010"/>
                </a:cubicBezTo>
                <a:cubicBezTo>
                  <a:pt x="368" y="1009"/>
                  <a:pt x="356" y="1004"/>
                  <a:pt x="357" y="996"/>
                </a:cubicBezTo>
                <a:close/>
                <a:moveTo>
                  <a:pt x="414" y="1044"/>
                </a:moveTo>
                <a:cubicBezTo>
                  <a:pt x="416" y="1044"/>
                  <a:pt x="417" y="1045"/>
                  <a:pt x="417" y="1047"/>
                </a:cubicBezTo>
                <a:cubicBezTo>
                  <a:pt x="416" y="1048"/>
                  <a:pt x="413" y="1047"/>
                  <a:pt x="414" y="1044"/>
                </a:cubicBezTo>
                <a:close/>
                <a:moveTo>
                  <a:pt x="614" y="1007"/>
                </a:moveTo>
                <a:cubicBezTo>
                  <a:pt x="618" y="1008"/>
                  <a:pt x="619" y="1006"/>
                  <a:pt x="622" y="1007"/>
                </a:cubicBezTo>
                <a:cubicBezTo>
                  <a:pt x="624" y="1011"/>
                  <a:pt x="614" y="1012"/>
                  <a:pt x="614" y="1007"/>
                </a:cubicBezTo>
                <a:close/>
                <a:moveTo>
                  <a:pt x="617" y="966"/>
                </a:moveTo>
                <a:cubicBezTo>
                  <a:pt x="611" y="969"/>
                  <a:pt x="605" y="969"/>
                  <a:pt x="601" y="966"/>
                </a:cubicBezTo>
                <a:cubicBezTo>
                  <a:pt x="604" y="963"/>
                  <a:pt x="615" y="961"/>
                  <a:pt x="617" y="966"/>
                </a:cubicBezTo>
                <a:close/>
                <a:moveTo>
                  <a:pt x="491" y="881"/>
                </a:moveTo>
                <a:cubicBezTo>
                  <a:pt x="489" y="881"/>
                  <a:pt x="489" y="878"/>
                  <a:pt x="487" y="878"/>
                </a:cubicBezTo>
                <a:cubicBezTo>
                  <a:pt x="489" y="875"/>
                  <a:pt x="491" y="879"/>
                  <a:pt x="491" y="881"/>
                </a:cubicBezTo>
                <a:close/>
                <a:moveTo>
                  <a:pt x="487" y="873"/>
                </a:moveTo>
                <a:cubicBezTo>
                  <a:pt x="485" y="873"/>
                  <a:pt x="483" y="872"/>
                  <a:pt x="483" y="870"/>
                </a:cubicBezTo>
                <a:cubicBezTo>
                  <a:pt x="485" y="868"/>
                  <a:pt x="487" y="870"/>
                  <a:pt x="487" y="873"/>
                </a:cubicBezTo>
                <a:close/>
                <a:moveTo>
                  <a:pt x="480" y="877"/>
                </a:moveTo>
                <a:cubicBezTo>
                  <a:pt x="477" y="876"/>
                  <a:pt x="474" y="874"/>
                  <a:pt x="473" y="871"/>
                </a:cubicBezTo>
                <a:cubicBezTo>
                  <a:pt x="476" y="872"/>
                  <a:pt x="483" y="872"/>
                  <a:pt x="480" y="877"/>
                </a:cubicBezTo>
                <a:close/>
                <a:moveTo>
                  <a:pt x="460" y="828"/>
                </a:moveTo>
                <a:cubicBezTo>
                  <a:pt x="458" y="830"/>
                  <a:pt x="455" y="826"/>
                  <a:pt x="454" y="823"/>
                </a:cubicBezTo>
                <a:cubicBezTo>
                  <a:pt x="456" y="825"/>
                  <a:pt x="458" y="826"/>
                  <a:pt x="460" y="828"/>
                </a:cubicBezTo>
                <a:close/>
                <a:moveTo>
                  <a:pt x="457" y="1075"/>
                </a:moveTo>
                <a:cubicBezTo>
                  <a:pt x="455" y="1074"/>
                  <a:pt x="452" y="1075"/>
                  <a:pt x="453" y="1072"/>
                </a:cubicBezTo>
                <a:cubicBezTo>
                  <a:pt x="455" y="1072"/>
                  <a:pt x="457" y="1072"/>
                  <a:pt x="457" y="1075"/>
                </a:cubicBezTo>
                <a:close/>
                <a:moveTo>
                  <a:pt x="447" y="831"/>
                </a:moveTo>
                <a:cubicBezTo>
                  <a:pt x="449" y="833"/>
                  <a:pt x="452" y="834"/>
                  <a:pt x="452" y="838"/>
                </a:cubicBezTo>
                <a:cubicBezTo>
                  <a:pt x="449" y="837"/>
                  <a:pt x="448" y="836"/>
                  <a:pt x="445" y="836"/>
                </a:cubicBezTo>
                <a:cubicBezTo>
                  <a:pt x="445" y="834"/>
                  <a:pt x="447" y="833"/>
                  <a:pt x="447" y="831"/>
                </a:cubicBezTo>
                <a:close/>
                <a:moveTo>
                  <a:pt x="451" y="1070"/>
                </a:moveTo>
                <a:cubicBezTo>
                  <a:pt x="448" y="1072"/>
                  <a:pt x="443" y="1069"/>
                  <a:pt x="441" y="1066"/>
                </a:cubicBezTo>
                <a:cubicBezTo>
                  <a:pt x="444" y="1065"/>
                  <a:pt x="447" y="1070"/>
                  <a:pt x="451" y="1070"/>
                </a:cubicBezTo>
                <a:close/>
                <a:moveTo>
                  <a:pt x="412" y="92"/>
                </a:moveTo>
                <a:cubicBezTo>
                  <a:pt x="413" y="90"/>
                  <a:pt x="414" y="89"/>
                  <a:pt x="417" y="89"/>
                </a:cubicBezTo>
                <a:cubicBezTo>
                  <a:pt x="416" y="91"/>
                  <a:pt x="414" y="92"/>
                  <a:pt x="412" y="92"/>
                </a:cubicBezTo>
                <a:close/>
                <a:moveTo>
                  <a:pt x="440" y="680"/>
                </a:moveTo>
                <a:cubicBezTo>
                  <a:pt x="436" y="680"/>
                  <a:pt x="437" y="676"/>
                  <a:pt x="439" y="674"/>
                </a:cubicBezTo>
                <a:cubicBezTo>
                  <a:pt x="441" y="676"/>
                  <a:pt x="441" y="677"/>
                  <a:pt x="440" y="680"/>
                </a:cubicBezTo>
                <a:close/>
                <a:moveTo>
                  <a:pt x="440" y="673"/>
                </a:moveTo>
                <a:cubicBezTo>
                  <a:pt x="438" y="671"/>
                  <a:pt x="438" y="667"/>
                  <a:pt x="438" y="664"/>
                </a:cubicBezTo>
                <a:cubicBezTo>
                  <a:pt x="439" y="665"/>
                  <a:pt x="440" y="666"/>
                  <a:pt x="441" y="667"/>
                </a:cubicBezTo>
                <a:cubicBezTo>
                  <a:pt x="441" y="669"/>
                  <a:pt x="440" y="671"/>
                  <a:pt x="440" y="673"/>
                </a:cubicBezTo>
                <a:close/>
                <a:moveTo>
                  <a:pt x="444" y="687"/>
                </a:moveTo>
                <a:cubicBezTo>
                  <a:pt x="441" y="684"/>
                  <a:pt x="442" y="680"/>
                  <a:pt x="443" y="676"/>
                </a:cubicBezTo>
                <a:cubicBezTo>
                  <a:pt x="444" y="676"/>
                  <a:pt x="444" y="676"/>
                  <a:pt x="444" y="676"/>
                </a:cubicBezTo>
                <a:cubicBezTo>
                  <a:pt x="446" y="678"/>
                  <a:pt x="447" y="682"/>
                  <a:pt x="449" y="684"/>
                </a:cubicBezTo>
                <a:cubicBezTo>
                  <a:pt x="448" y="686"/>
                  <a:pt x="447" y="687"/>
                  <a:pt x="444" y="687"/>
                </a:cubicBezTo>
                <a:close/>
                <a:moveTo>
                  <a:pt x="466" y="689"/>
                </a:moveTo>
                <a:cubicBezTo>
                  <a:pt x="466" y="685"/>
                  <a:pt x="466" y="685"/>
                  <a:pt x="466" y="685"/>
                </a:cubicBezTo>
                <a:cubicBezTo>
                  <a:pt x="470" y="685"/>
                  <a:pt x="470" y="685"/>
                  <a:pt x="470" y="685"/>
                </a:cubicBezTo>
                <a:cubicBezTo>
                  <a:pt x="470" y="688"/>
                  <a:pt x="469" y="689"/>
                  <a:pt x="466" y="689"/>
                </a:cubicBezTo>
                <a:close/>
                <a:moveTo>
                  <a:pt x="817" y="538"/>
                </a:moveTo>
                <a:cubicBezTo>
                  <a:pt x="815" y="537"/>
                  <a:pt x="813" y="537"/>
                  <a:pt x="813" y="534"/>
                </a:cubicBezTo>
                <a:cubicBezTo>
                  <a:pt x="815" y="532"/>
                  <a:pt x="818" y="534"/>
                  <a:pt x="817" y="538"/>
                </a:cubicBezTo>
                <a:close/>
                <a:moveTo>
                  <a:pt x="786" y="244"/>
                </a:moveTo>
                <a:cubicBezTo>
                  <a:pt x="788" y="244"/>
                  <a:pt x="791" y="244"/>
                  <a:pt x="790" y="247"/>
                </a:cubicBezTo>
                <a:cubicBezTo>
                  <a:pt x="788" y="247"/>
                  <a:pt x="786" y="247"/>
                  <a:pt x="786" y="244"/>
                </a:cubicBezTo>
                <a:close/>
                <a:moveTo>
                  <a:pt x="788" y="294"/>
                </a:moveTo>
                <a:cubicBezTo>
                  <a:pt x="787" y="295"/>
                  <a:pt x="782" y="294"/>
                  <a:pt x="783" y="291"/>
                </a:cubicBezTo>
                <a:cubicBezTo>
                  <a:pt x="786" y="290"/>
                  <a:pt x="786" y="294"/>
                  <a:pt x="788" y="294"/>
                </a:cubicBezTo>
                <a:close/>
                <a:moveTo>
                  <a:pt x="776" y="252"/>
                </a:moveTo>
                <a:cubicBezTo>
                  <a:pt x="775" y="253"/>
                  <a:pt x="775" y="253"/>
                  <a:pt x="775" y="255"/>
                </a:cubicBezTo>
                <a:cubicBezTo>
                  <a:pt x="772" y="255"/>
                  <a:pt x="772" y="253"/>
                  <a:pt x="771" y="251"/>
                </a:cubicBezTo>
                <a:cubicBezTo>
                  <a:pt x="773" y="251"/>
                  <a:pt x="775" y="251"/>
                  <a:pt x="776" y="252"/>
                </a:cubicBezTo>
                <a:close/>
                <a:moveTo>
                  <a:pt x="736" y="566"/>
                </a:moveTo>
                <a:cubicBezTo>
                  <a:pt x="734" y="568"/>
                  <a:pt x="731" y="564"/>
                  <a:pt x="729" y="562"/>
                </a:cubicBezTo>
                <a:cubicBezTo>
                  <a:pt x="733" y="561"/>
                  <a:pt x="736" y="562"/>
                  <a:pt x="736" y="566"/>
                </a:cubicBezTo>
                <a:close/>
                <a:moveTo>
                  <a:pt x="735" y="623"/>
                </a:moveTo>
                <a:cubicBezTo>
                  <a:pt x="734" y="623"/>
                  <a:pt x="734" y="624"/>
                  <a:pt x="734" y="625"/>
                </a:cubicBezTo>
                <a:cubicBezTo>
                  <a:pt x="731" y="626"/>
                  <a:pt x="731" y="624"/>
                  <a:pt x="728" y="625"/>
                </a:cubicBezTo>
                <a:cubicBezTo>
                  <a:pt x="728" y="621"/>
                  <a:pt x="734" y="622"/>
                  <a:pt x="735" y="623"/>
                </a:cubicBezTo>
                <a:close/>
                <a:moveTo>
                  <a:pt x="725" y="569"/>
                </a:moveTo>
                <a:cubicBezTo>
                  <a:pt x="727" y="572"/>
                  <a:pt x="727" y="576"/>
                  <a:pt x="725" y="580"/>
                </a:cubicBezTo>
                <a:cubicBezTo>
                  <a:pt x="720" y="580"/>
                  <a:pt x="720" y="580"/>
                  <a:pt x="720" y="580"/>
                </a:cubicBezTo>
                <a:cubicBezTo>
                  <a:pt x="721" y="574"/>
                  <a:pt x="718" y="576"/>
                  <a:pt x="715" y="575"/>
                </a:cubicBezTo>
                <a:cubicBezTo>
                  <a:pt x="715" y="573"/>
                  <a:pt x="717" y="572"/>
                  <a:pt x="717" y="570"/>
                </a:cubicBezTo>
                <a:cubicBezTo>
                  <a:pt x="719" y="570"/>
                  <a:pt x="718" y="573"/>
                  <a:pt x="720" y="572"/>
                </a:cubicBezTo>
                <a:cubicBezTo>
                  <a:pt x="718" y="570"/>
                  <a:pt x="723" y="571"/>
                  <a:pt x="725" y="569"/>
                </a:cubicBezTo>
                <a:close/>
                <a:moveTo>
                  <a:pt x="728" y="583"/>
                </a:moveTo>
                <a:cubicBezTo>
                  <a:pt x="726" y="585"/>
                  <a:pt x="718" y="588"/>
                  <a:pt x="718" y="583"/>
                </a:cubicBezTo>
                <a:lnTo>
                  <a:pt x="728" y="583"/>
                </a:lnTo>
                <a:close/>
                <a:moveTo>
                  <a:pt x="731" y="638"/>
                </a:moveTo>
                <a:cubicBezTo>
                  <a:pt x="731" y="640"/>
                  <a:pt x="725" y="642"/>
                  <a:pt x="723" y="646"/>
                </a:cubicBezTo>
                <a:cubicBezTo>
                  <a:pt x="720" y="645"/>
                  <a:pt x="716" y="644"/>
                  <a:pt x="716" y="639"/>
                </a:cubicBezTo>
                <a:cubicBezTo>
                  <a:pt x="723" y="637"/>
                  <a:pt x="725" y="638"/>
                  <a:pt x="731" y="638"/>
                </a:cubicBezTo>
                <a:close/>
                <a:moveTo>
                  <a:pt x="720" y="629"/>
                </a:moveTo>
                <a:cubicBezTo>
                  <a:pt x="723" y="624"/>
                  <a:pt x="730" y="628"/>
                  <a:pt x="732" y="628"/>
                </a:cubicBezTo>
                <a:cubicBezTo>
                  <a:pt x="732" y="629"/>
                  <a:pt x="731" y="632"/>
                  <a:pt x="732" y="632"/>
                </a:cubicBezTo>
                <a:cubicBezTo>
                  <a:pt x="729" y="631"/>
                  <a:pt x="724" y="633"/>
                  <a:pt x="720" y="629"/>
                </a:cubicBezTo>
                <a:close/>
                <a:moveTo>
                  <a:pt x="728" y="616"/>
                </a:moveTo>
                <a:cubicBezTo>
                  <a:pt x="728" y="620"/>
                  <a:pt x="722" y="619"/>
                  <a:pt x="721" y="620"/>
                </a:cubicBezTo>
                <a:cubicBezTo>
                  <a:pt x="719" y="617"/>
                  <a:pt x="723" y="615"/>
                  <a:pt x="723" y="612"/>
                </a:cubicBezTo>
                <a:cubicBezTo>
                  <a:pt x="728" y="612"/>
                  <a:pt x="728" y="612"/>
                  <a:pt x="728" y="612"/>
                </a:cubicBezTo>
                <a:cubicBezTo>
                  <a:pt x="726" y="614"/>
                  <a:pt x="726" y="614"/>
                  <a:pt x="728" y="616"/>
                </a:cubicBezTo>
                <a:close/>
                <a:moveTo>
                  <a:pt x="728" y="563"/>
                </a:moveTo>
                <a:cubicBezTo>
                  <a:pt x="723" y="568"/>
                  <a:pt x="719" y="564"/>
                  <a:pt x="713" y="565"/>
                </a:cubicBezTo>
                <a:cubicBezTo>
                  <a:pt x="714" y="560"/>
                  <a:pt x="725" y="560"/>
                  <a:pt x="728" y="563"/>
                </a:cubicBezTo>
                <a:close/>
                <a:moveTo>
                  <a:pt x="709" y="587"/>
                </a:moveTo>
                <a:cubicBezTo>
                  <a:pt x="706" y="587"/>
                  <a:pt x="707" y="584"/>
                  <a:pt x="704" y="584"/>
                </a:cubicBezTo>
                <a:cubicBezTo>
                  <a:pt x="705" y="581"/>
                  <a:pt x="712" y="583"/>
                  <a:pt x="709" y="587"/>
                </a:cubicBezTo>
                <a:close/>
                <a:moveTo>
                  <a:pt x="696" y="664"/>
                </a:moveTo>
                <a:cubicBezTo>
                  <a:pt x="699" y="664"/>
                  <a:pt x="699" y="664"/>
                  <a:pt x="699" y="664"/>
                </a:cubicBezTo>
                <a:cubicBezTo>
                  <a:pt x="699" y="667"/>
                  <a:pt x="698" y="669"/>
                  <a:pt x="697" y="671"/>
                </a:cubicBezTo>
                <a:cubicBezTo>
                  <a:pt x="695" y="671"/>
                  <a:pt x="696" y="667"/>
                  <a:pt x="696" y="664"/>
                </a:cubicBezTo>
                <a:close/>
                <a:moveTo>
                  <a:pt x="696" y="672"/>
                </a:moveTo>
                <a:cubicBezTo>
                  <a:pt x="697" y="672"/>
                  <a:pt x="698" y="673"/>
                  <a:pt x="699" y="673"/>
                </a:cubicBezTo>
                <a:cubicBezTo>
                  <a:pt x="699" y="678"/>
                  <a:pt x="695" y="678"/>
                  <a:pt x="693" y="682"/>
                </a:cubicBezTo>
                <a:cubicBezTo>
                  <a:pt x="690" y="681"/>
                  <a:pt x="695" y="675"/>
                  <a:pt x="696" y="672"/>
                </a:cubicBezTo>
                <a:close/>
                <a:moveTo>
                  <a:pt x="703" y="679"/>
                </a:moveTo>
                <a:cubicBezTo>
                  <a:pt x="704" y="683"/>
                  <a:pt x="700" y="687"/>
                  <a:pt x="698" y="690"/>
                </a:cubicBezTo>
                <a:cubicBezTo>
                  <a:pt x="694" y="687"/>
                  <a:pt x="698" y="678"/>
                  <a:pt x="703" y="679"/>
                </a:cubicBezTo>
                <a:close/>
                <a:moveTo>
                  <a:pt x="701" y="671"/>
                </a:moveTo>
                <a:cubicBezTo>
                  <a:pt x="702" y="666"/>
                  <a:pt x="700" y="650"/>
                  <a:pt x="710" y="653"/>
                </a:cubicBezTo>
                <a:cubicBezTo>
                  <a:pt x="708" y="661"/>
                  <a:pt x="705" y="664"/>
                  <a:pt x="701" y="671"/>
                </a:cubicBezTo>
                <a:close/>
                <a:moveTo>
                  <a:pt x="695" y="619"/>
                </a:moveTo>
                <a:cubicBezTo>
                  <a:pt x="698" y="618"/>
                  <a:pt x="699" y="619"/>
                  <a:pt x="700" y="615"/>
                </a:cubicBezTo>
                <a:cubicBezTo>
                  <a:pt x="703" y="617"/>
                  <a:pt x="701" y="624"/>
                  <a:pt x="697" y="626"/>
                </a:cubicBezTo>
                <a:cubicBezTo>
                  <a:pt x="695" y="626"/>
                  <a:pt x="695" y="623"/>
                  <a:pt x="695" y="619"/>
                </a:cubicBezTo>
                <a:close/>
                <a:moveTo>
                  <a:pt x="694" y="51"/>
                </a:moveTo>
                <a:cubicBezTo>
                  <a:pt x="694" y="53"/>
                  <a:pt x="692" y="53"/>
                  <a:pt x="690" y="53"/>
                </a:cubicBezTo>
                <a:cubicBezTo>
                  <a:pt x="690" y="50"/>
                  <a:pt x="693" y="50"/>
                  <a:pt x="694" y="51"/>
                </a:cubicBezTo>
                <a:close/>
                <a:moveTo>
                  <a:pt x="672" y="708"/>
                </a:moveTo>
                <a:cubicBezTo>
                  <a:pt x="670" y="708"/>
                  <a:pt x="668" y="707"/>
                  <a:pt x="668" y="704"/>
                </a:cubicBezTo>
                <a:cubicBezTo>
                  <a:pt x="669" y="703"/>
                  <a:pt x="670" y="704"/>
                  <a:pt x="671" y="702"/>
                </a:cubicBezTo>
                <a:cubicBezTo>
                  <a:pt x="672" y="704"/>
                  <a:pt x="672" y="706"/>
                  <a:pt x="672" y="708"/>
                </a:cubicBezTo>
                <a:close/>
                <a:moveTo>
                  <a:pt x="671" y="461"/>
                </a:moveTo>
                <a:cubicBezTo>
                  <a:pt x="669" y="466"/>
                  <a:pt x="666" y="469"/>
                  <a:pt x="664" y="473"/>
                </a:cubicBezTo>
                <a:cubicBezTo>
                  <a:pt x="662" y="470"/>
                  <a:pt x="660" y="471"/>
                  <a:pt x="657" y="472"/>
                </a:cubicBezTo>
                <a:cubicBezTo>
                  <a:pt x="653" y="463"/>
                  <a:pt x="665" y="460"/>
                  <a:pt x="671" y="461"/>
                </a:cubicBezTo>
                <a:close/>
                <a:moveTo>
                  <a:pt x="662" y="504"/>
                </a:moveTo>
                <a:cubicBezTo>
                  <a:pt x="659" y="502"/>
                  <a:pt x="656" y="498"/>
                  <a:pt x="658" y="494"/>
                </a:cubicBezTo>
                <a:cubicBezTo>
                  <a:pt x="661" y="493"/>
                  <a:pt x="657" y="501"/>
                  <a:pt x="662" y="498"/>
                </a:cubicBezTo>
                <a:cubicBezTo>
                  <a:pt x="663" y="501"/>
                  <a:pt x="661" y="501"/>
                  <a:pt x="662" y="504"/>
                </a:cubicBezTo>
                <a:close/>
                <a:moveTo>
                  <a:pt x="651" y="157"/>
                </a:moveTo>
                <a:cubicBezTo>
                  <a:pt x="652" y="157"/>
                  <a:pt x="652" y="157"/>
                  <a:pt x="654" y="157"/>
                </a:cubicBezTo>
                <a:cubicBezTo>
                  <a:pt x="651" y="160"/>
                  <a:pt x="653" y="161"/>
                  <a:pt x="652" y="164"/>
                </a:cubicBezTo>
                <a:cubicBezTo>
                  <a:pt x="650" y="164"/>
                  <a:pt x="650" y="163"/>
                  <a:pt x="649" y="163"/>
                </a:cubicBezTo>
                <a:cubicBezTo>
                  <a:pt x="650" y="161"/>
                  <a:pt x="650" y="158"/>
                  <a:pt x="651" y="157"/>
                </a:cubicBezTo>
                <a:close/>
                <a:moveTo>
                  <a:pt x="617" y="160"/>
                </a:moveTo>
                <a:cubicBezTo>
                  <a:pt x="619" y="159"/>
                  <a:pt x="618" y="158"/>
                  <a:pt x="621" y="159"/>
                </a:cubicBezTo>
                <a:cubicBezTo>
                  <a:pt x="621" y="160"/>
                  <a:pt x="620" y="161"/>
                  <a:pt x="620" y="162"/>
                </a:cubicBezTo>
                <a:cubicBezTo>
                  <a:pt x="621" y="164"/>
                  <a:pt x="622" y="159"/>
                  <a:pt x="623" y="162"/>
                </a:cubicBezTo>
                <a:cubicBezTo>
                  <a:pt x="622" y="159"/>
                  <a:pt x="622" y="158"/>
                  <a:pt x="623" y="156"/>
                </a:cubicBezTo>
                <a:cubicBezTo>
                  <a:pt x="626" y="156"/>
                  <a:pt x="627" y="160"/>
                  <a:pt x="629" y="163"/>
                </a:cubicBezTo>
                <a:cubicBezTo>
                  <a:pt x="627" y="166"/>
                  <a:pt x="623" y="164"/>
                  <a:pt x="618" y="164"/>
                </a:cubicBezTo>
                <a:cubicBezTo>
                  <a:pt x="618" y="162"/>
                  <a:pt x="616" y="163"/>
                  <a:pt x="617" y="160"/>
                </a:cubicBezTo>
                <a:close/>
                <a:moveTo>
                  <a:pt x="625" y="169"/>
                </a:moveTo>
                <a:cubicBezTo>
                  <a:pt x="625" y="171"/>
                  <a:pt x="623" y="170"/>
                  <a:pt x="623" y="171"/>
                </a:cubicBezTo>
                <a:cubicBezTo>
                  <a:pt x="626" y="173"/>
                  <a:pt x="625" y="169"/>
                  <a:pt x="627" y="170"/>
                </a:cubicBezTo>
                <a:cubicBezTo>
                  <a:pt x="627" y="172"/>
                  <a:pt x="627" y="172"/>
                  <a:pt x="627" y="172"/>
                </a:cubicBezTo>
                <a:cubicBezTo>
                  <a:pt x="637" y="172"/>
                  <a:pt x="651" y="171"/>
                  <a:pt x="661" y="171"/>
                </a:cubicBezTo>
                <a:cubicBezTo>
                  <a:pt x="659" y="180"/>
                  <a:pt x="647" y="173"/>
                  <a:pt x="645" y="181"/>
                </a:cubicBezTo>
                <a:cubicBezTo>
                  <a:pt x="639" y="180"/>
                  <a:pt x="627" y="185"/>
                  <a:pt x="623" y="180"/>
                </a:cubicBezTo>
                <a:cubicBezTo>
                  <a:pt x="618" y="185"/>
                  <a:pt x="611" y="181"/>
                  <a:pt x="607" y="178"/>
                </a:cubicBezTo>
                <a:cubicBezTo>
                  <a:pt x="617" y="182"/>
                  <a:pt x="614" y="166"/>
                  <a:pt x="625" y="169"/>
                </a:cubicBezTo>
                <a:close/>
                <a:moveTo>
                  <a:pt x="653" y="506"/>
                </a:moveTo>
                <a:cubicBezTo>
                  <a:pt x="651" y="506"/>
                  <a:pt x="649" y="506"/>
                  <a:pt x="649" y="504"/>
                </a:cubicBezTo>
                <a:cubicBezTo>
                  <a:pt x="650" y="504"/>
                  <a:pt x="650" y="503"/>
                  <a:pt x="650" y="503"/>
                </a:cubicBezTo>
                <a:cubicBezTo>
                  <a:pt x="652" y="502"/>
                  <a:pt x="653" y="504"/>
                  <a:pt x="653" y="506"/>
                </a:cubicBezTo>
                <a:close/>
                <a:moveTo>
                  <a:pt x="634" y="498"/>
                </a:moveTo>
                <a:cubicBezTo>
                  <a:pt x="636" y="497"/>
                  <a:pt x="637" y="502"/>
                  <a:pt x="637" y="499"/>
                </a:cubicBezTo>
                <a:cubicBezTo>
                  <a:pt x="640" y="502"/>
                  <a:pt x="632" y="504"/>
                  <a:pt x="634" y="498"/>
                </a:cubicBezTo>
                <a:close/>
                <a:moveTo>
                  <a:pt x="632" y="490"/>
                </a:moveTo>
                <a:cubicBezTo>
                  <a:pt x="634" y="488"/>
                  <a:pt x="637" y="492"/>
                  <a:pt x="635" y="494"/>
                </a:cubicBezTo>
                <a:cubicBezTo>
                  <a:pt x="633" y="494"/>
                  <a:pt x="632" y="492"/>
                  <a:pt x="632" y="490"/>
                </a:cubicBezTo>
                <a:close/>
                <a:moveTo>
                  <a:pt x="625" y="482"/>
                </a:moveTo>
                <a:cubicBezTo>
                  <a:pt x="625" y="475"/>
                  <a:pt x="634" y="476"/>
                  <a:pt x="636" y="471"/>
                </a:cubicBezTo>
                <a:cubicBezTo>
                  <a:pt x="638" y="471"/>
                  <a:pt x="638" y="471"/>
                  <a:pt x="638" y="471"/>
                </a:cubicBezTo>
                <a:cubicBezTo>
                  <a:pt x="639" y="474"/>
                  <a:pt x="637" y="475"/>
                  <a:pt x="641" y="475"/>
                </a:cubicBezTo>
                <a:cubicBezTo>
                  <a:pt x="638" y="481"/>
                  <a:pt x="634" y="481"/>
                  <a:pt x="625" y="482"/>
                </a:cubicBezTo>
                <a:close/>
                <a:moveTo>
                  <a:pt x="601" y="572"/>
                </a:moveTo>
                <a:cubicBezTo>
                  <a:pt x="601" y="570"/>
                  <a:pt x="604" y="570"/>
                  <a:pt x="606" y="569"/>
                </a:cubicBezTo>
                <a:cubicBezTo>
                  <a:pt x="606" y="571"/>
                  <a:pt x="607" y="571"/>
                  <a:pt x="607" y="572"/>
                </a:cubicBezTo>
                <a:cubicBezTo>
                  <a:pt x="609" y="571"/>
                  <a:pt x="611" y="570"/>
                  <a:pt x="612" y="568"/>
                </a:cubicBezTo>
                <a:cubicBezTo>
                  <a:pt x="615" y="569"/>
                  <a:pt x="616" y="572"/>
                  <a:pt x="614" y="574"/>
                </a:cubicBezTo>
                <a:cubicBezTo>
                  <a:pt x="611" y="573"/>
                  <a:pt x="607" y="572"/>
                  <a:pt x="607" y="576"/>
                </a:cubicBezTo>
                <a:cubicBezTo>
                  <a:pt x="604" y="575"/>
                  <a:pt x="604" y="577"/>
                  <a:pt x="601" y="577"/>
                </a:cubicBezTo>
                <a:cubicBezTo>
                  <a:pt x="598" y="575"/>
                  <a:pt x="603" y="574"/>
                  <a:pt x="601" y="572"/>
                </a:cubicBezTo>
                <a:close/>
                <a:moveTo>
                  <a:pt x="604" y="559"/>
                </a:moveTo>
                <a:cubicBezTo>
                  <a:pt x="601" y="559"/>
                  <a:pt x="602" y="556"/>
                  <a:pt x="600" y="556"/>
                </a:cubicBezTo>
                <a:cubicBezTo>
                  <a:pt x="600" y="554"/>
                  <a:pt x="604" y="553"/>
                  <a:pt x="606" y="554"/>
                </a:cubicBezTo>
                <a:cubicBezTo>
                  <a:pt x="606" y="553"/>
                  <a:pt x="606" y="553"/>
                  <a:pt x="606" y="553"/>
                </a:cubicBezTo>
                <a:cubicBezTo>
                  <a:pt x="606" y="551"/>
                  <a:pt x="603" y="552"/>
                  <a:pt x="601" y="551"/>
                </a:cubicBezTo>
                <a:cubicBezTo>
                  <a:pt x="607" y="548"/>
                  <a:pt x="611" y="538"/>
                  <a:pt x="616" y="542"/>
                </a:cubicBezTo>
                <a:cubicBezTo>
                  <a:pt x="615" y="546"/>
                  <a:pt x="611" y="545"/>
                  <a:pt x="611" y="550"/>
                </a:cubicBezTo>
                <a:cubicBezTo>
                  <a:pt x="615" y="548"/>
                  <a:pt x="622" y="546"/>
                  <a:pt x="627" y="549"/>
                </a:cubicBezTo>
                <a:cubicBezTo>
                  <a:pt x="623" y="558"/>
                  <a:pt x="607" y="550"/>
                  <a:pt x="604" y="559"/>
                </a:cubicBezTo>
                <a:close/>
                <a:moveTo>
                  <a:pt x="614" y="473"/>
                </a:moveTo>
                <a:cubicBezTo>
                  <a:pt x="619" y="475"/>
                  <a:pt x="620" y="474"/>
                  <a:pt x="623" y="472"/>
                </a:cubicBezTo>
                <a:cubicBezTo>
                  <a:pt x="620" y="479"/>
                  <a:pt x="613" y="477"/>
                  <a:pt x="610" y="483"/>
                </a:cubicBezTo>
                <a:cubicBezTo>
                  <a:pt x="608" y="484"/>
                  <a:pt x="609" y="482"/>
                  <a:pt x="608" y="481"/>
                </a:cubicBezTo>
                <a:cubicBezTo>
                  <a:pt x="607" y="483"/>
                  <a:pt x="604" y="482"/>
                  <a:pt x="603" y="484"/>
                </a:cubicBezTo>
                <a:cubicBezTo>
                  <a:pt x="601" y="478"/>
                  <a:pt x="614" y="480"/>
                  <a:pt x="614" y="473"/>
                </a:cubicBezTo>
                <a:close/>
                <a:moveTo>
                  <a:pt x="609" y="445"/>
                </a:moveTo>
                <a:cubicBezTo>
                  <a:pt x="610" y="444"/>
                  <a:pt x="611" y="445"/>
                  <a:pt x="612" y="446"/>
                </a:cubicBezTo>
                <a:cubicBezTo>
                  <a:pt x="610" y="448"/>
                  <a:pt x="612" y="453"/>
                  <a:pt x="608" y="454"/>
                </a:cubicBezTo>
                <a:cubicBezTo>
                  <a:pt x="608" y="449"/>
                  <a:pt x="607" y="448"/>
                  <a:pt x="609" y="445"/>
                </a:cubicBezTo>
                <a:close/>
                <a:moveTo>
                  <a:pt x="606" y="503"/>
                </a:moveTo>
                <a:cubicBezTo>
                  <a:pt x="608" y="507"/>
                  <a:pt x="616" y="502"/>
                  <a:pt x="620" y="505"/>
                </a:cubicBezTo>
                <a:cubicBezTo>
                  <a:pt x="621" y="511"/>
                  <a:pt x="618" y="513"/>
                  <a:pt x="618" y="521"/>
                </a:cubicBezTo>
                <a:cubicBezTo>
                  <a:pt x="615" y="522"/>
                  <a:pt x="614" y="525"/>
                  <a:pt x="610" y="525"/>
                </a:cubicBezTo>
                <a:cubicBezTo>
                  <a:pt x="613" y="522"/>
                  <a:pt x="606" y="521"/>
                  <a:pt x="610" y="519"/>
                </a:cubicBezTo>
                <a:cubicBezTo>
                  <a:pt x="608" y="519"/>
                  <a:pt x="601" y="518"/>
                  <a:pt x="601" y="512"/>
                </a:cubicBezTo>
                <a:cubicBezTo>
                  <a:pt x="602" y="511"/>
                  <a:pt x="604" y="511"/>
                  <a:pt x="605" y="510"/>
                </a:cubicBezTo>
                <a:cubicBezTo>
                  <a:pt x="602" y="506"/>
                  <a:pt x="593" y="511"/>
                  <a:pt x="591" y="504"/>
                </a:cubicBezTo>
                <a:cubicBezTo>
                  <a:pt x="597" y="503"/>
                  <a:pt x="601" y="505"/>
                  <a:pt x="606" y="503"/>
                </a:cubicBezTo>
                <a:close/>
                <a:moveTo>
                  <a:pt x="619" y="567"/>
                </a:moveTo>
                <a:cubicBezTo>
                  <a:pt x="619" y="572"/>
                  <a:pt x="621" y="569"/>
                  <a:pt x="625" y="569"/>
                </a:cubicBezTo>
                <a:cubicBezTo>
                  <a:pt x="625" y="577"/>
                  <a:pt x="612" y="568"/>
                  <a:pt x="619" y="567"/>
                </a:cubicBezTo>
                <a:close/>
                <a:moveTo>
                  <a:pt x="623" y="575"/>
                </a:moveTo>
                <a:cubicBezTo>
                  <a:pt x="624" y="574"/>
                  <a:pt x="626" y="573"/>
                  <a:pt x="627" y="574"/>
                </a:cubicBezTo>
                <a:cubicBezTo>
                  <a:pt x="626" y="575"/>
                  <a:pt x="625" y="577"/>
                  <a:pt x="623" y="577"/>
                </a:cubicBezTo>
                <a:lnTo>
                  <a:pt x="623" y="575"/>
                </a:lnTo>
                <a:close/>
                <a:moveTo>
                  <a:pt x="627" y="548"/>
                </a:moveTo>
                <a:cubicBezTo>
                  <a:pt x="626" y="545"/>
                  <a:pt x="629" y="545"/>
                  <a:pt x="632" y="544"/>
                </a:cubicBezTo>
                <a:cubicBezTo>
                  <a:pt x="632" y="548"/>
                  <a:pt x="628" y="550"/>
                  <a:pt x="627" y="548"/>
                </a:cubicBezTo>
                <a:close/>
                <a:moveTo>
                  <a:pt x="624" y="472"/>
                </a:moveTo>
                <a:cubicBezTo>
                  <a:pt x="626" y="469"/>
                  <a:pt x="629" y="467"/>
                  <a:pt x="633" y="467"/>
                </a:cubicBezTo>
                <a:cubicBezTo>
                  <a:pt x="633" y="471"/>
                  <a:pt x="628" y="476"/>
                  <a:pt x="624" y="472"/>
                </a:cubicBezTo>
                <a:close/>
                <a:moveTo>
                  <a:pt x="639" y="465"/>
                </a:moveTo>
                <a:cubicBezTo>
                  <a:pt x="642" y="464"/>
                  <a:pt x="643" y="463"/>
                  <a:pt x="641" y="459"/>
                </a:cubicBezTo>
                <a:cubicBezTo>
                  <a:pt x="645" y="461"/>
                  <a:pt x="643" y="465"/>
                  <a:pt x="645" y="468"/>
                </a:cubicBezTo>
                <a:cubicBezTo>
                  <a:pt x="643" y="467"/>
                  <a:pt x="642" y="466"/>
                  <a:pt x="642" y="469"/>
                </a:cubicBezTo>
                <a:cubicBezTo>
                  <a:pt x="640" y="470"/>
                  <a:pt x="639" y="467"/>
                  <a:pt x="639" y="465"/>
                </a:cubicBezTo>
                <a:close/>
                <a:moveTo>
                  <a:pt x="602" y="440"/>
                </a:moveTo>
                <a:cubicBezTo>
                  <a:pt x="604" y="443"/>
                  <a:pt x="609" y="438"/>
                  <a:pt x="610" y="440"/>
                </a:cubicBezTo>
                <a:cubicBezTo>
                  <a:pt x="607" y="443"/>
                  <a:pt x="604" y="445"/>
                  <a:pt x="601" y="447"/>
                </a:cubicBezTo>
                <a:cubicBezTo>
                  <a:pt x="601" y="445"/>
                  <a:pt x="600" y="445"/>
                  <a:pt x="600" y="444"/>
                </a:cubicBezTo>
                <a:cubicBezTo>
                  <a:pt x="598" y="444"/>
                  <a:pt x="597" y="446"/>
                  <a:pt x="596" y="447"/>
                </a:cubicBezTo>
                <a:cubicBezTo>
                  <a:pt x="597" y="442"/>
                  <a:pt x="595" y="444"/>
                  <a:pt x="590" y="446"/>
                </a:cubicBezTo>
                <a:cubicBezTo>
                  <a:pt x="587" y="445"/>
                  <a:pt x="586" y="443"/>
                  <a:pt x="586" y="440"/>
                </a:cubicBezTo>
                <a:cubicBezTo>
                  <a:pt x="592" y="437"/>
                  <a:pt x="598" y="438"/>
                  <a:pt x="604" y="436"/>
                </a:cubicBezTo>
                <a:cubicBezTo>
                  <a:pt x="605" y="439"/>
                  <a:pt x="603" y="438"/>
                  <a:pt x="602" y="440"/>
                </a:cubicBezTo>
                <a:close/>
                <a:moveTo>
                  <a:pt x="584" y="484"/>
                </a:moveTo>
                <a:cubicBezTo>
                  <a:pt x="585" y="483"/>
                  <a:pt x="586" y="481"/>
                  <a:pt x="588" y="481"/>
                </a:cubicBezTo>
                <a:cubicBezTo>
                  <a:pt x="589" y="484"/>
                  <a:pt x="589" y="487"/>
                  <a:pt x="586" y="489"/>
                </a:cubicBezTo>
                <a:cubicBezTo>
                  <a:pt x="586" y="486"/>
                  <a:pt x="589" y="484"/>
                  <a:pt x="584" y="484"/>
                </a:cubicBezTo>
                <a:close/>
                <a:moveTo>
                  <a:pt x="584" y="164"/>
                </a:moveTo>
                <a:cubicBezTo>
                  <a:pt x="584" y="162"/>
                  <a:pt x="584" y="162"/>
                  <a:pt x="584" y="162"/>
                </a:cubicBezTo>
                <a:cubicBezTo>
                  <a:pt x="586" y="162"/>
                  <a:pt x="587" y="161"/>
                  <a:pt x="588" y="161"/>
                </a:cubicBezTo>
                <a:cubicBezTo>
                  <a:pt x="589" y="164"/>
                  <a:pt x="585" y="166"/>
                  <a:pt x="584" y="164"/>
                </a:cubicBezTo>
                <a:close/>
                <a:moveTo>
                  <a:pt x="597" y="164"/>
                </a:moveTo>
                <a:cubicBezTo>
                  <a:pt x="597" y="165"/>
                  <a:pt x="594" y="164"/>
                  <a:pt x="593" y="165"/>
                </a:cubicBezTo>
                <a:cubicBezTo>
                  <a:pt x="592" y="162"/>
                  <a:pt x="593" y="160"/>
                  <a:pt x="597" y="161"/>
                </a:cubicBezTo>
                <a:cubicBezTo>
                  <a:pt x="597" y="162"/>
                  <a:pt x="596" y="163"/>
                  <a:pt x="597" y="164"/>
                </a:cubicBezTo>
                <a:close/>
                <a:moveTo>
                  <a:pt x="542" y="103"/>
                </a:moveTo>
                <a:cubicBezTo>
                  <a:pt x="545" y="99"/>
                  <a:pt x="555" y="102"/>
                  <a:pt x="554" y="94"/>
                </a:cubicBezTo>
                <a:cubicBezTo>
                  <a:pt x="567" y="92"/>
                  <a:pt x="581" y="89"/>
                  <a:pt x="589" y="96"/>
                </a:cubicBezTo>
                <a:cubicBezTo>
                  <a:pt x="583" y="102"/>
                  <a:pt x="570" y="97"/>
                  <a:pt x="562" y="101"/>
                </a:cubicBezTo>
                <a:cubicBezTo>
                  <a:pt x="562" y="104"/>
                  <a:pt x="566" y="104"/>
                  <a:pt x="564" y="107"/>
                </a:cubicBezTo>
                <a:cubicBezTo>
                  <a:pt x="560" y="108"/>
                  <a:pt x="557" y="110"/>
                  <a:pt x="553" y="112"/>
                </a:cubicBezTo>
                <a:cubicBezTo>
                  <a:pt x="552" y="106"/>
                  <a:pt x="541" y="107"/>
                  <a:pt x="542" y="103"/>
                </a:cubicBezTo>
                <a:close/>
                <a:moveTo>
                  <a:pt x="579" y="108"/>
                </a:moveTo>
                <a:cubicBezTo>
                  <a:pt x="575" y="108"/>
                  <a:pt x="572" y="108"/>
                  <a:pt x="570" y="107"/>
                </a:cubicBezTo>
                <a:cubicBezTo>
                  <a:pt x="570" y="102"/>
                  <a:pt x="580" y="101"/>
                  <a:pt x="579" y="108"/>
                </a:cubicBezTo>
                <a:close/>
                <a:moveTo>
                  <a:pt x="525" y="86"/>
                </a:moveTo>
                <a:cubicBezTo>
                  <a:pt x="528" y="86"/>
                  <a:pt x="528" y="86"/>
                  <a:pt x="528" y="86"/>
                </a:cubicBezTo>
                <a:cubicBezTo>
                  <a:pt x="528" y="86"/>
                  <a:pt x="527" y="86"/>
                  <a:pt x="527" y="86"/>
                </a:cubicBezTo>
                <a:cubicBezTo>
                  <a:pt x="528" y="88"/>
                  <a:pt x="529" y="89"/>
                  <a:pt x="531" y="89"/>
                </a:cubicBezTo>
                <a:cubicBezTo>
                  <a:pt x="531" y="93"/>
                  <a:pt x="531" y="92"/>
                  <a:pt x="532" y="95"/>
                </a:cubicBezTo>
                <a:cubicBezTo>
                  <a:pt x="528" y="98"/>
                  <a:pt x="523" y="94"/>
                  <a:pt x="519" y="93"/>
                </a:cubicBezTo>
                <a:cubicBezTo>
                  <a:pt x="521" y="90"/>
                  <a:pt x="526" y="89"/>
                  <a:pt x="525" y="86"/>
                </a:cubicBezTo>
                <a:close/>
                <a:moveTo>
                  <a:pt x="537" y="114"/>
                </a:moveTo>
                <a:cubicBezTo>
                  <a:pt x="541" y="118"/>
                  <a:pt x="548" y="114"/>
                  <a:pt x="550" y="117"/>
                </a:cubicBezTo>
                <a:cubicBezTo>
                  <a:pt x="560" y="108"/>
                  <a:pt x="579" y="109"/>
                  <a:pt x="591" y="113"/>
                </a:cubicBezTo>
                <a:cubicBezTo>
                  <a:pt x="584" y="118"/>
                  <a:pt x="574" y="115"/>
                  <a:pt x="566" y="120"/>
                </a:cubicBezTo>
                <a:cubicBezTo>
                  <a:pt x="564" y="116"/>
                  <a:pt x="556" y="120"/>
                  <a:pt x="557" y="123"/>
                </a:cubicBezTo>
                <a:cubicBezTo>
                  <a:pt x="543" y="126"/>
                  <a:pt x="533" y="127"/>
                  <a:pt x="518" y="130"/>
                </a:cubicBezTo>
                <a:cubicBezTo>
                  <a:pt x="515" y="131"/>
                  <a:pt x="516" y="128"/>
                  <a:pt x="514" y="128"/>
                </a:cubicBezTo>
                <a:cubicBezTo>
                  <a:pt x="510" y="129"/>
                  <a:pt x="502" y="133"/>
                  <a:pt x="499" y="128"/>
                </a:cubicBezTo>
                <a:cubicBezTo>
                  <a:pt x="507" y="117"/>
                  <a:pt x="526" y="119"/>
                  <a:pt x="537" y="114"/>
                </a:cubicBezTo>
                <a:close/>
                <a:moveTo>
                  <a:pt x="508" y="134"/>
                </a:moveTo>
                <a:cubicBezTo>
                  <a:pt x="508" y="130"/>
                  <a:pt x="508" y="130"/>
                  <a:pt x="508" y="130"/>
                </a:cubicBezTo>
                <a:cubicBezTo>
                  <a:pt x="510" y="130"/>
                  <a:pt x="510" y="130"/>
                  <a:pt x="510" y="130"/>
                </a:cubicBezTo>
                <a:cubicBezTo>
                  <a:pt x="511" y="133"/>
                  <a:pt x="510" y="134"/>
                  <a:pt x="508" y="134"/>
                </a:cubicBezTo>
                <a:close/>
                <a:moveTo>
                  <a:pt x="483" y="484"/>
                </a:moveTo>
                <a:cubicBezTo>
                  <a:pt x="488" y="483"/>
                  <a:pt x="489" y="486"/>
                  <a:pt x="492" y="483"/>
                </a:cubicBezTo>
                <a:cubicBezTo>
                  <a:pt x="495" y="490"/>
                  <a:pt x="486" y="487"/>
                  <a:pt x="483" y="490"/>
                </a:cubicBezTo>
                <a:cubicBezTo>
                  <a:pt x="481" y="489"/>
                  <a:pt x="485" y="487"/>
                  <a:pt x="483" y="484"/>
                </a:cubicBezTo>
                <a:close/>
                <a:moveTo>
                  <a:pt x="491" y="628"/>
                </a:moveTo>
                <a:cubicBezTo>
                  <a:pt x="495" y="628"/>
                  <a:pt x="494" y="635"/>
                  <a:pt x="493" y="638"/>
                </a:cubicBezTo>
                <a:cubicBezTo>
                  <a:pt x="492" y="636"/>
                  <a:pt x="487" y="638"/>
                  <a:pt x="488" y="634"/>
                </a:cubicBezTo>
                <a:cubicBezTo>
                  <a:pt x="489" y="634"/>
                  <a:pt x="489" y="636"/>
                  <a:pt x="490" y="636"/>
                </a:cubicBezTo>
                <a:cubicBezTo>
                  <a:pt x="492" y="633"/>
                  <a:pt x="492" y="632"/>
                  <a:pt x="491" y="628"/>
                </a:cubicBezTo>
                <a:close/>
                <a:moveTo>
                  <a:pt x="483" y="497"/>
                </a:moveTo>
                <a:cubicBezTo>
                  <a:pt x="482" y="496"/>
                  <a:pt x="482" y="494"/>
                  <a:pt x="482" y="492"/>
                </a:cubicBezTo>
                <a:cubicBezTo>
                  <a:pt x="483" y="492"/>
                  <a:pt x="484" y="492"/>
                  <a:pt x="484" y="491"/>
                </a:cubicBezTo>
                <a:cubicBezTo>
                  <a:pt x="485" y="492"/>
                  <a:pt x="486" y="493"/>
                  <a:pt x="486" y="495"/>
                </a:cubicBezTo>
                <a:cubicBezTo>
                  <a:pt x="484" y="495"/>
                  <a:pt x="485" y="497"/>
                  <a:pt x="483" y="497"/>
                </a:cubicBezTo>
                <a:close/>
                <a:moveTo>
                  <a:pt x="486" y="656"/>
                </a:moveTo>
                <a:cubicBezTo>
                  <a:pt x="485" y="655"/>
                  <a:pt x="485" y="654"/>
                  <a:pt x="483" y="654"/>
                </a:cubicBezTo>
                <a:cubicBezTo>
                  <a:pt x="485" y="652"/>
                  <a:pt x="485" y="647"/>
                  <a:pt x="486" y="644"/>
                </a:cubicBezTo>
                <a:cubicBezTo>
                  <a:pt x="487" y="644"/>
                  <a:pt x="489" y="644"/>
                  <a:pt x="490" y="644"/>
                </a:cubicBezTo>
                <a:cubicBezTo>
                  <a:pt x="488" y="647"/>
                  <a:pt x="488" y="653"/>
                  <a:pt x="486" y="656"/>
                </a:cubicBezTo>
                <a:close/>
                <a:moveTo>
                  <a:pt x="487" y="639"/>
                </a:moveTo>
                <a:cubicBezTo>
                  <a:pt x="487" y="637"/>
                  <a:pt x="489" y="638"/>
                  <a:pt x="491" y="638"/>
                </a:cubicBezTo>
                <a:cubicBezTo>
                  <a:pt x="491" y="641"/>
                  <a:pt x="488" y="641"/>
                  <a:pt x="487" y="639"/>
                </a:cubicBezTo>
                <a:close/>
                <a:moveTo>
                  <a:pt x="491" y="653"/>
                </a:moveTo>
                <a:cubicBezTo>
                  <a:pt x="490" y="649"/>
                  <a:pt x="494" y="646"/>
                  <a:pt x="496" y="647"/>
                </a:cubicBezTo>
                <a:cubicBezTo>
                  <a:pt x="495" y="650"/>
                  <a:pt x="494" y="652"/>
                  <a:pt x="491" y="653"/>
                </a:cubicBezTo>
                <a:close/>
                <a:moveTo>
                  <a:pt x="503" y="671"/>
                </a:moveTo>
                <a:cubicBezTo>
                  <a:pt x="504" y="671"/>
                  <a:pt x="504" y="672"/>
                  <a:pt x="505" y="672"/>
                </a:cubicBezTo>
                <a:cubicBezTo>
                  <a:pt x="506" y="675"/>
                  <a:pt x="504" y="674"/>
                  <a:pt x="505" y="677"/>
                </a:cubicBezTo>
                <a:cubicBezTo>
                  <a:pt x="502" y="677"/>
                  <a:pt x="502" y="672"/>
                  <a:pt x="503" y="671"/>
                </a:cubicBezTo>
                <a:close/>
                <a:moveTo>
                  <a:pt x="510" y="702"/>
                </a:moveTo>
                <a:cubicBezTo>
                  <a:pt x="509" y="701"/>
                  <a:pt x="507" y="699"/>
                  <a:pt x="509" y="697"/>
                </a:cubicBezTo>
                <a:cubicBezTo>
                  <a:pt x="511" y="696"/>
                  <a:pt x="510" y="700"/>
                  <a:pt x="510" y="702"/>
                </a:cubicBezTo>
                <a:close/>
                <a:moveTo>
                  <a:pt x="507" y="688"/>
                </a:moveTo>
                <a:cubicBezTo>
                  <a:pt x="509" y="686"/>
                  <a:pt x="512" y="689"/>
                  <a:pt x="512" y="692"/>
                </a:cubicBezTo>
                <a:cubicBezTo>
                  <a:pt x="509" y="692"/>
                  <a:pt x="508" y="690"/>
                  <a:pt x="507" y="688"/>
                </a:cubicBezTo>
                <a:close/>
                <a:moveTo>
                  <a:pt x="511" y="686"/>
                </a:moveTo>
                <a:cubicBezTo>
                  <a:pt x="508" y="686"/>
                  <a:pt x="508" y="683"/>
                  <a:pt x="504" y="683"/>
                </a:cubicBezTo>
                <a:cubicBezTo>
                  <a:pt x="504" y="681"/>
                  <a:pt x="504" y="680"/>
                  <a:pt x="505" y="679"/>
                </a:cubicBezTo>
                <a:cubicBezTo>
                  <a:pt x="506" y="679"/>
                  <a:pt x="507" y="680"/>
                  <a:pt x="507" y="681"/>
                </a:cubicBezTo>
                <a:cubicBezTo>
                  <a:pt x="507" y="680"/>
                  <a:pt x="506" y="677"/>
                  <a:pt x="508" y="674"/>
                </a:cubicBezTo>
                <a:cubicBezTo>
                  <a:pt x="512" y="675"/>
                  <a:pt x="510" y="671"/>
                  <a:pt x="514" y="671"/>
                </a:cubicBezTo>
                <a:cubicBezTo>
                  <a:pt x="516" y="676"/>
                  <a:pt x="513" y="682"/>
                  <a:pt x="511" y="686"/>
                </a:cubicBezTo>
                <a:close/>
                <a:moveTo>
                  <a:pt x="514" y="667"/>
                </a:moveTo>
                <a:cubicBezTo>
                  <a:pt x="511" y="664"/>
                  <a:pt x="508" y="659"/>
                  <a:pt x="511" y="657"/>
                </a:cubicBezTo>
                <a:cubicBezTo>
                  <a:pt x="513" y="656"/>
                  <a:pt x="513" y="658"/>
                  <a:pt x="515" y="658"/>
                </a:cubicBezTo>
                <a:cubicBezTo>
                  <a:pt x="514" y="661"/>
                  <a:pt x="514" y="664"/>
                  <a:pt x="514" y="667"/>
                </a:cubicBezTo>
                <a:close/>
                <a:moveTo>
                  <a:pt x="519" y="502"/>
                </a:moveTo>
                <a:cubicBezTo>
                  <a:pt x="519" y="499"/>
                  <a:pt x="520" y="498"/>
                  <a:pt x="521" y="497"/>
                </a:cubicBezTo>
                <a:cubicBezTo>
                  <a:pt x="523" y="499"/>
                  <a:pt x="522" y="502"/>
                  <a:pt x="519" y="502"/>
                </a:cubicBezTo>
                <a:close/>
                <a:moveTo>
                  <a:pt x="516" y="469"/>
                </a:moveTo>
                <a:cubicBezTo>
                  <a:pt x="516" y="472"/>
                  <a:pt x="518" y="469"/>
                  <a:pt x="518" y="471"/>
                </a:cubicBezTo>
                <a:cubicBezTo>
                  <a:pt x="519" y="485"/>
                  <a:pt x="502" y="481"/>
                  <a:pt x="496" y="490"/>
                </a:cubicBezTo>
                <a:cubicBezTo>
                  <a:pt x="499" y="480"/>
                  <a:pt x="504" y="471"/>
                  <a:pt x="513" y="469"/>
                </a:cubicBezTo>
                <a:cubicBezTo>
                  <a:pt x="517" y="464"/>
                  <a:pt x="521" y="460"/>
                  <a:pt x="527" y="457"/>
                </a:cubicBezTo>
                <a:cubicBezTo>
                  <a:pt x="525" y="464"/>
                  <a:pt x="519" y="464"/>
                  <a:pt x="516" y="469"/>
                </a:cubicBezTo>
                <a:close/>
                <a:moveTo>
                  <a:pt x="527" y="675"/>
                </a:moveTo>
                <a:cubicBezTo>
                  <a:pt x="528" y="673"/>
                  <a:pt x="529" y="672"/>
                  <a:pt x="531" y="672"/>
                </a:cubicBezTo>
                <a:cubicBezTo>
                  <a:pt x="532" y="676"/>
                  <a:pt x="530" y="678"/>
                  <a:pt x="527" y="675"/>
                </a:cubicBezTo>
                <a:close/>
                <a:moveTo>
                  <a:pt x="523" y="477"/>
                </a:moveTo>
                <a:cubicBezTo>
                  <a:pt x="523" y="471"/>
                  <a:pt x="526" y="467"/>
                  <a:pt x="530" y="464"/>
                </a:cubicBezTo>
                <a:cubicBezTo>
                  <a:pt x="531" y="464"/>
                  <a:pt x="530" y="465"/>
                  <a:pt x="530" y="465"/>
                </a:cubicBezTo>
                <a:cubicBezTo>
                  <a:pt x="531" y="469"/>
                  <a:pt x="535" y="470"/>
                  <a:pt x="535" y="475"/>
                </a:cubicBezTo>
                <a:cubicBezTo>
                  <a:pt x="530" y="476"/>
                  <a:pt x="528" y="480"/>
                  <a:pt x="523" y="477"/>
                </a:cubicBezTo>
                <a:close/>
                <a:moveTo>
                  <a:pt x="532" y="674"/>
                </a:moveTo>
                <a:cubicBezTo>
                  <a:pt x="535" y="672"/>
                  <a:pt x="537" y="676"/>
                  <a:pt x="536" y="679"/>
                </a:cubicBezTo>
                <a:cubicBezTo>
                  <a:pt x="535" y="677"/>
                  <a:pt x="532" y="678"/>
                  <a:pt x="532" y="674"/>
                </a:cubicBezTo>
                <a:close/>
                <a:moveTo>
                  <a:pt x="528" y="457"/>
                </a:moveTo>
                <a:cubicBezTo>
                  <a:pt x="526" y="453"/>
                  <a:pt x="533" y="444"/>
                  <a:pt x="536" y="448"/>
                </a:cubicBezTo>
                <a:cubicBezTo>
                  <a:pt x="534" y="452"/>
                  <a:pt x="530" y="453"/>
                  <a:pt x="528" y="457"/>
                </a:cubicBezTo>
                <a:close/>
                <a:moveTo>
                  <a:pt x="529" y="437"/>
                </a:moveTo>
                <a:cubicBezTo>
                  <a:pt x="530" y="436"/>
                  <a:pt x="531" y="436"/>
                  <a:pt x="533" y="436"/>
                </a:cubicBezTo>
                <a:cubicBezTo>
                  <a:pt x="534" y="439"/>
                  <a:pt x="528" y="440"/>
                  <a:pt x="529" y="437"/>
                </a:cubicBezTo>
                <a:close/>
                <a:moveTo>
                  <a:pt x="538" y="467"/>
                </a:moveTo>
                <a:cubicBezTo>
                  <a:pt x="538" y="464"/>
                  <a:pt x="540" y="464"/>
                  <a:pt x="543" y="464"/>
                </a:cubicBezTo>
                <a:cubicBezTo>
                  <a:pt x="544" y="468"/>
                  <a:pt x="539" y="469"/>
                  <a:pt x="538" y="467"/>
                </a:cubicBezTo>
                <a:close/>
                <a:moveTo>
                  <a:pt x="537" y="462"/>
                </a:moveTo>
                <a:cubicBezTo>
                  <a:pt x="540" y="456"/>
                  <a:pt x="547" y="454"/>
                  <a:pt x="553" y="451"/>
                </a:cubicBezTo>
                <a:cubicBezTo>
                  <a:pt x="550" y="456"/>
                  <a:pt x="544" y="460"/>
                  <a:pt x="537" y="462"/>
                </a:cubicBezTo>
                <a:close/>
                <a:moveTo>
                  <a:pt x="512" y="174"/>
                </a:moveTo>
                <a:cubicBezTo>
                  <a:pt x="511" y="175"/>
                  <a:pt x="511" y="178"/>
                  <a:pt x="510" y="180"/>
                </a:cubicBezTo>
                <a:cubicBezTo>
                  <a:pt x="501" y="184"/>
                  <a:pt x="495" y="193"/>
                  <a:pt x="483" y="188"/>
                </a:cubicBezTo>
                <a:cubicBezTo>
                  <a:pt x="484" y="183"/>
                  <a:pt x="494" y="188"/>
                  <a:pt x="495" y="182"/>
                </a:cubicBezTo>
                <a:cubicBezTo>
                  <a:pt x="494" y="178"/>
                  <a:pt x="491" y="178"/>
                  <a:pt x="487" y="178"/>
                </a:cubicBezTo>
                <a:cubicBezTo>
                  <a:pt x="488" y="177"/>
                  <a:pt x="488" y="174"/>
                  <a:pt x="486" y="173"/>
                </a:cubicBezTo>
                <a:cubicBezTo>
                  <a:pt x="490" y="164"/>
                  <a:pt x="503" y="164"/>
                  <a:pt x="510" y="163"/>
                </a:cubicBezTo>
                <a:cubicBezTo>
                  <a:pt x="512" y="161"/>
                  <a:pt x="510" y="160"/>
                  <a:pt x="512" y="158"/>
                </a:cubicBezTo>
                <a:cubicBezTo>
                  <a:pt x="505" y="157"/>
                  <a:pt x="499" y="164"/>
                  <a:pt x="495" y="158"/>
                </a:cubicBezTo>
                <a:cubicBezTo>
                  <a:pt x="493" y="160"/>
                  <a:pt x="491" y="163"/>
                  <a:pt x="487" y="161"/>
                </a:cubicBezTo>
                <a:cubicBezTo>
                  <a:pt x="487" y="157"/>
                  <a:pt x="491" y="157"/>
                  <a:pt x="492" y="155"/>
                </a:cubicBezTo>
                <a:cubicBezTo>
                  <a:pt x="493" y="161"/>
                  <a:pt x="496" y="151"/>
                  <a:pt x="499" y="156"/>
                </a:cubicBezTo>
                <a:cubicBezTo>
                  <a:pt x="502" y="153"/>
                  <a:pt x="502" y="148"/>
                  <a:pt x="502" y="144"/>
                </a:cubicBezTo>
                <a:cubicBezTo>
                  <a:pt x="507" y="137"/>
                  <a:pt x="523" y="142"/>
                  <a:pt x="523" y="132"/>
                </a:cubicBezTo>
                <a:cubicBezTo>
                  <a:pt x="525" y="131"/>
                  <a:pt x="528" y="133"/>
                  <a:pt x="531" y="131"/>
                </a:cubicBezTo>
                <a:cubicBezTo>
                  <a:pt x="533" y="133"/>
                  <a:pt x="531" y="134"/>
                  <a:pt x="531" y="135"/>
                </a:cubicBezTo>
                <a:cubicBezTo>
                  <a:pt x="542" y="137"/>
                  <a:pt x="544" y="130"/>
                  <a:pt x="554" y="133"/>
                </a:cubicBezTo>
                <a:cubicBezTo>
                  <a:pt x="554" y="135"/>
                  <a:pt x="556" y="135"/>
                  <a:pt x="555" y="137"/>
                </a:cubicBezTo>
                <a:cubicBezTo>
                  <a:pt x="552" y="137"/>
                  <a:pt x="551" y="138"/>
                  <a:pt x="549" y="138"/>
                </a:cubicBezTo>
                <a:cubicBezTo>
                  <a:pt x="566" y="144"/>
                  <a:pt x="571" y="122"/>
                  <a:pt x="588" y="123"/>
                </a:cubicBezTo>
                <a:cubicBezTo>
                  <a:pt x="587" y="122"/>
                  <a:pt x="586" y="122"/>
                  <a:pt x="586" y="121"/>
                </a:cubicBezTo>
                <a:cubicBezTo>
                  <a:pt x="591" y="116"/>
                  <a:pt x="601" y="122"/>
                  <a:pt x="603" y="128"/>
                </a:cubicBezTo>
                <a:cubicBezTo>
                  <a:pt x="598" y="128"/>
                  <a:pt x="597" y="131"/>
                  <a:pt x="595" y="133"/>
                </a:cubicBezTo>
                <a:cubicBezTo>
                  <a:pt x="588" y="129"/>
                  <a:pt x="582" y="135"/>
                  <a:pt x="576" y="134"/>
                </a:cubicBezTo>
                <a:cubicBezTo>
                  <a:pt x="578" y="137"/>
                  <a:pt x="584" y="135"/>
                  <a:pt x="585" y="138"/>
                </a:cubicBezTo>
                <a:cubicBezTo>
                  <a:pt x="586" y="141"/>
                  <a:pt x="581" y="139"/>
                  <a:pt x="581" y="141"/>
                </a:cubicBezTo>
                <a:cubicBezTo>
                  <a:pt x="590" y="142"/>
                  <a:pt x="598" y="132"/>
                  <a:pt x="604" y="141"/>
                </a:cubicBezTo>
                <a:cubicBezTo>
                  <a:pt x="600" y="146"/>
                  <a:pt x="590" y="144"/>
                  <a:pt x="585" y="145"/>
                </a:cubicBezTo>
                <a:cubicBezTo>
                  <a:pt x="591" y="147"/>
                  <a:pt x="598" y="146"/>
                  <a:pt x="604" y="147"/>
                </a:cubicBezTo>
                <a:cubicBezTo>
                  <a:pt x="598" y="151"/>
                  <a:pt x="584" y="150"/>
                  <a:pt x="584" y="157"/>
                </a:cubicBezTo>
                <a:cubicBezTo>
                  <a:pt x="562" y="165"/>
                  <a:pt x="540" y="172"/>
                  <a:pt x="512" y="174"/>
                </a:cubicBezTo>
                <a:close/>
                <a:moveTo>
                  <a:pt x="578" y="166"/>
                </a:moveTo>
                <a:cubicBezTo>
                  <a:pt x="576" y="166"/>
                  <a:pt x="577" y="164"/>
                  <a:pt x="575" y="164"/>
                </a:cubicBezTo>
                <a:cubicBezTo>
                  <a:pt x="576" y="162"/>
                  <a:pt x="578" y="162"/>
                  <a:pt x="580" y="162"/>
                </a:cubicBezTo>
                <a:cubicBezTo>
                  <a:pt x="581" y="165"/>
                  <a:pt x="578" y="164"/>
                  <a:pt x="578" y="166"/>
                </a:cubicBezTo>
                <a:close/>
                <a:moveTo>
                  <a:pt x="568" y="449"/>
                </a:moveTo>
                <a:cubicBezTo>
                  <a:pt x="567" y="452"/>
                  <a:pt x="564" y="453"/>
                  <a:pt x="562" y="454"/>
                </a:cubicBezTo>
                <a:cubicBezTo>
                  <a:pt x="560" y="452"/>
                  <a:pt x="565" y="449"/>
                  <a:pt x="565" y="445"/>
                </a:cubicBezTo>
                <a:cubicBezTo>
                  <a:pt x="566" y="445"/>
                  <a:pt x="568" y="445"/>
                  <a:pt x="569" y="445"/>
                </a:cubicBezTo>
                <a:cubicBezTo>
                  <a:pt x="568" y="448"/>
                  <a:pt x="567" y="445"/>
                  <a:pt x="566" y="447"/>
                </a:cubicBezTo>
                <a:cubicBezTo>
                  <a:pt x="565" y="449"/>
                  <a:pt x="567" y="448"/>
                  <a:pt x="568" y="449"/>
                </a:cubicBezTo>
                <a:close/>
                <a:moveTo>
                  <a:pt x="562" y="514"/>
                </a:moveTo>
                <a:cubicBezTo>
                  <a:pt x="565" y="517"/>
                  <a:pt x="566" y="518"/>
                  <a:pt x="570" y="516"/>
                </a:cubicBezTo>
                <a:cubicBezTo>
                  <a:pt x="571" y="518"/>
                  <a:pt x="571" y="520"/>
                  <a:pt x="571" y="524"/>
                </a:cubicBezTo>
                <a:cubicBezTo>
                  <a:pt x="565" y="525"/>
                  <a:pt x="562" y="529"/>
                  <a:pt x="556" y="525"/>
                </a:cubicBezTo>
                <a:cubicBezTo>
                  <a:pt x="556" y="519"/>
                  <a:pt x="561" y="519"/>
                  <a:pt x="562" y="514"/>
                </a:cubicBezTo>
                <a:close/>
                <a:moveTo>
                  <a:pt x="573" y="739"/>
                </a:moveTo>
                <a:cubicBezTo>
                  <a:pt x="570" y="737"/>
                  <a:pt x="571" y="733"/>
                  <a:pt x="567" y="734"/>
                </a:cubicBezTo>
                <a:cubicBezTo>
                  <a:pt x="567" y="728"/>
                  <a:pt x="567" y="728"/>
                  <a:pt x="567" y="728"/>
                </a:cubicBezTo>
                <a:cubicBezTo>
                  <a:pt x="571" y="728"/>
                  <a:pt x="571" y="728"/>
                  <a:pt x="571" y="728"/>
                </a:cubicBezTo>
                <a:cubicBezTo>
                  <a:pt x="570" y="734"/>
                  <a:pt x="574" y="734"/>
                  <a:pt x="573" y="739"/>
                </a:cubicBezTo>
                <a:close/>
                <a:moveTo>
                  <a:pt x="553" y="764"/>
                </a:moveTo>
                <a:cubicBezTo>
                  <a:pt x="555" y="765"/>
                  <a:pt x="564" y="769"/>
                  <a:pt x="565" y="780"/>
                </a:cubicBezTo>
                <a:cubicBezTo>
                  <a:pt x="559" y="776"/>
                  <a:pt x="554" y="772"/>
                  <a:pt x="553" y="764"/>
                </a:cubicBezTo>
                <a:close/>
                <a:moveTo>
                  <a:pt x="570" y="766"/>
                </a:moveTo>
                <a:cubicBezTo>
                  <a:pt x="569" y="769"/>
                  <a:pt x="571" y="770"/>
                  <a:pt x="571" y="773"/>
                </a:cubicBezTo>
                <a:cubicBezTo>
                  <a:pt x="568" y="772"/>
                  <a:pt x="566" y="772"/>
                  <a:pt x="564" y="773"/>
                </a:cubicBezTo>
                <a:cubicBezTo>
                  <a:pt x="560" y="769"/>
                  <a:pt x="558" y="759"/>
                  <a:pt x="558" y="753"/>
                </a:cubicBezTo>
                <a:cubicBezTo>
                  <a:pt x="560" y="753"/>
                  <a:pt x="560" y="752"/>
                  <a:pt x="562" y="752"/>
                </a:cubicBezTo>
                <a:cubicBezTo>
                  <a:pt x="561" y="754"/>
                  <a:pt x="563" y="754"/>
                  <a:pt x="562" y="756"/>
                </a:cubicBezTo>
                <a:cubicBezTo>
                  <a:pt x="560" y="756"/>
                  <a:pt x="560" y="756"/>
                  <a:pt x="560" y="756"/>
                </a:cubicBezTo>
                <a:cubicBezTo>
                  <a:pt x="560" y="758"/>
                  <a:pt x="564" y="756"/>
                  <a:pt x="562" y="759"/>
                </a:cubicBezTo>
                <a:cubicBezTo>
                  <a:pt x="565" y="755"/>
                  <a:pt x="566" y="764"/>
                  <a:pt x="569" y="765"/>
                </a:cubicBezTo>
                <a:cubicBezTo>
                  <a:pt x="567" y="751"/>
                  <a:pt x="561" y="743"/>
                  <a:pt x="559" y="730"/>
                </a:cubicBezTo>
                <a:cubicBezTo>
                  <a:pt x="559" y="727"/>
                  <a:pt x="562" y="732"/>
                  <a:pt x="562" y="729"/>
                </a:cubicBezTo>
                <a:cubicBezTo>
                  <a:pt x="566" y="737"/>
                  <a:pt x="569" y="751"/>
                  <a:pt x="575" y="765"/>
                </a:cubicBezTo>
                <a:cubicBezTo>
                  <a:pt x="575" y="767"/>
                  <a:pt x="571" y="765"/>
                  <a:pt x="570" y="766"/>
                </a:cubicBezTo>
                <a:close/>
                <a:moveTo>
                  <a:pt x="558" y="178"/>
                </a:moveTo>
                <a:cubicBezTo>
                  <a:pt x="565" y="171"/>
                  <a:pt x="575" y="176"/>
                  <a:pt x="586" y="177"/>
                </a:cubicBezTo>
                <a:cubicBezTo>
                  <a:pt x="580" y="182"/>
                  <a:pt x="566" y="179"/>
                  <a:pt x="558" y="178"/>
                </a:cubicBezTo>
                <a:close/>
                <a:moveTo>
                  <a:pt x="579" y="577"/>
                </a:moveTo>
                <a:cubicBezTo>
                  <a:pt x="580" y="567"/>
                  <a:pt x="589" y="566"/>
                  <a:pt x="593" y="558"/>
                </a:cubicBezTo>
                <a:cubicBezTo>
                  <a:pt x="591" y="554"/>
                  <a:pt x="588" y="561"/>
                  <a:pt x="584" y="560"/>
                </a:cubicBezTo>
                <a:cubicBezTo>
                  <a:pt x="583" y="557"/>
                  <a:pt x="587" y="555"/>
                  <a:pt x="584" y="552"/>
                </a:cubicBezTo>
                <a:cubicBezTo>
                  <a:pt x="590" y="552"/>
                  <a:pt x="590" y="552"/>
                  <a:pt x="595" y="551"/>
                </a:cubicBezTo>
                <a:cubicBezTo>
                  <a:pt x="594" y="554"/>
                  <a:pt x="598" y="552"/>
                  <a:pt x="597" y="554"/>
                </a:cubicBezTo>
                <a:cubicBezTo>
                  <a:pt x="598" y="558"/>
                  <a:pt x="594" y="555"/>
                  <a:pt x="594" y="557"/>
                </a:cubicBezTo>
                <a:cubicBezTo>
                  <a:pt x="596" y="559"/>
                  <a:pt x="597" y="557"/>
                  <a:pt x="600" y="558"/>
                </a:cubicBezTo>
                <a:cubicBezTo>
                  <a:pt x="600" y="568"/>
                  <a:pt x="592" y="568"/>
                  <a:pt x="586" y="571"/>
                </a:cubicBezTo>
                <a:cubicBezTo>
                  <a:pt x="583" y="572"/>
                  <a:pt x="584" y="578"/>
                  <a:pt x="579" y="577"/>
                </a:cubicBezTo>
                <a:close/>
                <a:moveTo>
                  <a:pt x="594" y="577"/>
                </a:moveTo>
                <a:cubicBezTo>
                  <a:pt x="598" y="577"/>
                  <a:pt x="598" y="577"/>
                  <a:pt x="598" y="577"/>
                </a:cubicBezTo>
                <a:cubicBezTo>
                  <a:pt x="598" y="579"/>
                  <a:pt x="594" y="581"/>
                  <a:pt x="594" y="577"/>
                </a:cubicBezTo>
                <a:close/>
                <a:moveTo>
                  <a:pt x="597" y="584"/>
                </a:moveTo>
                <a:cubicBezTo>
                  <a:pt x="599" y="581"/>
                  <a:pt x="605" y="581"/>
                  <a:pt x="606" y="577"/>
                </a:cubicBezTo>
                <a:cubicBezTo>
                  <a:pt x="608" y="577"/>
                  <a:pt x="610" y="578"/>
                  <a:pt x="611" y="579"/>
                </a:cubicBezTo>
                <a:cubicBezTo>
                  <a:pt x="613" y="579"/>
                  <a:pt x="612" y="576"/>
                  <a:pt x="613" y="575"/>
                </a:cubicBezTo>
                <a:cubicBezTo>
                  <a:pt x="614" y="576"/>
                  <a:pt x="614" y="577"/>
                  <a:pt x="614" y="578"/>
                </a:cubicBezTo>
                <a:cubicBezTo>
                  <a:pt x="617" y="577"/>
                  <a:pt x="621" y="577"/>
                  <a:pt x="619" y="574"/>
                </a:cubicBezTo>
                <a:cubicBezTo>
                  <a:pt x="621" y="575"/>
                  <a:pt x="623" y="575"/>
                  <a:pt x="623" y="578"/>
                </a:cubicBezTo>
                <a:cubicBezTo>
                  <a:pt x="614" y="581"/>
                  <a:pt x="607" y="588"/>
                  <a:pt x="597" y="584"/>
                </a:cubicBezTo>
                <a:close/>
                <a:moveTo>
                  <a:pt x="622" y="724"/>
                </a:moveTo>
                <a:cubicBezTo>
                  <a:pt x="623" y="722"/>
                  <a:pt x="625" y="721"/>
                  <a:pt x="626" y="719"/>
                </a:cubicBezTo>
                <a:cubicBezTo>
                  <a:pt x="628" y="721"/>
                  <a:pt x="624" y="724"/>
                  <a:pt x="622" y="724"/>
                </a:cubicBezTo>
                <a:close/>
                <a:moveTo>
                  <a:pt x="658" y="758"/>
                </a:moveTo>
                <a:cubicBezTo>
                  <a:pt x="660" y="751"/>
                  <a:pt x="668" y="745"/>
                  <a:pt x="672" y="750"/>
                </a:cubicBezTo>
                <a:cubicBezTo>
                  <a:pt x="670" y="755"/>
                  <a:pt x="666" y="758"/>
                  <a:pt x="658" y="758"/>
                </a:cubicBezTo>
                <a:close/>
                <a:moveTo>
                  <a:pt x="724" y="767"/>
                </a:moveTo>
                <a:cubicBezTo>
                  <a:pt x="725" y="765"/>
                  <a:pt x="726" y="763"/>
                  <a:pt x="728" y="760"/>
                </a:cubicBezTo>
                <a:cubicBezTo>
                  <a:pt x="729" y="762"/>
                  <a:pt x="728" y="768"/>
                  <a:pt x="724" y="767"/>
                </a:cubicBezTo>
                <a:close/>
                <a:moveTo>
                  <a:pt x="734" y="680"/>
                </a:moveTo>
                <a:cubicBezTo>
                  <a:pt x="733" y="680"/>
                  <a:pt x="732" y="681"/>
                  <a:pt x="731" y="681"/>
                </a:cubicBezTo>
                <a:cubicBezTo>
                  <a:pt x="722" y="703"/>
                  <a:pt x="706" y="717"/>
                  <a:pt x="688" y="731"/>
                </a:cubicBezTo>
                <a:cubicBezTo>
                  <a:pt x="691" y="735"/>
                  <a:pt x="687" y="739"/>
                  <a:pt x="683" y="740"/>
                </a:cubicBezTo>
                <a:cubicBezTo>
                  <a:pt x="684" y="737"/>
                  <a:pt x="679" y="740"/>
                  <a:pt x="680" y="736"/>
                </a:cubicBezTo>
                <a:cubicBezTo>
                  <a:pt x="676" y="743"/>
                  <a:pt x="666" y="740"/>
                  <a:pt x="659" y="745"/>
                </a:cubicBezTo>
                <a:cubicBezTo>
                  <a:pt x="660" y="751"/>
                  <a:pt x="655" y="751"/>
                  <a:pt x="655" y="757"/>
                </a:cubicBezTo>
                <a:cubicBezTo>
                  <a:pt x="653" y="757"/>
                  <a:pt x="650" y="759"/>
                  <a:pt x="649" y="758"/>
                </a:cubicBezTo>
                <a:cubicBezTo>
                  <a:pt x="650" y="752"/>
                  <a:pt x="655" y="751"/>
                  <a:pt x="657" y="746"/>
                </a:cubicBezTo>
                <a:cubicBezTo>
                  <a:pt x="650" y="742"/>
                  <a:pt x="639" y="746"/>
                  <a:pt x="634" y="747"/>
                </a:cubicBezTo>
                <a:cubicBezTo>
                  <a:pt x="632" y="746"/>
                  <a:pt x="631" y="743"/>
                  <a:pt x="630" y="740"/>
                </a:cubicBezTo>
                <a:cubicBezTo>
                  <a:pt x="629" y="741"/>
                  <a:pt x="629" y="742"/>
                  <a:pt x="627" y="742"/>
                </a:cubicBezTo>
                <a:cubicBezTo>
                  <a:pt x="627" y="738"/>
                  <a:pt x="625" y="734"/>
                  <a:pt x="627" y="731"/>
                </a:cubicBezTo>
                <a:cubicBezTo>
                  <a:pt x="631" y="730"/>
                  <a:pt x="630" y="734"/>
                  <a:pt x="635" y="733"/>
                </a:cubicBezTo>
                <a:cubicBezTo>
                  <a:pt x="638" y="733"/>
                  <a:pt x="637" y="727"/>
                  <a:pt x="639" y="726"/>
                </a:cubicBezTo>
                <a:cubicBezTo>
                  <a:pt x="636" y="725"/>
                  <a:pt x="635" y="729"/>
                  <a:pt x="632" y="727"/>
                </a:cubicBezTo>
                <a:cubicBezTo>
                  <a:pt x="635" y="723"/>
                  <a:pt x="639" y="726"/>
                  <a:pt x="641" y="721"/>
                </a:cubicBezTo>
                <a:cubicBezTo>
                  <a:pt x="651" y="725"/>
                  <a:pt x="656" y="717"/>
                  <a:pt x="662" y="716"/>
                </a:cubicBezTo>
                <a:cubicBezTo>
                  <a:pt x="668" y="722"/>
                  <a:pt x="674" y="726"/>
                  <a:pt x="679" y="730"/>
                </a:cubicBezTo>
                <a:cubicBezTo>
                  <a:pt x="680" y="726"/>
                  <a:pt x="680" y="722"/>
                  <a:pt x="680" y="717"/>
                </a:cubicBezTo>
                <a:cubicBezTo>
                  <a:pt x="683" y="718"/>
                  <a:pt x="682" y="721"/>
                  <a:pt x="683" y="723"/>
                </a:cubicBezTo>
                <a:cubicBezTo>
                  <a:pt x="685" y="722"/>
                  <a:pt x="683" y="717"/>
                  <a:pt x="684" y="715"/>
                </a:cubicBezTo>
                <a:cubicBezTo>
                  <a:pt x="693" y="709"/>
                  <a:pt x="699" y="700"/>
                  <a:pt x="707" y="691"/>
                </a:cubicBezTo>
                <a:cubicBezTo>
                  <a:pt x="709" y="694"/>
                  <a:pt x="703" y="701"/>
                  <a:pt x="705" y="705"/>
                </a:cubicBezTo>
                <a:cubicBezTo>
                  <a:pt x="714" y="693"/>
                  <a:pt x="717" y="684"/>
                  <a:pt x="719" y="666"/>
                </a:cubicBezTo>
                <a:cubicBezTo>
                  <a:pt x="714" y="666"/>
                  <a:pt x="718" y="673"/>
                  <a:pt x="714" y="675"/>
                </a:cubicBezTo>
                <a:cubicBezTo>
                  <a:pt x="714" y="682"/>
                  <a:pt x="710" y="685"/>
                  <a:pt x="708" y="689"/>
                </a:cubicBezTo>
                <a:cubicBezTo>
                  <a:pt x="707" y="677"/>
                  <a:pt x="709" y="667"/>
                  <a:pt x="714" y="656"/>
                </a:cubicBezTo>
                <a:cubicBezTo>
                  <a:pt x="716" y="656"/>
                  <a:pt x="715" y="659"/>
                  <a:pt x="716" y="660"/>
                </a:cubicBezTo>
                <a:cubicBezTo>
                  <a:pt x="717" y="660"/>
                  <a:pt x="717" y="660"/>
                  <a:pt x="718" y="660"/>
                </a:cubicBezTo>
                <a:cubicBezTo>
                  <a:pt x="720" y="656"/>
                  <a:pt x="715" y="658"/>
                  <a:pt x="715" y="653"/>
                </a:cubicBezTo>
                <a:cubicBezTo>
                  <a:pt x="722" y="651"/>
                  <a:pt x="735" y="647"/>
                  <a:pt x="741" y="656"/>
                </a:cubicBezTo>
                <a:cubicBezTo>
                  <a:pt x="739" y="664"/>
                  <a:pt x="737" y="672"/>
                  <a:pt x="734" y="680"/>
                </a:cubicBezTo>
                <a:close/>
                <a:moveTo>
                  <a:pt x="738" y="685"/>
                </a:moveTo>
                <a:cubicBezTo>
                  <a:pt x="739" y="678"/>
                  <a:pt x="738" y="652"/>
                  <a:pt x="749" y="659"/>
                </a:cubicBezTo>
                <a:cubicBezTo>
                  <a:pt x="744" y="667"/>
                  <a:pt x="742" y="677"/>
                  <a:pt x="738" y="685"/>
                </a:cubicBezTo>
                <a:close/>
                <a:moveTo>
                  <a:pt x="746" y="189"/>
                </a:moveTo>
                <a:cubicBezTo>
                  <a:pt x="749" y="187"/>
                  <a:pt x="757" y="188"/>
                  <a:pt x="757" y="192"/>
                </a:cubicBezTo>
                <a:cubicBezTo>
                  <a:pt x="755" y="192"/>
                  <a:pt x="748" y="191"/>
                  <a:pt x="746" y="189"/>
                </a:cubicBezTo>
                <a:close/>
                <a:moveTo>
                  <a:pt x="752" y="762"/>
                </a:moveTo>
                <a:cubicBezTo>
                  <a:pt x="753" y="760"/>
                  <a:pt x="752" y="757"/>
                  <a:pt x="754" y="755"/>
                </a:cubicBezTo>
                <a:cubicBezTo>
                  <a:pt x="755" y="757"/>
                  <a:pt x="755" y="754"/>
                  <a:pt x="757" y="756"/>
                </a:cubicBezTo>
                <a:cubicBezTo>
                  <a:pt x="756" y="759"/>
                  <a:pt x="755" y="762"/>
                  <a:pt x="752" y="762"/>
                </a:cubicBezTo>
                <a:close/>
                <a:moveTo>
                  <a:pt x="754" y="258"/>
                </a:moveTo>
                <a:cubicBezTo>
                  <a:pt x="754" y="255"/>
                  <a:pt x="757" y="258"/>
                  <a:pt x="758" y="260"/>
                </a:cubicBezTo>
                <a:cubicBezTo>
                  <a:pt x="760" y="262"/>
                  <a:pt x="755" y="258"/>
                  <a:pt x="754" y="258"/>
                </a:cubicBezTo>
                <a:close/>
                <a:moveTo>
                  <a:pt x="759" y="260"/>
                </a:moveTo>
                <a:cubicBezTo>
                  <a:pt x="763" y="261"/>
                  <a:pt x="766" y="262"/>
                  <a:pt x="770" y="263"/>
                </a:cubicBezTo>
                <a:cubicBezTo>
                  <a:pt x="766" y="258"/>
                  <a:pt x="758" y="253"/>
                  <a:pt x="750" y="249"/>
                </a:cubicBezTo>
                <a:cubicBezTo>
                  <a:pt x="752" y="248"/>
                  <a:pt x="754" y="247"/>
                  <a:pt x="757" y="247"/>
                </a:cubicBezTo>
                <a:cubicBezTo>
                  <a:pt x="758" y="256"/>
                  <a:pt x="779" y="254"/>
                  <a:pt x="779" y="264"/>
                </a:cubicBezTo>
                <a:cubicBezTo>
                  <a:pt x="778" y="266"/>
                  <a:pt x="775" y="266"/>
                  <a:pt x="776" y="270"/>
                </a:cubicBezTo>
                <a:cubicBezTo>
                  <a:pt x="770" y="266"/>
                  <a:pt x="764" y="264"/>
                  <a:pt x="759" y="260"/>
                </a:cubicBezTo>
                <a:close/>
                <a:moveTo>
                  <a:pt x="784" y="762"/>
                </a:moveTo>
                <a:cubicBezTo>
                  <a:pt x="784" y="761"/>
                  <a:pt x="785" y="755"/>
                  <a:pt x="789" y="756"/>
                </a:cubicBezTo>
                <a:cubicBezTo>
                  <a:pt x="788" y="759"/>
                  <a:pt x="785" y="759"/>
                  <a:pt x="784" y="762"/>
                </a:cubicBezTo>
                <a:close/>
                <a:moveTo>
                  <a:pt x="792" y="710"/>
                </a:moveTo>
                <a:cubicBezTo>
                  <a:pt x="791" y="713"/>
                  <a:pt x="793" y="713"/>
                  <a:pt x="793" y="716"/>
                </a:cubicBezTo>
                <a:cubicBezTo>
                  <a:pt x="790" y="717"/>
                  <a:pt x="790" y="720"/>
                  <a:pt x="787" y="721"/>
                </a:cubicBezTo>
                <a:cubicBezTo>
                  <a:pt x="793" y="729"/>
                  <a:pt x="779" y="739"/>
                  <a:pt x="774" y="741"/>
                </a:cubicBezTo>
                <a:cubicBezTo>
                  <a:pt x="777" y="738"/>
                  <a:pt x="772" y="738"/>
                  <a:pt x="770" y="738"/>
                </a:cubicBezTo>
                <a:cubicBezTo>
                  <a:pt x="767" y="739"/>
                  <a:pt x="773" y="739"/>
                  <a:pt x="771" y="741"/>
                </a:cubicBezTo>
                <a:cubicBezTo>
                  <a:pt x="771" y="741"/>
                  <a:pt x="771" y="742"/>
                  <a:pt x="771" y="743"/>
                </a:cubicBezTo>
                <a:cubicBezTo>
                  <a:pt x="761" y="736"/>
                  <a:pt x="769" y="724"/>
                  <a:pt x="770" y="713"/>
                </a:cubicBezTo>
                <a:cubicBezTo>
                  <a:pt x="772" y="713"/>
                  <a:pt x="772" y="710"/>
                  <a:pt x="775" y="710"/>
                </a:cubicBezTo>
                <a:cubicBezTo>
                  <a:pt x="776" y="704"/>
                  <a:pt x="773" y="705"/>
                  <a:pt x="773" y="699"/>
                </a:cubicBezTo>
                <a:cubicBezTo>
                  <a:pt x="774" y="699"/>
                  <a:pt x="775" y="699"/>
                  <a:pt x="775" y="698"/>
                </a:cubicBezTo>
                <a:cubicBezTo>
                  <a:pt x="776" y="699"/>
                  <a:pt x="776" y="700"/>
                  <a:pt x="777" y="700"/>
                </a:cubicBezTo>
                <a:cubicBezTo>
                  <a:pt x="776" y="703"/>
                  <a:pt x="778" y="705"/>
                  <a:pt x="776" y="706"/>
                </a:cubicBezTo>
                <a:cubicBezTo>
                  <a:pt x="776" y="707"/>
                  <a:pt x="778" y="705"/>
                  <a:pt x="777" y="710"/>
                </a:cubicBezTo>
                <a:cubicBezTo>
                  <a:pt x="782" y="705"/>
                  <a:pt x="784" y="696"/>
                  <a:pt x="786" y="688"/>
                </a:cubicBezTo>
                <a:cubicBezTo>
                  <a:pt x="785" y="686"/>
                  <a:pt x="781" y="689"/>
                  <a:pt x="780" y="689"/>
                </a:cubicBezTo>
                <a:cubicBezTo>
                  <a:pt x="779" y="693"/>
                  <a:pt x="783" y="691"/>
                  <a:pt x="782" y="694"/>
                </a:cubicBezTo>
                <a:cubicBezTo>
                  <a:pt x="780" y="696"/>
                  <a:pt x="778" y="692"/>
                  <a:pt x="779" y="697"/>
                </a:cubicBezTo>
                <a:cubicBezTo>
                  <a:pt x="777" y="696"/>
                  <a:pt x="777" y="698"/>
                  <a:pt x="775" y="697"/>
                </a:cubicBezTo>
                <a:cubicBezTo>
                  <a:pt x="775" y="690"/>
                  <a:pt x="779" y="690"/>
                  <a:pt x="777" y="681"/>
                </a:cubicBezTo>
                <a:cubicBezTo>
                  <a:pt x="780" y="679"/>
                  <a:pt x="779" y="676"/>
                  <a:pt x="780" y="674"/>
                </a:cubicBezTo>
                <a:cubicBezTo>
                  <a:pt x="780" y="674"/>
                  <a:pt x="781" y="675"/>
                  <a:pt x="781" y="676"/>
                </a:cubicBezTo>
                <a:cubicBezTo>
                  <a:pt x="783" y="675"/>
                  <a:pt x="783" y="673"/>
                  <a:pt x="784" y="672"/>
                </a:cubicBezTo>
                <a:cubicBezTo>
                  <a:pt x="785" y="671"/>
                  <a:pt x="782" y="679"/>
                  <a:pt x="783" y="682"/>
                </a:cubicBezTo>
                <a:cubicBezTo>
                  <a:pt x="785" y="681"/>
                  <a:pt x="784" y="675"/>
                  <a:pt x="787" y="678"/>
                </a:cubicBezTo>
                <a:cubicBezTo>
                  <a:pt x="786" y="674"/>
                  <a:pt x="787" y="673"/>
                  <a:pt x="786" y="670"/>
                </a:cubicBezTo>
                <a:cubicBezTo>
                  <a:pt x="791" y="666"/>
                  <a:pt x="796" y="669"/>
                  <a:pt x="802" y="667"/>
                </a:cubicBezTo>
                <a:cubicBezTo>
                  <a:pt x="799" y="665"/>
                  <a:pt x="795" y="664"/>
                  <a:pt x="792" y="662"/>
                </a:cubicBezTo>
                <a:cubicBezTo>
                  <a:pt x="791" y="655"/>
                  <a:pt x="794" y="652"/>
                  <a:pt x="794" y="646"/>
                </a:cubicBezTo>
                <a:cubicBezTo>
                  <a:pt x="801" y="645"/>
                  <a:pt x="805" y="644"/>
                  <a:pt x="811" y="646"/>
                </a:cubicBezTo>
                <a:cubicBezTo>
                  <a:pt x="811" y="637"/>
                  <a:pt x="802" y="638"/>
                  <a:pt x="798" y="633"/>
                </a:cubicBezTo>
                <a:cubicBezTo>
                  <a:pt x="805" y="630"/>
                  <a:pt x="816" y="639"/>
                  <a:pt x="821" y="635"/>
                </a:cubicBezTo>
                <a:cubicBezTo>
                  <a:pt x="815" y="631"/>
                  <a:pt x="809" y="627"/>
                  <a:pt x="802" y="626"/>
                </a:cubicBezTo>
                <a:cubicBezTo>
                  <a:pt x="801" y="622"/>
                  <a:pt x="802" y="619"/>
                  <a:pt x="805" y="616"/>
                </a:cubicBezTo>
                <a:cubicBezTo>
                  <a:pt x="810" y="618"/>
                  <a:pt x="814" y="616"/>
                  <a:pt x="818" y="617"/>
                </a:cubicBezTo>
                <a:cubicBezTo>
                  <a:pt x="810" y="609"/>
                  <a:pt x="792" y="615"/>
                  <a:pt x="799" y="597"/>
                </a:cubicBezTo>
                <a:cubicBezTo>
                  <a:pt x="800" y="596"/>
                  <a:pt x="803" y="596"/>
                  <a:pt x="803" y="594"/>
                </a:cubicBezTo>
                <a:cubicBezTo>
                  <a:pt x="805" y="589"/>
                  <a:pt x="801" y="578"/>
                  <a:pt x="807" y="576"/>
                </a:cubicBezTo>
                <a:cubicBezTo>
                  <a:pt x="809" y="580"/>
                  <a:pt x="806" y="583"/>
                  <a:pt x="809" y="586"/>
                </a:cubicBezTo>
                <a:cubicBezTo>
                  <a:pt x="806" y="586"/>
                  <a:pt x="806" y="586"/>
                  <a:pt x="806" y="586"/>
                </a:cubicBezTo>
                <a:cubicBezTo>
                  <a:pt x="807" y="589"/>
                  <a:pt x="809" y="590"/>
                  <a:pt x="808" y="595"/>
                </a:cubicBezTo>
                <a:cubicBezTo>
                  <a:pt x="809" y="596"/>
                  <a:pt x="810" y="596"/>
                  <a:pt x="811" y="596"/>
                </a:cubicBezTo>
                <a:cubicBezTo>
                  <a:pt x="813" y="595"/>
                  <a:pt x="810" y="593"/>
                  <a:pt x="811" y="591"/>
                </a:cubicBezTo>
                <a:cubicBezTo>
                  <a:pt x="813" y="590"/>
                  <a:pt x="818" y="591"/>
                  <a:pt x="818" y="596"/>
                </a:cubicBezTo>
                <a:cubicBezTo>
                  <a:pt x="820" y="592"/>
                  <a:pt x="821" y="586"/>
                  <a:pt x="824" y="582"/>
                </a:cubicBezTo>
                <a:cubicBezTo>
                  <a:pt x="826" y="585"/>
                  <a:pt x="826" y="589"/>
                  <a:pt x="824" y="592"/>
                </a:cubicBezTo>
                <a:cubicBezTo>
                  <a:pt x="828" y="590"/>
                  <a:pt x="826" y="582"/>
                  <a:pt x="829" y="579"/>
                </a:cubicBezTo>
                <a:cubicBezTo>
                  <a:pt x="833" y="580"/>
                  <a:pt x="830" y="586"/>
                  <a:pt x="830" y="589"/>
                </a:cubicBezTo>
                <a:cubicBezTo>
                  <a:pt x="829" y="589"/>
                  <a:pt x="829" y="588"/>
                  <a:pt x="828" y="588"/>
                </a:cubicBezTo>
                <a:cubicBezTo>
                  <a:pt x="828" y="591"/>
                  <a:pt x="828" y="598"/>
                  <a:pt x="826" y="602"/>
                </a:cubicBezTo>
                <a:cubicBezTo>
                  <a:pt x="825" y="601"/>
                  <a:pt x="824" y="600"/>
                  <a:pt x="824" y="598"/>
                </a:cubicBezTo>
                <a:cubicBezTo>
                  <a:pt x="823" y="601"/>
                  <a:pt x="823" y="604"/>
                  <a:pt x="824" y="606"/>
                </a:cubicBezTo>
                <a:cubicBezTo>
                  <a:pt x="824" y="606"/>
                  <a:pt x="824" y="605"/>
                  <a:pt x="823" y="605"/>
                </a:cubicBezTo>
                <a:cubicBezTo>
                  <a:pt x="823" y="609"/>
                  <a:pt x="823" y="609"/>
                  <a:pt x="823" y="609"/>
                </a:cubicBezTo>
                <a:cubicBezTo>
                  <a:pt x="823" y="612"/>
                  <a:pt x="825" y="607"/>
                  <a:pt x="825" y="610"/>
                </a:cubicBezTo>
                <a:cubicBezTo>
                  <a:pt x="825" y="613"/>
                  <a:pt x="825" y="610"/>
                  <a:pt x="823" y="610"/>
                </a:cubicBezTo>
                <a:cubicBezTo>
                  <a:pt x="823" y="613"/>
                  <a:pt x="824" y="613"/>
                  <a:pt x="824" y="616"/>
                </a:cubicBezTo>
                <a:cubicBezTo>
                  <a:pt x="826" y="616"/>
                  <a:pt x="823" y="612"/>
                  <a:pt x="825" y="612"/>
                </a:cubicBezTo>
                <a:cubicBezTo>
                  <a:pt x="833" y="621"/>
                  <a:pt x="831" y="640"/>
                  <a:pt x="824" y="647"/>
                </a:cubicBezTo>
                <a:cubicBezTo>
                  <a:pt x="825" y="649"/>
                  <a:pt x="824" y="652"/>
                  <a:pt x="824" y="654"/>
                </a:cubicBezTo>
                <a:cubicBezTo>
                  <a:pt x="820" y="657"/>
                  <a:pt x="818" y="670"/>
                  <a:pt x="819" y="674"/>
                </a:cubicBezTo>
                <a:cubicBezTo>
                  <a:pt x="814" y="685"/>
                  <a:pt x="804" y="698"/>
                  <a:pt x="797" y="710"/>
                </a:cubicBezTo>
                <a:cubicBezTo>
                  <a:pt x="794" y="711"/>
                  <a:pt x="794" y="709"/>
                  <a:pt x="792" y="710"/>
                </a:cubicBezTo>
                <a:close/>
                <a:moveTo>
                  <a:pt x="796" y="745"/>
                </a:moveTo>
                <a:cubicBezTo>
                  <a:pt x="796" y="742"/>
                  <a:pt x="796" y="741"/>
                  <a:pt x="798" y="741"/>
                </a:cubicBezTo>
                <a:cubicBezTo>
                  <a:pt x="799" y="743"/>
                  <a:pt x="798" y="745"/>
                  <a:pt x="796" y="745"/>
                </a:cubicBezTo>
                <a:close/>
                <a:moveTo>
                  <a:pt x="854" y="600"/>
                </a:moveTo>
                <a:cubicBezTo>
                  <a:pt x="855" y="603"/>
                  <a:pt x="854" y="605"/>
                  <a:pt x="853" y="607"/>
                </a:cubicBezTo>
                <a:cubicBezTo>
                  <a:pt x="857" y="608"/>
                  <a:pt x="853" y="605"/>
                  <a:pt x="856" y="605"/>
                </a:cubicBezTo>
                <a:cubicBezTo>
                  <a:pt x="859" y="613"/>
                  <a:pt x="854" y="631"/>
                  <a:pt x="850" y="639"/>
                </a:cubicBezTo>
                <a:cubicBezTo>
                  <a:pt x="851" y="658"/>
                  <a:pt x="841" y="676"/>
                  <a:pt x="838" y="690"/>
                </a:cubicBezTo>
                <a:cubicBezTo>
                  <a:pt x="836" y="690"/>
                  <a:pt x="836" y="691"/>
                  <a:pt x="835" y="691"/>
                </a:cubicBezTo>
                <a:cubicBezTo>
                  <a:pt x="829" y="708"/>
                  <a:pt x="818" y="716"/>
                  <a:pt x="810" y="728"/>
                </a:cubicBezTo>
                <a:cubicBezTo>
                  <a:pt x="807" y="715"/>
                  <a:pt x="818" y="707"/>
                  <a:pt x="816" y="695"/>
                </a:cubicBezTo>
                <a:cubicBezTo>
                  <a:pt x="818" y="693"/>
                  <a:pt x="819" y="690"/>
                  <a:pt x="823" y="691"/>
                </a:cubicBezTo>
                <a:cubicBezTo>
                  <a:pt x="824" y="688"/>
                  <a:pt x="825" y="685"/>
                  <a:pt x="829" y="685"/>
                </a:cubicBezTo>
                <a:cubicBezTo>
                  <a:pt x="832" y="667"/>
                  <a:pt x="848" y="650"/>
                  <a:pt x="842" y="625"/>
                </a:cubicBezTo>
                <a:cubicBezTo>
                  <a:pt x="846" y="625"/>
                  <a:pt x="846" y="625"/>
                  <a:pt x="846" y="625"/>
                </a:cubicBezTo>
                <a:cubicBezTo>
                  <a:pt x="844" y="623"/>
                  <a:pt x="843" y="621"/>
                  <a:pt x="844" y="617"/>
                </a:cubicBezTo>
                <a:cubicBezTo>
                  <a:pt x="845" y="618"/>
                  <a:pt x="846" y="620"/>
                  <a:pt x="846" y="622"/>
                </a:cubicBezTo>
                <a:cubicBezTo>
                  <a:pt x="849" y="619"/>
                  <a:pt x="847" y="614"/>
                  <a:pt x="847" y="610"/>
                </a:cubicBezTo>
                <a:cubicBezTo>
                  <a:pt x="849" y="611"/>
                  <a:pt x="851" y="612"/>
                  <a:pt x="853" y="613"/>
                </a:cubicBezTo>
                <a:cubicBezTo>
                  <a:pt x="855" y="611"/>
                  <a:pt x="851" y="609"/>
                  <a:pt x="850" y="607"/>
                </a:cubicBezTo>
                <a:cubicBezTo>
                  <a:pt x="850" y="604"/>
                  <a:pt x="851" y="602"/>
                  <a:pt x="849" y="598"/>
                </a:cubicBezTo>
                <a:cubicBezTo>
                  <a:pt x="846" y="595"/>
                  <a:pt x="848" y="590"/>
                  <a:pt x="845" y="585"/>
                </a:cubicBezTo>
                <a:cubicBezTo>
                  <a:pt x="846" y="581"/>
                  <a:pt x="853" y="592"/>
                  <a:pt x="849" y="593"/>
                </a:cubicBezTo>
                <a:cubicBezTo>
                  <a:pt x="850" y="594"/>
                  <a:pt x="852" y="595"/>
                  <a:pt x="854" y="596"/>
                </a:cubicBezTo>
                <a:cubicBezTo>
                  <a:pt x="854" y="596"/>
                  <a:pt x="855" y="595"/>
                  <a:pt x="855" y="594"/>
                </a:cubicBezTo>
                <a:cubicBezTo>
                  <a:pt x="855" y="597"/>
                  <a:pt x="855" y="597"/>
                  <a:pt x="858" y="599"/>
                </a:cubicBezTo>
                <a:cubicBezTo>
                  <a:pt x="855" y="599"/>
                  <a:pt x="857" y="602"/>
                  <a:pt x="854" y="600"/>
                </a:cubicBezTo>
                <a:close/>
                <a:moveTo>
                  <a:pt x="940" y="190"/>
                </a:moveTo>
                <a:cubicBezTo>
                  <a:pt x="941" y="191"/>
                  <a:pt x="943" y="193"/>
                  <a:pt x="942" y="194"/>
                </a:cubicBezTo>
                <a:cubicBezTo>
                  <a:pt x="940" y="194"/>
                  <a:pt x="938" y="192"/>
                  <a:pt x="940" y="190"/>
                </a:cubicBezTo>
                <a:close/>
                <a:moveTo>
                  <a:pt x="922" y="150"/>
                </a:moveTo>
                <a:cubicBezTo>
                  <a:pt x="921" y="149"/>
                  <a:pt x="921" y="150"/>
                  <a:pt x="920" y="150"/>
                </a:cubicBezTo>
                <a:cubicBezTo>
                  <a:pt x="919" y="149"/>
                  <a:pt x="917" y="148"/>
                  <a:pt x="917" y="145"/>
                </a:cubicBezTo>
                <a:cubicBezTo>
                  <a:pt x="920" y="145"/>
                  <a:pt x="921" y="147"/>
                  <a:pt x="922" y="150"/>
                </a:cubicBezTo>
                <a:close/>
                <a:moveTo>
                  <a:pt x="905" y="180"/>
                </a:moveTo>
                <a:cubicBezTo>
                  <a:pt x="906" y="182"/>
                  <a:pt x="910" y="180"/>
                  <a:pt x="909" y="184"/>
                </a:cubicBezTo>
                <a:cubicBezTo>
                  <a:pt x="907" y="185"/>
                  <a:pt x="907" y="183"/>
                  <a:pt x="905" y="184"/>
                </a:cubicBezTo>
                <a:lnTo>
                  <a:pt x="905" y="180"/>
                </a:lnTo>
                <a:close/>
                <a:moveTo>
                  <a:pt x="898" y="427"/>
                </a:moveTo>
                <a:cubicBezTo>
                  <a:pt x="895" y="429"/>
                  <a:pt x="894" y="425"/>
                  <a:pt x="893" y="423"/>
                </a:cubicBezTo>
                <a:cubicBezTo>
                  <a:pt x="895" y="424"/>
                  <a:pt x="897" y="425"/>
                  <a:pt x="898" y="427"/>
                </a:cubicBezTo>
                <a:close/>
                <a:moveTo>
                  <a:pt x="895" y="252"/>
                </a:moveTo>
                <a:cubicBezTo>
                  <a:pt x="887" y="252"/>
                  <a:pt x="880" y="251"/>
                  <a:pt x="880" y="243"/>
                </a:cubicBezTo>
                <a:cubicBezTo>
                  <a:pt x="886" y="247"/>
                  <a:pt x="894" y="243"/>
                  <a:pt x="895" y="252"/>
                </a:cubicBezTo>
                <a:close/>
                <a:moveTo>
                  <a:pt x="880" y="121"/>
                </a:moveTo>
                <a:cubicBezTo>
                  <a:pt x="877" y="119"/>
                  <a:pt x="875" y="119"/>
                  <a:pt x="874" y="116"/>
                </a:cubicBezTo>
                <a:cubicBezTo>
                  <a:pt x="876" y="119"/>
                  <a:pt x="880" y="115"/>
                  <a:pt x="880" y="121"/>
                </a:cubicBezTo>
                <a:close/>
                <a:moveTo>
                  <a:pt x="860" y="272"/>
                </a:moveTo>
                <a:cubicBezTo>
                  <a:pt x="863" y="273"/>
                  <a:pt x="865" y="273"/>
                  <a:pt x="866" y="275"/>
                </a:cubicBezTo>
                <a:cubicBezTo>
                  <a:pt x="865" y="280"/>
                  <a:pt x="859" y="277"/>
                  <a:pt x="860" y="272"/>
                </a:cubicBezTo>
                <a:close/>
                <a:moveTo>
                  <a:pt x="866" y="111"/>
                </a:moveTo>
                <a:cubicBezTo>
                  <a:pt x="868" y="106"/>
                  <a:pt x="872" y="112"/>
                  <a:pt x="872" y="114"/>
                </a:cubicBezTo>
                <a:cubicBezTo>
                  <a:pt x="871" y="116"/>
                  <a:pt x="867" y="112"/>
                  <a:pt x="866" y="111"/>
                </a:cubicBezTo>
                <a:close/>
                <a:moveTo>
                  <a:pt x="870" y="277"/>
                </a:moveTo>
                <a:cubicBezTo>
                  <a:pt x="876" y="278"/>
                  <a:pt x="879" y="282"/>
                  <a:pt x="881" y="288"/>
                </a:cubicBezTo>
                <a:cubicBezTo>
                  <a:pt x="876" y="286"/>
                  <a:pt x="873" y="281"/>
                  <a:pt x="870" y="277"/>
                </a:cubicBezTo>
                <a:close/>
                <a:moveTo>
                  <a:pt x="890" y="266"/>
                </a:moveTo>
                <a:cubicBezTo>
                  <a:pt x="885" y="261"/>
                  <a:pt x="879" y="265"/>
                  <a:pt x="874" y="259"/>
                </a:cubicBezTo>
                <a:cubicBezTo>
                  <a:pt x="875" y="258"/>
                  <a:pt x="878" y="258"/>
                  <a:pt x="876" y="256"/>
                </a:cubicBezTo>
                <a:cubicBezTo>
                  <a:pt x="877" y="256"/>
                  <a:pt x="889" y="259"/>
                  <a:pt x="893" y="263"/>
                </a:cubicBezTo>
                <a:cubicBezTo>
                  <a:pt x="893" y="266"/>
                  <a:pt x="889" y="263"/>
                  <a:pt x="890" y="266"/>
                </a:cubicBezTo>
                <a:close/>
                <a:moveTo>
                  <a:pt x="898" y="438"/>
                </a:moveTo>
                <a:cubicBezTo>
                  <a:pt x="894" y="437"/>
                  <a:pt x="894" y="432"/>
                  <a:pt x="893" y="428"/>
                </a:cubicBezTo>
                <a:cubicBezTo>
                  <a:pt x="896" y="430"/>
                  <a:pt x="900" y="434"/>
                  <a:pt x="898" y="438"/>
                </a:cubicBezTo>
                <a:close/>
                <a:moveTo>
                  <a:pt x="902" y="444"/>
                </a:moveTo>
                <a:cubicBezTo>
                  <a:pt x="903" y="444"/>
                  <a:pt x="904" y="444"/>
                  <a:pt x="904" y="443"/>
                </a:cubicBezTo>
                <a:cubicBezTo>
                  <a:pt x="906" y="444"/>
                  <a:pt x="905" y="448"/>
                  <a:pt x="908" y="447"/>
                </a:cubicBezTo>
                <a:cubicBezTo>
                  <a:pt x="905" y="450"/>
                  <a:pt x="909" y="453"/>
                  <a:pt x="911" y="456"/>
                </a:cubicBezTo>
                <a:cubicBezTo>
                  <a:pt x="906" y="457"/>
                  <a:pt x="904" y="448"/>
                  <a:pt x="902" y="444"/>
                </a:cubicBezTo>
                <a:close/>
                <a:moveTo>
                  <a:pt x="904" y="301"/>
                </a:moveTo>
                <a:cubicBezTo>
                  <a:pt x="906" y="302"/>
                  <a:pt x="907" y="302"/>
                  <a:pt x="908" y="304"/>
                </a:cubicBezTo>
                <a:cubicBezTo>
                  <a:pt x="907" y="306"/>
                  <a:pt x="903" y="304"/>
                  <a:pt x="904" y="301"/>
                </a:cubicBezTo>
                <a:close/>
                <a:moveTo>
                  <a:pt x="917" y="342"/>
                </a:moveTo>
                <a:cubicBezTo>
                  <a:pt x="920" y="340"/>
                  <a:pt x="924" y="345"/>
                  <a:pt x="924" y="340"/>
                </a:cubicBezTo>
                <a:cubicBezTo>
                  <a:pt x="928" y="340"/>
                  <a:pt x="931" y="340"/>
                  <a:pt x="933" y="342"/>
                </a:cubicBezTo>
                <a:cubicBezTo>
                  <a:pt x="931" y="347"/>
                  <a:pt x="935" y="347"/>
                  <a:pt x="935" y="351"/>
                </a:cubicBezTo>
                <a:cubicBezTo>
                  <a:pt x="930" y="347"/>
                  <a:pt x="919" y="349"/>
                  <a:pt x="917" y="342"/>
                </a:cubicBezTo>
                <a:close/>
                <a:moveTo>
                  <a:pt x="921" y="248"/>
                </a:moveTo>
                <a:cubicBezTo>
                  <a:pt x="921" y="246"/>
                  <a:pt x="921" y="246"/>
                  <a:pt x="921" y="246"/>
                </a:cubicBezTo>
                <a:cubicBezTo>
                  <a:pt x="925" y="246"/>
                  <a:pt x="925" y="250"/>
                  <a:pt x="927" y="252"/>
                </a:cubicBezTo>
                <a:cubicBezTo>
                  <a:pt x="924" y="250"/>
                  <a:pt x="924" y="248"/>
                  <a:pt x="921" y="248"/>
                </a:cubicBezTo>
                <a:close/>
                <a:moveTo>
                  <a:pt x="928" y="252"/>
                </a:moveTo>
                <a:cubicBezTo>
                  <a:pt x="931" y="252"/>
                  <a:pt x="932" y="253"/>
                  <a:pt x="932" y="256"/>
                </a:cubicBezTo>
                <a:cubicBezTo>
                  <a:pt x="930" y="255"/>
                  <a:pt x="928" y="255"/>
                  <a:pt x="928" y="252"/>
                </a:cubicBezTo>
                <a:close/>
                <a:moveTo>
                  <a:pt x="936" y="253"/>
                </a:moveTo>
                <a:cubicBezTo>
                  <a:pt x="926" y="239"/>
                  <a:pt x="908" y="238"/>
                  <a:pt x="898" y="224"/>
                </a:cubicBezTo>
                <a:cubicBezTo>
                  <a:pt x="905" y="226"/>
                  <a:pt x="909" y="228"/>
                  <a:pt x="917" y="230"/>
                </a:cubicBezTo>
                <a:cubicBezTo>
                  <a:pt x="916" y="233"/>
                  <a:pt x="923" y="237"/>
                  <a:pt x="925" y="236"/>
                </a:cubicBezTo>
                <a:cubicBezTo>
                  <a:pt x="929" y="247"/>
                  <a:pt x="942" y="246"/>
                  <a:pt x="946" y="256"/>
                </a:cubicBezTo>
                <a:cubicBezTo>
                  <a:pt x="942" y="256"/>
                  <a:pt x="940" y="251"/>
                  <a:pt x="936" y="253"/>
                </a:cubicBezTo>
                <a:close/>
                <a:moveTo>
                  <a:pt x="952" y="227"/>
                </a:moveTo>
                <a:cubicBezTo>
                  <a:pt x="951" y="228"/>
                  <a:pt x="955" y="231"/>
                  <a:pt x="955" y="234"/>
                </a:cubicBezTo>
                <a:cubicBezTo>
                  <a:pt x="951" y="234"/>
                  <a:pt x="949" y="230"/>
                  <a:pt x="946" y="228"/>
                </a:cubicBezTo>
                <a:cubicBezTo>
                  <a:pt x="946" y="230"/>
                  <a:pt x="943" y="232"/>
                  <a:pt x="942" y="230"/>
                </a:cubicBezTo>
                <a:cubicBezTo>
                  <a:pt x="941" y="232"/>
                  <a:pt x="942" y="232"/>
                  <a:pt x="943" y="233"/>
                </a:cubicBezTo>
                <a:cubicBezTo>
                  <a:pt x="941" y="235"/>
                  <a:pt x="939" y="229"/>
                  <a:pt x="937" y="233"/>
                </a:cubicBezTo>
                <a:cubicBezTo>
                  <a:pt x="934" y="225"/>
                  <a:pt x="924" y="220"/>
                  <a:pt x="920" y="211"/>
                </a:cubicBezTo>
                <a:cubicBezTo>
                  <a:pt x="923" y="211"/>
                  <a:pt x="923" y="211"/>
                  <a:pt x="923" y="211"/>
                </a:cubicBezTo>
                <a:cubicBezTo>
                  <a:pt x="922" y="208"/>
                  <a:pt x="919" y="208"/>
                  <a:pt x="919" y="205"/>
                </a:cubicBezTo>
                <a:cubicBezTo>
                  <a:pt x="925" y="209"/>
                  <a:pt x="933" y="210"/>
                  <a:pt x="938" y="214"/>
                </a:cubicBezTo>
                <a:cubicBezTo>
                  <a:pt x="938" y="219"/>
                  <a:pt x="940" y="220"/>
                  <a:pt x="944" y="220"/>
                </a:cubicBezTo>
                <a:cubicBezTo>
                  <a:pt x="943" y="219"/>
                  <a:pt x="940" y="220"/>
                  <a:pt x="941" y="217"/>
                </a:cubicBezTo>
                <a:cubicBezTo>
                  <a:pt x="942" y="217"/>
                  <a:pt x="943" y="217"/>
                  <a:pt x="943" y="216"/>
                </a:cubicBezTo>
                <a:cubicBezTo>
                  <a:pt x="943" y="214"/>
                  <a:pt x="942" y="213"/>
                  <a:pt x="940" y="213"/>
                </a:cubicBezTo>
                <a:cubicBezTo>
                  <a:pt x="953" y="206"/>
                  <a:pt x="955" y="226"/>
                  <a:pt x="963" y="229"/>
                </a:cubicBezTo>
                <a:cubicBezTo>
                  <a:pt x="963" y="232"/>
                  <a:pt x="964" y="232"/>
                  <a:pt x="964" y="235"/>
                </a:cubicBezTo>
                <a:cubicBezTo>
                  <a:pt x="959" y="234"/>
                  <a:pt x="957" y="229"/>
                  <a:pt x="952" y="227"/>
                </a:cubicBezTo>
                <a:close/>
                <a:moveTo>
                  <a:pt x="966" y="256"/>
                </a:moveTo>
                <a:cubicBezTo>
                  <a:pt x="965" y="257"/>
                  <a:pt x="962" y="254"/>
                  <a:pt x="963" y="250"/>
                </a:cubicBezTo>
                <a:cubicBezTo>
                  <a:pt x="965" y="251"/>
                  <a:pt x="966" y="252"/>
                  <a:pt x="967" y="255"/>
                </a:cubicBezTo>
                <a:cubicBezTo>
                  <a:pt x="965" y="254"/>
                  <a:pt x="965" y="256"/>
                  <a:pt x="966" y="256"/>
                </a:cubicBezTo>
                <a:close/>
                <a:moveTo>
                  <a:pt x="966" y="199"/>
                </a:moveTo>
                <a:cubicBezTo>
                  <a:pt x="970" y="199"/>
                  <a:pt x="972" y="202"/>
                  <a:pt x="975" y="204"/>
                </a:cubicBezTo>
                <a:cubicBezTo>
                  <a:pt x="972" y="208"/>
                  <a:pt x="967" y="202"/>
                  <a:pt x="966" y="199"/>
                </a:cubicBezTo>
                <a:close/>
                <a:moveTo>
                  <a:pt x="880" y="807"/>
                </a:moveTo>
                <a:cubicBezTo>
                  <a:pt x="880" y="802"/>
                  <a:pt x="882" y="800"/>
                  <a:pt x="884" y="798"/>
                </a:cubicBezTo>
                <a:cubicBezTo>
                  <a:pt x="886" y="802"/>
                  <a:pt x="883" y="806"/>
                  <a:pt x="880" y="807"/>
                </a:cubicBezTo>
                <a:close/>
                <a:moveTo>
                  <a:pt x="890" y="805"/>
                </a:moveTo>
                <a:cubicBezTo>
                  <a:pt x="891" y="801"/>
                  <a:pt x="892" y="802"/>
                  <a:pt x="896" y="802"/>
                </a:cubicBezTo>
                <a:cubicBezTo>
                  <a:pt x="896" y="805"/>
                  <a:pt x="893" y="807"/>
                  <a:pt x="890" y="805"/>
                </a:cubicBezTo>
                <a:close/>
                <a:moveTo>
                  <a:pt x="854" y="904"/>
                </a:moveTo>
                <a:cubicBezTo>
                  <a:pt x="849" y="906"/>
                  <a:pt x="844" y="912"/>
                  <a:pt x="838" y="910"/>
                </a:cubicBezTo>
                <a:cubicBezTo>
                  <a:pt x="843" y="903"/>
                  <a:pt x="848" y="893"/>
                  <a:pt x="859" y="896"/>
                </a:cubicBezTo>
                <a:cubicBezTo>
                  <a:pt x="857" y="899"/>
                  <a:pt x="855" y="898"/>
                  <a:pt x="854" y="904"/>
                </a:cubicBezTo>
                <a:close/>
                <a:moveTo>
                  <a:pt x="873" y="877"/>
                </a:moveTo>
                <a:cubicBezTo>
                  <a:pt x="870" y="877"/>
                  <a:pt x="870" y="880"/>
                  <a:pt x="866" y="880"/>
                </a:cubicBezTo>
                <a:cubicBezTo>
                  <a:pt x="867" y="875"/>
                  <a:pt x="869" y="872"/>
                  <a:pt x="874" y="872"/>
                </a:cubicBezTo>
                <a:cubicBezTo>
                  <a:pt x="874" y="874"/>
                  <a:pt x="873" y="874"/>
                  <a:pt x="873" y="877"/>
                </a:cubicBezTo>
                <a:close/>
                <a:moveTo>
                  <a:pt x="916" y="832"/>
                </a:moveTo>
                <a:cubicBezTo>
                  <a:pt x="913" y="834"/>
                  <a:pt x="911" y="832"/>
                  <a:pt x="910" y="830"/>
                </a:cubicBezTo>
                <a:cubicBezTo>
                  <a:pt x="911" y="823"/>
                  <a:pt x="920" y="824"/>
                  <a:pt x="916" y="832"/>
                </a:cubicBezTo>
                <a:close/>
                <a:moveTo>
                  <a:pt x="885" y="951"/>
                </a:moveTo>
                <a:cubicBezTo>
                  <a:pt x="888" y="949"/>
                  <a:pt x="889" y="945"/>
                  <a:pt x="893" y="944"/>
                </a:cubicBezTo>
                <a:cubicBezTo>
                  <a:pt x="891" y="947"/>
                  <a:pt x="888" y="952"/>
                  <a:pt x="885" y="951"/>
                </a:cubicBezTo>
                <a:close/>
                <a:moveTo>
                  <a:pt x="892" y="915"/>
                </a:moveTo>
                <a:cubicBezTo>
                  <a:pt x="885" y="920"/>
                  <a:pt x="879" y="926"/>
                  <a:pt x="870" y="928"/>
                </a:cubicBezTo>
                <a:cubicBezTo>
                  <a:pt x="870" y="924"/>
                  <a:pt x="873" y="923"/>
                  <a:pt x="876" y="922"/>
                </a:cubicBezTo>
                <a:cubicBezTo>
                  <a:pt x="884" y="918"/>
                  <a:pt x="890" y="910"/>
                  <a:pt x="900" y="908"/>
                </a:cubicBezTo>
                <a:cubicBezTo>
                  <a:pt x="901" y="912"/>
                  <a:pt x="897" y="917"/>
                  <a:pt x="892" y="915"/>
                </a:cubicBezTo>
                <a:close/>
                <a:moveTo>
                  <a:pt x="899" y="940"/>
                </a:moveTo>
                <a:cubicBezTo>
                  <a:pt x="902" y="928"/>
                  <a:pt x="913" y="924"/>
                  <a:pt x="921" y="917"/>
                </a:cubicBezTo>
                <a:cubicBezTo>
                  <a:pt x="919" y="928"/>
                  <a:pt x="905" y="932"/>
                  <a:pt x="899" y="940"/>
                </a:cubicBezTo>
                <a:close/>
                <a:moveTo>
                  <a:pt x="924" y="887"/>
                </a:moveTo>
                <a:cubicBezTo>
                  <a:pt x="920" y="886"/>
                  <a:pt x="920" y="890"/>
                  <a:pt x="916" y="889"/>
                </a:cubicBezTo>
                <a:cubicBezTo>
                  <a:pt x="918" y="886"/>
                  <a:pt x="920" y="883"/>
                  <a:pt x="924" y="883"/>
                </a:cubicBezTo>
                <a:lnTo>
                  <a:pt x="924" y="887"/>
                </a:lnTo>
                <a:close/>
                <a:moveTo>
                  <a:pt x="944" y="754"/>
                </a:moveTo>
                <a:cubicBezTo>
                  <a:pt x="941" y="752"/>
                  <a:pt x="946" y="750"/>
                  <a:pt x="946" y="748"/>
                </a:cubicBezTo>
                <a:cubicBezTo>
                  <a:pt x="948" y="750"/>
                  <a:pt x="943" y="751"/>
                  <a:pt x="944" y="754"/>
                </a:cubicBezTo>
                <a:close/>
                <a:moveTo>
                  <a:pt x="946" y="747"/>
                </a:moveTo>
                <a:cubicBezTo>
                  <a:pt x="945" y="745"/>
                  <a:pt x="944" y="739"/>
                  <a:pt x="947" y="736"/>
                </a:cubicBezTo>
                <a:cubicBezTo>
                  <a:pt x="949" y="740"/>
                  <a:pt x="950" y="745"/>
                  <a:pt x="946" y="747"/>
                </a:cubicBezTo>
                <a:close/>
                <a:moveTo>
                  <a:pt x="809" y="1015"/>
                </a:moveTo>
                <a:cubicBezTo>
                  <a:pt x="808" y="1011"/>
                  <a:pt x="814" y="1011"/>
                  <a:pt x="814" y="1014"/>
                </a:cubicBezTo>
                <a:cubicBezTo>
                  <a:pt x="812" y="1014"/>
                  <a:pt x="811" y="1016"/>
                  <a:pt x="809" y="1015"/>
                </a:cubicBezTo>
                <a:close/>
                <a:moveTo>
                  <a:pt x="864" y="1003"/>
                </a:moveTo>
                <a:cubicBezTo>
                  <a:pt x="863" y="1000"/>
                  <a:pt x="867" y="995"/>
                  <a:pt x="872" y="995"/>
                </a:cubicBezTo>
                <a:cubicBezTo>
                  <a:pt x="870" y="999"/>
                  <a:pt x="866" y="1000"/>
                  <a:pt x="864" y="1003"/>
                </a:cubicBezTo>
                <a:close/>
                <a:moveTo>
                  <a:pt x="859" y="1053"/>
                </a:moveTo>
                <a:cubicBezTo>
                  <a:pt x="863" y="1048"/>
                  <a:pt x="869" y="1047"/>
                  <a:pt x="875" y="1045"/>
                </a:cubicBezTo>
                <a:cubicBezTo>
                  <a:pt x="873" y="1050"/>
                  <a:pt x="865" y="1053"/>
                  <a:pt x="859" y="1053"/>
                </a:cubicBezTo>
                <a:close/>
                <a:moveTo>
                  <a:pt x="906" y="981"/>
                </a:moveTo>
                <a:cubicBezTo>
                  <a:pt x="903" y="981"/>
                  <a:pt x="904" y="979"/>
                  <a:pt x="902" y="979"/>
                </a:cubicBezTo>
                <a:cubicBezTo>
                  <a:pt x="901" y="976"/>
                  <a:pt x="903" y="976"/>
                  <a:pt x="903" y="973"/>
                </a:cubicBezTo>
                <a:cubicBezTo>
                  <a:pt x="906" y="973"/>
                  <a:pt x="906" y="973"/>
                  <a:pt x="906" y="973"/>
                </a:cubicBezTo>
                <a:cubicBezTo>
                  <a:pt x="905" y="977"/>
                  <a:pt x="907" y="979"/>
                  <a:pt x="906" y="981"/>
                </a:cubicBezTo>
                <a:close/>
                <a:moveTo>
                  <a:pt x="907" y="1053"/>
                </a:moveTo>
                <a:cubicBezTo>
                  <a:pt x="908" y="1050"/>
                  <a:pt x="910" y="1050"/>
                  <a:pt x="913" y="1050"/>
                </a:cubicBezTo>
                <a:cubicBezTo>
                  <a:pt x="913" y="1053"/>
                  <a:pt x="910" y="1053"/>
                  <a:pt x="907" y="1053"/>
                </a:cubicBezTo>
                <a:close/>
                <a:moveTo>
                  <a:pt x="919" y="954"/>
                </a:moveTo>
                <a:cubicBezTo>
                  <a:pt x="920" y="951"/>
                  <a:pt x="923" y="949"/>
                  <a:pt x="927" y="948"/>
                </a:cubicBezTo>
                <a:cubicBezTo>
                  <a:pt x="925" y="952"/>
                  <a:pt x="922" y="954"/>
                  <a:pt x="919" y="954"/>
                </a:cubicBezTo>
                <a:close/>
                <a:moveTo>
                  <a:pt x="961" y="1042"/>
                </a:moveTo>
                <a:cubicBezTo>
                  <a:pt x="961" y="1039"/>
                  <a:pt x="961" y="1039"/>
                  <a:pt x="961" y="1039"/>
                </a:cubicBezTo>
                <a:cubicBezTo>
                  <a:pt x="965" y="1040"/>
                  <a:pt x="964" y="1035"/>
                  <a:pt x="968" y="1036"/>
                </a:cubicBezTo>
                <a:cubicBezTo>
                  <a:pt x="967" y="1040"/>
                  <a:pt x="963" y="1043"/>
                  <a:pt x="961" y="1042"/>
                </a:cubicBezTo>
                <a:close/>
                <a:moveTo>
                  <a:pt x="968" y="1029"/>
                </a:moveTo>
                <a:cubicBezTo>
                  <a:pt x="969" y="1026"/>
                  <a:pt x="971" y="1027"/>
                  <a:pt x="972" y="1025"/>
                </a:cubicBezTo>
                <a:cubicBezTo>
                  <a:pt x="974" y="1026"/>
                  <a:pt x="971" y="1029"/>
                  <a:pt x="968" y="1029"/>
                </a:cubicBezTo>
                <a:close/>
                <a:moveTo>
                  <a:pt x="972" y="1011"/>
                </a:moveTo>
                <a:cubicBezTo>
                  <a:pt x="971" y="1003"/>
                  <a:pt x="977" y="1001"/>
                  <a:pt x="983" y="1000"/>
                </a:cubicBezTo>
                <a:cubicBezTo>
                  <a:pt x="980" y="1005"/>
                  <a:pt x="977" y="1009"/>
                  <a:pt x="972" y="1011"/>
                </a:cubicBezTo>
                <a:close/>
                <a:moveTo>
                  <a:pt x="990" y="1016"/>
                </a:moveTo>
                <a:cubicBezTo>
                  <a:pt x="986" y="1015"/>
                  <a:pt x="982" y="1019"/>
                  <a:pt x="982" y="1013"/>
                </a:cubicBezTo>
                <a:cubicBezTo>
                  <a:pt x="987" y="1014"/>
                  <a:pt x="988" y="1009"/>
                  <a:pt x="992" y="1011"/>
                </a:cubicBezTo>
                <a:cubicBezTo>
                  <a:pt x="992" y="1014"/>
                  <a:pt x="990" y="1014"/>
                  <a:pt x="990" y="1016"/>
                </a:cubicBezTo>
                <a:close/>
                <a:moveTo>
                  <a:pt x="1021" y="515"/>
                </a:moveTo>
                <a:cubicBezTo>
                  <a:pt x="1028" y="517"/>
                  <a:pt x="1023" y="525"/>
                  <a:pt x="1024" y="527"/>
                </a:cubicBezTo>
                <a:cubicBezTo>
                  <a:pt x="1022" y="528"/>
                  <a:pt x="1021" y="533"/>
                  <a:pt x="1018" y="531"/>
                </a:cubicBezTo>
                <a:cubicBezTo>
                  <a:pt x="1016" y="532"/>
                  <a:pt x="1017" y="538"/>
                  <a:pt x="1014" y="539"/>
                </a:cubicBezTo>
                <a:cubicBezTo>
                  <a:pt x="1012" y="529"/>
                  <a:pt x="1014" y="518"/>
                  <a:pt x="1021" y="515"/>
                </a:cubicBezTo>
                <a:close/>
                <a:moveTo>
                  <a:pt x="1008" y="607"/>
                </a:moveTo>
                <a:cubicBezTo>
                  <a:pt x="1007" y="606"/>
                  <a:pt x="1006" y="605"/>
                  <a:pt x="1006" y="603"/>
                </a:cubicBezTo>
                <a:cubicBezTo>
                  <a:pt x="1007" y="602"/>
                  <a:pt x="1009" y="602"/>
                  <a:pt x="1009" y="600"/>
                </a:cubicBezTo>
                <a:cubicBezTo>
                  <a:pt x="1011" y="602"/>
                  <a:pt x="1009" y="605"/>
                  <a:pt x="1008" y="607"/>
                </a:cubicBezTo>
                <a:close/>
                <a:moveTo>
                  <a:pt x="1012" y="965"/>
                </a:moveTo>
                <a:cubicBezTo>
                  <a:pt x="1014" y="964"/>
                  <a:pt x="1015" y="965"/>
                  <a:pt x="1017" y="965"/>
                </a:cubicBezTo>
                <a:cubicBezTo>
                  <a:pt x="1018" y="968"/>
                  <a:pt x="1016" y="968"/>
                  <a:pt x="1016" y="970"/>
                </a:cubicBezTo>
                <a:cubicBezTo>
                  <a:pt x="1014" y="969"/>
                  <a:pt x="1012" y="968"/>
                  <a:pt x="1012" y="965"/>
                </a:cubicBezTo>
                <a:close/>
                <a:moveTo>
                  <a:pt x="1014" y="1005"/>
                </a:moveTo>
                <a:cubicBezTo>
                  <a:pt x="1015" y="1001"/>
                  <a:pt x="1018" y="999"/>
                  <a:pt x="1022" y="998"/>
                </a:cubicBezTo>
                <a:cubicBezTo>
                  <a:pt x="1021" y="1002"/>
                  <a:pt x="1018" y="1004"/>
                  <a:pt x="1014" y="1005"/>
                </a:cubicBezTo>
                <a:close/>
                <a:moveTo>
                  <a:pt x="1022" y="997"/>
                </a:moveTo>
                <a:cubicBezTo>
                  <a:pt x="1022" y="996"/>
                  <a:pt x="1024" y="997"/>
                  <a:pt x="1024" y="995"/>
                </a:cubicBezTo>
                <a:cubicBezTo>
                  <a:pt x="1026" y="996"/>
                  <a:pt x="1026" y="997"/>
                  <a:pt x="1027" y="997"/>
                </a:cubicBezTo>
                <a:cubicBezTo>
                  <a:pt x="1026" y="1000"/>
                  <a:pt x="1023" y="998"/>
                  <a:pt x="1022" y="997"/>
                </a:cubicBezTo>
                <a:close/>
                <a:moveTo>
                  <a:pt x="1041" y="247"/>
                </a:moveTo>
                <a:cubicBezTo>
                  <a:pt x="1043" y="247"/>
                  <a:pt x="1043" y="247"/>
                  <a:pt x="1043" y="247"/>
                </a:cubicBezTo>
                <a:cubicBezTo>
                  <a:pt x="1042" y="254"/>
                  <a:pt x="1048" y="254"/>
                  <a:pt x="1048" y="260"/>
                </a:cubicBezTo>
                <a:cubicBezTo>
                  <a:pt x="1040" y="263"/>
                  <a:pt x="1036" y="254"/>
                  <a:pt x="1041" y="247"/>
                </a:cubicBezTo>
                <a:close/>
                <a:moveTo>
                  <a:pt x="1062" y="978"/>
                </a:moveTo>
                <a:cubicBezTo>
                  <a:pt x="1063" y="978"/>
                  <a:pt x="1063" y="979"/>
                  <a:pt x="1064" y="979"/>
                </a:cubicBezTo>
                <a:cubicBezTo>
                  <a:pt x="1064" y="974"/>
                  <a:pt x="1063" y="973"/>
                  <a:pt x="1064" y="970"/>
                </a:cubicBezTo>
                <a:cubicBezTo>
                  <a:pt x="1070" y="970"/>
                  <a:pt x="1064" y="983"/>
                  <a:pt x="1062" y="978"/>
                </a:cubicBezTo>
                <a:close/>
                <a:moveTo>
                  <a:pt x="1079" y="277"/>
                </a:moveTo>
                <a:cubicBezTo>
                  <a:pt x="1078" y="280"/>
                  <a:pt x="1082" y="283"/>
                  <a:pt x="1080" y="287"/>
                </a:cubicBezTo>
                <a:cubicBezTo>
                  <a:pt x="1077" y="286"/>
                  <a:pt x="1070" y="280"/>
                  <a:pt x="1076" y="279"/>
                </a:cubicBezTo>
                <a:cubicBezTo>
                  <a:pt x="1076" y="277"/>
                  <a:pt x="1072" y="279"/>
                  <a:pt x="1071" y="278"/>
                </a:cubicBezTo>
                <a:cubicBezTo>
                  <a:pt x="1070" y="275"/>
                  <a:pt x="1069" y="274"/>
                  <a:pt x="1067" y="272"/>
                </a:cubicBezTo>
                <a:cubicBezTo>
                  <a:pt x="1067" y="271"/>
                  <a:pt x="1068" y="271"/>
                  <a:pt x="1068" y="270"/>
                </a:cubicBezTo>
                <a:cubicBezTo>
                  <a:pt x="1070" y="270"/>
                  <a:pt x="1072" y="271"/>
                  <a:pt x="1072" y="267"/>
                </a:cubicBezTo>
                <a:cubicBezTo>
                  <a:pt x="1076" y="270"/>
                  <a:pt x="1079" y="273"/>
                  <a:pt x="1082" y="277"/>
                </a:cubicBezTo>
                <a:cubicBezTo>
                  <a:pt x="1083" y="277"/>
                  <a:pt x="1083" y="276"/>
                  <a:pt x="1083" y="275"/>
                </a:cubicBezTo>
                <a:cubicBezTo>
                  <a:pt x="1087" y="276"/>
                  <a:pt x="1085" y="280"/>
                  <a:pt x="1086" y="284"/>
                </a:cubicBezTo>
                <a:cubicBezTo>
                  <a:pt x="1082" y="283"/>
                  <a:pt x="1082" y="279"/>
                  <a:pt x="1079" y="277"/>
                </a:cubicBezTo>
                <a:close/>
                <a:moveTo>
                  <a:pt x="1090" y="289"/>
                </a:moveTo>
                <a:cubicBezTo>
                  <a:pt x="1096" y="290"/>
                  <a:pt x="1098" y="297"/>
                  <a:pt x="1099" y="304"/>
                </a:cubicBezTo>
                <a:cubicBezTo>
                  <a:pt x="1093" y="300"/>
                  <a:pt x="1094" y="294"/>
                  <a:pt x="1090" y="289"/>
                </a:cubicBezTo>
                <a:close/>
                <a:moveTo>
                  <a:pt x="1100" y="904"/>
                </a:moveTo>
                <a:cubicBezTo>
                  <a:pt x="1098" y="904"/>
                  <a:pt x="1098" y="903"/>
                  <a:pt x="1096" y="902"/>
                </a:cubicBezTo>
                <a:cubicBezTo>
                  <a:pt x="1097" y="895"/>
                  <a:pt x="1101" y="892"/>
                  <a:pt x="1105" y="888"/>
                </a:cubicBezTo>
                <a:cubicBezTo>
                  <a:pt x="1106" y="889"/>
                  <a:pt x="1106" y="889"/>
                  <a:pt x="1107" y="890"/>
                </a:cubicBezTo>
                <a:cubicBezTo>
                  <a:pt x="1106" y="896"/>
                  <a:pt x="1101" y="898"/>
                  <a:pt x="1100" y="904"/>
                </a:cubicBezTo>
                <a:close/>
                <a:moveTo>
                  <a:pt x="1172" y="461"/>
                </a:moveTo>
                <a:cubicBezTo>
                  <a:pt x="1169" y="460"/>
                  <a:pt x="1169" y="452"/>
                  <a:pt x="1169" y="449"/>
                </a:cubicBezTo>
                <a:cubicBezTo>
                  <a:pt x="1172" y="452"/>
                  <a:pt x="1172" y="456"/>
                  <a:pt x="1172" y="461"/>
                </a:cubicBezTo>
                <a:close/>
                <a:moveTo>
                  <a:pt x="1198" y="684"/>
                </a:moveTo>
                <a:cubicBezTo>
                  <a:pt x="1198" y="683"/>
                  <a:pt x="1198" y="683"/>
                  <a:pt x="1199" y="682"/>
                </a:cubicBezTo>
                <a:cubicBezTo>
                  <a:pt x="1198" y="683"/>
                  <a:pt x="1198" y="683"/>
                  <a:pt x="1198" y="684"/>
                </a:cubicBezTo>
                <a:close/>
                <a:moveTo>
                  <a:pt x="274" y="93"/>
                </a:moveTo>
                <a:cubicBezTo>
                  <a:pt x="274" y="92"/>
                  <a:pt x="275" y="92"/>
                  <a:pt x="275" y="92"/>
                </a:cubicBezTo>
                <a:cubicBezTo>
                  <a:pt x="274" y="92"/>
                  <a:pt x="274" y="92"/>
                  <a:pt x="274" y="93"/>
                </a:cubicBezTo>
                <a:close/>
                <a:moveTo>
                  <a:pt x="298" y="99"/>
                </a:moveTo>
                <a:cubicBezTo>
                  <a:pt x="301" y="99"/>
                  <a:pt x="305" y="94"/>
                  <a:pt x="306" y="93"/>
                </a:cubicBezTo>
                <a:cubicBezTo>
                  <a:pt x="302" y="94"/>
                  <a:pt x="300" y="96"/>
                  <a:pt x="298" y="99"/>
                </a:cubicBezTo>
                <a:close/>
                <a:moveTo>
                  <a:pt x="306" y="93"/>
                </a:moveTo>
                <a:cubicBezTo>
                  <a:pt x="306" y="93"/>
                  <a:pt x="306" y="93"/>
                  <a:pt x="306" y="93"/>
                </a:cubicBezTo>
                <a:cubicBezTo>
                  <a:pt x="306" y="92"/>
                  <a:pt x="306" y="92"/>
                  <a:pt x="306" y="93"/>
                </a:cubicBezTo>
                <a:close/>
                <a:moveTo>
                  <a:pt x="957" y="97"/>
                </a:moveTo>
                <a:cubicBezTo>
                  <a:pt x="966" y="98"/>
                  <a:pt x="963" y="95"/>
                  <a:pt x="955" y="93"/>
                </a:cubicBezTo>
                <a:cubicBezTo>
                  <a:pt x="953" y="95"/>
                  <a:pt x="957" y="95"/>
                  <a:pt x="957" y="97"/>
                </a:cubicBezTo>
                <a:close/>
                <a:moveTo>
                  <a:pt x="307" y="136"/>
                </a:moveTo>
                <a:cubicBezTo>
                  <a:pt x="310" y="133"/>
                  <a:pt x="315" y="131"/>
                  <a:pt x="318" y="127"/>
                </a:cubicBezTo>
                <a:cubicBezTo>
                  <a:pt x="311" y="127"/>
                  <a:pt x="310" y="132"/>
                  <a:pt x="307" y="136"/>
                </a:cubicBezTo>
                <a:close/>
                <a:moveTo>
                  <a:pt x="1024" y="152"/>
                </a:moveTo>
                <a:cubicBezTo>
                  <a:pt x="1027" y="152"/>
                  <a:pt x="1029" y="151"/>
                  <a:pt x="1030" y="150"/>
                </a:cubicBezTo>
                <a:cubicBezTo>
                  <a:pt x="1030" y="150"/>
                  <a:pt x="1031" y="151"/>
                  <a:pt x="1032" y="150"/>
                </a:cubicBezTo>
                <a:cubicBezTo>
                  <a:pt x="1032" y="146"/>
                  <a:pt x="1029" y="150"/>
                  <a:pt x="1028" y="150"/>
                </a:cubicBezTo>
                <a:cubicBezTo>
                  <a:pt x="1028" y="149"/>
                  <a:pt x="1024" y="146"/>
                  <a:pt x="1022" y="143"/>
                </a:cubicBezTo>
                <a:cubicBezTo>
                  <a:pt x="1022" y="145"/>
                  <a:pt x="1021" y="145"/>
                  <a:pt x="1020" y="146"/>
                </a:cubicBezTo>
                <a:cubicBezTo>
                  <a:pt x="1025" y="146"/>
                  <a:pt x="1024" y="150"/>
                  <a:pt x="1024" y="152"/>
                </a:cubicBezTo>
                <a:close/>
                <a:moveTo>
                  <a:pt x="941" y="152"/>
                </a:moveTo>
                <a:cubicBezTo>
                  <a:pt x="940" y="148"/>
                  <a:pt x="943" y="152"/>
                  <a:pt x="945" y="151"/>
                </a:cubicBezTo>
                <a:cubicBezTo>
                  <a:pt x="945" y="150"/>
                  <a:pt x="944" y="149"/>
                  <a:pt x="945" y="149"/>
                </a:cubicBezTo>
                <a:cubicBezTo>
                  <a:pt x="954" y="148"/>
                  <a:pt x="955" y="162"/>
                  <a:pt x="963" y="160"/>
                </a:cubicBezTo>
                <a:cubicBezTo>
                  <a:pt x="957" y="154"/>
                  <a:pt x="950" y="145"/>
                  <a:pt x="941" y="145"/>
                </a:cubicBezTo>
                <a:cubicBezTo>
                  <a:pt x="939" y="146"/>
                  <a:pt x="942" y="147"/>
                  <a:pt x="940" y="148"/>
                </a:cubicBezTo>
                <a:cubicBezTo>
                  <a:pt x="937" y="149"/>
                  <a:pt x="937" y="143"/>
                  <a:pt x="935" y="145"/>
                </a:cubicBezTo>
                <a:cubicBezTo>
                  <a:pt x="936" y="148"/>
                  <a:pt x="938" y="151"/>
                  <a:pt x="941" y="152"/>
                </a:cubicBezTo>
                <a:close/>
                <a:moveTo>
                  <a:pt x="959" y="161"/>
                </a:moveTo>
                <a:cubicBezTo>
                  <a:pt x="959" y="164"/>
                  <a:pt x="956" y="166"/>
                  <a:pt x="959" y="167"/>
                </a:cubicBezTo>
                <a:cubicBezTo>
                  <a:pt x="959" y="163"/>
                  <a:pt x="966" y="167"/>
                  <a:pt x="965" y="165"/>
                </a:cubicBezTo>
                <a:cubicBezTo>
                  <a:pt x="962" y="164"/>
                  <a:pt x="963" y="160"/>
                  <a:pt x="959" y="161"/>
                </a:cubicBezTo>
                <a:close/>
                <a:moveTo>
                  <a:pt x="313" y="176"/>
                </a:moveTo>
                <a:cubicBezTo>
                  <a:pt x="311" y="174"/>
                  <a:pt x="308" y="175"/>
                  <a:pt x="306" y="174"/>
                </a:cubicBezTo>
                <a:cubicBezTo>
                  <a:pt x="306" y="172"/>
                  <a:pt x="308" y="171"/>
                  <a:pt x="306" y="170"/>
                </a:cubicBezTo>
                <a:cubicBezTo>
                  <a:pt x="304" y="169"/>
                  <a:pt x="304" y="171"/>
                  <a:pt x="301" y="171"/>
                </a:cubicBezTo>
                <a:cubicBezTo>
                  <a:pt x="301" y="169"/>
                  <a:pt x="305" y="168"/>
                  <a:pt x="302" y="167"/>
                </a:cubicBezTo>
                <a:cubicBezTo>
                  <a:pt x="301" y="169"/>
                  <a:pt x="298" y="168"/>
                  <a:pt x="296" y="170"/>
                </a:cubicBezTo>
                <a:cubicBezTo>
                  <a:pt x="300" y="178"/>
                  <a:pt x="289" y="178"/>
                  <a:pt x="292" y="185"/>
                </a:cubicBezTo>
                <a:cubicBezTo>
                  <a:pt x="289" y="184"/>
                  <a:pt x="290" y="188"/>
                  <a:pt x="287" y="187"/>
                </a:cubicBezTo>
                <a:cubicBezTo>
                  <a:pt x="285" y="187"/>
                  <a:pt x="285" y="185"/>
                  <a:pt x="283" y="185"/>
                </a:cubicBezTo>
                <a:cubicBezTo>
                  <a:pt x="282" y="188"/>
                  <a:pt x="281" y="188"/>
                  <a:pt x="282" y="192"/>
                </a:cubicBezTo>
                <a:cubicBezTo>
                  <a:pt x="279" y="191"/>
                  <a:pt x="278" y="193"/>
                  <a:pt x="278" y="194"/>
                </a:cubicBezTo>
                <a:cubicBezTo>
                  <a:pt x="281" y="195"/>
                  <a:pt x="278" y="198"/>
                  <a:pt x="280" y="199"/>
                </a:cubicBezTo>
                <a:cubicBezTo>
                  <a:pt x="279" y="201"/>
                  <a:pt x="276" y="200"/>
                  <a:pt x="277" y="203"/>
                </a:cubicBezTo>
                <a:cubicBezTo>
                  <a:pt x="281" y="204"/>
                  <a:pt x="281" y="200"/>
                  <a:pt x="284" y="200"/>
                </a:cubicBezTo>
                <a:cubicBezTo>
                  <a:pt x="285" y="202"/>
                  <a:pt x="281" y="205"/>
                  <a:pt x="283" y="203"/>
                </a:cubicBezTo>
                <a:cubicBezTo>
                  <a:pt x="284" y="202"/>
                  <a:pt x="287" y="201"/>
                  <a:pt x="287" y="204"/>
                </a:cubicBezTo>
                <a:cubicBezTo>
                  <a:pt x="297" y="201"/>
                  <a:pt x="301" y="191"/>
                  <a:pt x="314" y="191"/>
                </a:cubicBezTo>
                <a:cubicBezTo>
                  <a:pt x="315" y="188"/>
                  <a:pt x="318" y="188"/>
                  <a:pt x="319" y="186"/>
                </a:cubicBezTo>
                <a:cubicBezTo>
                  <a:pt x="320" y="183"/>
                  <a:pt x="317" y="183"/>
                  <a:pt x="318" y="180"/>
                </a:cubicBezTo>
                <a:cubicBezTo>
                  <a:pt x="314" y="179"/>
                  <a:pt x="312" y="183"/>
                  <a:pt x="311" y="179"/>
                </a:cubicBezTo>
                <a:cubicBezTo>
                  <a:pt x="311" y="178"/>
                  <a:pt x="313" y="178"/>
                  <a:pt x="313" y="176"/>
                </a:cubicBezTo>
                <a:close/>
                <a:moveTo>
                  <a:pt x="287" y="201"/>
                </a:moveTo>
                <a:cubicBezTo>
                  <a:pt x="289" y="199"/>
                  <a:pt x="290" y="196"/>
                  <a:pt x="295" y="196"/>
                </a:cubicBezTo>
                <a:cubicBezTo>
                  <a:pt x="292" y="198"/>
                  <a:pt x="291" y="201"/>
                  <a:pt x="287" y="201"/>
                </a:cubicBezTo>
                <a:close/>
                <a:moveTo>
                  <a:pt x="296" y="185"/>
                </a:moveTo>
                <a:cubicBezTo>
                  <a:pt x="297" y="183"/>
                  <a:pt x="298" y="181"/>
                  <a:pt x="301" y="181"/>
                </a:cubicBezTo>
                <a:cubicBezTo>
                  <a:pt x="300" y="183"/>
                  <a:pt x="299" y="185"/>
                  <a:pt x="296" y="185"/>
                </a:cubicBezTo>
                <a:close/>
                <a:moveTo>
                  <a:pt x="995" y="203"/>
                </a:moveTo>
                <a:cubicBezTo>
                  <a:pt x="992" y="205"/>
                  <a:pt x="999" y="209"/>
                  <a:pt x="997" y="207"/>
                </a:cubicBezTo>
                <a:cubicBezTo>
                  <a:pt x="995" y="206"/>
                  <a:pt x="998" y="204"/>
                  <a:pt x="995" y="203"/>
                </a:cubicBezTo>
                <a:close/>
                <a:moveTo>
                  <a:pt x="1047" y="224"/>
                </a:moveTo>
                <a:cubicBezTo>
                  <a:pt x="1043" y="221"/>
                  <a:pt x="1039" y="213"/>
                  <a:pt x="1035" y="213"/>
                </a:cubicBezTo>
                <a:cubicBezTo>
                  <a:pt x="1039" y="216"/>
                  <a:pt x="1044" y="223"/>
                  <a:pt x="1047" y="224"/>
                </a:cubicBezTo>
                <a:close/>
                <a:moveTo>
                  <a:pt x="1039" y="227"/>
                </a:moveTo>
                <a:cubicBezTo>
                  <a:pt x="1041" y="228"/>
                  <a:pt x="1046" y="232"/>
                  <a:pt x="1042" y="235"/>
                </a:cubicBezTo>
                <a:cubicBezTo>
                  <a:pt x="1044" y="236"/>
                  <a:pt x="1047" y="235"/>
                  <a:pt x="1049" y="235"/>
                </a:cubicBezTo>
                <a:cubicBezTo>
                  <a:pt x="1047" y="232"/>
                  <a:pt x="1042" y="227"/>
                  <a:pt x="1039" y="227"/>
                </a:cubicBezTo>
                <a:close/>
                <a:moveTo>
                  <a:pt x="1051" y="248"/>
                </a:moveTo>
                <a:cubicBezTo>
                  <a:pt x="1051" y="245"/>
                  <a:pt x="1049" y="243"/>
                  <a:pt x="1047" y="242"/>
                </a:cubicBezTo>
                <a:cubicBezTo>
                  <a:pt x="1047" y="243"/>
                  <a:pt x="1046" y="242"/>
                  <a:pt x="1046" y="242"/>
                </a:cubicBezTo>
                <a:cubicBezTo>
                  <a:pt x="1045" y="245"/>
                  <a:pt x="1050" y="242"/>
                  <a:pt x="1049" y="247"/>
                </a:cubicBezTo>
                <a:cubicBezTo>
                  <a:pt x="1050" y="247"/>
                  <a:pt x="1051" y="247"/>
                  <a:pt x="1051" y="248"/>
                </a:cubicBezTo>
                <a:close/>
                <a:moveTo>
                  <a:pt x="6" y="590"/>
                </a:moveTo>
                <a:cubicBezTo>
                  <a:pt x="10" y="589"/>
                  <a:pt x="10" y="594"/>
                  <a:pt x="13" y="596"/>
                </a:cubicBezTo>
                <a:cubicBezTo>
                  <a:pt x="13" y="597"/>
                  <a:pt x="12" y="603"/>
                  <a:pt x="13" y="605"/>
                </a:cubicBezTo>
                <a:cubicBezTo>
                  <a:pt x="15" y="604"/>
                  <a:pt x="19" y="609"/>
                  <a:pt x="21" y="605"/>
                </a:cubicBezTo>
                <a:cubicBezTo>
                  <a:pt x="20" y="611"/>
                  <a:pt x="25" y="611"/>
                  <a:pt x="26" y="615"/>
                </a:cubicBezTo>
                <a:cubicBezTo>
                  <a:pt x="26" y="610"/>
                  <a:pt x="30" y="609"/>
                  <a:pt x="35" y="610"/>
                </a:cubicBezTo>
                <a:cubicBezTo>
                  <a:pt x="34" y="603"/>
                  <a:pt x="38" y="604"/>
                  <a:pt x="41" y="602"/>
                </a:cubicBezTo>
                <a:cubicBezTo>
                  <a:pt x="43" y="603"/>
                  <a:pt x="41" y="609"/>
                  <a:pt x="43" y="610"/>
                </a:cubicBezTo>
                <a:cubicBezTo>
                  <a:pt x="44" y="607"/>
                  <a:pt x="42" y="601"/>
                  <a:pt x="45" y="601"/>
                </a:cubicBezTo>
                <a:cubicBezTo>
                  <a:pt x="46" y="603"/>
                  <a:pt x="47" y="607"/>
                  <a:pt x="50" y="607"/>
                </a:cubicBezTo>
                <a:cubicBezTo>
                  <a:pt x="48" y="613"/>
                  <a:pt x="55" y="618"/>
                  <a:pt x="52" y="625"/>
                </a:cubicBezTo>
                <a:cubicBezTo>
                  <a:pt x="56" y="626"/>
                  <a:pt x="55" y="620"/>
                  <a:pt x="58" y="619"/>
                </a:cubicBezTo>
                <a:cubicBezTo>
                  <a:pt x="58" y="625"/>
                  <a:pt x="61" y="628"/>
                  <a:pt x="61" y="632"/>
                </a:cubicBezTo>
                <a:cubicBezTo>
                  <a:pt x="63" y="630"/>
                  <a:pt x="59" y="625"/>
                  <a:pt x="65" y="625"/>
                </a:cubicBezTo>
                <a:cubicBezTo>
                  <a:pt x="65" y="628"/>
                  <a:pt x="69" y="623"/>
                  <a:pt x="68" y="629"/>
                </a:cubicBezTo>
                <a:cubicBezTo>
                  <a:pt x="72" y="629"/>
                  <a:pt x="72" y="629"/>
                  <a:pt x="72" y="629"/>
                </a:cubicBezTo>
                <a:cubicBezTo>
                  <a:pt x="71" y="628"/>
                  <a:pt x="65" y="621"/>
                  <a:pt x="69" y="616"/>
                </a:cubicBezTo>
                <a:cubicBezTo>
                  <a:pt x="72" y="616"/>
                  <a:pt x="71" y="617"/>
                  <a:pt x="73" y="616"/>
                </a:cubicBezTo>
                <a:cubicBezTo>
                  <a:pt x="73" y="613"/>
                  <a:pt x="70" y="609"/>
                  <a:pt x="73" y="607"/>
                </a:cubicBezTo>
                <a:cubicBezTo>
                  <a:pt x="75" y="607"/>
                  <a:pt x="77" y="608"/>
                  <a:pt x="78" y="610"/>
                </a:cubicBezTo>
                <a:cubicBezTo>
                  <a:pt x="74" y="613"/>
                  <a:pt x="82" y="624"/>
                  <a:pt x="74" y="623"/>
                </a:cubicBezTo>
                <a:cubicBezTo>
                  <a:pt x="76" y="628"/>
                  <a:pt x="72" y="635"/>
                  <a:pt x="78" y="637"/>
                </a:cubicBezTo>
                <a:cubicBezTo>
                  <a:pt x="78" y="633"/>
                  <a:pt x="81" y="632"/>
                  <a:pt x="83" y="631"/>
                </a:cubicBezTo>
                <a:cubicBezTo>
                  <a:pt x="86" y="624"/>
                  <a:pt x="77" y="607"/>
                  <a:pt x="87" y="605"/>
                </a:cubicBezTo>
                <a:cubicBezTo>
                  <a:pt x="87" y="612"/>
                  <a:pt x="87" y="615"/>
                  <a:pt x="89" y="621"/>
                </a:cubicBezTo>
                <a:cubicBezTo>
                  <a:pt x="89" y="619"/>
                  <a:pt x="94" y="618"/>
                  <a:pt x="95" y="619"/>
                </a:cubicBezTo>
                <a:cubicBezTo>
                  <a:pt x="93" y="609"/>
                  <a:pt x="95" y="604"/>
                  <a:pt x="92" y="597"/>
                </a:cubicBezTo>
                <a:cubicBezTo>
                  <a:pt x="91" y="599"/>
                  <a:pt x="91" y="605"/>
                  <a:pt x="92" y="607"/>
                </a:cubicBezTo>
                <a:cubicBezTo>
                  <a:pt x="90" y="606"/>
                  <a:pt x="91" y="610"/>
                  <a:pt x="89" y="610"/>
                </a:cubicBezTo>
                <a:cubicBezTo>
                  <a:pt x="88" y="607"/>
                  <a:pt x="90" y="602"/>
                  <a:pt x="89" y="602"/>
                </a:cubicBezTo>
                <a:cubicBezTo>
                  <a:pt x="88" y="603"/>
                  <a:pt x="89" y="605"/>
                  <a:pt x="87" y="604"/>
                </a:cubicBezTo>
                <a:cubicBezTo>
                  <a:pt x="83" y="603"/>
                  <a:pt x="86" y="595"/>
                  <a:pt x="89" y="599"/>
                </a:cubicBezTo>
                <a:cubicBezTo>
                  <a:pt x="88" y="596"/>
                  <a:pt x="90" y="597"/>
                  <a:pt x="90" y="594"/>
                </a:cubicBezTo>
                <a:cubicBezTo>
                  <a:pt x="86" y="592"/>
                  <a:pt x="84" y="591"/>
                  <a:pt x="86" y="585"/>
                </a:cubicBezTo>
                <a:cubicBezTo>
                  <a:pt x="83" y="583"/>
                  <a:pt x="83" y="589"/>
                  <a:pt x="79" y="588"/>
                </a:cubicBezTo>
                <a:cubicBezTo>
                  <a:pt x="80" y="572"/>
                  <a:pt x="85" y="555"/>
                  <a:pt x="86" y="539"/>
                </a:cubicBezTo>
                <a:cubicBezTo>
                  <a:pt x="83" y="533"/>
                  <a:pt x="77" y="531"/>
                  <a:pt x="74" y="526"/>
                </a:cubicBezTo>
                <a:cubicBezTo>
                  <a:pt x="75" y="530"/>
                  <a:pt x="70" y="535"/>
                  <a:pt x="72" y="532"/>
                </a:cubicBezTo>
                <a:cubicBezTo>
                  <a:pt x="68" y="536"/>
                  <a:pt x="68" y="546"/>
                  <a:pt x="64" y="551"/>
                </a:cubicBezTo>
                <a:cubicBezTo>
                  <a:pt x="60" y="549"/>
                  <a:pt x="64" y="544"/>
                  <a:pt x="60" y="542"/>
                </a:cubicBezTo>
                <a:cubicBezTo>
                  <a:pt x="60" y="545"/>
                  <a:pt x="59" y="547"/>
                  <a:pt x="58" y="548"/>
                </a:cubicBezTo>
                <a:cubicBezTo>
                  <a:pt x="49" y="543"/>
                  <a:pt x="54" y="530"/>
                  <a:pt x="54" y="518"/>
                </a:cubicBezTo>
                <a:cubicBezTo>
                  <a:pt x="51" y="518"/>
                  <a:pt x="51" y="515"/>
                  <a:pt x="49" y="516"/>
                </a:cubicBezTo>
                <a:cubicBezTo>
                  <a:pt x="50" y="512"/>
                  <a:pt x="53" y="503"/>
                  <a:pt x="47" y="502"/>
                </a:cubicBezTo>
                <a:cubicBezTo>
                  <a:pt x="46" y="505"/>
                  <a:pt x="49" y="507"/>
                  <a:pt x="45" y="508"/>
                </a:cubicBezTo>
                <a:cubicBezTo>
                  <a:pt x="46" y="505"/>
                  <a:pt x="46" y="501"/>
                  <a:pt x="48" y="498"/>
                </a:cubicBezTo>
                <a:cubicBezTo>
                  <a:pt x="40" y="501"/>
                  <a:pt x="42" y="512"/>
                  <a:pt x="37" y="517"/>
                </a:cubicBezTo>
                <a:cubicBezTo>
                  <a:pt x="38" y="516"/>
                  <a:pt x="38" y="511"/>
                  <a:pt x="36" y="511"/>
                </a:cubicBezTo>
                <a:cubicBezTo>
                  <a:pt x="34" y="525"/>
                  <a:pt x="26" y="529"/>
                  <a:pt x="17" y="539"/>
                </a:cubicBezTo>
                <a:cubicBezTo>
                  <a:pt x="18" y="534"/>
                  <a:pt x="14" y="539"/>
                  <a:pt x="13" y="536"/>
                </a:cubicBezTo>
                <a:cubicBezTo>
                  <a:pt x="17" y="533"/>
                  <a:pt x="16" y="528"/>
                  <a:pt x="15" y="524"/>
                </a:cubicBezTo>
                <a:cubicBezTo>
                  <a:pt x="15" y="531"/>
                  <a:pt x="7" y="534"/>
                  <a:pt x="8" y="539"/>
                </a:cubicBezTo>
                <a:cubicBezTo>
                  <a:pt x="10" y="538"/>
                  <a:pt x="16" y="541"/>
                  <a:pt x="17" y="540"/>
                </a:cubicBezTo>
                <a:cubicBezTo>
                  <a:pt x="15" y="545"/>
                  <a:pt x="14" y="550"/>
                  <a:pt x="16" y="554"/>
                </a:cubicBezTo>
                <a:cubicBezTo>
                  <a:pt x="15" y="554"/>
                  <a:pt x="14" y="555"/>
                  <a:pt x="13" y="555"/>
                </a:cubicBezTo>
                <a:cubicBezTo>
                  <a:pt x="15" y="559"/>
                  <a:pt x="11" y="565"/>
                  <a:pt x="13" y="571"/>
                </a:cubicBezTo>
                <a:cubicBezTo>
                  <a:pt x="16" y="573"/>
                  <a:pt x="17" y="570"/>
                  <a:pt x="18" y="573"/>
                </a:cubicBezTo>
                <a:cubicBezTo>
                  <a:pt x="15" y="576"/>
                  <a:pt x="18" y="581"/>
                  <a:pt x="14" y="582"/>
                </a:cubicBezTo>
                <a:cubicBezTo>
                  <a:pt x="14" y="578"/>
                  <a:pt x="14" y="576"/>
                  <a:pt x="12" y="575"/>
                </a:cubicBezTo>
                <a:cubicBezTo>
                  <a:pt x="11" y="576"/>
                  <a:pt x="11" y="576"/>
                  <a:pt x="10" y="575"/>
                </a:cubicBezTo>
                <a:cubicBezTo>
                  <a:pt x="9" y="577"/>
                  <a:pt x="9" y="580"/>
                  <a:pt x="8" y="581"/>
                </a:cubicBezTo>
                <a:cubicBezTo>
                  <a:pt x="7" y="580"/>
                  <a:pt x="8" y="578"/>
                  <a:pt x="7" y="578"/>
                </a:cubicBezTo>
                <a:cubicBezTo>
                  <a:pt x="4" y="581"/>
                  <a:pt x="8" y="585"/>
                  <a:pt x="6" y="590"/>
                </a:cubicBezTo>
                <a:close/>
                <a:moveTo>
                  <a:pt x="50" y="518"/>
                </a:moveTo>
                <a:cubicBezTo>
                  <a:pt x="52" y="519"/>
                  <a:pt x="54" y="524"/>
                  <a:pt x="50" y="524"/>
                </a:cubicBezTo>
                <a:cubicBezTo>
                  <a:pt x="49" y="521"/>
                  <a:pt x="50" y="522"/>
                  <a:pt x="50" y="518"/>
                </a:cubicBezTo>
                <a:close/>
                <a:moveTo>
                  <a:pt x="47" y="590"/>
                </a:moveTo>
                <a:cubicBezTo>
                  <a:pt x="49" y="592"/>
                  <a:pt x="49" y="592"/>
                  <a:pt x="52" y="591"/>
                </a:cubicBezTo>
                <a:cubicBezTo>
                  <a:pt x="52" y="596"/>
                  <a:pt x="50" y="600"/>
                  <a:pt x="49" y="603"/>
                </a:cubicBezTo>
                <a:cubicBezTo>
                  <a:pt x="47" y="602"/>
                  <a:pt x="47" y="594"/>
                  <a:pt x="47" y="590"/>
                </a:cubicBezTo>
                <a:close/>
                <a:moveTo>
                  <a:pt x="34" y="583"/>
                </a:moveTo>
                <a:cubicBezTo>
                  <a:pt x="37" y="583"/>
                  <a:pt x="37" y="583"/>
                  <a:pt x="37" y="583"/>
                </a:cubicBezTo>
                <a:cubicBezTo>
                  <a:pt x="37" y="586"/>
                  <a:pt x="37" y="588"/>
                  <a:pt x="34" y="588"/>
                </a:cubicBezTo>
                <a:cubicBezTo>
                  <a:pt x="36" y="586"/>
                  <a:pt x="35" y="585"/>
                  <a:pt x="34" y="583"/>
                </a:cubicBezTo>
                <a:close/>
                <a:moveTo>
                  <a:pt x="33" y="595"/>
                </a:moveTo>
                <a:cubicBezTo>
                  <a:pt x="35" y="595"/>
                  <a:pt x="36" y="598"/>
                  <a:pt x="34" y="600"/>
                </a:cubicBezTo>
                <a:cubicBezTo>
                  <a:pt x="32" y="599"/>
                  <a:pt x="32" y="597"/>
                  <a:pt x="33" y="595"/>
                </a:cubicBezTo>
                <a:close/>
                <a:moveTo>
                  <a:pt x="10" y="583"/>
                </a:moveTo>
                <a:cubicBezTo>
                  <a:pt x="11" y="582"/>
                  <a:pt x="14" y="583"/>
                  <a:pt x="15" y="584"/>
                </a:cubicBezTo>
                <a:cubicBezTo>
                  <a:pt x="15" y="587"/>
                  <a:pt x="12" y="586"/>
                  <a:pt x="10" y="587"/>
                </a:cubicBezTo>
                <a:lnTo>
                  <a:pt x="10" y="583"/>
                </a:lnTo>
                <a:close/>
                <a:moveTo>
                  <a:pt x="13" y="522"/>
                </a:moveTo>
                <a:cubicBezTo>
                  <a:pt x="15" y="519"/>
                  <a:pt x="16" y="520"/>
                  <a:pt x="15" y="515"/>
                </a:cubicBezTo>
                <a:cubicBezTo>
                  <a:pt x="16" y="513"/>
                  <a:pt x="16" y="515"/>
                  <a:pt x="19" y="515"/>
                </a:cubicBezTo>
                <a:cubicBezTo>
                  <a:pt x="19" y="512"/>
                  <a:pt x="18" y="510"/>
                  <a:pt x="17" y="510"/>
                </a:cubicBezTo>
                <a:cubicBezTo>
                  <a:pt x="14" y="515"/>
                  <a:pt x="14" y="514"/>
                  <a:pt x="11" y="518"/>
                </a:cubicBezTo>
                <a:cubicBezTo>
                  <a:pt x="17" y="518"/>
                  <a:pt x="11" y="520"/>
                  <a:pt x="13" y="522"/>
                </a:cubicBezTo>
                <a:close/>
                <a:moveTo>
                  <a:pt x="898" y="610"/>
                </a:moveTo>
                <a:cubicBezTo>
                  <a:pt x="898" y="609"/>
                  <a:pt x="899" y="608"/>
                  <a:pt x="899" y="606"/>
                </a:cubicBezTo>
                <a:cubicBezTo>
                  <a:pt x="899" y="605"/>
                  <a:pt x="898" y="602"/>
                  <a:pt x="897" y="604"/>
                </a:cubicBezTo>
                <a:cubicBezTo>
                  <a:pt x="901" y="606"/>
                  <a:pt x="896" y="609"/>
                  <a:pt x="898" y="610"/>
                </a:cubicBezTo>
                <a:close/>
                <a:moveTo>
                  <a:pt x="870" y="710"/>
                </a:moveTo>
                <a:cubicBezTo>
                  <a:pt x="869" y="704"/>
                  <a:pt x="874" y="703"/>
                  <a:pt x="875" y="699"/>
                </a:cubicBezTo>
                <a:cubicBezTo>
                  <a:pt x="875" y="697"/>
                  <a:pt x="874" y="693"/>
                  <a:pt x="875" y="691"/>
                </a:cubicBezTo>
                <a:cubicBezTo>
                  <a:pt x="877" y="685"/>
                  <a:pt x="883" y="681"/>
                  <a:pt x="885" y="676"/>
                </a:cubicBezTo>
                <a:cubicBezTo>
                  <a:pt x="886" y="675"/>
                  <a:pt x="884" y="673"/>
                  <a:pt x="885" y="673"/>
                </a:cubicBezTo>
                <a:cubicBezTo>
                  <a:pt x="885" y="671"/>
                  <a:pt x="887" y="671"/>
                  <a:pt x="887" y="670"/>
                </a:cubicBezTo>
                <a:cubicBezTo>
                  <a:pt x="887" y="668"/>
                  <a:pt x="882" y="666"/>
                  <a:pt x="886" y="663"/>
                </a:cubicBezTo>
                <a:cubicBezTo>
                  <a:pt x="885" y="666"/>
                  <a:pt x="889" y="667"/>
                  <a:pt x="887" y="666"/>
                </a:cubicBezTo>
                <a:cubicBezTo>
                  <a:pt x="888" y="660"/>
                  <a:pt x="886" y="657"/>
                  <a:pt x="888" y="654"/>
                </a:cubicBezTo>
                <a:cubicBezTo>
                  <a:pt x="888" y="655"/>
                  <a:pt x="888" y="656"/>
                  <a:pt x="889" y="656"/>
                </a:cubicBezTo>
                <a:cubicBezTo>
                  <a:pt x="890" y="648"/>
                  <a:pt x="892" y="648"/>
                  <a:pt x="891" y="641"/>
                </a:cubicBezTo>
                <a:cubicBezTo>
                  <a:pt x="889" y="640"/>
                  <a:pt x="887" y="643"/>
                  <a:pt x="889" y="643"/>
                </a:cubicBezTo>
                <a:cubicBezTo>
                  <a:pt x="889" y="641"/>
                  <a:pt x="891" y="643"/>
                  <a:pt x="890" y="645"/>
                </a:cubicBezTo>
                <a:cubicBezTo>
                  <a:pt x="887" y="644"/>
                  <a:pt x="887" y="647"/>
                  <a:pt x="888" y="649"/>
                </a:cubicBezTo>
                <a:cubicBezTo>
                  <a:pt x="882" y="649"/>
                  <a:pt x="887" y="659"/>
                  <a:pt x="880" y="663"/>
                </a:cubicBezTo>
                <a:cubicBezTo>
                  <a:pt x="879" y="660"/>
                  <a:pt x="883" y="659"/>
                  <a:pt x="881" y="658"/>
                </a:cubicBezTo>
                <a:cubicBezTo>
                  <a:pt x="879" y="659"/>
                  <a:pt x="882" y="661"/>
                  <a:pt x="878" y="660"/>
                </a:cubicBezTo>
                <a:cubicBezTo>
                  <a:pt x="878" y="662"/>
                  <a:pt x="879" y="662"/>
                  <a:pt x="879" y="664"/>
                </a:cubicBezTo>
                <a:cubicBezTo>
                  <a:pt x="878" y="664"/>
                  <a:pt x="877" y="663"/>
                  <a:pt x="876" y="664"/>
                </a:cubicBezTo>
                <a:cubicBezTo>
                  <a:pt x="871" y="677"/>
                  <a:pt x="875" y="697"/>
                  <a:pt x="867" y="708"/>
                </a:cubicBezTo>
                <a:cubicBezTo>
                  <a:pt x="870" y="706"/>
                  <a:pt x="868" y="711"/>
                  <a:pt x="870" y="710"/>
                </a:cubicBezTo>
                <a:close/>
                <a:moveTo>
                  <a:pt x="866" y="651"/>
                </a:moveTo>
                <a:cubicBezTo>
                  <a:pt x="867" y="651"/>
                  <a:pt x="867" y="653"/>
                  <a:pt x="867" y="654"/>
                </a:cubicBezTo>
                <a:cubicBezTo>
                  <a:pt x="869" y="655"/>
                  <a:pt x="869" y="652"/>
                  <a:pt x="869" y="651"/>
                </a:cubicBezTo>
                <a:cubicBezTo>
                  <a:pt x="868" y="650"/>
                  <a:pt x="867" y="650"/>
                  <a:pt x="866" y="651"/>
                </a:cubicBezTo>
                <a:close/>
                <a:moveTo>
                  <a:pt x="129" y="651"/>
                </a:moveTo>
                <a:cubicBezTo>
                  <a:pt x="129" y="660"/>
                  <a:pt x="125" y="663"/>
                  <a:pt x="124" y="670"/>
                </a:cubicBezTo>
                <a:cubicBezTo>
                  <a:pt x="127" y="670"/>
                  <a:pt x="125" y="659"/>
                  <a:pt x="129" y="664"/>
                </a:cubicBezTo>
                <a:cubicBezTo>
                  <a:pt x="129" y="661"/>
                  <a:pt x="131" y="655"/>
                  <a:pt x="129" y="651"/>
                </a:cubicBezTo>
                <a:close/>
                <a:moveTo>
                  <a:pt x="35" y="686"/>
                </a:moveTo>
                <a:cubicBezTo>
                  <a:pt x="35" y="688"/>
                  <a:pt x="33" y="692"/>
                  <a:pt x="35" y="694"/>
                </a:cubicBezTo>
                <a:cubicBezTo>
                  <a:pt x="36" y="691"/>
                  <a:pt x="38" y="695"/>
                  <a:pt x="40" y="694"/>
                </a:cubicBezTo>
                <a:cubicBezTo>
                  <a:pt x="42" y="711"/>
                  <a:pt x="41" y="728"/>
                  <a:pt x="47" y="745"/>
                </a:cubicBezTo>
                <a:cubicBezTo>
                  <a:pt x="47" y="744"/>
                  <a:pt x="47" y="742"/>
                  <a:pt x="48" y="743"/>
                </a:cubicBezTo>
                <a:cubicBezTo>
                  <a:pt x="51" y="743"/>
                  <a:pt x="47" y="747"/>
                  <a:pt x="52" y="747"/>
                </a:cubicBezTo>
                <a:cubicBezTo>
                  <a:pt x="50" y="742"/>
                  <a:pt x="51" y="738"/>
                  <a:pt x="52" y="732"/>
                </a:cubicBezTo>
                <a:cubicBezTo>
                  <a:pt x="56" y="733"/>
                  <a:pt x="57" y="730"/>
                  <a:pt x="55" y="728"/>
                </a:cubicBezTo>
                <a:cubicBezTo>
                  <a:pt x="58" y="729"/>
                  <a:pt x="59" y="730"/>
                  <a:pt x="63" y="729"/>
                </a:cubicBezTo>
                <a:cubicBezTo>
                  <a:pt x="66" y="732"/>
                  <a:pt x="61" y="739"/>
                  <a:pt x="65" y="742"/>
                </a:cubicBezTo>
                <a:cubicBezTo>
                  <a:pt x="65" y="740"/>
                  <a:pt x="67" y="740"/>
                  <a:pt x="68" y="738"/>
                </a:cubicBezTo>
                <a:cubicBezTo>
                  <a:pt x="66" y="736"/>
                  <a:pt x="64" y="729"/>
                  <a:pt x="67" y="728"/>
                </a:cubicBezTo>
                <a:cubicBezTo>
                  <a:pt x="69" y="732"/>
                  <a:pt x="73" y="730"/>
                  <a:pt x="74" y="727"/>
                </a:cubicBezTo>
                <a:cubicBezTo>
                  <a:pt x="75" y="729"/>
                  <a:pt x="72" y="731"/>
                  <a:pt x="75" y="731"/>
                </a:cubicBezTo>
                <a:cubicBezTo>
                  <a:pt x="77" y="730"/>
                  <a:pt x="75" y="726"/>
                  <a:pt x="78" y="726"/>
                </a:cubicBezTo>
                <a:cubicBezTo>
                  <a:pt x="88" y="725"/>
                  <a:pt x="79" y="740"/>
                  <a:pt x="84" y="745"/>
                </a:cubicBezTo>
                <a:cubicBezTo>
                  <a:pt x="84" y="736"/>
                  <a:pt x="88" y="728"/>
                  <a:pt x="87" y="722"/>
                </a:cubicBezTo>
                <a:cubicBezTo>
                  <a:pt x="86" y="721"/>
                  <a:pt x="84" y="721"/>
                  <a:pt x="84" y="721"/>
                </a:cubicBezTo>
                <a:cubicBezTo>
                  <a:pt x="82" y="717"/>
                  <a:pt x="83" y="713"/>
                  <a:pt x="82" y="710"/>
                </a:cubicBezTo>
                <a:cubicBezTo>
                  <a:pt x="82" y="711"/>
                  <a:pt x="82" y="712"/>
                  <a:pt x="81" y="713"/>
                </a:cubicBezTo>
                <a:cubicBezTo>
                  <a:pt x="81" y="712"/>
                  <a:pt x="81" y="711"/>
                  <a:pt x="80" y="711"/>
                </a:cubicBezTo>
                <a:cubicBezTo>
                  <a:pt x="80" y="716"/>
                  <a:pt x="79" y="720"/>
                  <a:pt x="78" y="722"/>
                </a:cubicBezTo>
                <a:cubicBezTo>
                  <a:pt x="77" y="721"/>
                  <a:pt x="77" y="719"/>
                  <a:pt x="76" y="717"/>
                </a:cubicBezTo>
                <a:cubicBezTo>
                  <a:pt x="81" y="713"/>
                  <a:pt x="76" y="703"/>
                  <a:pt x="84" y="702"/>
                </a:cubicBezTo>
                <a:cubicBezTo>
                  <a:pt x="84" y="704"/>
                  <a:pt x="83" y="704"/>
                  <a:pt x="85" y="704"/>
                </a:cubicBezTo>
                <a:cubicBezTo>
                  <a:pt x="85" y="703"/>
                  <a:pt x="85" y="701"/>
                  <a:pt x="84" y="701"/>
                </a:cubicBezTo>
                <a:cubicBezTo>
                  <a:pt x="84" y="703"/>
                  <a:pt x="82" y="701"/>
                  <a:pt x="82" y="699"/>
                </a:cubicBezTo>
                <a:cubicBezTo>
                  <a:pt x="81" y="699"/>
                  <a:pt x="79" y="701"/>
                  <a:pt x="78" y="699"/>
                </a:cubicBezTo>
                <a:cubicBezTo>
                  <a:pt x="77" y="701"/>
                  <a:pt x="79" y="701"/>
                  <a:pt x="78" y="703"/>
                </a:cubicBezTo>
                <a:cubicBezTo>
                  <a:pt x="74" y="701"/>
                  <a:pt x="75" y="709"/>
                  <a:pt x="71" y="704"/>
                </a:cubicBezTo>
                <a:cubicBezTo>
                  <a:pt x="72" y="706"/>
                  <a:pt x="73" y="712"/>
                  <a:pt x="69" y="712"/>
                </a:cubicBezTo>
                <a:cubicBezTo>
                  <a:pt x="68" y="706"/>
                  <a:pt x="68" y="698"/>
                  <a:pt x="65" y="693"/>
                </a:cubicBezTo>
                <a:cubicBezTo>
                  <a:pt x="69" y="689"/>
                  <a:pt x="67" y="672"/>
                  <a:pt x="64" y="665"/>
                </a:cubicBezTo>
                <a:cubicBezTo>
                  <a:pt x="63" y="669"/>
                  <a:pt x="60" y="680"/>
                  <a:pt x="63" y="681"/>
                </a:cubicBezTo>
                <a:cubicBezTo>
                  <a:pt x="60" y="683"/>
                  <a:pt x="62" y="692"/>
                  <a:pt x="56" y="692"/>
                </a:cubicBezTo>
                <a:cubicBezTo>
                  <a:pt x="58" y="689"/>
                  <a:pt x="56" y="690"/>
                  <a:pt x="55" y="688"/>
                </a:cubicBezTo>
                <a:cubicBezTo>
                  <a:pt x="57" y="688"/>
                  <a:pt x="57" y="689"/>
                  <a:pt x="58" y="687"/>
                </a:cubicBezTo>
                <a:cubicBezTo>
                  <a:pt x="51" y="684"/>
                  <a:pt x="50" y="674"/>
                  <a:pt x="47" y="667"/>
                </a:cubicBezTo>
                <a:cubicBezTo>
                  <a:pt x="38" y="670"/>
                  <a:pt x="46" y="657"/>
                  <a:pt x="41" y="652"/>
                </a:cubicBezTo>
                <a:cubicBezTo>
                  <a:pt x="41" y="654"/>
                  <a:pt x="41" y="657"/>
                  <a:pt x="39" y="657"/>
                </a:cubicBezTo>
                <a:cubicBezTo>
                  <a:pt x="39" y="669"/>
                  <a:pt x="29" y="674"/>
                  <a:pt x="35" y="686"/>
                </a:cubicBezTo>
                <a:close/>
                <a:moveTo>
                  <a:pt x="60" y="689"/>
                </a:moveTo>
                <a:cubicBezTo>
                  <a:pt x="62" y="689"/>
                  <a:pt x="62" y="688"/>
                  <a:pt x="64" y="688"/>
                </a:cubicBezTo>
                <a:cubicBezTo>
                  <a:pt x="61" y="692"/>
                  <a:pt x="64" y="691"/>
                  <a:pt x="65" y="695"/>
                </a:cubicBezTo>
                <a:cubicBezTo>
                  <a:pt x="64" y="695"/>
                  <a:pt x="63" y="695"/>
                  <a:pt x="63" y="696"/>
                </a:cubicBezTo>
                <a:cubicBezTo>
                  <a:pt x="60" y="696"/>
                  <a:pt x="60" y="693"/>
                  <a:pt x="60" y="689"/>
                </a:cubicBezTo>
                <a:close/>
                <a:moveTo>
                  <a:pt x="60" y="717"/>
                </a:moveTo>
                <a:cubicBezTo>
                  <a:pt x="61" y="722"/>
                  <a:pt x="58" y="723"/>
                  <a:pt x="56" y="726"/>
                </a:cubicBezTo>
                <a:cubicBezTo>
                  <a:pt x="55" y="725"/>
                  <a:pt x="55" y="722"/>
                  <a:pt x="55" y="719"/>
                </a:cubicBezTo>
                <a:cubicBezTo>
                  <a:pt x="57" y="718"/>
                  <a:pt x="58" y="717"/>
                  <a:pt x="60" y="717"/>
                </a:cubicBezTo>
                <a:close/>
                <a:moveTo>
                  <a:pt x="894" y="690"/>
                </a:moveTo>
                <a:cubicBezTo>
                  <a:pt x="894" y="689"/>
                  <a:pt x="897" y="691"/>
                  <a:pt x="898" y="692"/>
                </a:cubicBezTo>
                <a:cubicBezTo>
                  <a:pt x="897" y="698"/>
                  <a:pt x="899" y="701"/>
                  <a:pt x="898" y="706"/>
                </a:cubicBezTo>
                <a:cubicBezTo>
                  <a:pt x="901" y="706"/>
                  <a:pt x="900" y="700"/>
                  <a:pt x="901" y="696"/>
                </a:cubicBezTo>
                <a:cubicBezTo>
                  <a:pt x="903" y="697"/>
                  <a:pt x="904" y="696"/>
                  <a:pt x="905" y="695"/>
                </a:cubicBezTo>
                <a:cubicBezTo>
                  <a:pt x="908" y="697"/>
                  <a:pt x="903" y="703"/>
                  <a:pt x="906" y="705"/>
                </a:cubicBezTo>
                <a:cubicBezTo>
                  <a:pt x="909" y="688"/>
                  <a:pt x="916" y="676"/>
                  <a:pt x="919" y="659"/>
                </a:cubicBezTo>
                <a:cubicBezTo>
                  <a:pt x="916" y="659"/>
                  <a:pt x="915" y="659"/>
                  <a:pt x="913" y="662"/>
                </a:cubicBezTo>
                <a:cubicBezTo>
                  <a:pt x="910" y="662"/>
                  <a:pt x="910" y="657"/>
                  <a:pt x="909" y="656"/>
                </a:cubicBezTo>
                <a:cubicBezTo>
                  <a:pt x="908" y="657"/>
                  <a:pt x="909" y="660"/>
                  <a:pt x="907" y="660"/>
                </a:cubicBezTo>
                <a:cubicBezTo>
                  <a:pt x="905" y="658"/>
                  <a:pt x="906" y="662"/>
                  <a:pt x="903" y="662"/>
                </a:cubicBezTo>
                <a:cubicBezTo>
                  <a:pt x="905" y="659"/>
                  <a:pt x="905" y="659"/>
                  <a:pt x="903" y="659"/>
                </a:cubicBezTo>
                <a:cubicBezTo>
                  <a:pt x="905" y="658"/>
                  <a:pt x="905" y="655"/>
                  <a:pt x="904" y="654"/>
                </a:cubicBezTo>
                <a:cubicBezTo>
                  <a:pt x="903" y="661"/>
                  <a:pt x="896" y="669"/>
                  <a:pt x="899" y="678"/>
                </a:cubicBezTo>
                <a:cubicBezTo>
                  <a:pt x="897" y="678"/>
                  <a:pt x="896" y="681"/>
                  <a:pt x="894" y="681"/>
                </a:cubicBezTo>
                <a:cubicBezTo>
                  <a:pt x="895" y="687"/>
                  <a:pt x="893" y="686"/>
                  <a:pt x="894" y="690"/>
                </a:cubicBezTo>
                <a:close/>
                <a:moveTo>
                  <a:pt x="906" y="675"/>
                </a:moveTo>
                <a:cubicBezTo>
                  <a:pt x="908" y="675"/>
                  <a:pt x="908" y="675"/>
                  <a:pt x="908" y="675"/>
                </a:cubicBezTo>
                <a:cubicBezTo>
                  <a:pt x="907" y="677"/>
                  <a:pt x="909" y="680"/>
                  <a:pt x="907" y="681"/>
                </a:cubicBezTo>
                <a:cubicBezTo>
                  <a:pt x="905" y="681"/>
                  <a:pt x="906" y="677"/>
                  <a:pt x="906" y="675"/>
                </a:cubicBezTo>
                <a:close/>
                <a:moveTo>
                  <a:pt x="677" y="731"/>
                </a:moveTo>
                <a:cubicBezTo>
                  <a:pt x="677" y="732"/>
                  <a:pt x="677" y="732"/>
                  <a:pt x="678" y="733"/>
                </a:cubicBezTo>
                <a:cubicBezTo>
                  <a:pt x="676" y="733"/>
                  <a:pt x="675" y="735"/>
                  <a:pt x="675" y="736"/>
                </a:cubicBezTo>
                <a:cubicBezTo>
                  <a:pt x="675" y="736"/>
                  <a:pt x="678" y="738"/>
                  <a:pt x="678" y="736"/>
                </a:cubicBezTo>
                <a:cubicBezTo>
                  <a:pt x="676" y="735"/>
                  <a:pt x="681" y="731"/>
                  <a:pt x="677" y="731"/>
                </a:cubicBezTo>
                <a:close/>
                <a:moveTo>
                  <a:pt x="793" y="807"/>
                </a:moveTo>
                <a:cubicBezTo>
                  <a:pt x="788" y="816"/>
                  <a:pt x="781" y="824"/>
                  <a:pt x="773" y="831"/>
                </a:cubicBezTo>
                <a:cubicBezTo>
                  <a:pt x="770" y="834"/>
                  <a:pt x="762" y="836"/>
                  <a:pt x="763" y="843"/>
                </a:cubicBezTo>
                <a:cubicBezTo>
                  <a:pt x="775" y="831"/>
                  <a:pt x="787" y="820"/>
                  <a:pt x="798" y="809"/>
                </a:cubicBezTo>
                <a:cubicBezTo>
                  <a:pt x="804" y="807"/>
                  <a:pt x="807" y="804"/>
                  <a:pt x="808" y="798"/>
                </a:cubicBezTo>
                <a:cubicBezTo>
                  <a:pt x="813" y="795"/>
                  <a:pt x="821" y="783"/>
                  <a:pt x="828" y="779"/>
                </a:cubicBezTo>
                <a:cubicBezTo>
                  <a:pt x="831" y="777"/>
                  <a:pt x="837" y="774"/>
                  <a:pt x="837" y="779"/>
                </a:cubicBezTo>
                <a:cubicBezTo>
                  <a:pt x="835" y="782"/>
                  <a:pt x="839" y="781"/>
                  <a:pt x="838" y="785"/>
                </a:cubicBezTo>
                <a:cubicBezTo>
                  <a:pt x="838" y="784"/>
                  <a:pt x="839" y="784"/>
                  <a:pt x="841" y="784"/>
                </a:cubicBezTo>
                <a:cubicBezTo>
                  <a:pt x="839" y="779"/>
                  <a:pt x="844" y="777"/>
                  <a:pt x="845" y="772"/>
                </a:cubicBezTo>
                <a:cubicBezTo>
                  <a:pt x="843" y="772"/>
                  <a:pt x="842" y="771"/>
                  <a:pt x="842" y="769"/>
                </a:cubicBezTo>
                <a:cubicBezTo>
                  <a:pt x="844" y="766"/>
                  <a:pt x="845" y="771"/>
                  <a:pt x="846" y="769"/>
                </a:cubicBezTo>
                <a:cubicBezTo>
                  <a:pt x="845" y="767"/>
                  <a:pt x="848" y="760"/>
                  <a:pt x="845" y="757"/>
                </a:cubicBezTo>
                <a:cubicBezTo>
                  <a:pt x="851" y="757"/>
                  <a:pt x="853" y="753"/>
                  <a:pt x="855" y="750"/>
                </a:cubicBezTo>
                <a:cubicBezTo>
                  <a:pt x="851" y="750"/>
                  <a:pt x="852" y="755"/>
                  <a:pt x="847" y="754"/>
                </a:cubicBezTo>
                <a:cubicBezTo>
                  <a:pt x="845" y="749"/>
                  <a:pt x="850" y="746"/>
                  <a:pt x="853" y="743"/>
                </a:cubicBezTo>
                <a:cubicBezTo>
                  <a:pt x="848" y="742"/>
                  <a:pt x="843" y="737"/>
                  <a:pt x="840" y="741"/>
                </a:cubicBezTo>
                <a:cubicBezTo>
                  <a:pt x="834" y="753"/>
                  <a:pt x="820" y="764"/>
                  <a:pt x="811" y="774"/>
                </a:cubicBezTo>
                <a:cubicBezTo>
                  <a:pt x="812" y="784"/>
                  <a:pt x="800" y="784"/>
                  <a:pt x="802" y="791"/>
                </a:cubicBezTo>
                <a:cubicBezTo>
                  <a:pt x="802" y="790"/>
                  <a:pt x="804" y="787"/>
                  <a:pt x="805" y="789"/>
                </a:cubicBezTo>
                <a:cubicBezTo>
                  <a:pt x="804" y="796"/>
                  <a:pt x="796" y="798"/>
                  <a:pt x="798" y="805"/>
                </a:cubicBezTo>
                <a:cubicBezTo>
                  <a:pt x="796" y="805"/>
                  <a:pt x="795" y="806"/>
                  <a:pt x="793" y="807"/>
                </a:cubicBezTo>
                <a:close/>
                <a:moveTo>
                  <a:pt x="840" y="772"/>
                </a:moveTo>
                <a:cubicBezTo>
                  <a:pt x="843" y="772"/>
                  <a:pt x="843" y="772"/>
                  <a:pt x="843" y="772"/>
                </a:cubicBezTo>
                <a:cubicBezTo>
                  <a:pt x="843" y="774"/>
                  <a:pt x="842" y="775"/>
                  <a:pt x="840" y="775"/>
                </a:cubicBezTo>
                <a:lnTo>
                  <a:pt x="840" y="772"/>
                </a:lnTo>
                <a:close/>
                <a:moveTo>
                  <a:pt x="918" y="766"/>
                </a:moveTo>
                <a:cubicBezTo>
                  <a:pt x="913" y="765"/>
                  <a:pt x="909" y="777"/>
                  <a:pt x="909" y="778"/>
                </a:cubicBezTo>
                <a:cubicBezTo>
                  <a:pt x="912" y="774"/>
                  <a:pt x="916" y="771"/>
                  <a:pt x="918" y="766"/>
                </a:cubicBezTo>
                <a:close/>
                <a:moveTo>
                  <a:pt x="19" y="768"/>
                </a:moveTo>
                <a:cubicBezTo>
                  <a:pt x="19" y="769"/>
                  <a:pt x="19" y="769"/>
                  <a:pt x="18" y="769"/>
                </a:cubicBezTo>
                <a:cubicBezTo>
                  <a:pt x="18" y="769"/>
                  <a:pt x="18" y="768"/>
                  <a:pt x="17" y="768"/>
                </a:cubicBezTo>
                <a:cubicBezTo>
                  <a:pt x="18" y="777"/>
                  <a:pt x="20" y="783"/>
                  <a:pt x="19" y="769"/>
                </a:cubicBezTo>
                <a:cubicBezTo>
                  <a:pt x="19" y="769"/>
                  <a:pt x="20" y="768"/>
                  <a:pt x="19" y="768"/>
                </a:cubicBezTo>
                <a:close/>
                <a:moveTo>
                  <a:pt x="105" y="833"/>
                </a:moveTo>
                <a:cubicBezTo>
                  <a:pt x="105" y="830"/>
                  <a:pt x="105" y="830"/>
                  <a:pt x="105" y="830"/>
                </a:cubicBezTo>
                <a:cubicBezTo>
                  <a:pt x="104" y="829"/>
                  <a:pt x="103" y="831"/>
                  <a:pt x="102" y="830"/>
                </a:cubicBezTo>
                <a:cubicBezTo>
                  <a:pt x="96" y="821"/>
                  <a:pt x="97" y="805"/>
                  <a:pt x="88" y="799"/>
                </a:cubicBezTo>
                <a:cubicBezTo>
                  <a:pt x="87" y="803"/>
                  <a:pt x="91" y="806"/>
                  <a:pt x="88" y="809"/>
                </a:cubicBezTo>
                <a:cubicBezTo>
                  <a:pt x="83" y="805"/>
                  <a:pt x="87" y="799"/>
                  <a:pt x="82" y="795"/>
                </a:cubicBezTo>
                <a:cubicBezTo>
                  <a:pt x="82" y="801"/>
                  <a:pt x="79" y="797"/>
                  <a:pt x="78" y="801"/>
                </a:cubicBezTo>
                <a:cubicBezTo>
                  <a:pt x="77" y="799"/>
                  <a:pt x="73" y="800"/>
                  <a:pt x="73" y="798"/>
                </a:cubicBezTo>
                <a:cubicBezTo>
                  <a:pt x="74" y="798"/>
                  <a:pt x="74" y="797"/>
                  <a:pt x="73" y="795"/>
                </a:cubicBezTo>
                <a:cubicBezTo>
                  <a:pt x="75" y="795"/>
                  <a:pt x="76" y="796"/>
                  <a:pt x="77" y="795"/>
                </a:cubicBezTo>
                <a:cubicBezTo>
                  <a:pt x="74" y="795"/>
                  <a:pt x="74" y="793"/>
                  <a:pt x="71" y="794"/>
                </a:cubicBezTo>
                <a:cubicBezTo>
                  <a:pt x="71" y="797"/>
                  <a:pt x="72" y="801"/>
                  <a:pt x="69" y="802"/>
                </a:cubicBezTo>
                <a:cubicBezTo>
                  <a:pt x="69" y="802"/>
                  <a:pt x="68" y="801"/>
                  <a:pt x="67" y="800"/>
                </a:cubicBezTo>
                <a:cubicBezTo>
                  <a:pt x="66" y="802"/>
                  <a:pt x="69" y="803"/>
                  <a:pt x="67" y="804"/>
                </a:cubicBezTo>
                <a:cubicBezTo>
                  <a:pt x="64" y="796"/>
                  <a:pt x="60" y="786"/>
                  <a:pt x="62" y="780"/>
                </a:cubicBezTo>
                <a:cubicBezTo>
                  <a:pt x="57" y="781"/>
                  <a:pt x="62" y="785"/>
                  <a:pt x="60" y="788"/>
                </a:cubicBezTo>
                <a:cubicBezTo>
                  <a:pt x="56" y="789"/>
                  <a:pt x="58" y="783"/>
                  <a:pt x="54" y="783"/>
                </a:cubicBezTo>
                <a:cubicBezTo>
                  <a:pt x="53" y="785"/>
                  <a:pt x="53" y="790"/>
                  <a:pt x="51" y="787"/>
                </a:cubicBezTo>
                <a:cubicBezTo>
                  <a:pt x="55" y="809"/>
                  <a:pt x="55" y="833"/>
                  <a:pt x="61" y="849"/>
                </a:cubicBezTo>
                <a:cubicBezTo>
                  <a:pt x="62" y="843"/>
                  <a:pt x="65" y="846"/>
                  <a:pt x="68" y="845"/>
                </a:cubicBezTo>
                <a:cubicBezTo>
                  <a:pt x="66" y="838"/>
                  <a:pt x="66" y="826"/>
                  <a:pt x="64" y="814"/>
                </a:cubicBezTo>
                <a:cubicBezTo>
                  <a:pt x="66" y="813"/>
                  <a:pt x="69" y="809"/>
                  <a:pt x="71" y="813"/>
                </a:cubicBezTo>
                <a:cubicBezTo>
                  <a:pt x="71" y="814"/>
                  <a:pt x="70" y="815"/>
                  <a:pt x="70" y="816"/>
                </a:cubicBezTo>
                <a:cubicBezTo>
                  <a:pt x="69" y="816"/>
                  <a:pt x="69" y="814"/>
                  <a:pt x="67" y="815"/>
                </a:cubicBezTo>
                <a:cubicBezTo>
                  <a:pt x="67" y="818"/>
                  <a:pt x="67" y="821"/>
                  <a:pt x="69" y="823"/>
                </a:cubicBezTo>
                <a:cubicBezTo>
                  <a:pt x="68" y="821"/>
                  <a:pt x="69" y="820"/>
                  <a:pt x="71" y="820"/>
                </a:cubicBezTo>
                <a:cubicBezTo>
                  <a:pt x="72" y="822"/>
                  <a:pt x="71" y="826"/>
                  <a:pt x="73" y="826"/>
                </a:cubicBezTo>
                <a:cubicBezTo>
                  <a:pt x="74" y="822"/>
                  <a:pt x="79" y="821"/>
                  <a:pt x="77" y="816"/>
                </a:cubicBezTo>
                <a:cubicBezTo>
                  <a:pt x="79" y="818"/>
                  <a:pt x="80" y="816"/>
                  <a:pt x="82" y="816"/>
                </a:cubicBezTo>
                <a:cubicBezTo>
                  <a:pt x="83" y="823"/>
                  <a:pt x="87" y="826"/>
                  <a:pt x="85" y="832"/>
                </a:cubicBezTo>
                <a:cubicBezTo>
                  <a:pt x="83" y="832"/>
                  <a:pt x="83" y="830"/>
                  <a:pt x="82" y="830"/>
                </a:cubicBezTo>
                <a:cubicBezTo>
                  <a:pt x="80" y="834"/>
                  <a:pt x="79" y="835"/>
                  <a:pt x="77" y="837"/>
                </a:cubicBezTo>
                <a:cubicBezTo>
                  <a:pt x="75" y="838"/>
                  <a:pt x="76" y="834"/>
                  <a:pt x="73" y="835"/>
                </a:cubicBezTo>
                <a:cubicBezTo>
                  <a:pt x="73" y="839"/>
                  <a:pt x="74" y="843"/>
                  <a:pt x="75" y="846"/>
                </a:cubicBezTo>
                <a:cubicBezTo>
                  <a:pt x="75" y="841"/>
                  <a:pt x="77" y="845"/>
                  <a:pt x="78" y="846"/>
                </a:cubicBezTo>
                <a:cubicBezTo>
                  <a:pt x="78" y="844"/>
                  <a:pt x="80" y="843"/>
                  <a:pt x="82" y="841"/>
                </a:cubicBezTo>
                <a:cubicBezTo>
                  <a:pt x="80" y="848"/>
                  <a:pt x="87" y="847"/>
                  <a:pt x="87" y="852"/>
                </a:cubicBezTo>
                <a:cubicBezTo>
                  <a:pt x="87" y="845"/>
                  <a:pt x="89" y="839"/>
                  <a:pt x="86" y="831"/>
                </a:cubicBezTo>
                <a:cubicBezTo>
                  <a:pt x="88" y="831"/>
                  <a:pt x="88" y="830"/>
                  <a:pt x="91" y="830"/>
                </a:cubicBezTo>
                <a:cubicBezTo>
                  <a:pt x="91" y="840"/>
                  <a:pt x="92" y="844"/>
                  <a:pt x="92" y="852"/>
                </a:cubicBezTo>
                <a:cubicBezTo>
                  <a:pt x="94" y="853"/>
                  <a:pt x="95" y="854"/>
                  <a:pt x="97" y="854"/>
                </a:cubicBezTo>
                <a:cubicBezTo>
                  <a:pt x="97" y="852"/>
                  <a:pt x="97" y="850"/>
                  <a:pt x="100" y="851"/>
                </a:cubicBezTo>
                <a:cubicBezTo>
                  <a:pt x="104" y="851"/>
                  <a:pt x="102" y="859"/>
                  <a:pt x="106" y="860"/>
                </a:cubicBezTo>
                <a:cubicBezTo>
                  <a:pt x="103" y="860"/>
                  <a:pt x="102" y="859"/>
                  <a:pt x="101" y="862"/>
                </a:cubicBezTo>
                <a:cubicBezTo>
                  <a:pt x="104" y="862"/>
                  <a:pt x="104" y="869"/>
                  <a:pt x="107" y="866"/>
                </a:cubicBezTo>
                <a:cubicBezTo>
                  <a:pt x="105" y="866"/>
                  <a:pt x="104" y="865"/>
                  <a:pt x="104" y="863"/>
                </a:cubicBezTo>
                <a:cubicBezTo>
                  <a:pt x="107" y="863"/>
                  <a:pt x="108" y="864"/>
                  <a:pt x="110" y="863"/>
                </a:cubicBezTo>
                <a:cubicBezTo>
                  <a:pt x="103" y="858"/>
                  <a:pt x="105" y="846"/>
                  <a:pt x="100" y="841"/>
                </a:cubicBezTo>
                <a:cubicBezTo>
                  <a:pt x="103" y="840"/>
                  <a:pt x="102" y="835"/>
                  <a:pt x="104" y="834"/>
                </a:cubicBezTo>
                <a:cubicBezTo>
                  <a:pt x="102" y="834"/>
                  <a:pt x="101" y="834"/>
                  <a:pt x="102" y="831"/>
                </a:cubicBezTo>
                <a:cubicBezTo>
                  <a:pt x="105" y="830"/>
                  <a:pt x="103" y="834"/>
                  <a:pt x="105" y="833"/>
                </a:cubicBezTo>
                <a:close/>
                <a:moveTo>
                  <a:pt x="58" y="790"/>
                </a:moveTo>
                <a:cubicBezTo>
                  <a:pt x="60" y="787"/>
                  <a:pt x="60" y="794"/>
                  <a:pt x="61" y="795"/>
                </a:cubicBezTo>
                <a:cubicBezTo>
                  <a:pt x="59" y="799"/>
                  <a:pt x="59" y="791"/>
                  <a:pt x="58" y="790"/>
                </a:cubicBezTo>
                <a:close/>
                <a:moveTo>
                  <a:pt x="81" y="809"/>
                </a:moveTo>
                <a:cubicBezTo>
                  <a:pt x="79" y="808"/>
                  <a:pt x="78" y="804"/>
                  <a:pt x="79" y="802"/>
                </a:cubicBezTo>
                <a:cubicBezTo>
                  <a:pt x="80" y="805"/>
                  <a:pt x="82" y="806"/>
                  <a:pt x="81" y="809"/>
                </a:cubicBezTo>
                <a:close/>
                <a:moveTo>
                  <a:pt x="82" y="804"/>
                </a:moveTo>
                <a:cubicBezTo>
                  <a:pt x="82" y="803"/>
                  <a:pt x="82" y="801"/>
                  <a:pt x="81" y="801"/>
                </a:cubicBezTo>
                <a:cubicBezTo>
                  <a:pt x="82" y="798"/>
                  <a:pt x="86" y="805"/>
                  <a:pt x="82" y="804"/>
                </a:cubicBezTo>
                <a:close/>
                <a:moveTo>
                  <a:pt x="83" y="809"/>
                </a:moveTo>
                <a:cubicBezTo>
                  <a:pt x="83" y="806"/>
                  <a:pt x="85" y="810"/>
                  <a:pt x="87" y="809"/>
                </a:cubicBezTo>
                <a:cubicBezTo>
                  <a:pt x="87" y="814"/>
                  <a:pt x="87" y="814"/>
                  <a:pt x="87" y="814"/>
                </a:cubicBezTo>
                <a:cubicBezTo>
                  <a:pt x="83" y="814"/>
                  <a:pt x="84" y="809"/>
                  <a:pt x="83" y="809"/>
                </a:cubicBezTo>
                <a:close/>
                <a:moveTo>
                  <a:pt x="88" y="825"/>
                </a:moveTo>
                <a:cubicBezTo>
                  <a:pt x="87" y="825"/>
                  <a:pt x="87" y="824"/>
                  <a:pt x="87" y="823"/>
                </a:cubicBezTo>
                <a:cubicBezTo>
                  <a:pt x="87" y="822"/>
                  <a:pt x="87" y="823"/>
                  <a:pt x="87" y="823"/>
                </a:cubicBezTo>
                <a:cubicBezTo>
                  <a:pt x="86" y="823"/>
                  <a:pt x="86" y="823"/>
                  <a:pt x="87" y="823"/>
                </a:cubicBezTo>
                <a:cubicBezTo>
                  <a:pt x="84" y="821"/>
                  <a:pt x="86" y="820"/>
                  <a:pt x="88" y="820"/>
                </a:cubicBezTo>
                <a:lnTo>
                  <a:pt x="88" y="825"/>
                </a:lnTo>
                <a:close/>
                <a:moveTo>
                  <a:pt x="115" y="817"/>
                </a:moveTo>
                <a:cubicBezTo>
                  <a:pt x="115" y="818"/>
                  <a:pt x="115" y="819"/>
                  <a:pt x="114" y="819"/>
                </a:cubicBezTo>
                <a:cubicBezTo>
                  <a:pt x="110" y="813"/>
                  <a:pt x="111" y="807"/>
                  <a:pt x="106" y="802"/>
                </a:cubicBezTo>
                <a:cubicBezTo>
                  <a:pt x="108" y="810"/>
                  <a:pt x="105" y="823"/>
                  <a:pt x="112" y="827"/>
                </a:cubicBezTo>
                <a:cubicBezTo>
                  <a:pt x="115" y="824"/>
                  <a:pt x="116" y="829"/>
                  <a:pt x="119" y="830"/>
                </a:cubicBezTo>
                <a:cubicBezTo>
                  <a:pt x="119" y="828"/>
                  <a:pt x="119" y="826"/>
                  <a:pt x="118" y="825"/>
                </a:cubicBezTo>
                <a:cubicBezTo>
                  <a:pt x="122" y="825"/>
                  <a:pt x="120" y="823"/>
                  <a:pt x="122" y="822"/>
                </a:cubicBezTo>
                <a:cubicBezTo>
                  <a:pt x="123" y="824"/>
                  <a:pt x="128" y="826"/>
                  <a:pt x="130" y="823"/>
                </a:cubicBezTo>
                <a:cubicBezTo>
                  <a:pt x="129" y="823"/>
                  <a:pt x="127" y="823"/>
                  <a:pt x="126" y="822"/>
                </a:cubicBezTo>
                <a:cubicBezTo>
                  <a:pt x="128" y="820"/>
                  <a:pt x="128" y="818"/>
                  <a:pt x="129" y="816"/>
                </a:cubicBezTo>
                <a:cubicBezTo>
                  <a:pt x="124" y="811"/>
                  <a:pt x="126" y="799"/>
                  <a:pt x="121" y="793"/>
                </a:cubicBezTo>
                <a:cubicBezTo>
                  <a:pt x="119" y="801"/>
                  <a:pt x="125" y="801"/>
                  <a:pt x="123" y="809"/>
                </a:cubicBezTo>
                <a:cubicBezTo>
                  <a:pt x="119" y="809"/>
                  <a:pt x="120" y="805"/>
                  <a:pt x="117" y="804"/>
                </a:cubicBezTo>
                <a:cubicBezTo>
                  <a:pt x="117" y="813"/>
                  <a:pt x="125" y="818"/>
                  <a:pt x="119" y="823"/>
                </a:cubicBezTo>
                <a:cubicBezTo>
                  <a:pt x="115" y="823"/>
                  <a:pt x="117" y="818"/>
                  <a:pt x="115" y="817"/>
                </a:cubicBezTo>
                <a:close/>
                <a:moveTo>
                  <a:pt x="111" y="854"/>
                </a:moveTo>
                <a:cubicBezTo>
                  <a:pt x="114" y="854"/>
                  <a:pt x="110" y="866"/>
                  <a:pt x="115" y="866"/>
                </a:cubicBezTo>
                <a:cubicBezTo>
                  <a:pt x="113" y="864"/>
                  <a:pt x="115" y="861"/>
                  <a:pt x="115" y="858"/>
                </a:cubicBezTo>
                <a:cubicBezTo>
                  <a:pt x="116" y="859"/>
                  <a:pt x="116" y="860"/>
                  <a:pt x="117" y="859"/>
                </a:cubicBezTo>
                <a:cubicBezTo>
                  <a:pt x="118" y="854"/>
                  <a:pt x="118" y="850"/>
                  <a:pt x="121" y="851"/>
                </a:cubicBezTo>
                <a:cubicBezTo>
                  <a:pt x="120" y="846"/>
                  <a:pt x="125" y="843"/>
                  <a:pt x="121" y="841"/>
                </a:cubicBezTo>
                <a:cubicBezTo>
                  <a:pt x="122" y="844"/>
                  <a:pt x="119" y="842"/>
                  <a:pt x="118" y="844"/>
                </a:cubicBezTo>
                <a:cubicBezTo>
                  <a:pt x="114" y="840"/>
                  <a:pt x="115" y="831"/>
                  <a:pt x="112" y="827"/>
                </a:cubicBezTo>
                <a:cubicBezTo>
                  <a:pt x="110" y="838"/>
                  <a:pt x="123" y="851"/>
                  <a:pt x="111" y="854"/>
                </a:cubicBezTo>
                <a:close/>
                <a:moveTo>
                  <a:pt x="747" y="809"/>
                </a:moveTo>
                <a:cubicBezTo>
                  <a:pt x="745" y="811"/>
                  <a:pt x="744" y="815"/>
                  <a:pt x="741" y="817"/>
                </a:cubicBezTo>
                <a:cubicBezTo>
                  <a:pt x="745" y="816"/>
                  <a:pt x="755" y="809"/>
                  <a:pt x="749" y="806"/>
                </a:cubicBezTo>
                <a:cubicBezTo>
                  <a:pt x="748" y="808"/>
                  <a:pt x="750" y="808"/>
                  <a:pt x="750" y="809"/>
                </a:cubicBezTo>
                <a:cubicBezTo>
                  <a:pt x="749" y="810"/>
                  <a:pt x="748" y="810"/>
                  <a:pt x="747" y="809"/>
                </a:cubicBezTo>
                <a:close/>
                <a:moveTo>
                  <a:pt x="132" y="816"/>
                </a:moveTo>
                <a:cubicBezTo>
                  <a:pt x="133" y="816"/>
                  <a:pt x="132" y="812"/>
                  <a:pt x="130" y="812"/>
                </a:cubicBezTo>
                <a:cubicBezTo>
                  <a:pt x="129" y="814"/>
                  <a:pt x="131" y="813"/>
                  <a:pt x="130" y="816"/>
                </a:cubicBezTo>
                <a:cubicBezTo>
                  <a:pt x="134" y="814"/>
                  <a:pt x="130" y="819"/>
                  <a:pt x="132" y="816"/>
                </a:cubicBezTo>
                <a:close/>
                <a:moveTo>
                  <a:pt x="837" y="826"/>
                </a:moveTo>
                <a:cubicBezTo>
                  <a:pt x="832" y="827"/>
                  <a:pt x="832" y="832"/>
                  <a:pt x="826" y="831"/>
                </a:cubicBezTo>
                <a:cubicBezTo>
                  <a:pt x="827" y="835"/>
                  <a:pt x="821" y="841"/>
                  <a:pt x="824" y="844"/>
                </a:cubicBezTo>
                <a:cubicBezTo>
                  <a:pt x="823" y="845"/>
                  <a:pt x="823" y="843"/>
                  <a:pt x="821" y="844"/>
                </a:cubicBezTo>
                <a:cubicBezTo>
                  <a:pt x="820" y="848"/>
                  <a:pt x="814" y="850"/>
                  <a:pt x="809" y="849"/>
                </a:cubicBezTo>
                <a:cubicBezTo>
                  <a:pt x="796" y="854"/>
                  <a:pt x="793" y="870"/>
                  <a:pt x="784" y="879"/>
                </a:cubicBezTo>
                <a:cubicBezTo>
                  <a:pt x="782" y="879"/>
                  <a:pt x="782" y="877"/>
                  <a:pt x="781" y="879"/>
                </a:cubicBezTo>
                <a:cubicBezTo>
                  <a:pt x="783" y="879"/>
                  <a:pt x="778" y="884"/>
                  <a:pt x="780" y="885"/>
                </a:cubicBezTo>
                <a:cubicBezTo>
                  <a:pt x="790" y="880"/>
                  <a:pt x="798" y="871"/>
                  <a:pt x="806" y="864"/>
                </a:cubicBezTo>
                <a:cubicBezTo>
                  <a:pt x="807" y="860"/>
                  <a:pt x="807" y="861"/>
                  <a:pt x="806" y="858"/>
                </a:cubicBezTo>
                <a:cubicBezTo>
                  <a:pt x="811" y="854"/>
                  <a:pt x="814" y="848"/>
                  <a:pt x="819" y="851"/>
                </a:cubicBezTo>
                <a:cubicBezTo>
                  <a:pt x="819" y="845"/>
                  <a:pt x="830" y="844"/>
                  <a:pt x="833" y="840"/>
                </a:cubicBezTo>
                <a:cubicBezTo>
                  <a:pt x="831" y="840"/>
                  <a:pt x="828" y="843"/>
                  <a:pt x="827" y="840"/>
                </a:cubicBezTo>
                <a:cubicBezTo>
                  <a:pt x="829" y="837"/>
                  <a:pt x="831" y="835"/>
                  <a:pt x="831" y="831"/>
                </a:cubicBezTo>
                <a:cubicBezTo>
                  <a:pt x="833" y="831"/>
                  <a:pt x="833" y="833"/>
                  <a:pt x="835" y="832"/>
                </a:cubicBezTo>
                <a:cubicBezTo>
                  <a:pt x="836" y="831"/>
                  <a:pt x="837" y="829"/>
                  <a:pt x="837" y="826"/>
                </a:cubicBezTo>
                <a:close/>
                <a:moveTo>
                  <a:pt x="529" y="858"/>
                </a:moveTo>
                <a:cubicBezTo>
                  <a:pt x="526" y="858"/>
                  <a:pt x="528" y="856"/>
                  <a:pt x="531" y="855"/>
                </a:cubicBezTo>
                <a:cubicBezTo>
                  <a:pt x="521" y="850"/>
                  <a:pt x="512" y="845"/>
                  <a:pt x="502" y="844"/>
                </a:cubicBezTo>
                <a:cubicBezTo>
                  <a:pt x="505" y="845"/>
                  <a:pt x="503" y="847"/>
                  <a:pt x="502" y="849"/>
                </a:cubicBezTo>
                <a:cubicBezTo>
                  <a:pt x="509" y="854"/>
                  <a:pt x="519" y="865"/>
                  <a:pt x="529" y="858"/>
                </a:cubicBezTo>
                <a:close/>
                <a:moveTo>
                  <a:pt x="754" y="850"/>
                </a:moveTo>
                <a:cubicBezTo>
                  <a:pt x="756" y="846"/>
                  <a:pt x="760" y="846"/>
                  <a:pt x="762" y="843"/>
                </a:cubicBezTo>
                <a:cubicBezTo>
                  <a:pt x="759" y="844"/>
                  <a:pt x="756" y="845"/>
                  <a:pt x="754" y="846"/>
                </a:cubicBezTo>
                <a:cubicBezTo>
                  <a:pt x="756" y="848"/>
                  <a:pt x="752" y="850"/>
                  <a:pt x="754" y="850"/>
                </a:cubicBezTo>
                <a:close/>
                <a:moveTo>
                  <a:pt x="539" y="857"/>
                </a:moveTo>
                <a:cubicBezTo>
                  <a:pt x="541" y="858"/>
                  <a:pt x="544" y="863"/>
                  <a:pt x="546" y="861"/>
                </a:cubicBezTo>
                <a:cubicBezTo>
                  <a:pt x="543" y="861"/>
                  <a:pt x="541" y="855"/>
                  <a:pt x="539" y="857"/>
                </a:cubicBezTo>
                <a:close/>
                <a:moveTo>
                  <a:pt x="627" y="916"/>
                </a:moveTo>
                <a:cubicBezTo>
                  <a:pt x="637" y="908"/>
                  <a:pt x="650" y="920"/>
                  <a:pt x="658" y="909"/>
                </a:cubicBezTo>
                <a:cubicBezTo>
                  <a:pt x="662" y="911"/>
                  <a:pt x="667" y="906"/>
                  <a:pt x="671" y="905"/>
                </a:cubicBezTo>
                <a:cubicBezTo>
                  <a:pt x="663" y="906"/>
                  <a:pt x="657" y="905"/>
                  <a:pt x="651" y="908"/>
                </a:cubicBezTo>
                <a:cubicBezTo>
                  <a:pt x="651" y="907"/>
                  <a:pt x="652" y="907"/>
                  <a:pt x="650" y="907"/>
                </a:cubicBezTo>
                <a:cubicBezTo>
                  <a:pt x="630" y="914"/>
                  <a:pt x="599" y="905"/>
                  <a:pt x="578" y="896"/>
                </a:cubicBezTo>
                <a:cubicBezTo>
                  <a:pt x="571" y="897"/>
                  <a:pt x="558" y="892"/>
                  <a:pt x="553" y="885"/>
                </a:cubicBezTo>
                <a:cubicBezTo>
                  <a:pt x="556" y="887"/>
                  <a:pt x="560" y="888"/>
                  <a:pt x="565" y="886"/>
                </a:cubicBezTo>
                <a:cubicBezTo>
                  <a:pt x="550" y="880"/>
                  <a:pt x="534" y="875"/>
                  <a:pt x="519" y="869"/>
                </a:cubicBezTo>
                <a:cubicBezTo>
                  <a:pt x="509" y="877"/>
                  <a:pt x="497" y="862"/>
                  <a:pt x="489" y="860"/>
                </a:cubicBezTo>
                <a:cubicBezTo>
                  <a:pt x="492" y="862"/>
                  <a:pt x="486" y="859"/>
                  <a:pt x="487" y="861"/>
                </a:cubicBezTo>
                <a:cubicBezTo>
                  <a:pt x="490" y="861"/>
                  <a:pt x="490" y="865"/>
                  <a:pt x="491" y="867"/>
                </a:cubicBezTo>
                <a:cubicBezTo>
                  <a:pt x="496" y="869"/>
                  <a:pt x="501" y="871"/>
                  <a:pt x="504" y="876"/>
                </a:cubicBezTo>
                <a:cubicBezTo>
                  <a:pt x="524" y="879"/>
                  <a:pt x="529" y="891"/>
                  <a:pt x="550" y="891"/>
                </a:cubicBezTo>
                <a:cubicBezTo>
                  <a:pt x="563" y="895"/>
                  <a:pt x="577" y="902"/>
                  <a:pt x="590" y="903"/>
                </a:cubicBezTo>
                <a:cubicBezTo>
                  <a:pt x="600" y="910"/>
                  <a:pt x="614" y="909"/>
                  <a:pt x="624" y="910"/>
                </a:cubicBezTo>
                <a:cubicBezTo>
                  <a:pt x="624" y="913"/>
                  <a:pt x="626" y="915"/>
                  <a:pt x="627" y="916"/>
                </a:cubicBezTo>
                <a:close/>
                <a:moveTo>
                  <a:pt x="789" y="863"/>
                </a:moveTo>
                <a:cubicBezTo>
                  <a:pt x="782" y="864"/>
                  <a:pt x="779" y="873"/>
                  <a:pt x="777" y="877"/>
                </a:cubicBezTo>
                <a:cubicBezTo>
                  <a:pt x="783" y="875"/>
                  <a:pt x="785" y="868"/>
                  <a:pt x="789" y="863"/>
                </a:cubicBezTo>
                <a:close/>
                <a:moveTo>
                  <a:pt x="731" y="865"/>
                </a:moveTo>
                <a:cubicBezTo>
                  <a:pt x="727" y="865"/>
                  <a:pt x="725" y="867"/>
                  <a:pt x="723" y="869"/>
                </a:cubicBezTo>
                <a:cubicBezTo>
                  <a:pt x="725" y="867"/>
                  <a:pt x="729" y="867"/>
                  <a:pt x="731" y="865"/>
                </a:cubicBezTo>
                <a:close/>
                <a:moveTo>
                  <a:pt x="45" y="876"/>
                </a:moveTo>
                <a:cubicBezTo>
                  <a:pt x="46" y="874"/>
                  <a:pt x="41" y="866"/>
                  <a:pt x="39" y="866"/>
                </a:cubicBezTo>
                <a:cubicBezTo>
                  <a:pt x="40" y="867"/>
                  <a:pt x="40" y="870"/>
                  <a:pt x="40" y="873"/>
                </a:cubicBezTo>
                <a:cubicBezTo>
                  <a:pt x="43" y="874"/>
                  <a:pt x="42" y="874"/>
                  <a:pt x="45" y="876"/>
                </a:cubicBezTo>
                <a:close/>
                <a:moveTo>
                  <a:pt x="570" y="871"/>
                </a:moveTo>
                <a:cubicBezTo>
                  <a:pt x="576" y="872"/>
                  <a:pt x="579" y="876"/>
                  <a:pt x="584" y="877"/>
                </a:cubicBezTo>
                <a:cubicBezTo>
                  <a:pt x="581" y="874"/>
                  <a:pt x="575" y="869"/>
                  <a:pt x="570" y="871"/>
                </a:cubicBezTo>
                <a:close/>
                <a:moveTo>
                  <a:pt x="591" y="886"/>
                </a:moveTo>
                <a:cubicBezTo>
                  <a:pt x="591" y="888"/>
                  <a:pt x="592" y="888"/>
                  <a:pt x="593" y="890"/>
                </a:cubicBezTo>
                <a:cubicBezTo>
                  <a:pt x="596" y="891"/>
                  <a:pt x="598" y="889"/>
                  <a:pt x="601" y="889"/>
                </a:cubicBezTo>
                <a:cubicBezTo>
                  <a:pt x="603" y="885"/>
                  <a:pt x="608" y="884"/>
                  <a:pt x="610" y="880"/>
                </a:cubicBezTo>
                <a:cubicBezTo>
                  <a:pt x="605" y="882"/>
                  <a:pt x="600" y="874"/>
                  <a:pt x="601" y="880"/>
                </a:cubicBezTo>
                <a:cubicBezTo>
                  <a:pt x="598" y="882"/>
                  <a:pt x="600" y="878"/>
                  <a:pt x="597" y="879"/>
                </a:cubicBezTo>
                <a:cubicBezTo>
                  <a:pt x="597" y="881"/>
                  <a:pt x="596" y="880"/>
                  <a:pt x="593" y="881"/>
                </a:cubicBezTo>
                <a:cubicBezTo>
                  <a:pt x="594" y="885"/>
                  <a:pt x="594" y="885"/>
                  <a:pt x="591" y="886"/>
                </a:cubicBezTo>
                <a:close/>
                <a:moveTo>
                  <a:pt x="815" y="881"/>
                </a:moveTo>
                <a:cubicBezTo>
                  <a:pt x="814" y="884"/>
                  <a:pt x="809" y="885"/>
                  <a:pt x="811" y="887"/>
                </a:cubicBezTo>
                <a:cubicBezTo>
                  <a:pt x="811" y="885"/>
                  <a:pt x="812" y="886"/>
                  <a:pt x="814" y="886"/>
                </a:cubicBezTo>
                <a:cubicBezTo>
                  <a:pt x="813" y="884"/>
                  <a:pt x="817" y="882"/>
                  <a:pt x="815" y="881"/>
                </a:cubicBezTo>
                <a:close/>
                <a:moveTo>
                  <a:pt x="51" y="895"/>
                </a:moveTo>
                <a:cubicBezTo>
                  <a:pt x="54" y="899"/>
                  <a:pt x="58" y="901"/>
                  <a:pt x="62" y="900"/>
                </a:cubicBezTo>
                <a:cubicBezTo>
                  <a:pt x="61" y="896"/>
                  <a:pt x="59" y="894"/>
                  <a:pt x="57" y="892"/>
                </a:cubicBezTo>
                <a:cubicBezTo>
                  <a:pt x="56" y="895"/>
                  <a:pt x="59" y="894"/>
                  <a:pt x="59" y="897"/>
                </a:cubicBezTo>
                <a:cubicBezTo>
                  <a:pt x="55" y="895"/>
                  <a:pt x="52" y="881"/>
                  <a:pt x="47" y="888"/>
                </a:cubicBezTo>
                <a:cubicBezTo>
                  <a:pt x="47" y="885"/>
                  <a:pt x="47" y="885"/>
                  <a:pt x="47" y="885"/>
                </a:cubicBezTo>
                <a:cubicBezTo>
                  <a:pt x="45" y="883"/>
                  <a:pt x="41" y="886"/>
                  <a:pt x="43" y="887"/>
                </a:cubicBezTo>
                <a:cubicBezTo>
                  <a:pt x="47" y="883"/>
                  <a:pt x="46" y="896"/>
                  <a:pt x="49" y="893"/>
                </a:cubicBezTo>
                <a:cubicBezTo>
                  <a:pt x="49" y="894"/>
                  <a:pt x="50" y="894"/>
                  <a:pt x="50" y="894"/>
                </a:cubicBezTo>
                <a:cubicBezTo>
                  <a:pt x="50" y="896"/>
                  <a:pt x="49" y="896"/>
                  <a:pt x="49" y="898"/>
                </a:cubicBezTo>
                <a:cubicBezTo>
                  <a:pt x="53" y="899"/>
                  <a:pt x="48" y="896"/>
                  <a:pt x="51" y="895"/>
                </a:cubicBezTo>
                <a:close/>
                <a:moveTo>
                  <a:pt x="52" y="893"/>
                </a:moveTo>
                <a:cubicBezTo>
                  <a:pt x="55" y="892"/>
                  <a:pt x="56" y="894"/>
                  <a:pt x="56" y="896"/>
                </a:cubicBezTo>
                <a:cubicBezTo>
                  <a:pt x="55" y="895"/>
                  <a:pt x="52" y="896"/>
                  <a:pt x="52" y="893"/>
                </a:cubicBezTo>
                <a:close/>
                <a:moveTo>
                  <a:pt x="48" y="890"/>
                </a:moveTo>
                <a:cubicBezTo>
                  <a:pt x="49" y="889"/>
                  <a:pt x="50" y="889"/>
                  <a:pt x="52" y="890"/>
                </a:cubicBezTo>
                <a:cubicBezTo>
                  <a:pt x="51" y="893"/>
                  <a:pt x="51" y="892"/>
                  <a:pt x="52" y="894"/>
                </a:cubicBezTo>
                <a:cubicBezTo>
                  <a:pt x="50" y="893"/>
                  <a:pt x="50" y="891"/>
                  <a:pt x="48" y="890"/>
                </a:cubicBezTo>
                <a:close/>
                <a:moveTo>
                  <a:pt x="680" y="901"/>
                </a:moveTo>
                <a:cubicBezTo>
                  <a:pt x="680" y="904"/>
                  <a:pt x="684" y="899"/>
                  <a:pt x="688" y="901"/>
                </a:cubicBezTo>
                <a:cubicBezTo>
                  <a:pt x="687" y="895"/>
                  <a:pt x="683" y="901"/>
                  <a:pt x="680" y="901"/>
                </a:cubicBezTo>
                <a:close/>
                <a:moveTo>
                  <a:pt x="88" y="919"/>
                </a:moveTo>
                <a:cubicBezTo>
                  <a:pt x="89" y="917"/>
                  <a:pt x="91" y="917"/>
                  <a:pt x="92" y="915"/>
                </a:cubicBezTo>
                <a:cubicBezTo>
                  <a:pt x="87" y="911"/>
                  <a:pt x="83" y="903"/>
                  <a:pt x="81" y="899"/>
                </a:cubicBezTo>
                <a:cubicBezTo>
                  <a:pt x="78" y="905"/>
                  <a:pt x="86" y="906"/>
                  <a:pt x="87" y="912"/>
                </a:cubicBezTo>
                <a:cubicBezTo>
                  <a:pt x="83" y="913"/>
                  <a:pt x="85" y="919"/>
                  <a:pt x="88" y="919"/>
                </a:cubicBezTo>
                <a:close/>
                <a:moveTo>
                  <a:pt x="897" y="900"/>
                </a:moveTo>
                <a:cubicBezTo>
                  <a:pt x="894" y="902"/>
                  <a:pt x="889" y="903"/>
                  <a:pt x="887" y="906"/>
                </a:cubicBezTo>
                <a:cubicBezTo>
                  <a:pt x="891" y="905"/>
                  <a:pt x="897" y="902"/>
                  <a:pt x="897" y="900"/>
                </a:cubicBezTo>
                <a:close/>
                <a:moveTo>
                  <a:pt x="885" y="906"/>
                </a:moveTo>
                <a:cubicBezTo>
                  <a:pt x="885" y="909"/>
                  <a:pt x="878" y="909"/>
                  <a:pt x="880" y="912"/>
                </a:cubicBezTo>
                <a:cubicBezTo>
                  <a:pt x="881" y="910"/>
                  <a:pt x="887" y="908"/>
                  <a:pt x="885" y="906"/>
                </a:cubicBezTo>
                <a:close/>
                <a:moveTo>
                  <a:pt x="66" y="947"/>
                </a:moveTo>
                <a:cubicBezTo>
                  <a:pt x="63" y="947"/>
                  <a:pt x="63" y="943"/>
                  <a:pt x="62" y="941"/>
                </a:cubicBezTo>
                <a:cubicBezTo>
                  <a:pt x="64" y="943"/>
                  <a:pt x="67" y="943"/>
                  <a:pt x="66" y="947"/>
                </a:cubicBezTo>
                <a:close/>
                <a:moveTo>
                  <a:pt x="181" y="984"/>
                </a:moveTo>
                <a:cubicBezTo>
                  <a:pt x="184" y="986"/>
                  <a:pt x="188" y="990"/>
                  <a:pt x="187" y="994"/>
                </a:cubicBezTo>
                <a:cubicBezTo>
                  <a:pt x="182" y="993"/>
                  <a:pt x="182" y="988"/>
                  <a:pt x="181" y="984"/>
                </a:cubicBezTo>
                <a:close/>
                <a:moveTo>
                  <a:pt x="202" y="1015"/>
                </a:moveTo>
                <a:cubicBezTo>
                  <a:pt x="199" y="1009"/>
                  <a:pt x="191" y="1004"/>
                  <a:pt x="191" y="998"/>
                </a:cubicBezTo>
                <a:cubicBezTo>
                  <a:pt x="195" y="1001"/>
                  <a:pt x="199" y="1005"/>
                  <a:pt x="204" y="1009"/>
                </a:cubicBezTo>
                <a:cubicBezTo>
                  <a:pt x="203" y="1011"/>
                  <a:pt x="203" y="1014"/>
                  <a:pt x="202" y="1015"/>
                </a:cubicBezTo>
                <a:close/>
                <a:moveTo>
                  <a:pt x="1077" y="966"/>
                </a:moveTo>
                <a:cubicBezTo>
                  <a:pt x="1073" y="968"/>
                  <a:pt x="1075" y="971"/>
                  <a:pt x="1075" y="975"/>
                </a:cubicBezTo>
                <a:cubicBezTo>
                  <a:pt x="1072" y="974"/>
                  <a:pt x="1070" y="984"/>
                  <a:pt x="1069" y="986"/>
                </a:cubicBezTo>
                <a:cubicBezTo>
                  <a:pt x="1071" y="983"/>
                  <a:pt x="1067" y="991"/>
                  <a:pt x="1071" y="991"/>
                </a:cubicBezTo>
                <a:cubicBezTo>
                  <a:pt x="1069" y="990"/>
                  <a:pt x="1068" y="995"/>
                  <a:pt x="1069" y="996"/>
                </a:cubicBezTo>
                <a:cubicBezTo>
                  <a:pt x="1073" y="990"/>
                  <a:pt x="1073" y="982"/>
                  <a:pt x="1073" y="976"/>
                </a:cubicBezTo>
                <a:cubicBezTo>
                  <a:pt x="1076" y="976"/>
                  <a:pt x="1077" y="974"/>
                  <a:pt x="1077" y="972"/>
                </a:cubicBezTo>
                <a:cubicBezTo>
                  <a:pt x="1075" y="970"/>
                  <a:pt x="1076" y="969"/>
                  <a:pt x="1077" y="966"/>
                </a:cubicBezTo>
                <a:close/>
                <a:moveTo>
                  <a:pt x="661" y="973"/>
                </a:moveTo>
                <a:cubicBezTo>
                  <a:pt x="660" y="976"/>
                  <a:pt x="654" y="972"/>
                  <a:pt x="654" y="975"/>
                </a:cubicBezTo>
                <a:cubicBezTo>
                  <a:pt x="655" y="975"/>
                  <a:pt x="655" y="975"/>
                  <a:pt x="655" y="977"/>
                </a:cubicBezTo>
                <a:cubicBezTo>
                  <a:pt x="658" y="977"/>
                  <a:pt x="662" y="975"/>
                  <a:pt x="661" y="973"/>
                </a:cubicBezTo>
                <a:close/>
                <a:moveTo>
                  <a:pt x="1065" y="992"/>
                </a:moveTo>
                <a:cubicBezTo>
                  <a:pt x="1066" y="994"/>
                  <a:pt x="1063" y="997"/>
                  <a:pt x="1065" y="998"/>
                </a:cubicBezTo>
                <a:cubicBezTo>
                  <a:pt x="1065" y="995"/>
                  <a:pt x="1067" y="995"/>
                  <a:pt x="1068" y="993"/>
                </a:cubicBezTo>
                <a:cubicBezTo>
                  <a:pt x="1066" y="993"/>
                  <a:pt x="1067" y="991"/>
                  <a:pt x="1065" y="992"/>
                </a:cubicBezTo>
                <a:close/>
                <a:moveTo>
                  <a:pt x="247" y="1014"/>
                </a:moveTo>
                <a:cubicBezTo>
                  <a:pt x="249" y="1013"/>
                  <a:pt x="249" y="1017"/>
                  <a:pt x="251" y="1014"/>
                </a:cubicBezTo>
                <a:cubicBezTo>
                  <a:pt x="251" y="1012"/>
                  <a:pt x="245" y="1009"/>
                  <a:pt x="248" y="1011"/>
                </a:cubicBezTo>
                <a:cubicBezTo>
                  <a:pt x="248" y="1012"/>
                  <a:pt x="248" y="1012"/>
                  <a:pt x="248" y="1013"/>
                </a:cubicBezTo>
                <a:cubicBezTo>
                  <a:pt x="248" y="1013"/>
                  <a:pt x="247" y="1013"/>
                  <a:pt x="247" y="1014"/>
                </a:cubicBezTo>
                <a:close/>
                <a:moveTo>
                  <a:pt x="325" y="1020"/>
                </a:moveTo>
                <a:cubicBezTo>
                  <a:pt x="322" y="1019"/>
                  <a:pt x="321" y="1021"/>
                  <a:pt x="318" y="1021"/>
                </a:cubicBezTo>
                <a:cubicBezTo>
                  <a:pt x="313" y="1017"/>
                  <a:pt x="311" y="1010"/>
                  <a:pt x="305" y="1008"/>
                </a:cubicBezTo>
                <a:cubicBezTo>
                  <a:pt x="305" y="1011"/>
                  <a:pt x="302" y="1011"/>
                  <a:pt x="300" y="1011"/>
                </a:cubicBezTo>
                <a:cubicBezTo>
                  <a:pt x="301" y="1014"/>
                  <a:pt x="303" y="1016"/>
                  <a:pt x="305" y="1018"/>
                </a:cubicBezTo>
                <a:cubicBezTo>
                  <a:pt x="309" y="1015"/>
                  <a:pt x="309" y="1022"/>
                  <a:pt x="313" y="1022"/>
                </a:cubicBezTo>
                <a:cubicBezTo>
                  <a:pt x="314" y="1021"/>
                  <a:pt x="314" y="1019"/>
                  <a:pt x="315" y="1019"/>
                </a:cubicBezTo>
                <a:cubicBezTo>
                  <a:pt x="317" y="1020"/>
                  <a:pt x="317" y="1023"/>
                  <a:pt x="318" y="1025"/>
                </a:cubicBezTo>
                <a:cubicBezTo>
                  <a:pt x="323" y="1023"/>
                  <a:pt x="332" y="1040"/>
                  <a:pt x="338" y="1032"/>
                </a:cubicBezTo>
                <a:cubicBezTo>
                  <a:pt x="333" y="1028"/>
                  <a:pt x="326" y="1027"/>
                  <a:pt x="325" y="1020"/>
                </a:cubicBezTo>
                <a:close/>
                <a:moveTo>
                  <a:pt x="319" y="1029"/>
                </a:moveTo>
                <a:cubicBezTo>
                  <a:pt x="318" y="1029"/>
                  <a:pt x="313" y="1024"/>
                  <a:pt x="314" y="1027"/>
                </a:cubicBezTo>
                <a:cubicBezTo>
                  <a:pt x="315" y="1028"/>
                  <a:pt x="317" y="1033"/>
                  <a:pt x="319" y="1029"/>
                </a:cubicBezTo>
                <a:close/>
                <a:moveTo>
                  <a:pt x="699" y="1055"/>
                </a:moveTo>
                <a:cubicBezTo>
                  <a:pt x="697" y="1052"/>
                  <a:pt x="703" y="1051"/>
                  <a:pt x="703" y="1048"/>
                </a:cubicBezTo>
                <a:cubicBezTo>
                  <a:pt x="708" y="1046"/>
                  <a:pt x="711" y="1048"/>
                  <a:pt x="714" y="1044"/>
                </a:cubicBezTo>
                <a:cubicBezTo>
                  <a:pt x="704" y="1040"/>
                  <a:pt x="690" y="1052"/>
                  <a:pt x="688" y="1043"/>
                </a:cubicBezTo>
                <a:cubicBezTo>
                  <a:pt x="694" y="1038"/>
                  <a:pt x="702" y="1040"/>
                  <a:pt x="707" y="1036"/>
                </a:cubicBezTo>
                <a:cubicBezTo>
                  <a:pt x="703" y="1036"/>
                  <a:pt x="703" y="1032"/>
                  <a:pt x="698" y="1033"/>
                </a:cubicBezTo>
                <a:cubicBezTo>
                  <a:pt x="696" y="1041"/>
                  <a:pt x="676" y="1034"/>
                  <a:pt x="676" y="1042"/>
                </a:cubicBezTo>
                <a:cubicBezTo>
                  <a:pt x="673" y="1043"/>
                  <a:pt x="672" y="1038"/>
                  <a:pt x="670" y="1041"/>
                </a:cubicBezTo>
                <a:cubicBezTo>
                  <a:pt x="674" y="1041"/>
                  <a:pt x="671" y="1043"/>
                  <a:pt x="670" y="1044"/>
                </a:cubicBezTo>
                <a:cubicBezTo>
                  <a:pt x="673" y="1044"/>
                  <a:pt x="672" y="1047"/>
                  <a:pt x="672" y="1050"/>
                </a:cubicBezTo>
                <a:cubicBezTo>
                  <a:pt x="657" y="1057"/>
                  <a:pt x="641" y="1047"/>
                  <a:pt x="627" y="1050"/>
                </a:cubicBezTo>
                <a:cubicBezTo>
                  <a:pt x="628" y="1052"/>
                  <a:pt x="628" y="1054"/>
                  <a:pt x="628" y="1057"/>
                </a:cubicBezTo>
                <a:cubicBezTo>
                  <a:pt x="631" y="1056"/>
                  <a:pt x="633" y="1055"/>
                  <a:pt x="636" y="1057"/>
                </a:cubicBezTo>
                <a:cubicBezTo>
                  <a:pt x="636" y="1056"/>
                  <a:pt x="635" y="1054"/>
                  <a:pt x="636" y="1054"/>
                </a:cubicBezTo>
                <a:cubicBezTo>
                  <a:pt x="645" y="1054"/>
                  <a:pt x="658" y="1059"/>
                  <a:pt x="662" y="1053"/>
                </a:cubicBezTo>
                <a:cubicBezTo>
                  <a:pt x="664" y="1053"/>
                  <a:pt x="666" y="1055"/>
                  <a:pt x="664" y="1057"/>
                </a:cubicBezTo>
                <a:cubicBezTo>
                  <a:pt x="671" y="1057"/>
                  <a:pt x="677" y="1059"/>
                  <a:pt x="683" y="1061"/>
                </a:cubicBezTo>
                <a:cubicBezTo>
                  <a:pt x="684" y="1059"/>
                  <a:pt x="681" y="1058"/>
                  <a:pt x="683" y="1057"/>
                </a:cubicBezTo>
                <a:cubicBezTo>
                  <a:pt x="683" y="1059"/>
                  <a:pt x="685" y="1058"/>
                  <a:pt x="685" y="1059"/>
                </a:cubicBezTo>
                <a:cubicBezTo>
                  <a:pt x="686" y="1053"/>
                  <a:pt x="697" y="1055"/>
                  <a:pt x="699" y="1055"/>
                </a:cubicBezTo>
                <a:close/>
                <a:moveTo>
                  <a:pt x="489" y="1081"/>
                </a:moveTo>
                <a:cubicBezTo>
                  <a:pt x="490" y="1085"/>
                  <a:pt x="494" y="1086"/>
                  <a:pt x="496" y="1085"/>
                </a:cubicBezTo>
                <a:cubicBezTo>
                  <a:pt x="492" y="1085"/>
                  <a:pt x="494" y="1080"/>
                  <a:pt x="489" y="1081"/>
                </a:cubicBezTo>
                <a:close/>
                <a:moveTo>
                  <a:pt x="517" y="1092"/>
                </a:moveTo>
                <a:cubicBezTo>
                  <a:pt x="510" y="1092"/>
                  <a:pt x="502" y="1087"/>
                  <a:pt x="496" y="1089"/>
                </a:cubicBezTo>
                <a:cubicBezTo>
                  <a:pt x="504" y="1090"/>
                  <a:pt x="509" y="1094"/>
                  <a:pt x="517" y="1092"/>
                </a:cubicBezTo>
                <a:close/>
                <a:moveTo>
                  <a:pt x="823" y="1101"/>
                </a:moveTo>
                <a:cubicBezTo>
                  <a:pt x="823" y="1104"/>
                  <a:pt x="818" y="1101"/>
                  <a:pt x="818" y="1103"/>
                </a:cubicBezTo>
                <a:cubicBezTo>
                  <a:pt x="819" y="1105"/>
                  <a:pt x="825" y="1103"/>
                  <a:pt x="823" y="1101"/>
                </a:cubicBezTo>
                <a:close/>
                <a:moveTo>
                  <a:pt x="593" y="1118"/>
                </a:moveTo>
                <a:cubicBezTo>
                  <a:pt x="597" y="1118"/>
                  <a:pt x="603" y="1124"/>
                  <a:pt x="606" y="1120"/>
                </a:cubicBezTo>
                <a:cubicBezTo>
                  <a:pt x="603" y="1118"/>
                  <a:pt x="592" y="1117"/>
                  <a:pt x="593" y="1118"/>
                </a:cubicBezTo>
                <a:close/>
                <a:moveTo>
                  <a:pt x="818" y="1126"/>
                </a:moveTo>
                <a:cubicBezTo>
                  <a:pt x="814" y="1127"/>
                  <a:pt x="806" y="1126"/>
                  <a:pt x="810" y="1131"/>
                </a:cubicBezTo>
                <a:cubicBezTo>
                  <a:pt x="796" y="1134"/>
                  <a:pt x="784" y="1133"/>
                  <a:pt x="775" y="1139"/>
                </a:cubicBezTo>
                <a:cubicBezTo>
                  <a:pt x="771" y="1134"/>
                  <a:pt x="767" y="1141"/>
                  <a:pt x="764" y="1143"/>
                </a:cubicBezTo>
                <a:cubicBezTo>
                  <a:pt x="781" y="1141"/>
                  <a:pt x="801" y="1137"/>
                  <a:pt x="817" y="1129"/>
                </a:cubicBezTo>
                <a:cubicBezTo>
                  <a:pt x="815" y="1129"/>
                  <a:pt x="814" y="1127"/>
                  <a:pt x="818" y="1126"/>
                </a:cubicBezTo>
                <a:close/>
                <a:moveTo>
                  <a:pt x="916" y="627"/>
                </a:moveTo>
                <a:cubicBezTo>
                  <a:pt x="917" y="623"/>
                  <a:pt x="917" y="618"/>
                  <a:pt x="916" y="616"/>
                </a:cubicBezTo>
                <a:cubicBezTo>
                  <a:pt x="915" y="619"/>
                  <a:pt x="914" y="621"/>
                  <a:pt x="914" y="625"/>
                </a:cubicBezTo>
                <a:cubicBezTo>
                  <a:pt x="917" y="623"/>
                  <a:pt x="914" y="627"/>
                  <a:pt x="916" y="627"/>
                </a:cubicBezTo>
                <a:close/>
                <a:moveTo>
                  <a:pt x="912" y="748"/>
                </a:moveTo>
                <a:cubicBezTo>
                  <a:pt x="920" y="748"/>
                  <a:pt x="918" y="735"/>
                  <a:pt x="924" y="736"/>
                </a:cubicBezTo>
                <a:cubicBezTo>
                  <a:pt x="926" y="732"/>
                  <a:pt x="927" y="727"/>
                  <a:pt x="931" y="725"/>
                </a:cubicBezTo>
                <a:cubicBezTo>
                  <a:pt x="931" y="732"/>
                  <a:pt x="936" y="727"/>
                  <a:pt x="933" y="734"/>
                </a:cubicBezTo>
                <a:cubicBezTo>
                  <a:pt x="938" y="734"/>
                  <a:pt x="936" y="726"/>
                  <a:pt x="937" y="722"/>
                </a:cubicBezTo>
                <a:cubicBezTo>
                  <a:pt x="938" y="721"/>
                  <a:pt x="940" y="721"/>
                  <a:pt x="940" y="720"/>
                </a:cubicBezTo>
                <a:cubicBezTo>
                  <a:pt x="943" y="714"/>
                  <a:pt x="942" y="700"/>
                  <a:pt x="946" y="706"/>
                </a:cubicBezTo>
                <a:cubicBezTo>
                  <a:pt x="946" y="698"/>
                  <a:pt x="953" y="691"/>
                  <a:pt x="949" y="686"/>
                </a:cubicBezTo>
                <a:cubicBezTo>
                  <a:pt x="950" y="685"/>
                  <a:pt x="950" y="683"/>
                  <a:pt x="952" y="684"/>
                </a:cubicBezTo>
                <a:cubicBezTo>
                  <a:pt x="949" y="677"/>
                  <a:pt x="953" y="673"/>
                  <a:pt x="950" y="666"/>
                </a:cubicBezTo>
                <a:cubicBezTo>
                  <a:pt x="942" y="666"/>
                  <a:pt x="938" y="682"/>
                  <a:pt x="933" y="676"/>
                </a:cubicBezTo>
                <a:cubicBezTo>
                  <a:pt x="931" y="685"/>
                  <a:pt x="926" y="690"/>
                  <a:pt x="928" y="702"/>
                </a:cubicBezTo>
                <a:cubicBezTo>
                  <a:pt x="926" y="702"/>
                  <a:pt x="925" y="704"/>
                  <a:pt x="924" y="705"/>
                </a:cubicBezTo>
                <a:cubicBezTo>
                  <a:pt x="924" y="708"/>
                  <a:pt x="926" y="708"/>
                  <a:pt x="926" y="711"/>
                </a:cubicBezTo>
                <a:cubicBezTo>
                  <a:pt x="923" y="709"/>
                  <a:pt x="926" y="715"/>
                  <a:pt x="925" y="718"/>
                </a:cubicBezTo>
                <a:cubicBezTo>
                  <a:pt x="922" y="725"/>
                  <a:pt x="918" y="729"/>
                  <a:pt x="918" y="738"/>
                </a:cubicBezTo>
                <a:cubicBezTo>
                  <a:pt x="916" y="741"/>
                  <a:pt x="912" y="742"/>
                  <a:pt x="912" y="748"/>
                </a:cubicBezTo>
                <a:close/>
                <a:moveTo>
                  <a:pt x="932" y="685"/>
                </a:moveTo>
                <a:cubicBezTo>
                  <a:pt x="935" y="685"/>
                  <a:pt x="932" y="691"/>
                  <a:pt x="930" y="691"/>
                </a:cubicBezTo>
                <a:cubicBezTo>
                  <a:pt x="930" y="688"/>
                  <a:pt x="931" y="687"/>
                  <a:pt x="932" y="685"/>
                </a:cubicBezTo>
                <a:close/>
                <a:moveTo>
                  <a:pt x="125" y="832"/>
                </a:moveTo>
                <a:cubicBezTo>
                  <a:pt x="126" y="837"/>
                  <a:pt x="126" y="836"/>
                  <a:pt x="126" y="842"/>
                </a:cubicBezTo>
                <a:cubicBezTo>
                  <a:pt x="131" y="842"/>
                  <a:pt x="129" y="834"/>
                  <a:pt x="133" y="834"/>
                </a:cubicBezTo>
                <a:cubicBezTo>
                  <a:pt x="132" y="831"/>
                  <a:pt x="133" y="828"/>
                  <a:pt x="132" y="827"/>
                </a:cubicBezTo>
                <a:cubicBezTo>
                  <a:pt x="131" y="830"/>
                  <a:pt x="129" y="823"/>
                  <a:pt x="128" y="827"/>
                </a:cubicBezTo>
                <a:cubicBezTo>
                  <a:pt x="129" y="827"/>
                  <a:pt x="129" y="834"/>
                  <a:pt x="125" y="832"/>
                </a:cubicBezTo>
                <a:close/>
                <a:moveTo>
                  <a:pt x="548" y="863"/>
                </a:moveTo>
                <a:cubicBezTo>
                  <a:pt x="551" y="868"/>
                  <a:pt x="557" y="871"/>
                  <a:pt x="561" y="875"/>
                </a:cubicBezTo>
                <a:cubicBezTo>
                  <a:pt x="559" y="870"/>
                  <a:pt x="565" y="873"/>
                  <a:pt x="565" y="870"/>
                </a:cubicBezTo>
                <a:cubicBezTo>
                  <a:pt x="561" y="864"/>
                  <a:pt x="554" y="860"/>
                  <a:pt x="549" y="855"/>
                </a:cubicBezTo>
                <a:cubicBezTo>
                  <a:pt x="547" y="862"/>
                  <a:pt x="556" y="860"/>
                  <a:pt x="557" y="866"/>
                </a:cubicBezTo>
                <a:cubicBezTo>
                  <a:pt x="552" y="867"/>
                  <a:pt x="551" y="864"/>
                  <a:pt x="548" y="863"/>
                </a:cubicBezTo>
                <a:close/>
                <a:moveTo>
                  <a:pt x="738" y="887"/>
                </a:moveTo>
                <a:cubicBezTo>
                  <a:pt x="739" y="890"/>
                  <a:pt x="739" y="891"/>
                  <a:pt x="738" y="894"/>
                </a:cubicBezTo>
                <a:cubicBezTo>
                  <a:pt x="740" y="894"/>
                  <a:pt x="741" y="893"/>
                  <a:pt x="742" y="893"/>
                </a:cubicBezTo>
                <a:cubicBezTo>
                  <a:pt x="743" y="895"/>
                  <a:pt x="742" y="896"/>
                  <a:pt x="745" y="898"/>
                </a:cubicBezTo>
                <a:cubicBezTo>
                  <a:pt x="748" y="893"/>
                  <a:pt x="754" y="892"/>
                  <a:pt x="758" y="888"/>
                </a:cubicBezTo>
                <a:cubicBezTo>
                  <a:pt x="757" y="885"/>
                  <a:pt x="756" y="882"/>
                  <a:pt x="753" y="881"/>
                </a:cubicBezTo>
                <a:cubicBezTo>
                  <a:pt x="750" y="885"/>
                  <a:pt x="743" y="885"/>
                  <a:pt x="738" y="887"/>
                </a:cubicBezTo>
                <a:close/>
                <a:moveTo>
                  <a:pt x="136" y="922"/>
                </a:moveTo>
                <a:cubicBezTo>
                  <a:pt x="137" y="922"/>
                  <a:pt x="138" y="923"/>
                  <a:pt x="138" y="925"/>
                </a:cubicBezTo>
                <a:cubicBezTo>
                  <a:pt x="134" y="926"/>
                  <a:pt x="131" y="923"/>
                  <a:pt x="129" y="926"/>
                </a:cubicBezTo>
                <a:cubicBezTo>
                  <a:pt x="130" y="928"/>
                  <a:pt x="132" y="929"/>
                  <a:pt x="132" y="932"/>
                </a:cubicBezTo>
                <a:cubicBezTo>
                  <a:pt x="142" y="932"/>
                  <a:pt x="144" y="940"/>
                  <a:pt x="152" y="941"/>
                </a:cubicBezTo>
                <a:cubicBezTo>
                  <a:pt x="151" y="936"/>
                  <a:pt x="150" y="933"/>
                  <a:pt x="148" y="929"/>
                </a:cubicBezTo>
                <a:cubicBezTo>
                  <a:pt x="151" y="928"/>
                  <a:pt x="148" y="924"/>
                  <a:pt x="152" y="924"/>
                </a:cubicBezTo>
                <a:cubicBezTo>
                  <a:pt x="150" y="919"/>
                  <a:pt x="142" y="920"/>
                  <a:pt x="139" y="916"/>
                </a:cubicBezTo>
                <a:cubicBezTo>
                  <a:pt x="138" y="920"/>
                  <a:pt x="141" y="921"/>
                  <a:pt x="139" y="923"/>
                </a:cubicBezTo>
                <a:cubicBezTo>
                  <a:pt x="138" y="923"/>
                  <a:pt x="137" y="919"/>
                  <a:pt x="136" y="922"/>
                </a:cubicBezTo>
                <a:close/>
                <a:moveTo>
                  <a:pt x="638" y="991"/>
                </a:moveTo>
                <a:cubicBezTo>
                  <a:pt x="639" y="988"/>
                  <a:pt x="637" y="988"/>
                  <a:pt x="638" y="986"/>
                </a:cubicBezTo>
                <a:cubicBezTo>
                  <a:pt x="631" y="982"/>
                  <a:pt x="628" y="988"/>
                  <a:pt x="619" y="987"/>
                </a:cubicBezTo>
                <a:cubicBezTo>
                  <a:pt x="620" y="994"/>
                  <a:pt x="631" y="990"/>
                  <a:pt x="634" y="995"/>
                </a:cubicBezTo>
                <a:cubicBezTo>
                  <a:pt x="633" y="992"/>
                  <a:pt x="635" y="991"/>
                  <a:pt x="638" y="991"/>
                </a:cubicBezTo>
                <a:close/>
                <a:moveTo>
                  <a:pt x="675" y="1018"/>
                </a:moveTo>
                <a:cubicBezTo>
                  <a:pt x="677" y="1018"/>
                  <a:pt x="680" y="1017"/>
                  <a:pt x="680" y="1019"/>
                </a:cubicBezTo>
                <a:cubicBezTo>
                  <a:pt x="679" y="1019"/>
                  <a:pt x="676" y="1018"/>
                  <a:pt x="677" y="1021"/>
                </a:cubicBezTo>
                <a:cubicBezTo>
                  <a:pt x="677" y="1024"/>
                  <a:pt x="682" y="1020"/>
                  <a:pt x="684" y="1022"/>
                </a:cubicBezTo>
                <a:cubicBezTo>
                  <a:pt x="685" y="1017"/>
                  <a:pt x="685" y="1016"/>
                  <a:pt x="688" y="1014"/>
                </a:cubicBezTo>
                <a:cubicBezTo>
                  <a:pt x="682" y="1013"/>
                  <a:pt x="677" y="1013"/>
                  <a:pt x="675" y="1018"/>
                </a:cubicBezTo>
                <a:close/>
                <a:moveTo>
                  <a:pt x="847" y="1109"/>
                </a:moveTo>
                <a:cubicBezTo>
                  <a:pt x="841" y="1112"/>
                  <a:pt x="836" y="1115"/>
                  <a:pt x="835" y="1120"/>
                </a:cubicBezTo>
                <a:cubicBezTo>
                  <a:pt x="833" y="1118"/>
                  <a:pt x="837" y="1116"/>
                  <a:pt x="833" y="1116"/>
                </a:cubicBezTo>
                <a:cubicBezTo>
                  <a:pt x="833" y="1121"/>
                  <a:pt x="833" y="1121"/>
                  <a:pt x="833" y="1121"/>
                </a:cubicBezTo>
                <a:cubicBezTo>
                  <a:pt x="840" y="1122"/>
                  <a:pt x="847" y="1119"/>
                  <a:pt x="850" y="1114"/>
                </a:cubicBezTo>
                <a:cubicBezTo>
                  <a:pt x="849" y="1113"/>
                  <a:pt x="847" y="1112"/>
                  <a:pt x="847" y="110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62222" y="2981913"/>
            <a:ext cx="1200329" cy="923330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6000" spc="1200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 dir="u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push dir="u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30773"/>
          <p:cNvSpPr/>
          <p:nvPr/>
        </p:nvSpPr>
        <p:spPr>
          <a:xfrm>
            <a:off x="1168401" y="944562"/>
            <a:ext cx="2241670" cy="15313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0" y="11581"/>
                </a:lnTo>
                <a:lnTo>
                  <a:pt x="2311" y="11581"/>
                </a:lnTo>
                <a:lnTo>
                  <a:pt x="2311" y="21600"/>
                </a:lnTo>
                <a:lnTo>
                  <a:pt x="8783" y="21600"/>
                </a:lnTo>
                <a:lnTo>
                  <a:pt x="10800" y="18222"/>
                </a:lnTo>
                <a:lnTo>
                  <a:pt x="12817" y="21600"/>
                </a:lnTo>
                <a:lnTo>
                  <a:pt x="19289" y="21600"/>
                </a:lnTo>
                <a:lnTo>
                  <a:pt x="19289" y="11581"/>
                </a:lnTo>
                <a:lnTo>
                  <a:pt x="21600" y="11581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Shape 30776"/>
          <p:cNvSpPr/>
          <p:nvPr/>
        </p:nvSpPr>
        <p:spPr>
          <a:xfrm>
            <a:off x="1408238" y="4849395"/>
            <a:ext cx="1761996" cy="13878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8622" y="3246"/>
                </a:lnTo>
                <a:lnTo>
                  <a:pt x="0" y="3246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3246"/>
                </a:lnTo>
                <a:lnTo>
                  <a:pt x="12978" y="3246"/>
                </a:lnTo>
                <a:lnTo>
                  <a:pt x="10800" y="0"/>
                </a:lnTo>
                <a:close/>
              </a:path>
            </a:pathLst>
          </a:custGeom>
          <a:solidFill>
            <a:schemeClr val="tx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hape 30779"/>
          <p:cNvSpPr/>
          <p:nvPr/>
        </p:nvSpPr>
        <p:spPr>
          <a:xfrm>
            <a:off x="1408238" y="3594419"/>
            <a:ext cx="1761996" cy="13878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8622" y="3246"/>
                </a:lnTo>
                <a:lnTo>
                  <a:pt x="0" y="3246"/>
                </a:lnTo>
                <a:lnTo>
                  <a:pt x="0" y="21600"/>
                </a:lnTo>
                <a:lnTo>
                  <a:pt x="8234" y="21600"/>
                </a:lnTo>
                <a:lnTo>
                  <a:pt x="10800" y="17873"/>
                </a:lnTo>
                <a:lnTo>
                  <a:pt x="13366" y="21600"/>
                </a:lnTo>
                <a:lnTo>
                  <a:pt x="21600" y="21600"/>
                </a:lnTo>
                <a:lnTo>
                  <a:pt x="21600" y="3246"/>
                </a:lnTo>
                <a:lnTo>
                  <a:pt x="12978" y="3246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30782"/>
          <p:cNvSpPr/>
          <p:nvPr/>
        </p:nvSpPr>
        <p:spPr>
          <a:xfrm>
            <a:off x="1408238" y="2339443"/>
            <a:ext cx="1761996" cy="13878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8622" y="3246"/>
                </a:lnTo>
                <a:lnTo>
                  <a:pt x="0" y="3246"/>
                </a:lnTo>
                <a:lnTo>
                  <a:pt x="0" y="21600"/>
                </a:lnTo>
                <a:lnTo>
                  <a:pt x="8234" y="21600"/>
                </a:lnTo>
                <a:lnTo>
                  <a:pt x="10800" y="17873"/>
                </a:lnTo>
                <a:lnTo>
                  <a:pt x="13366" y="21600"/>
                </a:lnTo>
                <a:lnTo>
                  <a:pt x="21600" y="21600"/>
                </a:lnTo>
                <a:lnTo>
                  <a:pt x="21600" y="3246"/>
                </a:lnTo>
                <a:lnTo>
                  <a:pt x="12978" y="3246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0" cstate="screen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7236" y="1747755"/>
            <a:ext cx="324000" cy="23129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2" cstate="screen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0076" y="2954852"/>
            <a:ext cx="324000" cy="28539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4" cstate="screen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7236" y="4184377"/>
            <a:ext cx="324000" cy="26660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6" cstate="screen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5772" y="5386510"/>
            <a:ext cx="526928" cy="526928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4251337" y="1722355"/>
            <a:ext cx="6096000" cy="1888748"/>
            <a:chOff x="589209" y="1463065"/>
            <a:chExt cx="6096000" cy="1888748"/>
          </a:xfrm>
        </p:grpSpPr>
        <p:sp>
          <p:nvSpPr>
            <p:cNvPr id="8" name="文本框 7"/>
            <p:cNvSpPr txBox="1"/>
            <p:nvPr/>
          </p:nvSpPr>
          <p:spPr>
            <a:xfrm>
              <a:off x="589209" y="1463065"/>
              <a:ext cx="609600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latin typeface="思源宋体 CN Heavy" pitchFamily="18" charset="-122"/>
                  <a:ea typeface="思源宋体 CN Heavy" pitchFamily="18" charset="-122"/>
                  <a:sym typeface="思源宋体 CN Heavy" panose="02020900000000000000" pitchFamily="18" charset="-122"/>
                </a:rPr>
                <a:t>单击此处添加</a:t>
              </a:r>
              <a:endParaRPr lang="en-US" altLang="zh-CN" sz="2000" dirty="0"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endParaRPr>
            </a:p>
            <a:p>
              <a:r>
                <a:rPr lang="zh-CN" altLang="en-US" sz="2000" dirty="0">
                  <a:latin typeface="思源宋体 CN Heavy" pitchFamily="18" charset="-122"/>
                  <a:ea typeface="思源宋体 CN Heavy" pitchFamily="18" charset="-122"/>
                  <a:sym typeface="思源宋体 CN Heavy" panose="02020900000000000000" pitchFamily="18" charset="-122"/>
                </a:rPr>
                <a:t>大标题内容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82626" y="2537616"/>
              <a:ext cx="3179918" cy="8141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1400" spc="16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HarmonyOS Sans SC Light" panose="00000400000000000000" pitchFamily="2" charset="-122"/>
                </a:rPr>
                <a:t>单击此处输入你的正文，为了最终演示发布的良好效果，请尽量言简意赅的阐述观点。</a:t>
              </a: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682626" y="2324100"/>
              <a:ext cx="523874" cy="0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4251337" y="4109955"/>
            <a:ext cx="6096000" cy="1888748"/>
            <a:chOff x="589209" y="1463065"/>
            <a:chExt cx="6096000" cy="1888748"/>
          </a:xfrm>
        </p:grpSpPr>
        <p:sp>
          <p:nvSpPr>
            <p:cNvPr id="15" name="文本框 14"/>
            <p:cNvSpPr txBox="1"/>
            <p:nvPr/>
          </p:nvSpPr>
          <p:spPr>
            <a:xfrm>
              <a:off x="589209" y="1463065"/>
              <a:ext cx="609600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latin typeface="思源宋体 CN Heavy" pitchFamily="18" charset="-122"/>
                  <a:ea typeface="思源宋体 CN Heavy" pitchFamily="18" charset="-122"/>
                  <a:sym typeface="思源宋体 CN Heavy" panose="02020900000000000000" pitchFamily="18" charset="-122"/>
                </a:rPr>
                <a:t>单击此处添加</a:t>
              </a:r>
              <a:endParaRPr lang="en-US" altLang="zh-CN" sz="2000" dirty="0"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endParaRPr>
            </a:p>
            <a:p>
              <a:r>
                <a:rPr lang="zh-CN" altLang="en-US" sz="2000" dirty="0">
                  <a:latin typeface="思源宋体 CN Heavy" pitchFamily="18" charset="-122"/>
                  <a:ea typeface="思源宋体 CN Heavy" pitchFamily="18" charset="-122"/>
                  <a:sym typeface="思源宋体 CN Heavy" panose="02020900000000000000" pitchFamily="18" charset="-122"/>
                </a:rPr>
                <a:t>大标题内容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82626" y="2537616"/>
              <a:ext cx="3179918" cy="8141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1400" spc="16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HarmonyOS Sans SC Light" panose="00000400000000000000" pitchFamily="2" charset="-122"/>
                </a:rPr>
                <a:t>单击此处输入你的正文，为了最终演示发布的良好效果，请尽量言简意赅的阐述观点。</a:t>
              </a: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682626" y="2324100"/>
              <a:ext cx="523874" cy="0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>
            <a:off x="8258172" y="1722355"/>
            <a:ext cx="6096000" cy="1888748"/>
            <a:chOff x="589209" y="1463065"/>
            <a:chExt cx="6096000" cy="1888748"/>
          </a:xfrm>
        </p:grpSpPr>
        <p:sp>
          <p:nvSpPr>
            <p:cNvPr id="19" name="文本框 18"/>
            <p:cNvSpPr txBox="1"/>
            <p:nvPr/>
          </p:nvSpPr>
          <p:spPr>
            <a:xfrm>
              <a:off x="589209" y="1463065"/>
              <a:ext cx="609600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latin typeface="思源宋体 CN Heavy" pitchFamily="18" charset="-122"/>
                  <a:ea typeface="思源宋体 CN Heavy" pitchFamily="18" charset="-122"/>
                  <a:sym typeface="思源宋体 CN Heavy" panose="02020900000000000000" pitchFamily="18" charset="-122"/>
                </a:rPr>
                <a:t>单击此处添加</a:t>
              </a:r>
              <a:endParaRPr lang="en-US" altLang="zh-CN" sz="2000" dirty="0"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endParaRPr>
            </a:p>
            <a:p>
              <a:r>
                <a:rPr lang="zh-CN" altLang="en-US" sz="2000" dirty="0">
                  <a:latin typeface="思源宋体 CN Heavy" pitchFamily="18" charset="-122"/>
                  <a:ea typeface="思源宋体 CN Heavy" pitchFamily="18" charset="-122"/>
                  <a:sym typeface="思源宋体 CN Heavy" panose="02020900000000000000" pitchFamily="18" charset="-122"/>
                </a:rPr>
                <a:t>大标题内容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82626" y="2537616"/>
              <a:ext cx="3179918" cy="8141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1400" spc="16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HarmonyOS Sans SC Light" panose="00000400000000000000" pitchFamily="2" charset="-122"/>
                </a:rPr>
                <a:t>单击此处输入你的正文，为了最终演示发布的良好效果，请尽量言简意赅的阐述观点。</a:t>
              </a:r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682626" y="2324100"/>
              <a:ext cx="523874" cy="0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8258172" y="4109955"/>
            <a:ext cx="6096000" cy="1888748"/>
            <a:chOff x="589209" y="1463065"/>
            <a:chExt cx="6096000" cy="1888748"/>
          </a:xfrm>
        </p:grpSpPr>
        <p:sp>
          <p:nvSpPr>
            <p:cNvPr id="23" name="文本框 22"/>
            <p:cNvSpPr txBox="1"/>
            <p:nvPr/>
          </p:nvSpPr>
          <p:spPr>
            <a:xfrm>
              <a:off x="589209" y="1463065"/>
              <a:ext cx="609600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latin typeface="思源宋体 CN Heavy" pitchFamily="18" charset="-122"/>
                  <a:ea typeface="思源宋体 CN Heavy" pitchFamily="18" charset="-122"/>
                  <a:sym typeface="思源宋体 CN Heavy" panose="02020900000000000000" pitchFamily="18" charset="-122"/>
                </a:rPr>
                <a:t>单击此处添加</a:t>
              </a:r>
              <a:endParaRPr lang="en-US" altLang="zh-CN" sz="2000" dirty="0"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endParaRPr>
            </a:p>
            <a:p>
              <a:r>
                <a:rPr lang="zh-CN" altLang="en-US" sz="2000" dirty="0">
                  <a:latin typeface="思源宋体 CN Heavy" pitchFamily="18" charset="-122"/>
                  <a:ea typeface="思源宋体 CN Heavy" pitchFamily="18" charset="-122"/>
                  <a:sym typeface="思源宋体 CN Heavy" panose="02020900000000000000" pitchFamily="18" charset="-122"/>
                </a:rPr>
                <a:t>大标题内容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82626" y="2537616"/>
              <a:ext cx="3179918" cy="8141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1400" spc="16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HarmonyOS Sans SC Light" panose="00000400000000000000" pitchFamily="2" charset="-122"/>
                </a:rPr>
                <a:t>单击此处输入你的正文，为了最终演示发布的良好效果，请尽量言简意赅的阐述观点。</a:t>
              </a: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682626" y="2324100"/>
              <a:ext cx="523874" cy="0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矩形 25"/>
          <p:cNvSpPr/>
          <p:nvPr>
            <p:custDataLst>
              <p:tags r:id="rId1"/>
            </p:custDataLst>
          </p:nvPr>
        </p:nvSpPr>
        <p:spPr>
          <a:xfrm>
            <a:off x="958737" y="152400"/>
            <a:ext cx="2799556" cy="61277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1222466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请添加标题</a:t>
            </a:r>
          </a:p>
        </p:txBody>
      </p:sp>
      <p:sp>
        <p:nvSpPr>
          <p:cNvPr id="28" name="矩形 27"/>
          <p:cNvSpPr/>
          <p:nvPr>
            <p:custDataLst>
              <p:tags r:id="rId3"/>
            </p:custDataLst>
          </p:nvPr>
        </p:nvSpPr>
        <p:spPr>
          <a:xfrm>
            <a:off x="3918631" y="152400"/>
            <a:ext cx="8273369" cy="612775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4"/>
            </p:custDataLst>
          </p:nvPr>
        </p:nvSpPr>
        <p:spPr>
          <a:xfrm>
            <a:off x="4488180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请添加副标题</a:t>
            </a:r>
          </a:p>
        </p:txBody>
      </p:sp>
      <p:grpSp>
        <p:nvGrpSpPr>
          <p:cNvPr id="30" name="组合 29"/>
          <p:cNvGrpSpPr/>
          <p:nvPr>
            <p:custDataLst>
              <p:tags r:id="rId5"/>
            </p:custDataLst>
          </p:nvPr>
        </p:nvGrpSpPr>
        <p:grpSpPr>
          <a:xfrm>
            <a:off x="0" y="152400"/>
            <a:ext cx="650082" cy="612775"/>
            <a:chOff x="71437" y="388144"/>
            <a:chExt cx="650082" cy="416719"/>
          </a:xfrm>
        </p:grpSpPr>
        <p:sp>
          <p:nvSpPr>
            <p:cNvPr id="31" name="矩形 30"/>
            <p:cNvSpPr/>
            <p:nvPr/>
          </p:nvSpPr>
          <p:spPr>
            <a:xfrm>
              <a:off x="71437" y="388144"/>
              <a:ext cx="352426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485775" y="388144"/>
              <a:ext cx="114300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650081" y="388144"/>
              <a:ext cx="71438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等腰三角形 33"/>
          <p:cNvSpPr/>
          <p:nvPr>
            <p:custDataLst>
              <p:tags r:id="rId6"/>
            </p:custDataLst>
          </p:nvPr>
        </p:nvSpPr>
        <p:spPr>
          <a:xfrm rot="5400000">
            <a:off x="11420353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等腰三角形 34"/>
          <p:cNvSpPr/>
          <p:nvPr>
            <p:custDataLst>
              <p:tags r:id="rId7"/>
            </p:custDataLst>
          </p:nvPr>
        </p:nvSpPr>
        <p:spPr>
          <a:xfrm rot="5400000">
            <a:off x="11339391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等腰三角形 35"/>
          <p:cNvSpPr/>
          <p:nvPr>
            <p:custDataLst>
              <p:tags r:id="rId8"/>
            </p:custDataLst>
          </p:nvPr>
        </p:nvSpPr>
        <p:spPr>
          <a:xfrm rot="5400000">
            <a:off x="11258429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ll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pull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-图片 1"/>
          <p:cNvSpPr/>
          <p:nvPr>
            <p:custDataLst>
              <p:tags r:id="rId1"/>
            </p:custDataLst>
          </p:nvPr>
        </p:nvSpPr>
        <p:spPr>
          <a:xfrm>
            <a:off x="-529" y="3547008"/>
            <a:ext cx="12193059" cy="3310416"/>
          </a:xfrm>
          <a:custGeom>
            <a:avLst/>
            <a:gdLst/>
            <a:ahLst/>
            <a:cxnLst/>
            <a:rect l="0" t="0" r="0" b="0"/>
            <a:pathLst>
              <a:path w="12193059" h="3310416">
                <a:moveTo>
                  <a:pt x="0" y="0"/>
                </a:moveTo>
                <a:lnTo>
                  <a:pt x="12193058" y="0"/>
                </a:lnTo>
                <a:lnTo>
                  <a:pt x="12193058" y="3310415"/>
                </a:lnTo>
                <a:lnTo>
                  <a:pt x="0" y="3310415"/>
                </a:lnTo>
                <a:close/>
              </a:path>
            </a:pathLst>
          </a:custGeom>
          <a:solidFill>
            <a:schemeClr val="accent1"/>
          </a:solidFill>
          <a:ln w="317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占位符 25"/>
          <p:cNvPicPr>
            <a:picLocks noGrp="1" noChangeAspect="1"/>
          </p:cNvPicPr>
          <p:nvPr>
            <p:ph type="pic" sz="quarter" idx="10"/>
          </p:nvPr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1950" y="3970338"/>
            <a:ext cx="2266950" cy="2266950"/>
          </a:xfrm>
          <a:custGeom>
            <a:avLst/>
            <a:gdLst>
              <a:gd name="connsiteX0" fmla="*/ 1133506 w 2267012"/>
              <a:gd name="connsiteY0" fmla="*/ 0 h 2267012"/>
              <a:gd name="connsiteX1" fmla="*/ 2267012 w 2267012"/>
              <a:gd name="connsiteY1" fmla="*/ 1133506 h 2267012"/>
              <a:gd name="connsiteX2" fmla="*/ 1133506 w 2267012"/>
              <a:gd name="connsiteY2" fmla="*/ 2267012 h 2267012"/>
              <a:gd name="connsiteX3" fmla="*/ 0 w 2267012"/>
              <a:gd name="connsiteY3" fmla="*/ 1133506 h 2267012"/>
              <a:gd name="connsiteX4" fmla="*/ 1133506 w 2267012"/>
              <a:gd name="connsiteY4" fmla="*/ 0 h 2267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012" h="2267012">
                <a:moveTo>
                  <a:pt x="1133506" y="0"/>
                </a:moveTo>
                <a:cubicBezTo>
                  <a:pt x="1759524" y="0"/>
                  <a:pt x="2267012" y="507488"/>
                  <a:pt x="2267012" y="1133506"/>
                </a:cubicBezTo>
                <a:cubicBezTo>
                  <a:pt x="2267012" y="1759524"/>
                  <a:pt x="1759524" y="2267012"/>
                  <a:pt x="1133506" y="2267012"/>
                </a:cubicBezTo>
                <a:cubicBezTo>
                  <a:pt x="507488" y="2267012"/>
                  <a:pt x="0" y="1759524"/>
                  <a:pt x="0" y="1133506"/>
                </a:cubicBezTo>
                <a:cubicBezTo>
                  <a:pt x="0" y="507488"/>
                  <a:pt x="507488" y="0"/>
                  <a:pt x="1133506" y="0"/>
                </a:cubicBezTo>
                <a:close/>
              </a:path>
            </a:pathLst>
          </a:custGeom>
          <a:solidFill>
            <a:schemeClr val="bg1">
              <a:lumMod val="90000"/>
            </a:schemeClr>
          </a:solidFill>
        </p:spPr>
      </p:pic>
      <p:pic>
        <p:nvPicPr>
          <p:cNvPr id="28" name="图片占位符 27"/>
          <p:cNvPicPr>
            <a:picLocks noGrp="1" noChangeAspect="1"/>
          </p:cNvPicPr>
          <p:nvPr>
            <p:ph type="pic" sz="quarter" idx="11"/>
          </p:nvPr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9238" y="3970338"/>
            <a:ext cx="2266950" cy="2266950"/>
          </a:xfrm>
          <a:custGeom>
            <a:avLst/>
            <a:gdLst>
              <a:gd name="connsiteX0" fmla="*/ 1133506 w 2267012"/>
              <a:gd name="connsiteY0" fmla="*/ 0 h 2267012"/>
              <a:gd name="connsiteX1" fmla="*/ 2267012 w 2267012"/>
              <a:gd name="connsiteY1" fmla="*/ 1133506 h 2267012"/>
              <a:gd name="connsiteX2" fmla="*/ 1133506 w 2267012"/>
              <a:gd name="connsiteY2" fmla="*/ 2267012 h 2267012"/>
              <a:gd name="connsiteX3" fmla="*/ 0 w 2267012"/>
              <a:gd name="connsiteY3" fmla="*/ 1133506 h 2267012"/>
              <a:gd name="connsiteX4" fmla="*/ 1133506 w 2267012"/>
              <a:gd name="connsiteY4" fmla="*/ 0 h 2267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012" h="2267012">
                <a:moveTo>
                  <a:pt x="1133506" y="0"/>
                </a:moveTo>
                <a:cubicBezTo>
                  <a:pt x="1759524" y="0"/>
                  <a:pt x="2267012" y="507488"/>
                  <a:pt x="2267012" y="1133506"/>
                </a:cubicBezTo>
                <a:cubicBezTo>
                  <a:pt x="2267012" y="1759524"/>
                  <a:pt x="1759524" y="2267012"/>
                  <a:pt x="1133506" y="2267012"/>
                </a:cubicBezTo>
                <a:cubicBezTo>
                  <a:pt x="507488" y="2267012"/>
                  <a:pt x="0" y="1759524"/>
                  <a:pt x="0" y="1133506"/>
                </a:cubicBezTo>
                <a:cubicBezTo>
                  <a:pt x="0" y="507488"/>
                  <a:pt x="507488" y="0"/>
                  <a:pt x="1133506" y="0"/>
                </a:cubicBezTo>
                <a:close/>
              </a:path>
            </a:pathLst>
          </a:custGeom>
          <a:solidFill>
            <a:schemeClr val="bg1">
              <a:lumMod val="90000"/>
            </a:schemeClr>
          </a:solidFill>
        </p:spPr>
      </p:pic>
      <p:pic>
        <p:nvPicPr>
          <p:cNvPr id="30" name="图片占位符 29"/>
          <p:cNvPicPr>
            <a:picLocks noGrp="1" noChangeAspect="1"/>
          </p:cNvPicPr>
          <p:nvPr>
            <p:ph type="pic" sz="quarter" idx="12"/>
          </p:nvPr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4938" y="3970338"/>
            <a:ext cx="2268537" cy="2266950"/>
          </a:xfrm>
          <a:custGeom>
            <a:avLst/>
            <a:gdLst>
              <a:gd name="connsiteX0" fmla="*/ 1133506 w 2267012"/>
              <a:gd name="connsiteY0" fmla="*/ 0 h 2267012"/>
              <a:gd name="connsiteX1" fmla="*/ 2267012 w 2267012"/>
              <a:gd name="connsiteY1" fmla="*/ 1133506 h 2267012"/>
              <a:gd name="connsiteX2" fmla="*/ 1133506 w 2267012"/>
              <a:gd name="connsiteY2" fmla="*/ 2267012 h 2267012"/>
              <a:gd name="connsiteX3" fmla="*/ 0 w 2267012"/>
              <a:gd name="connsiteY3" fmla="*/ 1133506 h 2267012"/>
              <a:gd name="connsiteX4" fmla="*/ 1133506 w 2267012"/>
              <a:gd name="connsiteY4" fmla="*/ 0 h 2267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012" h="2267012">
                <a:moveTo>
                  <a:pt x="1133506" y="0"/>
                </a:moveTo>
                <a:cubicBezTo>
                  <a:pt x="1759524" y="0"/>
                  <a:pt x="2267012" y="507488"/>
                  <a:pt x="2267012" y="1133506"/>
                </a:cubicBezTo>
                <a:cubicBezTo>
                  <a:pt x="2267012" y="1759524"/>
                  <a:pt x="1759524" y="2267012"/>
                  <a:pt x="1133506" y="2267012"/>
                </a:cubicBezTo>
                <a:cubicBezTo>
                  <a:pt x="507488" y="2267012"/>
                  <a:pt x="0" y="1759524"/>
                  <a:pt x="0" y="1133506"/>
                </a:cubicBezTo>
                <a:cubicBezTo>
                  <a:pt x="0" y="507488"/>
                  <a:pt x="507488" y="0"/>
                  <a:pt x="1133506" y="0"/>
                </a:cubicBezTo>
                <a:close/>
              </a:path>
            </a:pathLst>
          </a:custGeom>
          <a:solidFill>
            <a:schemeClr val="bg1">
              <a:lumMod val="90000"/>
            </a:schemeClr>
          </a:solidFill>
        </p:spPr>
      </p:pic>
      <p:pic>
        <p:nvPicPr>
          <p:cNvPr id="14" name="图片占位符 13"/>
          <p:cNvPicPr>
            <a:picLocks noGrp="1" noChangeAspect="1"/>
          </p:cNvPicPr>
          <p:nvPr>
            <p:ph type="pic" sz="quarter" idx="13"/>
          </p:nvPr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1038" y="2598738"/>
            <a:ext cx="2266950" cy="3638550"/>
          </a:xfrm>
          <a:custGeom>
            <a:avLst/>
            <a:gdLst>
              <a:gd name="connsiteX0" fmla="*/ 1133506 w 2267012"/>
              <a:gd name="connsiteY0" fmla="*/ 0 h 3638612"/>
              <a:gd name="connsiteX1" fmla="*/ 2267012 w 2267012"/>
              <a:gd name="connsiteY1" fmla="*/ 1133506 h 3638612"/>
              <a:gd name="connsiteX2" fmla="*/ 2267012 w 2267012"/>
              <a:gd name="connsiteY2" fmla="*/ 2505106 h 3638612"/>
              <a:gd name="connsiteX3" fmla="*/ 1133506 w 2267012"/>
              <a:gd name="connsiteY3" fmla="*/ 3638612 h 3638612"/>
              <a:gd name="connsiteX4" fmla="*/ 0 w 2267012"/>
              <a:gd name="connsiteY4" fmla="*/ 2505106 h 3638612"/>
              <a:gd name="connsiteX5" fmla="*/ 0 w 2267012"/>
              <a:gd name="connsiteY5" fmla="*/ 1133506 h 3638612"/>
              <a:gd name="connsiteX6" fmla="*/ 1133506 w 2267012"/>
              <a:gd name="connsiteY6" fmla="*/ 0 h 3638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67012" h="3638612">
                <a:moveTo>
                  <a:pt x="1133506" y="0"/>
                </a:moveTo>
                <a:cubicBezTo>
                  <a:pt x="1759524" y="0"/>
                  <a:pt x="2267012" y="507488"/>
                  <a:pt x="2267012" y="1133506"/>
                </a:cubicBezTo>
                <a:lnTo>
                  <a:pt x="2267012" y="2505106"/>
                </a:lnTo>
                <a:cubicBezTo>
                  <a:pt x="2267012" y="3131124"/>
                  <a:pt x="1759524" y="3638612"/>
                  <a:pt x="1133506" y="3638612"/>
                </a:cubicBezTo>
                <a:cubicBezTo>
                  <a:pt x="507488" y="3638612"/>
                  <a:pt x="0" y="3131124"/>
                  <a:pt x="0" y="2505106"/>
                </a:cubicBezTo>
                <a:lnTo>
                  <a:pt x="0" y="1133506"/>
                </a:lnTo>
                <a:cubicBezTo>
                  <a:pt x="0" y="507488"/>
                  <a:pt x="507488" y="0"/>
                  <a:pt x="1133506" y="0"/>
                </a:cubicBezTo>
                <a:close/>
              </a:path>
            </a:pathLst>
          </a:custGeom>
          <a:solidFill>
            <a:schemeClr val="bg1">
              <a:lumMod val="90000"/>
            </a:schemeClr>
          </a:solidFill>
        </p:spPr>
      </p:pic>
      <p:sp>
        <p:nvSpPr>
          <p:cNvPr id="18" name="文本框 17"/>
          <p:cNvSpPr txBox="1"/>
          <p:nvPr/>
        </p:nvSpPr>
        <p:spPr>
          <a:xfrm>
            <a:off x="681038" y="893763"/>
            <a:ext cx="2764859" cy="7201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pc="160" dirty="0">
                <a:solidFill>
                  <a:schemeClr val="bg1">
                    <a:lumMod val="25000"/>
                  </a:schemeClr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  <a:endParaRPr lang="en-US" altLang="zh-CN" spc="160" dirty="0">
              <a:solidFill>
                <a:schemeClr val="bg1">
                  <a:lumMod val="25000"/>
                </a:schemeClr>
              </a:solidFill>
              <a:latin typeface="思源宋体 CN Heavy" pitchFamily="18" charset="-122"/>
              <a:ea typeface="思源宋体 CN Heavy" pitchFamily="18" charset="-122"/>
              <a:sym typeface="HarmonyOS Sans SC Black" panose="00000A00000000000000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pc="160" dirty="0">
                <a:solidFill>
                  <a:schemeClr val="bg1">
                    <a:lumMod val="25000"/>
                  </a:schemeClr>
                </a:solidFill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单击此处添加副标题内容</a:t>
            </a:r>
            <a:endParaRPr lang="zh-CN" altLang="en-US" spc="160" dirty="0">
              <a:solidFill>
                <a:schemeClr val="bg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532086" y="886507"/>
            <a:ext cx="6978877" cy="814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spc="16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单击此处输入你的正文，文字是您思想的提炼，为了最终演示发布的良好效果，请尽量言简意赅的阐述观点；根据需要可酌情增减文字，以便观者可以准确理解您所传达的信息，请您尽可能提炼思想的精髓。</a:t>
            </a:r>
          </a:p>
        </p:txBody>
      </p:sp>
      <p:cxnSp>
        <p:nvCxnSpPr>
          <p:cNvPr id="20" name="直接连接符 19"/>
          <p:cNvCxnSpPr/>
          <p:nvPr/>
        </p:nvCxnSpPr>
        <p:spPr>
          <a:xfrm flipH="1" flipV="1">
            <a:off x="4236689" y="954088"/>
            <a:ext cx="0" cy="703262"/>
          </a:xfrm>
          <a:prstGeom prst="line">
            <a:avLst/>
          </a:prstGeom>
          <a:ln w="2857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4532087" y="1988060"/>
            <a:ext cx="6978876" cy="4005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050" spc="16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958737" y="152400"/>
            <a:ext cx="2799556" cy="61277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222466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请添加标题</a:t>
            </a: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3918631" y="152400"/>
            <a:ext cx="8273369" cy="612775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4488180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请添加副标题</a:t>
            </a:r>
          </a:p>
        </p:txBody>
      </p:sp>
      <p:grpSp>
        <p:nvGrpSpPr>
          <p:cNvPr id="6" name="组合 5"/>
          <p:cNvGrpSpPr/>
          <p:nvPr>
            <p:custDataLst>
              <p:tags r:id="rId6"/>
            </p:custDataLst>
          </p:nvPr>
        </p:nvGrpSpPr>
        <p:grpSpPr>
          <a:xfrm>
            <a:off x="0" y="152400"/>
            <a:ext cx="650082" cy="612775"/>
            <a:chOff x="71437" y="388144"/>
            <a:chExt cx="650082" cy="416719"/>
          </a:xfrm>
        </p:grpSpPr>
        <p:sp>
          <p:nvSpPr>
            <p:cNvPr id="7" name="矩形 6"/>
            <p:cNvSpPr/>
            <p:nvPr/>
          </p:nvSpPr>
          <p:spPr>
            <a:xfrm>
              <a:off x="71437" y="388144"/>
              <a:ext cx="352426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485775" y="388144"/>
              <a:ext cx="114300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50081" y="388144"/>
              <a:ext cx="71438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等腰三角形 9"/>
          <p:cNvSpPr/>
          <p:nvPr>
            <p:custDataLst>
              <p:tags r:id="rId7"/>
            </p:custDataLst>
          </p:nvPr>
        </p:nvSpPr>
        <p:spPr>
          <a:xfrm rot="5400000">
            <a:off x="11420353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等腰三角形 10"/>
          <p:cNvSpPr/>
          <p:nvPr>
            <p:custDataLst>
              <p:tags r:id="rId8"/>
            </p:custDataLst>
          </p:nvPr>
        </p:nvSpPr>
        <p:spPr>
          <a:xfrm rot="5400000">
            <a:off x="11339391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等腰三角形 11"/>
          <p:cNvSpPr/>
          <p:nvPr>
            <p:custDataLst>
              <p:tags r:id="rId9"/>
            </p:custDataLst>
          </p:nvPr>
        </p:nvSpPr>
        <p:spPr>
          <a:xfrm rot="5400000">
            <a:off x="11258429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gallery dir="l"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958737" y="152400"/>
            <a:ext cx="2799556" cy="61277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1222466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请添加标题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3918631" y="152400"/>
            <a:ext cx="8273369" cy="612775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4488180" y="262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请添加副标题</a:t>
            </a:r>
          </a:p>
        </p:txBody>
      </p:sp>
      <p:grpSp>
        <p:nvGrpSpPr>
          <p:cNvPr id="77" name="组合 76"/>
          <p:cNvGrpSpPr/>
          <p:nvPr>
            <p:custDataLst>
              <p:tags r:id="rId6"/>
            </p:custDataLst>
          </p:nvPr>
        </p:nvGrpSpPr>
        <p:grpSpPr>
          <a:xfrm>
            <a:off x="0" y="152400"/>
            <a:ext cx="650082" cy="612775"/>
            <a:chOff x="71437" y="388144"/>
            <a:chExt cx="650082" cy="416719"/>
          </a:xfrm>
        </p:grpSpPr>
        <p:sp>
          <p:nvSpPr>
            <p:cNvPr id="83" name="矩形 82"/>
            <p:cNvSpPr/>
            <p:nvPr/>
          </p:nvSpPr>
          <p:spPr>
            <a:xfrm>
              <a:off x="71437" y="388144"/>
              <a:ext cx="352426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485775" y="388144"/>
              <a:ext cx="114300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矩形 87"/>
            <p:cNvSpPr/>
            <p:nvPr/>
          </p:nvSpPr>
          <p:spPr>
            <a:xfrm>
              <a:off x="650081" y="388144"/>
              <a:ext cx="71438" cy="416719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9" name="等腰三角形 88"/>
          <p:cNvSpPr/>
          <p:nvPr>
            <p:custDataLst>
              <p:tags r:id="rId7"/>
            </p:custDataLst>
          </p:nvPr>
        </p:nvSpPr>
        <p:spPr>
          <a:xfrm rot="5400000">
            <a:off x="11420353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等腰三角形 89"/>
          <p:cNvSpPr/>
          <p:nvPr>
            <p:custDataLst>
              <p:tags r:id="rId8"/>
            </p:custDataLst>
          </p:nvPr>
        </p:nvSpPr>
        <p:spPr>
          <a:xfrm rot="5400000">
            <a:off x="11339391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等腰三角形 90"/>
          <p:cNvSpPr/>
          <p:nvPr>
            <p:custDataLst>
              <p:tags r:id="rId9"/>
            </p:custDataLst>
          </p:nvPr>
        </p:nvSpPr>
        <p:spPr>
          <a:xfrm rot="5400000">
            <a:off x="11258429" y="415811"/>
            <a:ext cx="97322" cy="83898"/>
          </a:xfrm>
          <a:prstGeom prst="triangle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矩形 91"/>
          <p:cNvSpPr/>
          <p:nvPr/>
        </p:nvSpPr>
        <p:spPr>
          <a:xfrm rot="5400000" flipH="1">
            <a:off x="4480147" y="2328823"/>
            <a:ext cx="17543" cy="14144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93" name="任意多边形 88"/>
          <p:cNvSpPr/>
          <p:nvPr/>
        </p:nvSpPr>
        <p:spPr>
          <a:xfrm rot="3900000" flipH="1" flipV="1">
            <a:off x="4031787" y="2238865"/>
            <a:ext cx="446941" cy="446293"/>
          </a:xfrm>
          <a:custGeom>
            <a:avLst/>
            <a:gdLst>
              <a:gd name="connsiteX0" fmla="*/ 871669 w 901730"/>
              <a:gd name="connsiteY0" fmla="*/ 0 h 900000"/>
              <a:gd name="connsiteX1" fmla="*/ 901730 w 901730"/>
              <a:gd name="connsiteY1" fmla="*/ 0 h 900000"/>
              <a:gd name="connsiteX2" fmla="*/ 1730 w 901730"/>
              <a:gd name="connsiteY2" fmla="*/ 900000 h 900000"/>
              <a:gd name="connsiteX3" fmla="*/ 0 w 901730"/>
              <a:gd name="connsiteY3" fmla="*/ 899913 h 900000"/>
              <a:gd name="connsiteX4" fmla="*/ 0 w 901730"/>
              <a:gd name="connsiteY4" fmla="*/ 869852 h 900000"/>
              <a:gd name="connsiteX5" fmla="*/ 1731 w 901730"/>
              <a:gd name="connsiteY5" fmla="*/ 869939 h 900000"/>
              <a:gd name="connsiteX6" fmla="*/ 871669 w 901730"/>
              <a:gd name="connsiteY6" fmla="*/ 1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01730" h="900000">
                <a:moveTo>
                  <a:pt x="871669" y="0"/>
                </a:moveTo>
                <a:lnTo>
                  <a:pt x="901730" y="0"/>
                </a:lnTo>
                <a:cubicBezTo>
                  <a:pt x="901730" y="497056"/>
                  <a:pt x="498786" y="900000"/>
                  <a:pt x="1730" y="900000"/>
                </a:cubicBezTo>
                <a:lnTo>
                  <a:pt x="0" y="899913"/>
                </a:lnTo>
                <a:lnTo>
                  <a:pt x="0" y="869852"/>
                </a:lnTo>
                <a:lnTo>
                  <a:pt x="1731" y="869939"/>
                </a:lnTo>
                <a:cubicBezTo>
                  <a:pt x="482184" y="869939"/>
                  <a:pt x="871669" y="480454"/>
                  <a:pt x="871669" y="1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94" name="椭圆 93"/>
          <p:cNvSpPr/>
          <p:nvPr/>
        </p:nvSpPr>
        <p:spPr>
          <a:xfrm rot="1200000" flipH="1">
            <a:off x="4534736" y="2566935"/>
            <a:ext cx="28580" cy="28566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95" name="椭圆 94"/>
          <p:cNvSpPr/>
          <p:nvPr/>
        </p:nvSpPr>
        <p:spPr>
          <a:xfrm rot="1200000" flipH="1">
            <a:off x="3941847" y="2351141"/>
            <a:ext cx="28580" cy="28566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96" name="椭圆 95"/>
          <p:cNvSpPr/>
          <p:nvPr/>
        </p:nvSpPr>
        <p:spPr>
          <a:xfrm rot="1200000" flipH="1">
            <a:off x="4376878" y="2373969"/>
            <a:ext cx="60567" cy="60538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97" name="椭圆 96"/>
          <p:cNvSpPr/>
          <p:nvPr/>
        </p:nvSpPr>
        <p:spPr>
          <a:xfrm rot="1200000" flipH="1">
            <a:off x="4392582" y="2390753"/>
            <a:ext cx="28580" cy="28567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98" name="椭圆 97"/>
          <p:cNvSpPr/>
          <p:nvPr/>
        </p:nvSpPr>
        <p:spPr>
          <a:xfrm rot="1200000" flipH="1">
            <a:off x="4555077" y="2382866"/>
            <a:ext cx="28580" cy="28567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99" name="任意多边形 15"/>
          <p:cNvSpPr/>
          <p:nvPr/>
        </p:nvSpPr>
        <p:spPr>
          <a:xfrm>
            <a:off x="3854646" y="2392339"/>
            <a:ext cx="3541522" cy="2729011"/>
          </a:xfrm>
          <a:custGeom>
            <a:avLst/>
            <a:gdLst>
              <a:gd name="connsiteX0" fmla="*/ 6128642 w 6460402"/>
              <a:gd name="connsiteY0" fmla="*/ 2544539 h 4978287"/>
              <a:gd name="connsiteX1" fmla="*/ 6128642 w 6460402"/>
              <a:gd name="connsiteY1" fmla="*/ 2578165 h 4978287"/>
              <a:gd name="connsiteX2" fmla="*/ 6205767 w 6460402"/>
              <a:gd name="connsiteY2" fmla="*/ 2578165 h 4978287"/>
              <a:gd name="connsiteX3" fmla="*/ 6205767 w 6460402"/>
              <a:gd name="connsiteY3" fmla="*/ 2544539 h 4978287"/>
              <a:gd name="connsiteX4" fmla="*/ 6128642 w 6460402"/>
              <a:gd name="connsiteY4" fmla="*/ 2359082 h 4978287"/>
              <a:gd name="connsiteX5" fmla="*/ 6128642 w 6460402"/>
              <a:gd name="connsiteY5" fmla="*/ 2374918 h 4978287"/>
              <a:gd name="connsiteX6" fmla="*/ 6205767 w 6460402"/>
              <a:gd name="connsiteY6" fmla="*/ 2374918 h 4978287"/>
              <a:gd name="connsiteX7" fmla="*/ 6205767 w 6460402"/>
              <a:gd name="connsiteY7" fmla="*/ 2359082 h 4978287"/>
              <a:gd name="connsiteX8" fmla="*/ 6128642 w 6460402"/>
              <a:gd name="connsiteY8" fmla="*/ 2175435 h 4978287"/>
              <a:gd name="connsiteX9" fmla="*/ 6128642 w 6460402"/>
              <a:gd name="connsiteY9" fmla="*/ 2189461 h 4978287"/>
              <a:gd name="connsiteX10" fmla="*/ 6205767 w 6460402"/>
              <a:gd name="connsiteY10" fmla="*/ 2189461 h 4978287"/>
              <a:gd name="connsiteX11" fmla="*/ 6205767 w 6460402"/>
              <a:gd name="connsiteY11" fmla="*/ 2175435 h 4978287"/>
              <a:gd name="connsiteX12" fmla="*/ 550566 w 6460402"/>
              <a:gd name="connsiteY12" fmla="*/ 0 h 4978287"/>
              <a:gd name="connsiteX13" fmla="*/ 1089947 w 6460402"/>
              <a:gd name="connsiteY13" fmla="*/ 439608 h 4978287"/>
              <a:gd name="connsiteX14" fmla="*/ 1094328 w 6460402"/>
              <a:gd name="connsiteY14" fmla="*/ 483067 h 4978287"/>
              <a:gd name="connsiteX15" fmla="*/ 3355244 w 6460402"/>
              <a:gd name="connsiteY15" fmla="*/ 483067 h 4978287"/>
              <a:gd name="connsiteX16" fmla="*/ 3774352 w 6460402"/>
              <a:gd name="connsiteY16" fmla="*/ 902175 h 4978287"/>
              <a:gd name="connsiteX17" fmla="*/ 3774352 w 6460402"/>
              <a:gd name="connsiteY17" fmla="*/ 1433662 h 4978287"/>
              <a:gd name="connsiteX18" fmla="*/ 3776218 w 6460402"/>
              <a:gd name="connsiteY18" fmla="*/ 1433662 h 4978287"/>
              <a:gd name="connsiteX19" fmla="*/ 3776218 w 6460402"/>
              <a:gd name="connsiteY19" fmla="*/ 1732154 h 4978287"/>
              <a:gd name="connsiteX20" fmla="*/ 4049878 w 6460402"/>
              <a:gd name="connsiteY20" fmla="*/ 2005814 h 4978287"/>
              <a:gd name="connsiteX21" fmla="*/ 5752319 w 6460402"/>
              <a:gd name="connsiteY21" fmla="*/ 2005814 h 4978287"/>
              <a:gd name="connsiteX22" fmla="*/ 5752319 w 6460402"/>
              <a:gd name="connsiteY22" fmla="*/ 1999666 h 4978287"/>
              <a:gd name="connsiteX23" fmla="*/ 6128642 w 6460402"/>
              <a:gd name="connsiteY23" fmla="*/ 1999666 h 4978287"/>
              <a:gd name="connsiteX24" fmla="*/ 6128642 w 6460402"/>
              <a:gd name="connsiteY24" fmla="*/ 2005814 h 4978287"/>
              <a:gd name="connsiteX25" fmla="*/ 6205767 w 6460402"/>
              <a:gd name="connsiteY25" fmla="*/ 2005814 h 4978287"/>
              <a:gd name="connsiteX26" fmla="*/ 6205767 w 6460402"/>
              <a:gd name="connsiteY26" fmla="*/ 2005162 h 4978287"/>
              <a:gd name="connsiteX27" fmla="*/ 6460402 w 6460402"/>
              <a:gd name="connsiteY27" fmla="*/ 2005162 h 4978287"/>
              <a:gd name="connsiteX28" fmla="*/ 6460402 w 6460402"/>
              <a:gd name="connsiteY28" fmla="*/ 2740090 h 4978287"/>
              <a:gd name="connsiteX29" fmla="*/ 6227992 w 6460402"/>
              <a:gd name="connsiteY29" fmla="*/ 2740090 h 4978287"/>
              <a:gd name="connsiteX30" fmla="*/ 4948699 w 6460402"/>
              <a:gd name="connsiteY30" fmla="*/ 2747786 h 4978287"/>
              <a:gd name="connsiteX31" fmla="*/ 4699917 w 6460402"/>
              <a:gd name="connsiteY31" fmla="*/ 3021446 h 4978287"/>
              <a:gd name="connsiteX32" fmla="*/ 4699917 w 6460402"/>
              <a:gd name="connsiteY32" fmla="*/ 3886050 h 4978287"/>
              <a:gd name="connsiteX33" fmla="*/ 4722636 w 6460402"/>
              <a:gd name="connsiteY33" fmla="*/ 3888341 h 4978287"/>
              <a:gd name="connsiteX34" fmla="*/ 5162244 w 6460402"/>
              <a:gd name="connsiteY34" fmla="*/ 4427721 h 4978287"/>
              <a:gd name="connsiteX35" fmla="*/ 4611678 w 6460402"/>
              <a:gd name="connsiteY35" fmla="*/ 4978287 h 4978287"/>
              <a:gd name="connsiteX36" fmla="*/ 4061112 w 6460402"/>
              <a:gd name="connsiteY36" fmla="*/ 4427721 h 4978287"/>
              <a:gd name="connsiteX37" fmla="*/ 4500720 w 6460402"/>
              <a:gd name="connsiteY37" fmla="*/ 3888341 h 4978287"/>
              <a:gd name="connsiteX38" fmla="*/ 4525038 w 6460402"/>
              <a:gd name="connsiteY38" fmla="*/ 3885889 h 4978287"/>
              <a:gd name="connsiteX39" fmla="*/ 4525038 w 6460402"/>
              <a:gd name="connsiteY39" fmla="*/ 2997273 h 4978287"/>
              <a:gd name="connsiteX40" fmla="*/ 4906045 w 6460402"/>
              <a:gd name="connsiteY40" fmla="*/ 2578165 h 4978287"/>
              <a:gd name="connsiteX41" fmla="*/ 5752319 w 6460402"/>
              <a:gd name="connsiteY41" fmla="*/ 2578165 h 4978287"/>
              <a:gd name="connsiteX42" fmla="*/ 5752319 w 6460402"/>
              <a:gd name="connsiteY42" fmla="*/ 2544539 h 4978287"/>
              <a:gd name="connsiteX43" fmla="*/ 4621379 w 6460402"/>
              <a:gd name="connsiteY43" fmla="*/ 2544539 h 4978287"/>
              <a:gd name="connsiteX44" fmla="*/ 4347719 w 6460402"/>
              <a:gd name="connsiteY44" fmla="*/ 2818199 h 4978287"/>
              <a:gd name="connsiteX45" fmla="*/ 4347719 w 6460402"/>
              <a:gd name="connsiteY45" fmla="*/ 3200314 h 4978287"/>
              <a:gd name="connsiteX46" fmla="*/ 4345853 w 6460402"/>
              <a:gd name="connsiteY46" fmla="*/ 3200314 h 4978287"/>
              <a:gd name="connsiteX47" fmla="*/ 4345853 w 6460402"/>
              <a:gd name="connsiteY47" fmla="*/ 3217647 h 4978287"/>
              <a:gd name="connsiteX48" fmla="*/ 3926745 w 6460402"/>
              <a:gd name="connsiteY48" fmla="*/ 3636755 h 4978287"/>
              <a:gd name="connsiteX49" fmla="*/ 1502623 w 6460402"/>
              <a:gd name="connsiteY49" fmla="*/ 3636755 h 4978287"/>
              <a:gd name="connsiteX50" fmla="*/ 1500080 w 6460402"/>
              <a:gd name="connsiteY50" fmla="*/ 3661988 h 4978287"/>
              <a:gd name="connsiteX51" fmla="*/ 960699 w 6460402"/>
              <a:gd name="connsiteY51" fmla="*/ 4101596 h 4978287"/>
              <a:gd name="connsiteX52" fmla="*/ 410133 w 6460402"/>
              <a:gd name="connsiteY52" fmla="*/ 3551030 h 4978287"/>
              <a:gd name="connsiteX53" fmla="*/ 960699 w 6460402"/>
              <a:gd name="connsiteY53" fmla="*/ 3000464 h 4978287"/>
              <a:gd name="connsiteX54" fmla="*/ 1500080 w 6460402"/>
              <a:gd name="connsiteY54" fmla="*/ 3440072 h 4978287"/>
              <a:gd name="connsiteX55" fmla="*/ 1502808 w 6460402"/>
              <a:gd name="connsiteY55" fmla="*/ 3467134 h 4978287"/>
              <a:gd name="connsiteX56" fmla="*/ 3879826 w 6460402"/>
              <a:gd name="connsiteY56" fmla="*/ 3467134 h 4978287"/>
              <a:gd name="connsiteX57" fmla="*/ 4153486 w 6460402"/>
              <a:gd name="connsiteY57" fmla="*/ 3193474 h 4978287"/>
              <a:gd name="connsiteX58" fmla="*/ 4153486 w 6460402"/>
              <a:gd name="connsiteY58" fmla="*/ 2935531 h 4978287"/>
              <a:gd name="connsiteX59" fmla="*/ 4155352 w 6460402"/>
              <a:gd name="connsiteY59" fmla="*/ 2935531 h 4978287"/>
              <a:gd name="connsiteX60" fmla="*/ 4155352 w 6460402"/>
              <a:gd name="connsiteY60" fmla="*/ 2794026 h 4978287"/>
              <a:gd name="connsiteX61" fmla="*/ 4574460 w 6460402"/>
              <a:gd name="connsiteY61" fmla="*/ 2374918 h 4978287"/>
              <a:gd name="connsiteX62" fmla="*/ 5752319 w 6460402"/>
              <a:gd name="connsiteY62" fmla="*/ 2374918 h 4978287"/>
              <a:gd name="connsiteX63" fmla="*/ 5752319 w 6460402"/>
              <a:gd name="connsiteY63" fmla="*/ 2359082 h 4978287"/>
              <a:gd name="connsiteX64" fmla="*/ 2802547 w 6460402"/>
              <a:gd name="connsiteY64" fmla="*/ 2359082 h 4978287"/>
              <a:gd name="connsiteX65" fmla="*/ 2799911 w 6460402"/>
              <a:gd name="connsiteY65" fmla="*/ 2385229 h 4978287"/>
              <a:gd name="connsiteX66" fmla="*/ 2260530 w 6460402"/>
              <a:gd name="connsiteY66" fmla="*/ 2824837 h 4978287"/>
              <a:gd name="connsiteX67" fmla="*/ 1709964 w 6460402"/>
              <a:gd name="connsiteY67" fmla="*/ 2274271 h 4978287"/>
              <a:gd name="connsiteX68" fmla="*/ 2260530 w 6460402"/>
              <a:gd name="connsiteY68" fmla="*/ 1723705 h 4978287"/>
              <a:gd name="connsiteX69" fmla="*/ 2799911 w 6460402"/>
              <a:gd name="connsiteY69" fmla="*/ 2163313 h 4978287"/>
              <a:gd name="connsiteX70" fmla="*/ 2802547 w 6460402"/>
              <a:gd name="connsiteY70" fmla="*/ 2189461 h 4978287"/>
              <a:gd name="connsiteX71" fmla="*/ 5752319 w 6460402"/>
              <a:gd name="connsiteY71" fmla="*/ 2189461 h 4978287"/>
              <a:gd name="connsiteX72" fmla="*/ 5752319 w 6460402"/>
              <a:gd name="connsiteY72" fmla="*/ 2175435 h 4978287"/>
              <a:gd name="connsiteX73" fmla="*/ 4002959 w 6460402"/>
              <a:gd name="connsiteY73" fmla="*/ 2175435 h 4978287"/>
              <a:gd name="connsiteX74" fmla="*/ 3583851 w 6460402"/>
              <a:gd name="connsiteY74" fmla="*/ 1756327 h 4978287"/>
              <a:gd name="connsiteX75" fmla="*/ 3583851 w 6460402"/>
              <a:gd name="connsiteY75" fmla="*/ 1605112 h 4978287"/>
              <a:gd name="connsiteX76" fmla="*/ 3581985 w 6460402"/>
              <a:gd name="connsiteY76" fmla="*/ 1605112 h 4978287"/>
              <a:gd name="connsiteX77" fmla="*/ 3581985 w 6460402"/>
              <a:gd name="connsiteY77" fmla="*/ 926348 h 4978287"/>
              <a:gd name="connsiteX78" fmla="*/ 3308325 w 6460402"/>
              <a:gd name="connsiteY78" fmla="*/ 652688 h 4978287"/>
              <a:gd name="connsiteX79" fmla="*/ 1090838 w 6460402"/>
              <a:gd name="connsiteY79" fmla="*/ 652688 h 4978287"/>
              <a:gd name="connsiteX80" fmla="*/ 1089947 w 6460402"/>
              <a:gd name="connsiteY80" fmla="*/ 661524 h 4978287"/>
              <a:gd name="connsiteX81" fmla="*/ 550566 w 6460402"/>
              <a:gd name="connsiteY81" fmla="*/ 1101132 h 4978287"/>
              <a:gd name="connsiteX82" fmla="*/ 0 w 6460402"/>
              <a:gd name="connsiteY82" fmla="*/ 550566 h 4978287"/>
              <a:gd name="connsiteX83" fmla="*/ 550566 w 6460402"/>
              <a:gd name="connsiteY83" fmla="*/ 0 h 4978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6460402" h="4978287">
                <a:moveTo>
                  <a:pt x="6128642" y="2544539"/>
                </a:moveTo>
                <a:lnTo>
                  <a:pt x="6128642" y="2578165"/>
                </a:lnTo>
                <a:lnTo>
                  <a:pt x="6205767" y="2578165"/>
                </a:lnTo>
                <a:lnTo>
                  <a:pt x="6205767" y="2544539"/>
                </a:lnTo>
                <a:close/>
                <a:moveTo>
                  <a:pt x="6128642" y="2359082"/>
                </a:moveTo>
                <a:lnTo>
                  <a:pt x="6128642" y="2374918"/>
                </a:lnTo>
                <a:lnTo>
                  <a:pt x="6205767" y="2374918"/>
                </a:lnTo>
                <a:lnTo>
                  <a:pt x="6205767" y="2359082"/>
                </a:lnTo>
                <a:close/>
                <a:moveTo>
                  <a:pt x="6128642" y="2175435"/>
                </a:moveTo>
                <a:lnTo>
                  <a:pt x="6128642" y="2189461"/>
                </a:lnTo>
                <a:lnTo>
                  <a:pt x="6205767" y="2189461"/>
                </a:lnTo>
                <a:lnTo>
                  <a:pt x="6205767" y="2175435"/>
                </a:lnTo>
                <a:close/>
                <a:moveTo>
                  <a:pt x="550566" y="0"/>
                </a:moveTo>
                <a:cubicBezTo>
                  <a:pt x="816627" y="0"/>
                  <a:pt x="1038609" y="188724"/>
                  <a:pt x="1089947" y="439608"/>
                </a:cubicBezTo>
                <a:lnTo>
                  <a:pt x="1094328" y="483067"/>
                </a:lnTo>
                <a:lnTo>
                  <a:pt x="3355244" y="483067"/>
                </a:lnTo>
                <a:cubicBezTo>
                  <a:pt x="3586711" y="483067"/>
                  <a:pt x="3774352" y="670708"/>
                  <a:pt x="3774352" y="902175"/>
                </a:cubicBezTo>
                <a:lnTo>
                  <a:pt x="3774352" y="1433662"/>
                </a:lnTo>
                <a:lnTo>
                  <a:pt x="3776218" y="1433662"/>
                </a:lnTo>
                <a:lnTo>
                  <a:pt x="3776218" y="1732154"/>
                </a:lnTo>
                <a:cubicBezTo>
                  <a:pt x="3776218" y="1883292"/>
                  <a:pt x="3898740" y="2005814"/>
                  <a:pt x="4049878" y="2005814"/>
                </a:cubicBezTo>
                <a:lnTo>
                  <a:pt x="5752319" y="2005814"/>
                </a:lnTo>
                <a:lnTo>
                  <a:pt x="5752319" y="1999666"/>
                </a:lnTo>
                <a:lnTo>
                  <a:pt x="6128642" y="1999666"/>
                </a:lnTo>
                <a:lnTo>
                  <a:pt x="6128642" y="2005814"/>
                </a:lnTo>
                <a:lnTo>
                  <a:pt x="6205767" y="2005814"/>
                </a:lnTo>
                <a:lnTo>
                  <a:pt x="6205767" y="2005162"/>
                </a:lnTo>
                <a:lnTo>
                  <a:pt x="6460402" y="2005162"/>
                </a:lnTo>
                <a:lnTo>
                  <a:pt x="6460402" y="2740090"/>
                </a:lnTo>
                <a:lnTo>
                  <a:pt x="6227992" y="2740090"/>
                </a:lnTo>
                <a:lnTo>
                  <a:pt x="4948699" y="2747786"/>
                </a:lnTo>
                <a:cubicBezTo>
                  <a:pt x="4811301" y="2747786"/>
                  <a:pt x="4699917" y="2870308"/>
                  <a:pt x="4699917" y="3021446"/>
                </a:cubicBezTo>
                <a:lnTo>
                  <a:pt x="4699917" y="3886050"/>
                </a:lnTo>
                <a:lnTo>
                  <a:pt x="4722636" y="3888341"/>
                </a:lnTo>
                <a:cubicBezTo>
                  <a:pt x="4973520" y="3939679"/>
                  <a:pt x="5162244" y="4161661"/>
                  <a:pt x="5162244" y="4427721"/>
                </a:cubicBezTo>
                <a:cubicBezTo>
                  <a:pt x="5162244" y="4731790"/>
                  <a:pt x="4915747" y="4978287"/>
                  <a:pt x="4611678" y="4978287"/>
                </a:cubicBezTo>
                <a:cubicBezTo>
                  <a:pt x="4307609" y="4978287"/>
                  <a:pt x="4061112" y="4731790"/>
                  <a:pt x="4061112" y="4427721"/>
                </a:cubicBezTo>
                <a:cubicBezTo>
                  <a:pt x="4061112" y="4161661"/>
                  <a:pt x="4249837" y="3939679"/>
                  <a:pt x="4500720" y="3888341"/>
                </a:cubicBezTo>
                <a:lnTo>
                  <a:pt x="4525038" y="3885889"/>
                </a:lnTo>
                <a:lnTo>
                  <a:pt x="4525038" y="2997273"/>
                </a:lnTo>
                <a:cubicBezTo>
                  <a:pt x="4525038" y="2765806"/>
                  <a:pt x="4695621" y="2578165"/>
                  <a:pt x="4906045" y="2578165"/>
                </a:cubicBezTo>
                <a:lnTo>
                  <a:pt x="5752319" y="2578165"/>
                </a:lnTo>
                <a:lnTo>
                  <a:pt x="5752319" y="2544539"/>
                </a:lnTo>
                <a:lnTo>
                  <a:pt x="4621379" y="2544539"/>
                </a:lnTo>
                <a:cubicBezTo>
                  <a:pt x="4470241" y="2544539"/>
                  <a:pt x="4347719" y="2667061"/>
                  <a:pt x="4347719" y="2818199"/>
                </a:cubicBezTo>
                <a:lnTo>
                  <a:pt x="4347719" y="3200314"/>
                </a:lnTo>
                <a:lnTo>
                  <a:pt x="4345853" y="3200314"/>
                </a:lnTo>
                <a:lnTo>
                  <a:pt x="4345853" y="3217647"/>
                </a:lnTo>
                <a:cubicBezTo>
                  <a:pt x="4345853" y="3449114"/>
                  <a:pt x="4158212" y="3636755"/>
                  <a:pt x="3926745" y="3636755"/>
                </a:cubicBezTo>
                <a:lnTo>
                  <a:pt x="1502623" y="3636755"/>
                </a:lnTo>
                <a:lnTo>
                  <a:pt x="1500080" y="3661988"/>
                </a:lnTo>
                <a:cubicBezTo>
                  <a:pt x="1448742" y="3912872"/>
                  <a:pt x="1226760" y="4101596"/>
                  <a:pt x="960699" y="4101596"/>
                </a:cubicBezTo>
                <a:cubicBezTo>
                  <a:pt x="656630" y="4101596"/>
                  <a:pt x="410133" y="3855099"/>
                  <a:pt x="410133" y="3551030"/>
                </a:cubicBezTo>
                <a:cubicBezTo>
                  <a:pt x="410133" y="3246961"/>
                  <a:pt x="656630" y="3000464"/>
                  <a:pt x="960699" y="3000464"/>
                </a:cubicBezTo>
                <a:cubicBezTo>
                  <a:pt x="1226760" y="3000464"/>
                  <a:pt x="1448742" y="3189188"/>
                  <a:pt x="1500080" y="3440072"/>
                </a:cubicBezTo>
                <a:lnTo>
                  <a:pt x="1502808" y="3467134"/>
                </a:lnTo>
                <a:lnTo>
                  <a:pt x="3879826" y="3467134"/>
                </a:lnTo>
                <a:cubicBezTo>
                  <a:pt x="4030964" y="3467134"/>
                  <a:pt x="4153486" y="3344612"/>
                  <a:pt x="4153486" y="3193474"/>
                </a:cubicBezTo>
                <a:lnTo>
                  <a:pt x="4153486" y="2935531"/>
                </a:lnTo>
                <a:lnTo>
                  <a:pt x="4155352" y="2935531"/>
                </a:lnTo>
                <a:lnTo>
                  <a:pt x="4155352" y="2794026"/>
                </a:lnTo>
                <a:cubicBezTo>
                  <a:pt x="4155352" y="2562559"/>
                  <a:pt x="4342993" y="2374918"/>
                  <a:pt x="4574460" y="2374918"/>
                </a:cubicBezTo>
                <a:lnTo>
                  <a:pt x="5752319" y="2374918"/>
                </a:lnTo>
                <a:lnTo>
                  <a:pt x="5752319" y="2359082"/>
                </a:lnTo>
                <a:lnTo>
                  <a:pt x="2802547" y="2359082"/>
                </a:lnTo>
                <a:lnTo>
                  <a:pt x="2799911" y="2385229"/>
                </a:lnTo>
                <a:cubicBezTo>
                  <a:pt x="2748573" y="2636113"/>
                  <a:pt x="2526591" y="2824837"/>
                  <a:pt x="2260530" y="2824837"/>
                </a:cubicBezTo>
                <a:cubicBezTo>
                  <a:pt x="1956461" y="2824837"/>
                  <a:pt x="1709964" y="2578340"/>
                  <a:pt x="1709964" y="2274271"/>
                </a:cubicBezTo>
                <a:cubicBezTo>
                  <a:pt x="1709964" y="1970202"/>
                  <a:pt x="1956461" y="1723705"/>
                  <a:pt x="2260530" y="1723705"/>
                </a:cubicBezTo>
                <a:cubicBezTo>
                  <a:pt x="2526591" y="1723705"/>
                  <a:pt x="2748573" y="1912429"/>
                  <a:pt x="2799911" y="2163313"/>
                </a:cubicBezTo>
                <a:lnTo>
                  <a:pt x="2802547" y="2189461"/>
                </a:lnTo>
                <a:lnTo>
                  <a:pt x="5752319" y="2189461"/>
                </a:lnTo>
                <a:lnTo>
                  <a:pt x="5752319" y="2175435"/>
                </a:lnTo>
                <a:lnTo>
                  <a:pt x="4002959" y="2175435"/>
                </a:lnTo>
                <a:cubicBezTo>
                  <a:pt x="3771492" y="2175435"/>
                  <a:pt x="3583851" y="1987794"/>
                  <a:pt x="3583851" y="1756327"/>
                </a:cubicBezTo>
                <a:lnTo>
                  <a:pt x="3583851" y="1605112"/>
                </a:lnTo>
                <a:lnTo>
                  <a:pt x="3581985" y="1605112"/>
                </a:lnTo>
                <a:lnTo>
                  <a:pt x="3581985" y="926348"/>
                </a:lnTo>
                <a:cubicBezTo>
                  <a:pt x="3581985" y="775210"/>
                  <a:pt x="3459463" y="652688"/>
                  <a:pt x="3308325" y="652688"/>
                </a:cubicBezTo>
                <a:lnTo>
                  <a:pt x="1090838" y="652688"/>
                </a:lnTo>
                <a:lnTo>
                  <a:pt x="1089947" y="661524"/>
                </a:lnTo>
                <a:cubicBezTo>
                  <a:pt x="1038609" y="912408"/>
                  <a:pt x="816627" y="1101132"/>
                  <a:pt x="550566" y="1101132"/>
                </a:cubicBezTo>
                <a:cubicBezTo>
                  <a:pt x="246497" y="1101132"/>
                  <a:pt x="0" y="854635"/>
                  <a:pt x="0" y="550566"/>
                </a:cubicBezTo>
                <a:cubicBezTo>
                  <a:pt x="0" y="246497"/>
                  <a:pt x="246497" y="0"/>
                  <a:pt x="550566" y="0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00" name="等腰三角形 99"/>
          <p:cNvSpPr/>
          <p:nvPr/>
        </p:nvSpPr>
        <p:spPr>
          <a:xfrm rot="5400000">
            <a:off x="7161554" y="3397764"/>
            <a:ext cx="762388" cy="657085"/>
          </a:xfrm>
          <a:prstGeom prst="triangl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01" name="椭圆 100"/>
          <p:cNvSpPr/>
          <p:nvPr/>
        </p:nvSpPr>
        <p:spPr>
          <a:xfrm>
            <a:off x="6125051" y="4562520"/>
            <a:ext cx="510415" cy="510267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02" name="椭圆 101"/>
          <p:cNvSpPr/>
          <p:nvPr/>
        </p:nvSpPr>
        <p:spPr>
          <a:xfrm>
            <a:off x="6171212" y="4608669"/>
            <a:ext cx="418089" cy="417968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innerShdw dist="88900" dir="13500000">
              <a:srgbClr val="2683C6">
                <a:lumMod val="50000"/>
                <a:alpha val="50000"/>
              </a:srgbClr>
            </a:inn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03" name="矩形 102"/>
          <p:cNvSpPr/>
          <p:nvPr/>
        </p:nvSpPr>
        <p:spPr>
          <a:xfrm rot="5400000">
            <a:off x="6827935" y="4755083"/>
            <a:ext cx="17521" cy="14123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04" name="任意多边形 77"/>
          <p:cNvSpPr/>
          <p:nvPr/>
        </p:nvSpPr>
        <p:spPr>
          <a:xfrm rot="2700000" flipV="1">
            <a:off x="6419400" y="4603212"/>
            <a:ext cx="446486" cy="445503"/>
          </a:xfrm>
          <a:custGeom>
            <a:avLst/>
            <a:gdLst>
              <a:gd name="connsiteX0" fmla="*/ 871669 w 901730"/>
              <a:gd name="connsiteY0" fmla="*/ 0 h 900000"/>
              <a:gd name="connsiteX1" fmla="*/ 901730 w 901730"/>
              <a:gd name="connsiteY1" fmla="*/ 0 h 900000"/>
              <a:gd name="connsiteX2" fmla="*/ 1730 w 901730"/>
              <a:gd name="connsiteY2" fmla="*/ 900000 h 900000"/>
              <a:gd name="connsiteX3" fmla="*/ 0 w 901730"/>
              <a:gd name="connsiteY3" fmla="*/ 899913 h 900000"/>
              <a:gd name="connsiteX4" fmla="*/ 0 w 901730"/>
              <a:gd name="connsiteY4" fmla="*/ 869852 h 900000"/>
              <a:gd name="connsiteX5" fmla="*/ 1731 w 901730"/>
              <a:gd name="connsiteY5" fmla="*/ 869939 h 900000"/>
              <a:gd name="connsiteX6" fmla="*/ 871669 w 901730"/>
              <a:gd name="connsiteY6" fmla="*/ 1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01730" h="900000">
                <a:moveTo>
                  <a:pt x="871669" y="0"/>
                </a:moveTo>
                <a:lnTo>
                  <a:pt x="901730" y="0"/>
                </a:lnTo>
                <a:cubicBezTo>
                  <a:pt x="901730" y="497056"/>
                  <a:pt x="498786" y="900000"/>
                  <a:pt x="1730" y="900000"/>
                </a:cubicBezTo>
                <a:lnTo>
                  <a:pt x="0" y="899913"/>
                </a:lnTo>
                <a:lnTo>
                  <a:pt x="0" y="869852"/>
                </a:lnTo>
                <a:lnTo>
                  <a:pt x="1731" y="869939"/>
                </a:lnTo>
                <a:cubicBezTo>
                  <a:pt x="482184" y="869939"/>
                  <a:pt x="871669" y="480454"/>
                  <a:pt x="871669" y="1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05" name="椭圆 104"/>
          <p:cNvSpPr/>
          <p:nvPr/>
        </p:nvSpPr>
        <p:spPr>
          <a:xfrm rot="5400000">
            <a:off x="6616847" y="4495432"/>
            <a:ext cx="28529" cy="28537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06" name="椭圆 105"/>
          <p:cNvSpPr/>
          <p:nvPr/>
        </p:nvSpPr>
        <p:spPr>
          <a:xfrm rot="5400000">
            <a:off x="6616847" y="5125255"/>
            <a:ext cx="28529" cy="28537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07" name="椭圆 106"/>
          <p:cNvSpPr/>
          <p:nvPr/>
        </p:nvSpPr>
        <p:spPr>
          <a:xfrm rot="5400000">
            <a:off x="6740361" y="4795726"/>
            <a:ext cx="60460" cy="60477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08" name="椭圆 107"/>
          <p:cNvSpPr/>
          <p:nvPr/>
        </p:nvSpPr>
        <p:spPr>
          <a:xfrm rot="5400000">
            <a:off x="6755479" y="4811695"/>
            <a:ext cx="28529" cy="28537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09" name="椭圆 108"/>
          <p:cNvSpPr/>
          <p:nvPr/>
        </p:nvSpPr>
        <p:spPr>
          <a:xfrm rot="5400000">
            <a:off x="6895328" y="4811429"/>
            <a:ext cx="28529" cy="28537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10" name="椭圆 109"/>
          <p:cNvSpPr/>
          <p:nvPr/>
        </p:nvSpPr>
        <p:spPr>
          <a:xfrm>
            <a:off x="4127104" y="4083449"/>
            <a:ext cx="510990" cy="510594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11" name="椭圆 110"/>
          <p:cNvSpPr/>
          <p:nvPr/>
        </p:nvSpPr>
        <p:spPr>
          <a:xfrm>
            <a:off x="4173319" y="4129627"/>
            <a:ext cx="418559" cy="418235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innerShdw dist="88900" dir="13500000">
              <a:srgbClr val="2683C6">
                <a:lumMod val="50000"/>
                <a:alpha val="50000"/>
              </a:srgbClr>
            </a:inn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12" name="矩形 111"/>
          <p:cNvSpPr/>
          <p:nvPr/>
        </p:nvSpPr>
        <p:spPr>
          <a:xfrm rot="16200000" flipH="1">
            <a:off x="3930197" y="4269140"/>
            <a:ext cx="17532" cy="14139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13" name="任意多边形 62"/>
          <p:cNvSpPr/>
          <p:nvPr/>
        </p:nvSpPr>
        <p:spPr>
          <a:xfrm rot="18900000" flipH="1" flipV="1">
            <a:off x="3909740" y="4117206"/>
            <a:ext cx="446989" cy="445789"/>
          </a:xfrm>
          <a:custGeom>
            <a:avLst/>
            <a:gdLst>
              <a:gd name="connsiteX0" fmla="*/ 871669 w 901730"/>
              <a:gd name="connsiteY0" fmla="*/ 0 h 900000"/>
              <a:gd name="connsiteX1" fmla="*/ 901730 w 901730"/>
              <a:gd name="connsiteY1" fmla="*/ 0 h 900000"/>
              <a:gd name="connsiteX2" fmla="*/ 1730 w 901730"/>
              <a:gd name="connsiteY2" fmla="*/ 900000 h 900000"/>
              <a:gd name="connsiteX3" fmla="*/ 0 w 901730"/>
              <a:gd name="connsiteY3" fmla="*/ 899913 h 900000"/>
              <a:gd name="connsiteX4" fmla="*/ 0 w 901730"/>
              <a:gd name="connsiteY4" fmla="*/ 869852 h 900000"/>
              <a:gd name="connsiteX5" fmla="*/ 1731 w 901730"/>
              <a:gd name="connsiteY5" fmla="*/ 869939 h 900000"/>
              <a:gd name="connsiteX6" fmla="*/ 871669 w 901730"/>
              <a:gd name="connsiteY6" fmla="*/ 1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01730" h="900000">
                <a:moveTo>
                  <a:pt x="871669" y="0"/>
                </a:moveTo>
                <a:lnTo>
                  <a:pt x="901730" y="0"/>
                </a:lnTo>
                <a:cubicBezTo>
                  <a:pt x="901730" y="497056"/>
                  <a:pt x="498786" y="900000"/>
                  <a:pt x="1730" y="900000"/>
                </a:cubicBezTo>
                <a:lnTo>
                  <a:pt x="0" y="899913"/>
                </a:lnTo>
                <a:lnTo>
                  <a:pt x="0" y="869852"/>
                </a:lnTo>
                <a:lnTo>
                  <a:pt x="1731" y="869939"/>
                </a:lnTo>
                <a:cubicBezTo>
                  <a:pt x="482184" y="869939"/>
                  <a:pt x="871669" y="480454"/>
                  <a:pt x="871669" y="1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14" name="椭圆 113"/>
          <p:cNvSpPr/>
          <p:nvPr/>
        </p:nvSpPr>
        <p:spPr>
          <a:xfrm rot="16200000" flipH="1">
            <a:off x="4130505" y="4009350"/>
            <a:ext cx="28547" cy="28569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15" name="椭圆 114"/>
          <p:cNvSpPr/>
          <p:nvPr/>
        </p:nvSpPr>
        <p:spPr>
          <a:xfrm rot="16200000" flipH="1">
            <a:off x="4130505" y="4639578"/>
            <a:ext cx="28547" cy="28569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16" name="椭圆 115"/>
          <p:cNvSpPr/>
          <p:nvPr/>
        </p:nvSpPr>
        <p:spPr>
          <a:xfrm rot="16200000" flipH="1">
            <a:off x="3974893" y="4309829"/>
            <a:ext cx="60498" cy="60545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17" name="椭圆 116"/>
          <p:cNvSpPr/>
          <p:nvPr/>
        </p:nvSpPr>
        <p:spPr>
          <a:xfrm rot="16200000" flipH="1">
            <a:off x="3991717" y="4325816"/>
            <a:ext cx="28547" cy="28569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18" name="椭圆 117"/>
          <p:cNvSpPr/>
          <p:nvPr/>
        </p:nvSpPr>
        <p:spPr>
          <a:xfrm rot="16200000" flipH="1">
            <a:off x="3421757" y="4325550"/>
            <a:ext cx="28547" cy="28569"/>
          </a:xfrm>
          <a:prstGeom prst="ellipse">
            <a:avLst/>
          </a:prstGeom>
          <a:solidFill>
            <a:srgbClr val="1C50A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19" name="椭圆 118"/>
          <p:cNvSpPr/>
          <p:nvPr/>
        </p:nvSpPr>
        <p:spPr>
          <a:xfrm>
            <a:off x="4836964" y="3383508"/>
            <a:ext cx="510446" cy="510594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20" name="椭圆 119"/>
          <p:cNvSpPr/>
          <p:nvPr/>
        </p:nvSpPr>
        <p:spPr>
          <a:xfrm>
            <a:off x="4883129" y="3429687"/>
            <a:ext cx="418114" cy="418235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innerShdw dist="88900" dir="13500000">
              <a:srgbClr val="2683C6">
                <a:lumMod val="50000"/>
                <a:alpha val="50000"/>
              </a:srgbClr>
            </a:inn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21" name="矩形 120"/>
          <p:cNvSpPr/>
          <p:nvPr/>
        </p:nvSpPr>
        <p:spPr>
          <a:xfrm rot="16200000" flipH="1">
            <a:off x="4624677" y="3566216"/>
            <a:ext cx="17532" cy="141239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22" name="任意多边形 46"/>
          <p:cNvSpPr/>
          <p:nvPr/>
        </p:nvSpPr>
        <p:spPr>
          <a:xfrm rot="18900000" flipH="1" flipV="1">
            <a:off x="4604251" y="3414207"/>
            <a:ext cx="446512" cy="445789"/>
          </a:xfrm>
          <a:custGeom>
            <a:avLst/>
            <a:gdLst>
              <a:gd name="connsiteX0" fmla="*/ 871669 w 901730"/>
              <a:gd name="connsiteY0" fmla="*/ 0 h 900000"/>
              <a:gd name="connsiteX1" fmla="*/ 901730 w 901730"/>
              <a:gd name="connsiteY1" fmla="*/ 0 h 900000"/>
              <a:gd name="connsiteX2" fmla="*/ 1730 w 901730"/>
              <a:gd name="connsiteY2" fmla="*/ 900000 h 900000"/>
              <a:gd name="connsiteX3" fmla="*/ 0 w 901730"/>
              <a:gd name="connsiteY3" fmla="*/ 899913 h 900000"/>
              <a:gd name="connsiteX4" fmla="*/ 0 w 901730"/>
              <a:gd name="connsiteY4" fmla="*/ 869852 h 900000"/>
              <a:gd name="connsiteX5" fmla="*/ 1731 w 901730"/>
              <a:gd name="connsiteY5" fmla="*/ 869939 h 900000"/>
              <a:gd name="connsiteX6" fmla="*/ 871669 w 901730"/>
              <a:gd name="connsiteY6" fmla="*/ 1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01730" h="900000">
                <a:moveTo>
                  <a:pt x="871669" y="0"/>
                </a:moveTo>
                <a:lnTo>
                  <a:pt x="901730" y="0"/>
                </a:lnTo>
                <a:cubicBezTo>
                  <a:pt x="901730" y="497056"/>
                  <a:pt x="498786" y="900000"/>
                  <a:pt x="1730" y="900000"/>
                </a:cubicBezTo>
                <a:lnTo>
                  <a:pt x="0" y="899913"/>
                </a:lnTo>
                <a:lnTo>
                  <a:pt x="0" y="869852"/>
                </a:lnTo>
                <a:lnTo>
                  <a:pt x="1731" y="869939"/>
                </a:lnTo>
                <a:cubicBezTo>
                  <a:pt x="482184" y="869939"/>
                  <a:pt x="871669" y="480454"/>
                  <a:pt x="871669" y="1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23" name="椭圆 122"/>
          <p:cNvSpPr/>
          <p:nvPr/>
        </p:nvSpPr>
        <p:spPr>
          <a:xfrm rot="16200000" flipH="1">
            <a:off x="4824766" y="3306366"/>
            <a:ext cx="28547" cy="28539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24" name="椭圆 123"/>
          <p:cNvSpPr/>
          <p:nvPr/>
        </p:nvSpPr>
        <p:spPr>
          <a:xfrm rot="16200000" flipH="1">
            <a:off x="4824766" y="3936594"/>
            <a:ext cx="28547" cy="28539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25" name="椭圆 124"/>
          <p:cNvSpPr/>
          <p:nvPr/>
        </p:nvSpPr>
        <p:spPr>
          <a:xfrm rot="16200000" flipH="1">
            <a:off x="4669302" y="3606862"/>
            <a:ext cx="60498" cy="60480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26" name="椭圆 125"/>
          <p:cNvSpPr/>
          <p:nvPr/>
        </p:nvSpPr>
        <p:spPr>
          <a:xfrm rot="16200000" flipH="1">
            <a:off x="4686125" y="3622832"/>
            <a:ext cx="28547" cy="28539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27" name="椭圆 126"/>
          <p:cNvSpPr/>
          <p:nvPr/>
        </p:nvSpPr>
        <p:spPr>
          <a:xfrm rot="16200000" flipH="1">
            <a:off x="4546268" y="3622566"/>
            <a:ext cx="28547" cy="28539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28" name="椭圆 127"/>
          <p:cNvSpPr/>
          <p:nvPr/>
        </p:nvSpPr>
        <p:spPr>
          <a:xfrm>
            <a:off x="3902243" y="2439086"/>
            <a:ext cx="511173" cy="510933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29" name="椭圆 128"/>
          <p:cNvSpPr/>
          <p:nvPr/>
        </p:nvSpPr>
        <p:spPr>
          <a:xfrm>
            <a:off x="3948473" y="2485295"/>
            <a:ext cx="418710" cy="418514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innerShdw dist="88900" dir="13500000">
              <a:srgbClr val="2683C6">
                <a:lumMod val="50000"/>
                <a:alpha val="50000"/>
              </a:srgbClr>
            </a:inn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sp>
        <p:nvSpPr>
          <p:cNvPr id="130" name="文本框 1"/>
          <p:cNvSpPr txBox="1"/>
          <p:nvPr/>
        </p:nvSpPr>
        <p:spPr>
          <a:xfrm>
            <a:off x="4696685" y="1455778"/>
            <a:ext cx="3244152" cy="110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单击此处输入你的正文，文字是您思想的提炼，为了最终演示发布的良好效果，请尽量言简意赅的阐述观点；可酌情增减文字，以便观者可以准确理解信息。</a:t>
            </a:r>
          </a:p>
        </p:txBody>
      </p:sp>
      <p:sp>
        <p:nvSpPr>
          <p:cNvPr id="131" name="išļîďè"/>
          <p:cNvSpPr txBox="1"/>
          <p:nvPr/>
        </p:nvSpPr>
        <p:spPr bwMode="auto">
          <a:xfrm>
            <a:off x="4701822" y="1110954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</a:p>
        </p:txBody>
      </p:sp>
      <p:sp>
        <p:nvSpPr>
          <p:cNvPr id="132" name="文本框 1"/>
          <p:cNvSpPr txBox="1"/>
          <p:nvPr/>
        </p:nvSpPr>
        <p:spPr>
          <a:xfrm>
            <a:off x="610754" y="2379894"/>
            <a:ext cx="3159689" cy="1364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单击此处输入你的正文，文字是您思想的提炼，为了最终演示发布的良好效果，请尽量言简意赅的阐述观点；可酌情增减文字，以便观者可以准确理解信息。</a:t>
            </a:r>
          </a:p>
        </p:txBody>
      </p:sp>
      <p:sp>
        <p:nvSpPr>
          <p:cNvPr id="133" name="išļîďè"/>
          <p:cNvSpPr txBox="1"/>
          <p:nvPr/>
        </p:nvSpPr>
        <p:spPr bwMode="auto">
          <a:xfrm>
            <a:off x="615891" y="2035070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</a:p>
        </p:txBody>
      </p:sp>
      <p:sp>
        <p:nvSpPr>
          <p:cNvPr id="134" name="išļîďè"/>
          <p:cNvSpPr txBox="1"/>
          <p:nvPr/>
        </p:nvSpPr>
        <p:spPr bwMode="auto">
          <a:xfrm>
            <a:off x="615891" y="3842872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</a:p>
        </p:txBody>
      </p:sp>
      <p:sp>
        <p:nvSpPr>
          <p:cNvPr id="135" name="文本框 1"/>
          <p:cNvSpPr txBox="1"/>
          <p:nvPr/>
        </p:nvSpPr>
        <p:spPr>
          <a:xfrm>
            <a:off x="7021886" y="4830964"/>
            <a:ext cx="2705133" cy="1364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单击此处输入你的正文，文字是您思想的提炼，为了最终演示发布的良好效果，请尽量言简意赅的阐述观点；可酌情增减文字，以便观者可以准确理解信息。</a:t>
            </a:r>
          </a:p>
        </p:txBody>
      </p:sp>
      <p:sp>
        <p:nvSpPr>
          <p:cNvPr id="136" name="išļîďè"/>
          <p:cNvSpPr txBox="1"/>
          <p:nvPr/>
        </p:nvSpPr>
        <p:spPr bwMode="auto">
          <a:xfrm>
            <a:off x="7027023" y="4486140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</a:p>
        </p:txBody>
      </p:sp>
      <p:sp>
        <p:nvSpPr>
          <p:cNvPr id="137" name="文本框 1"/>
          <p:cNvSpPr txBox="1"/>
          <p:nvPr/>
        </p:nvSpPr>
        <p:spPr>
          <a:xfrm>
            <a:off x="8225949" y="3017251"/>
            <a:ext cx="3436371" cy="110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单击此处输入你的正文，文字是您思想的提炼，为了最终演示发布的良好效果，请尽量言简意赅的阐述观点；可酌情增减文字，以便观者可以准确理解信息。</a:t>
            </a:r>
          </a:p>
        </p:txBody>
      </p:sp>
      <p:sp>
        <p:nvSpPr>
          <p:cNvPr id="138" name="išļîďè"/>
          <p:cNvSpPr txBox="1"/>
          <p:nvPr/>
        </p:nvSpPr>
        <p:spPr bwMode="auto">
          <a:xfrm>
            <a:off x="8231086" y="2672427"/>
            <a:ext cx="2875945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Heavy" pitchFamily="18" charset="-122"/>
                <a:ea typeface="思源宋体 CN Heavy" pitchFamily="18" charset="-122"/>
                <a:sym typeface="HarmonyOS Sans SC Black" panose="00000A00000000000000" pitchFamily="2" charset="-122"/>
              </a:rPr>
              <a:t>请添加标题</a:t>
            </a:r>
          </a:p>
        </p:txBody>
      </p:sp>
      <p:sp>
        <p:nvSpPr>
          <p:cNvPr id="139" name="文本框 1"/>
          <p:cNvSpPr txBox="1"/>
          <p:nvPr/>
        </p:nvSpPr>
        <p:spPr>
          <a:xfrm>
            <a:off x="610754" y="4187509"/>
            <a:ext cx="3159689" cy="1364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单击此处输入你的正文，文字是您思想的提炼，为了最终演示发布的良好效果，请尽量言简意赅的阐述观点；可酌情增减文字，以便观者可以准确理解信息。</a:t>
            </a:r>
          </a:p>
        </p:txBody>
      </p:sp>
      <p:sp>
        <p:nvSpPr>
          <p:cNvPr id="140" name="椭圆 139"/>
          <p:cNvSpPr/>
          <p:nvPr/>
        </p:nvSpPr>
        <p:spPr>
          <a:xfrm rot="16200000" flipH="1">
            <a:off x="3845438" y="4326673"/>
            <a:ext cx="28547" cy="28539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</p:txBody>
      </p:sp>
      <p:pic>
        <p:nvPicPr>
          <p:cNvPr id="141" name="图片 140"/>
          <p:cNvPicPr>
            <a:picLocks noChangeAspect="1"/>
          </p:cNvPicPr>
          <p:nvPr/>
        </p:nvPicPr>
        <p:blipFill>
          <a:blip r:embed="rId12" cstate="screen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9184" y="2615921"/>
            <a:ext cx="197288" cy="173782"/>
          </a:xfrm>
          <a:prstGeom prst="rect">
            <a:avLst/>
          </a:prstGeom>
        </p:spPr>
      </p:pic>
      <p:pic>
        <p:nvPicPr>
          <p:cNvPr id="142" name="图片 141"/>
          <p:cNvPicPr>
            <a:picLocks noChangeAspect="1"/>
          </p:cNvPicPr>
          <p:nvPr/>
        </p:nvPicPr>
        <p:blipFill>
          <a:blip r:embed="rId14" cstate="screen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2894" y="4717257"/>
            <a:ext cx="228904" cy="188352"/>
          </a:xfrm>
          <a:prstGeom prst="rect">
            <a:avLst/>
          </a:prstGeom>
        </p:spPr>
      </p:pic>
      <p:pic>
        <p:nvPicPr>
          <p:cNvPr id="143" name="图片 142"/>
          <p:cNvPicPr>
            <a:picLocks noChangeAspect="1"/>
          </p:cNvPicPr>
          <p:nvPr/>
        </p:nvPicPr>
        <p:blipFill>
          <a:blip r:embed="rId16" cstate="screen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4910" y="3508277"/>
            <a:ext cx="299078" cy="299078"/>
          </a:xfrm>
          <a:prstGeom prst="rect">
            <a:avLst/>
          </a:prstGeom>
        </p:spPr>
      </p:pic>
      <p:pic>
        <p:nvPicPr>
          <p:cNvPr id="144" name="图片 143"/>
          <p:cNvPicPr>
            <a:picLocks noChangeAspect="1"/>
          </p:cNvPicPr>
          <p:nvPr/>
        </p:nvPicPr>
        <p:blipFill>
          <a:blip r:embed="rId18" cstate="screen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53002" y="4242130"/>
            <a:ext cx="242798" cy="208654"/>
          </a:xfrm>
          <a:prstGeom prst="rect">
            <a:avLst/>
          </a:prstGeom>
        </p:spPr>
      </p:pic>
      <p:sp>
        <p:nvSpPr>
          <p:cNvPr id="8" name="TextBox 4"/>
          <p:cNvSpPr txBox="1"/>
          <p:nvPr/>
        </p:nvSpPr>
        <p:spPr>
          <a:xfrm>
            <a:off x="0" y="5"/>
            <a:ext cx="604867" cy="127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35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35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35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35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cover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cover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占位符 3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/>
      </p:pic>
      <p:sp>
        <p:nvSpPr>
          <p:cNvPr id="5" name="矩形 4"/>
          <p:cNvSpPr/>
          <p:nvPr/>
        </p:nvSpPr>
        <p:spPr>
          <a:xfrm>
            <a:off x="7581901" y="952500"/>
            <a:ext cx="3714750" cy="4962525"/>
          </a:xfrm>
          <a:prstGeom prst="rect">
            <a:avLst/>
          </a:prstGeom>
          <a:solidFill>
            <a:srgbClr val="EDEAE3">
              <a:alpha val="90000"/>
            </a:srgbClr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715250" y="1095375"/>
            <a:ext cx="3448050" cy="4676776"/>
          </a:xfrm>
          <a:prstGeom prst="rect">
            <a:avLst/>
          </a:prstGeom>
          <a:noFill/>
          <a:ln w="12700" cap="flat" cmpd="sng" algn="ctr">
            <a:solidFill>
              <a:schemeClr val="tx1">
                <a:alpha val="40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17684" y="1517166"/>
            <a:ext cx="761160" cy="732209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445882" y="1689520"/>
            <a:ext cx="292388" cy="359073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algn="just">
              <a:lnSpc>
                <a:spcPct val="50000"/>
              </a:lnSpc>
              <a:spcAft>
                <a:spcPts val="600"/>
              </a:spcAft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不负</a:t>
            </a:r>
            <a:endParaRPr lang="en-US" altLang="zh-CN" sz="14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思源宋体 CN Heavy" panose="02020900000000000000" pitchFamily="18" charset="-122"/>
            </a:endParaRPr>
          </a:p>
          <a:p>
            <a:pPr algn="just">
              <a:lnSpc>
                <a:spcPct val="50000"/>
              </a:lnSpc>
              <a:spcAft>
                <a:spcPts val="600"/>
              </a:spcAft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光阴</a:t>
            </a:r>
            <a:endParaRPr lang="zh-CN" altLang="en-US" sz="1400" spc="16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思源宋体 CN Heavy" panose="02020900000000000000" pitchFamily="18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33400" y="666820"/>
            <a:ext cx="7656170" cy="2170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sz="11500" spc="160" dirty="0">
                <a:gradFill>
                  <a:gsLst>
                    <a:gs pos="0">
                      <a:srgbClr val="C3F38F"/>
                    </a:gs>
                    <a:gs pos="78000">
                      <a:srgbClr val="C3F38F">
                        <a:alpha val="0"/>
                      </a:srgbClr>
                    </a:gs>
                  </a:gsLst>
                  <a:lin ang="5400000" scaled="1"/>
                </a:gradFill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RETIRE</a:t>
            </a:r>
            <a:endParaRPr lang="zh-CN" altLang="en-US" sz="11500" spc="160" dirty="0">
              <a:gradFill>
                <a:gsLst>
                  <a:gs pos="0">
                    <a:srgbClr val="C3F38F"/>
                  </a:gs>
                  <a:gs pos="78000">
                    <a:srgbClr val="C3F38F">
                      <a:alpha val="0"/>
                    </a:srgbClr>
                  </a:gs>
                </a:gsLst>
                <a:lin ang="5400000" scaled="1"/>
              </a:gradFill>
              <a:latin typeface="思源宋体 CN Heavy" pitchFamily="18" charset="-122"/>
              <a:ea typeface="思源宋体 CN Heavy" pitchFamily="18" charset="-122"/>
              <a:sym typeface="思源宋体 CN Heavy" panose="02020900000000000000" pitchFamily="18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67254" y="543746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itchFamily="18" charset="-122"/>
                <a:ea typeface="思源宋体 CN Heavy" pitchFamily="18" charset="-122"/>
                <a:sym typeface="思源宋体 CN Heavy" panose="02020900000000000000" pitchFamily="18" charset="-122"/>
              </a:rPr>
              <a:t>老年退休养老方案宣传</a:t>
            </a:r>
          </a:p>
        </p:txBody>
      </p:sp>
      <p:sp>
        <p:nvSpPr>
          <p:cNvPr id="14" name="矩形 13"/>
          <p:cNvSpPr/>
          <p:nvPr/>
        </p:nvSpPr>
        <p:spPr>
          <a:xfrm>
            <a:off x="669925" y="5503201"/>
            <a:ext cx="282575" cy="261938"/>
          </a:xfrm>
          <a:prstGeom prst="rect">
            <a:avLst/>
          </a:prstGeom>
          <a:solidFill>
            <a:srgbClr val="C3F38F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12826" y="5503201"/>
            <a:ext cx="73024" cy="261938"/>
          </a:xfrm>
          <a:prstGeom prst="rect">
            <a:avLst/>
          </a:prstGeom>
          <a:solidFill>
            <a:schemeClr val="bg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PA-图片 18"/>
          <p:cNvSpPr/>
          <p:nvPr>
            <p:custDataLst>
              <p:tags r:id="rId1"/>
            </p:custDataLst>
          </p:nvPr>
        </p:nvSpPr>
        <p:spPr>
          <a:xfrm>
            <a:off x="8682004" y="2838091"/>
            <a:ext cx="2455508" cy="3473355"/>
          </a:xfrm>
          <a:custGeom>
            <a:avLst/>
            <a:gdLst/>
            <a:ahLst/>
            <a:cxnLst/>
            <a:rect l="0" t="0" r="0" b="0"/>
            <a:pathLst>
              <a:path w="2455508" h="3473355">
                <a:moveTo>
                  <a:pt x="0" y="0"/>
                </a:moveTo>
                <a:lnTo>
                  <a:pt x="2455507" y="0"/>
                </a:lnTo>
                <a:lnTo>
                  <a:pt x="2455507" y="3473354"/>
                </a:lnTo>
                <a:lnTo>
                  <a:pt x="0" y="3473354"/>
                </a:lnTo>
                <a:close/>
              </a:path>
            </a:pathLst>
          </a:custGeom>
          <a:blipFill dpi="0" rotWithShape="1">
            <a:blip r:embed="rId5">
              <a:alphaModFix amt="40000"/>
            </a:blip>
            <a:stretch>
              <a:fillRect/>
            </a:stretch>
          </a:blip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005851" y="2589729"/>
            <a:ext cx="717119" cy="3159839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600" spc="160" dirty="0"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宠辱不惊，闲看庭前花开花落；</a:t>
            </a:r>
            <a:endParaRPr lang="en-US" altLang="zh-CN" sz="1600" spc="160" dirty="0">
              <a:latin typeface="微软雅黑" panose="020B0503020204020204" pitchFamily="34" charset="-122"/>
              <a:ea typeface="微软雅黑" panose="020B0503020204020204" pitchFamily="34" charset="-122"/>
              <a:sym typeface="HarmonyOS Sans SC Light" panose="00000400000000000000" pitchFamily="2" charset="-122"/>
            </a:endParaRP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600" spc="160" dirty="0"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去留无意，漫随天边云卷云舒。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591846" y="321672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3F38F">
                    <a:alpha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老骥伏枥</a:t>
            </a:r>
            <a:endParaRPr lang="en-US" altLang="zh-CN" dirty="0">
              <a:solidFill>
                <a:srgbClr val="C3F38F">
                  <a:alpha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  <a:p>
            <a:r>
              <a:rPr lang="zh-CN" altLang="en-US" dirty="0">
                <a:solidFill>
                  <a:srgbClr val="C3F38F">
                    <a:alpha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退休续谱夕阳曲</a:t>
            </a:r>
            <a:endParaRPr lang="en-US" altLang="zh-CN" dirty="0">
              <a:solidFill>
                <a:srgbClr val="C3F38F">
                  <a:alpha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  <a:p>
            <a:r>
              <a:rPr lang="zh-CN" altLang="en-US" dirty="0">
                <a:solidFill>
                  <a:srgbClr val="C3F38F">
                    <a:alpha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苍松傲雪</a:t>
            </a:r>
            <a:endParaRPr lang="en-US" altLang="zh-CN" dirty="0">
              <a:solidFill>
                <a:srgbClr val="C3F38F">
                  <a:alpha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HarmonyOS Sans SC" panose="00000500000000000000" pitchFamily="2" charset="-122"/>
            </a:endParaRPr>
          </a:p>
          <a:p>
            <a:r>
              <a:rPr lang="zh-CN" altLang="en-US" dirty="0">
                <a:solidFill>
                  <a:srgbClr val="C3F38F">
                    <a:alpha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HarmonyOS Sans SC" panose="00000500000000000000" pitchFamily="2" charset="-122"/>
              </a:rPr>
              <a:t>余生再唱春牛歌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580722" y="1307618"/>
            <a:ext cx="2300630" cy="1346522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1500" spc="-1000" dirty="0">
                <a:solidFill>
                  <a:schemeClr val="bg1">
                    <a:lumMod val="10000"/>
                  </a:schemeClr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  <a:sym typeface="庞门正道粗书体" panose="02010600030101010101" pitchFamily="2" charset="-122"/>
              </a:rPr>
              <a:t>再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545170" y="2657443"/>
            <a:ext cx="2300630" cy="1346522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1500" spc="-1000" dirty="0">
                <a:solidFill>
                  <a:schemeClr val="bg1">
                    <a:lumMod val="10000"/>
                  </a:schemeClr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  <a:sym typeface="庞门正道粗书体" panose="02010600030101010101" pitchFamily="2" charset="-122"/>
              </a:rPr>
              <a:t>出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616120" y="4095331"/>
            <a:ext cx="2300630" cy="1346522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1500" spc="-1000" dirty="0">
                <a:solidFill>
                  <a:schemeClr val="bg1">
                    <a:lumMod val="10000"/>
                  </a:schemeClr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  <a:sym typeface="庞门正道粗书体" panose="02010600030101010101" pitchFamily="2" charset="-122"/>
              </a:rPr>
              <a:t>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063552" y="4437112"/>
            <a:ext cx="9025003" cy="216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www.1ppt.com/sucai/</a:t>
            </a:r>
            <a:endParaRPr lang="en-US" altLang="zh-CN" sz="1465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Excel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课件：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手抄报：   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试题下载：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465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998276"/>
            <a:ext cx="12192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2400" kern="0">
              <a:solidFill>
                <a:srgbClr val="005397"/>
              </a:solidFill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40251" y="3097353"/>
            <a:ext cx="5471583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可以在下列情况使用</a:t>
            </a:r>
            <a:endParaRPr lang="zh-CN" altLang="en-US" sz="1465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个人学习、研究。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107840" y="3097353"/>
            <a:ext cx="5471584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不可以在以下情况使用</a:t>
            </a:r>
            <a:endParaRPr lang="zh-CN" altLang="en-US" sz="1335" b="1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网络转载、线上线下传播。</a:t>
            </a:r>
            <a:endParaRPr lang="zh-CN" altLang="en-GB" sz="1465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2149475" y="74428"/>
            <a:ext cx="7893049" cy="2923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墨迹 6"/>
          <p:cNvPicPr/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715569" y="629060"/>
            <a:ext cx="48000" cy="216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COMMONDATA" val="eyJoZGlkIjoiOGM1ZTRkYTc5Mjc0M2EwNGE4YWEzZjkzNGI4NjdjOTgifQ=="/>
  <p:tag name="KSO_WPP_MARK_KEY" val="b8281cc5-3070-443f-939c-bc2b76fa7ca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8727;#6177;#102541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evB6TF1Ke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MyA27aeFRU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UrqbfcFyb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eRHtZ0y5f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h2BeovubH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j0xnLxFja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DsR0rh2Jh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kpKvwcpLwu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evB6TF1Ke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MyA27aeFRU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UrqbfcFyb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eRHtZ0y5f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h2BeovubH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j0xnLxFja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DsR0rh2Jh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kpKvwcpLwu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evB6TF1Ke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MyA27aeFRU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UrqbfcFybN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eRHtZ0y5f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h2BeovubH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j0xnLxFja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DsR0rh2Jh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kpKvwcpLwu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evB6TF1Ke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MyA27aeFRU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UrqbfcFybN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eRHtZ0y5f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h2BeovubH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j0xnLxFja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DsR0rh2Jh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kpKvwcpLwu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evB6TF1Ke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MyA27aeFRU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UrqbfcFybN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eRHtZ0y5f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h2BeovubH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j0xnLxFja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DsR0rh2Jh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kpKvwcpLwu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evB6TF1Ke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MyA27aeFRU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UrqbfcFybN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eRHtZ0y5f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h2BeovubH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j0xnLxFja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DsR0rh2Jh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kpKvwcpLwu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evB6TF1Ke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MyA27aeFRU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UrqbfcFybN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eRHtZ0y5f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h2BeovubH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j0xnLxFja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DsR0rh2Jh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kpKvwcpLwu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evB6TF1Ke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MyA27aeFRU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UrqbfcFybN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eRHtZ0y5f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h2BeovubH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j0xnLxFja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DsR0rh2Jh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kpKvwcpLwu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evB6TF1Ke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MyA27aeFRU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UrqbfcFybN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eRHtZ0y5f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h2BeovubH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j0xnLxFja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DsR0rh2Jh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kpKvwcpLwu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evB6TF1Ke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MyA27aeFRU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UrqbfcFybN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eRHtZ0y5f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h2BeovubH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j0xnLxFja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DsR0rh2Jh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kpKvwcpLwu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evB6TF1Ke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MyA27aeFRU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UrqbfcFybN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eRHtZ0y5f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h2BeovubH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j0xnLxFja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DsR0rh2Jh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kpKvwcpLwu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1418;#11783;#135806;#180753;#44057;#15569;#150684;#181403;#38727;#171052;#154559;#44379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evB6TF1Ke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MyA27aeFRU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UrqbfcFybN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eRHtZ0y5f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h2BeovubH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j0xnLxFja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ADsR0rh2Jh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kpKvwcpLwu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第一PPT，www.1ppt.com">
  <a:themeElements>
    <a:clrScheme name="！绿时尚">
      <a:dk1>
        <a:srgbClr val="3C3C3C"/>
      </a:dk1>
      <a:lt1>
        <a:srgbClr val="F9F9F9"/>
      </a:lt1>
      <a:dk2>
        <a:srgbClr val="505050"/>
      </a:dk2>
      <a:lt2>
        <a:srgbClr val="F7F7F7"/>
      </a:lt2>
      <a:accent1>
        <a:srgbClr val="2C6E66"/>
      </a:accent1>
      <a:accent2>
        <a:srgbClr val="2C6E66"/>
      </a:accent2>
      <a:accent3>
        <a:srgbClr val="2C6E66"/>
      </a:accent3>
      <a:accent4>
        <a:srgbClr val="2C6E66"/>
      </a:accent4>
      <a:accent5>
        <a:srgbClr val="2C6E66"/>
      </a:accent5>
      <a:accent6>
        <a:srgbClr val="2C6E66"/>
      </a:accent6>
      <a:hlink>
        <a:srgbClr val="5AA2DB"/>
      </a:hlink>
      <a:folHlink>
        <a:srgbClr val="5AA2DB"/>
      </a:folHlink>
    </a:clrScheme>
    <a:fontScheme name="PPT模板商店">
      <a:majorFont>
        <a:latin typeface="HarmonyOS Sans SC Black"/>
        <a:ea typeface="HarmonyOS Sans SC Black"/>
        <a:cs typeface="HarmonyOS Sans SC"/>
      </a:majorFont>
      <a:minorFont>
        <a:latin typeface="HarmonyOS Sans SC Light"/>
        <a:ea typeface="HarmonyOS Sans SC Light"/>
        <a:cs typeface="HarmonyOS Sans S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0" cap="flat" cmpd="sng" algn="ctr">
          <a:noFill/>
          <a:prstDash val="solid"/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lin ang="0" scaled="0"/>
          </a:gra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just">
          <a:lnSpc>
            <a:spcPct val="130000"/>
          </a:lnSpc>
          <a:spcAft>
            <a:spcPts val="600"/>
          </a:spcAft>
          <a:defRPr sz="1600" spc="160" dirty="0" smtClean="0">
            <a:latin typeface="HarmonyOS Sans SC Light" panose="00000400000000000000" pitchFamily="2" charset="-122"/>
            <a:ea typeface="HarmonyOS Sans SC Light" panose="00000400000000000000" pitchFamily="2" charset="-122"/>
            <a:sym typeface="HarmonyOS Sans SC Light" panose="00000400000000000000" pitchFamily="2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HarmonyOS Sans SC"/>
        <a:font script="Jpan" typeface="ＭＳ Ｐゴシック"/>
        <a:font script="Hang" typeface="맑은 고딕"/>
        <a:font script="Hans" typeface="HarmonyOS Sans SC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armonyOS Sans SC"/>
        <a:ea typeface="HarmonyOS Sans SC"/>
        <a:cs typeface="HarmonyOS Sans SC"/>
        <a:font script="Jpan" typeface="ＭＳ Ｐゴシック"/>
        <a:font script="Hang" typeface="맑은 고딕"/>
        <a:font script="Hans" typeface="HarmonyOS Sans SC"/>
        <a:font script="Hant" typeface="新細明體"/>
        <a:font script="Arab" typeface="HarmonyOS Sans SC"/>
        <a:font script="Hebr" typeface="HarmonyOS Sans SC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HarmonyOS Sans SC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HarmonyOS Sans SC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armonyOS Sans SC"/>
        <a:ea typeface="HarmonyOS Sans SC"/>
        <a:cs typeface="Arial"/>
        <a:font script="Jpan" typeface="ＭＳ Ｐゴシック"/>
        <a:font script="Hang" typeface="맑은 고딕"/>
        <a:font script="Hans" typeface="HarmonyOS Sans SC"/>
        <a:font script="Hant" typeface="新細明體"/>
        <a:font script="Arab" typeface="HarmonyOS Sans SC"/>
        <a:font script="Hebr" typeface="HarmonyOS Sans SC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HarmonyOS Sans SC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40</TotalTime>
  <Words>3369</Words>
  <Application>Microsoft Office PowerPoint</Application>
  <PresentationFormat>自定义</PresentationFormat>
  <Paragraphs>211</Paragraphs>
  <Slides>20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2" baseType="lpstr"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智慧养老</dc:title>
  <dc:creator>第一PPT</dc:creator>
  <cp:keywords>www.1ppt.com</cp:keywords>
  <dc:description>www.1ppt.com</dc:description>
  <cp:lastModifiedBy>123</cp:lastModifiedBy>
  <cp:revision>318</cp:revision>
  <dcterms:created xsi:type="dcterms:W3CDTF">2020-10-04T22:29:00Z</dcterms:created>
  <dcterms:modified xsi:type="dcterms:W3CDTF">2025-09-30T08:46:00Z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F6430359E6F84FA2813C9F3A57D38257</vt:lpwstr>
  </property>
  <property fmtid="{D5CDD505-2E9C-101B-9397-08002B2CF9AE}" pid="3" name="KSOProductBuildVer">
    <vt:lpwstr>2052-12.1.0.21915</vt:lpwstr>
  </property>
  <property fmtid="{D5CDD505-2E9C-101B-9397-08002B2CF9AE}" pid="4" name="KSOTemplateUUID">
    <vt:lpwstr>v1.0_mb_AXBM7UDf3AlfeU83UZVQ/Q==</vt:lpwstr>
  </property>
</Properties>
</file>