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29"/>
  </p:notesMasterIdLst>
  <p:handoutMasterIdLst>
    <p:handoutMasterId r:id="rId30"/>
  </p:handoutMasterIdLst>
  <p:sldIdLst>
    <p:sldId id="483" r:id="rId3"/>
    <p:sldId id="434" r:id="rId4"/>
    <p:sldId id="347" r:id="rId5"/>
    <p:sldId id="439" r:id="rId6"/>
    <p:sldId id="441" r:id="rId7"/>
    <p:sldId id="348" r:id="rId8"/>
    <p:sldId id="481" r:id="rId9"/>
    <p:sldId id="466" r:id="rId10"/>
    <p:sldId id="467" r:id="rId11"/>
    <p:sldId id="480" r:id="rId12"/>
    <p:sldId id="448" r:id="rId13"/>
    <p:sldId id="470" r:id="rId14"/>
    <p:sldId id="444" r:id="rId15"/>
    <p:sldId id="446" r:id="rId16"/>
    <p:sldId id="479" r:id="rId17"/>
    <p:sldId id="387" r:id="rId18"/>
    <p:sldId id="431" r:id="rId19"/>
    <p:sldId id="291" r:id="rId20"/>
    <p:sldId id="447" r:id="rId21"/>
    <p:sldId id="437" r:id="rId22"/>
    <p:sldId id="478" r:id="rId23"/>
    <p:sldId id="372" r:id="rId24"/>
    <p:sldId id="476" r:id="rId25"/>
    <p:sldId id="469" r:id="rId26"/>
    <p:sldId id="482" r:id="rId27"/>
    <p:sldId id="534" r:id="rId2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31" autoAdjust="0"/>
  </p:normalViewPr>
  <p:slideViewPr>
    <p:cSldViewPr snapToGrid="0">
      <p:cViewPr>
        <p:scale>
          <a:sx n="90" d="100"/>
          <a:sy n="90" d="100"/>
        </p:scale>
        <p:origin x="135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10D7870-F822-4519-AD1C-A6FE1FFA1593}" type="datetimeFigureOut">
              <a:rPr lang="zh-CN" altLang="en-US" smtClean="0"/>
              <a:t>2026/5/6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AC9F067-189A-47F4-8FEA-7CA33310F51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 dirty="0"/>
              <a:t>PPT https://www.1ppt.com/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5057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旖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7125" y="-297"/>
            <a:ext cx="4716317" cy="6858594"/>
          </a:xfrm>
          <a:prstGeom prst="rect">
            <a:avLst/>
          </a:prstGeom>
        </p:spPr>
      </p:pic>
      <p:pic>
        <p:nvPicPr>
          <p:cNvPr id="21" name="图片 20" descr="房子的模型&#10;&#10;中度可信度描述已自动生成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70376" y="5394954"/>
            <a:ext cx="2321624" cy="1463046"/>
          </a:xfrm>
          <a:custGeom>
            <a:avLst/>
            <a:gdLst>
              <a:gd name="connsiteX0" fmla="*/ 0 w 2321624"/>
              <a:gd name="connsiteY0" fmla="*/ 0 h 1463046"/>
              <a:gd name="connsiteX1" fmla="*/ 2321624 w 2321624"/>
              <a:gd name="connsiteY1" fmla="*/ 0 h 1463046"/>
              <a:gd name="connsiteX2" fmla="*/ 2321624 w 2321624"/>
              <a:gd name="connsiteY2" fmla="*/ 1463046 h 1463046"/>
              <a:gd name="connsiteX3" fmla="*/ 0 w 2321624"/>
              <a:gd name="connsiteY3" fmla="*/ 1463046 h 1463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24" h="1463046">
                <a:moveTo>
                  <a:pt x="0" y="0"/>
                </a:moveTo>
                <a:lnTo>
                  <a:pt x="2321624" y="0"/>
                </a:lnTo>
                <a:lnTo>
                  <a:pt x="2321624" y="1463046"/>
                </a:lnTo>
                <a:lnTo>
                  <a:pt x="0" y="1463046"/>
                </a:lnTo>
                <a:close/>
              </a:path>
            </a:pathLst>
          </a:custGeom>
        </p:spPr>
      </p:pic>
      <p:pic>
        <p:nvPicPr>
          <p:cNvPr id="44" name="图片 43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" y="2189405"/>
            <a:ext cx="6200169" cy="4669941"/>
          </a:xfrm>
          <a:prstGeom prst="rect">
            <a:avLst/>
          </a:prstGeom>
        </p:spPr>
      </p:pic>
      <p:grpSp>
        <p:nvGrpSpPr>
          <p:cNvPr id="41" name="组合 40"/>
          <p:cNvGrpSpPr/>
          <p:nvPr userDrawn="1"/>
        </p:nvGrpSpPr>
        <p:grpSpPr>
          <a:xfrm>
            <a:off x="2430926" y="1238969"/>
            <a:ext cx="4376539" cy="4376537"/>
            <a:chOff x="997321" y="1529801"/>
            <a:chExt cx="3952577" cy="3952577"/>
          </a:xfrm>
        </p:grpSpPr>
        <p:pic>
          <p:nvPicPr>
            <p:cNvPr id="42" name="图片 41" descr="水中的倒影&#10;&#10;中度可信度描述已自动生成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76703" y="4636834"/>
              <a:ext cx="3600236" cy="845544"/>
            </a:xfrm>
            <a:prstGeom prst="rect">
              <a:avLst/>
            </a:prstGeom>
          </p:spPr>
        </p:pic>
        <p:pic>
          <p:nvPicPr>
            <p:cNvPr id="43" name="图片 42" descr="图片包含 家具, 座位, 椅子, 男人&#10;&#10;描述已自动生成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7321" y="1529801"/>
              <a:ext cx="3952577" cy="395257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旖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9" y="370"/>
            <a:ext cx="12202189" cy="6857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项目背景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 userDrawn="1"/>
        </p:nvSpPr>
        <p:spPr>
          <a:xfrm>
            <a:off x="0" y="0"/>
            <a:ext cx="774700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C7704"/>
              </a:gs>
              <a:gs pos="77000">
                <a:srgbClr val="F4601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: 形状 47"/>
          <p:cNvSpPr/>
          <p:nvPr userDrawn="1"/>
        </p:nvSpPr>
        <p:spPr>
          <a:xfrm>
            <a:off x="774700" y="0"/>
            <a:ext cx="45719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CA8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60" name="矩形: 圆角 59"/>
          <p:cNvSpPr/>
          <p:nvPr userDrawn="1"/>
        </p:nvSpPr>
        <p:spPr>
          <a:xfrm>
            <a:off x="152400" y="361590"/>
            <a:ext cx="469900" cy="1290359"/>
          </a:xfrm>
          <a:prstGeom prst="roundRect">
            <a:avLst/>
          </a:prstGeom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latin typeface="+mj-ea"/>
                <a:ea typeface="+mj-ea"/>
              </a:rPr>
              <a:t>项目背景</a:t>
            </a:r>
          </a:p>
        </p:txBody>
      </p:sp>
      <p:sp>
        <p:nvSpPr>
          <p:cNvPr id="61" name="矩形: 圆角 60"/>
          <p:cNvSpPr/>
          <p:nvPr userDrawn="1"/>
        </p:nvSpPr>
        <p:spPr>
          <a:xfrm>
            <a:off x="152400" y="1625885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总体思路</a:t>
            </a:r>
          </a:p>
        </p:txBody>
      </p:sp>
      <p:sp>
        <p:nvSpPr>
          <p:cNvPr id="62" name="矩形: 圆角 61"/>
          <p:cNvSpPr/>
          <p:nvPr userDrawn="1"/>
        </p:nvSpPr>
        <p:spPr>
          <a:xfrm>
            <a:off x="152400" y="2890180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技能要点</a:t>
            </a:r>
          </a:p>
        </p:txBody>
      </p:sp>
      <p:sp>
        <p:nvSpPr>
          <p:cNvPr id="63" name="矩形: 圆角 62"/>
          <p:cNvSpPr/>
          <p:nvPr userDrawn="1"/>
        </p:nvSpPr>
        <p:spPr>
          <a:xfrm>
            <a:off x="152400" y="4154475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主要成果</a:t>
            </a:r>
          </a:p>
        </p:txBody>
      </p:sp>
      <p:sp>
        <p:nvSpPr>
          <p:cNvPr id="64" name="矩形: 圆角 63"/>
          <p:cNvSpPr/>
          <p:nvPr userDrawn="1"/>
        </p:nvSpPr>
        <p:spPr>
          <a:xfrm>
            <a:off x="152400" y="5418772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创新创意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体思路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 userDrawn="1"/>
        </p:nvSpPr>
        <p:spPr>
          <a:xfrm>
            <a:off x="0" y="0"/>
            <a:ext cx="774700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C7704"/>
              </a:gs>
              <a:gs pos="77000">
                <a:srgbClr val="F4601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: 形状 47"/>
          <p:cNvSpPr/>
          <p:nvPr userDrawn="1"/>
        </p:nvSpPr>
        <p:spPr>
          <a:xfrm>
            <a:off x="774700" y="0"/>
            <a:ext cx="45719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CA8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3" name="矩形: 圆角 2"/>
          <p:cNvSpPr/>
          <p:nvPr userDrawn="1"/>
        </p:nvSpPr>
        <p:spPr>
          <a:xfrm>
            <a:off x="152400" y="191220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项目背景</a:t>
            </a:r>
          </a:p>
        </p:txBody>
      </p:sp>
      <p:sp>
        <p:nvSpPr>
          <p:cNvPr id="4" name="矩形: 圆角 3"/>
          <p:cNvSpPr/>
          <p:nvPr userDrawn="1"/>
        </p:nvSpPr>
        <p:spPr>
          <a:xfrm>
            <a:off x="152400" y="2804996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技能要点</a:t>
            </a:r>
          </a:p>
        </p:txBody>
      </p:sp>
      <p:sp>
        <p:nvSpPr>
          <p:cNvPr id="5" name="矩形: 圆角 4"/>
          <p:cNvSpPr/>
          <p:nvPr userDrawn="1"/>
        </p:nvSpPr>
        <p:spPr>
          <a:xfrm>
            <a:off x="152400" y="4111884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主要成果</a:t>
            </a:r>
          </a:p>
        </p:txBody>
      </p:sp>
      <p:sp>
        <p:nvSpPr>
          <p:cNvPr id="6" name="矩形: 圆角 5"/>
          <p:cNvSpPr/>
          <p:nvPr userDrawn="1"/>
        </p:nvSpPr>
        <p:spPr>
          <a:xfrm>
            <a:off x="152400" y="5418772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创新创意</a:t>
            </a:r>
          </a:p>
        </p:txBody>
      </p:sp>
      <p:sp useBgFill="1">
        <p:nvSpPr>
          <p:cNvPr id="7" name="矩形: 圆角 6"/>
          <p:cNvSpPr/>
          <p:nvPr userDrawn="1"/>
        </p:nvSpPr>
        <p:spPr>
          <a:xfrm>
            <a:off x="152400" y="1498108"/>
            <a:ext cx="469900" cy="1290359"/>
          </a:xfrm>
          <a:prstGeom prst="roundRect">
            <a:avLst/>
          </a:prstGeom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latin typeface="+mj-ea"/>
                <a:ea typeface="+mj-ea"/>
              </a:rPr>
              <a:t>总体思路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技能要点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 userDrawn="1"/>
        </p:nvSpPr>
        <p:spPr>
          <a:xfrm>
            <a:off x="0" y="0"/>
            <a:ext cx="774700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C7704"/>
              </a:gs>
              <a:gs pos="77000">
                <a:srgbClr val="F4601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: 形状 47"/>
          <p:cNvSpPr/>
          <p:nvPr userDrawn="1"/>
        </p:nvSpPr>
        <p:spPr>
          <a:xfrm>
            <a:off x="774700" y="0"/>
            <a:ext cx="45719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CA8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5" name="矩形: 圆角 4"/>
          <p:cNvSpPr/>
          <p:nvPr userDrawn="1"/>
        </p:nvSpPr>
        <p:spPr>
          <a:xfrm>
            <a:off x="152400" y="191220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项目背景</a:t>
            </a:r>
          </a:p>
        </p:txBody>
      </p:sp>
      <p:sp>
        <p:nvSpPr>
          <p:cNvPr id="6" name="矩形: 圆角 5"/>
          <p:cNvSpPr/>
          <p:nvPr userDrawn="1"/>
        </p:nvSpPr>
        <p:spPr>
          <a:xfrm>
            <a:off x="152400" y="1498108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总体思路</a:t>
            </a:r>
          </a:p>
        </p:txBody>
      </p:sp>
      <p:sp>
        <p:nvSpPr>
          <p:cNvPr id="7" name="矩形: 圆角 6"/>
          <p:cNvSpPr/>
          <p:nvPr userDrawn="1"/>
        </p:nvSpPr>
        <p:spPr>
          <a:xfrm>
            <a:off x="152400" y="4111884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主要成果</a:t>
            </a:r>
          </a:p>
        </p:txBody>
      </p:sp>
      <p:sp>
        <p:nvSpPr>
          <p:cNvPr id="8" name="矩形: 圆角 7"/>
          <p:cNvSpPr/>
          <p:nvPr userDrawn="1"/>
        </p:nvSpPr>
        <p:spPr>
          <a:xfrm>
            <a:off x="152400" y="5418772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创新创意</a:t>
            </a:r>
          </a:p>
        </p:txBody>
      </p:sp>
      <p:sp useBgFill="1">
        <p:nvSpPr>
          <p:cNvPr id="9" name="矩形: 圆角 8"/>
          <p:cNvSpPr/>
          <p:nvPr userDrawn="1"/>
        </p:nvSpPr>
        <p:spPr>
          <a:xfrm>
            <a:off x="152400" y="2804996"/>
            <a:ext cx="469900" cy="1290359"/>
          </a:xfrm>
          <a:prstGeom prst="roundRect">
            <a:avLst/>
          </a:prstGeom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latin typeface="+mj-ea"/>
                <a:ea typeface="+mj-ea"/>
              </a:rPr>
              <a:t>技能要点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成果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 userDrawn="1"/>
        </p:nvSpPr>
        <p:spPr>
          <a:xfrm>
            <a:off x="0" y="0"/>
            <a:ext cx="774700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C7704"/>
              </a:gs>
              <a:gs pos="77000">
                <a:srgbClr val="F4601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: 形状 47"/>
          <p:cNvSpPr/>
          <p:nvPr userDrawn="1"/>
        </p:nvSpPr>
        <p:spPr>
          <a:xfrm>
            <a:off x="774700" y="0"/>
            <a:ext cx="45719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CA8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: 圆角 57"/>
          <p:cNvSpPr/>
          <p:nvPr userDrawn="1"/>
        </p:nvSpPr>
        <p:spPr>
          <a:xfrm>
            <a:off x="152400" y="4170115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 useBgFill="1">
        <p:nvSpPr>
          <p:cNvPr id="2" name="矩形: 圆角 1"/>
          <p:cNvSpPr/>
          <p:nvPr userDrawn="1"/>
        </p:nvSpPr>
        <p:spPr>
          <a:xfrm>
            <a:off x="152400" y="4111884"/>
            <a:ext cx="469900" cy="1290359"/>
          </a:xfrm>
          <a:prstGeom prst="roundRect">
            <a:avLst/>
          </a:prstGeom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latin typeface="+mj-ea"/>
                <a:ea typeface="+mj-ea"/>
              </a:rPr>
              <a:t>主要成果</a:t>
            </a:r>
          </a:p>
        </p:txBody>
      </p:sp>
      <p:sp useBgFill="1">
        <p:nvSpPr>
          <p:cNvPr id="3" name="矩形: 圆角 2"/>
          <p:cNvSpPr/>
          <p:nvPr userDrawn="1"/>
        </p:nvSpPr>
        <p:spPr>
          <a:xfrm>
            <a:off x="152400" y="191220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项目背景</a:t>
            </a:r>
          </a:p>
        </p:txBody>
      </p:sp>
      <p:sp>
        <p:nvSpPr>
          <p:cNvPr id="5" name="矩形: 圆角 4"/>
          <p:cNvSpPr/>
          <p:nvPr userDrawn="1"/>
        </p:nvSpPr>
        <p:spPr>
          <a:xfrm>
            <a:off x="152400" y="1498108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总体思路</a:t>
            </a:r>
          </a:p>
        </p:txBody>
      </p:sp>
      <p:sp>
        <p:nvSpPr>
          <p:cNvPr id="6" name="矩形: 圆角 5"/>
          <p:cNvSpPr/>
          <p:nvPr userDrawn="1"/>
        </p:nvSpPr>
        <p:spPr>
          <a:xfrm>
            <a:off x="152400" y="5418772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创新创意</a:t>
            </a:r>
          </a:p>
        </p:txBody>
      </p:sp>
      <p:sp useBgFill="1">
        <p:nvSpPr>
          <p:cNvPr id="7" name="矩形: 圆角 6"/>
          <p:cNvSpPr/>
          <p:nvPr userDrawn="1"/>
        </p:nvSpPr>
        <p:spPr>
          <a:xfrm>
            <a:off x="152400" y="2804996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技能要点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B957CC-A438-4D82-B305-22914934740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创意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 userDrawn="1"/>
        </p:nvSpPr>
        <p:spPr>
          <a:xfrm>
            <a:off x="0" y="0"/>
            <a:ext cx="774700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C7704"/>
              </a:gs>
              <a:gs pos="77000">
                <a:srgbClr val="F4601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: 形状 47"/>
          <p:cNvSpPr/>
          <p:nvPr userDrawn="1"/>
        </p:nvSpPr>
        <p:spPr>
          <a:xfrm>
            <a:off x="774700" y="0"/>
            <a:ext cx="45719" cy="6858000"/>
          </a:xfrm>
          <a:custGeom>
            <a:avLst/>
            <a:gdLst>
              <a:gd name="connsiteX0" fmla="*/ 0 w 774700"/>
              <a:gd name="connsiteY0" fmla="*/ 0 h 6858000"/>
              <a:gd name="connsiteX1" fmla="*/ 774700 w 774700"/>
              <a:gd name="connsiteY1" fmla="*/ 0 h 6858000"/>
              <a:gd name="connsiteX2" fmla="*/ 774700 w 774700"/>
              <a:gd name="connsiteY2" fmla="*/ 6858000 h 6858000"/>
              <a:gd name="connsiteX3" fmla="*/ 0 w 774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700" h="6858000">
                <a:moveTo>
                  <a:pt x="0" y="0"/>
                </a:moveTo>
                <a:lnTo>
                  <a:pt x="774700" y="0"/>
                </a:lnTo>
                <a:lnTo>
                  <a:pt x="774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CA8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: 圆角 58"/>
          <p:cNvSpPr/>
          <p:nvPr userDrawn="1"/>
        </p:nvSpPr>
        <p:spPr>
          <a:xfrm>
            <a:off x="152400" y="5418772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 useBgFill="1">
        <p:nvSpPr>
          <p:cNvPr id="3" name="矩形: 圆角 2"/>
          <p:cNvSpPr/>
          <p:nvPr userDrawn="1"/>
        </p:nvSpPr>
        <p:spPr>
          <a:xfrm>
            <a:off x="152400" y="5368043"/>
            <a:ext cx="469900" cy="1290359"/>
          </a:xfrm>
          <a:prstGeom prst="roundRect">
            <a:avLst/>
          </a:prstGeom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latin typeface="+mj-ea"/>
                <a:ea typeface="+mj-ea"/>
              </a:rPr>
              <a:t>创新创意</a:t>
            </a:r>
          </a:p>
        </p:txBody>
      </p:sp>
      <p:sp useBgFill="1">
        <p:nvSpPr>
          <p:cNvPr id="5" name="矩形: 圆角 4"/>
          <p:cNvSpPr/>
          <p:nvPr userDrawn="1"/>
        </p:nvSpPr>
        <p:spPr>
          <a:xfrm>
            <a:off x="152400" y="191220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项目背景</a:t>
            </a:r>
          </a:p>
        </p:txBody>
      </p:sp>
      <p:sp>
        <p:nvSpPr>
          <p:cNvPr id="6" name="矩形: 圆角 5"/>
          <p:cNvSpPr/>
          <p:nvPr userDrawn="1"/>
        </p:nvSpPr>
        <p:spPr>
          <a:xfrm>
            <a:off x="152400" y="1493658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总体思路</a:t>
            </a:r>
          </a:p>
        </p:txBody>
      </p:sp>
      <p:sp useBgFill="1">
        <p:nvSpPr>
          <p:cNvPr id="7" name="矩形: 圆角 6"/>
          <p:cNvSpPr/>
          <p:nvPr userDrawn="1"/>
        </p:nvSpPr>
        <p:spPr>
          <a:xfrm>
            <a:off x="152400" y="2796096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技能要点</a:t>
            </a:r>
          </a:p>
        </p:txBody>
      </p:sp>
      <p:sp useBgFill="1">
        <p:nvSpPr>
          <p:cNvPr id="8" name="矩形: 圆角 7"/>
          <p:cNvSpPr/>
          <p:nvPr userDrawn="1"/>
        </p:nvSpPr>
        <p:spPr>
          <a:xfrm>
            <a:off x="152400" y="4098535"/>
            <a:ext cx="469900" cy="1290359"/>
          </a:xfrm>
          <a:prstGeom prst="roundRect">
            <a:avLst/>
          </a:prstGeom>
          <a:noFill/>
          <a:ln>
            <a:noFill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j-ea"/>
                <a:ea typeface="+mj-ea"/>
              </a:rPr>
              <a:t>主要成果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8.xml"/><Relationship Id="rId7" Type="http://schemas.openxmlformats.org/officeDocument/2006/relationships/image" Target="../media/image2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.xml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1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9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6.jpe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45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44.png"/><Relationship Id="rId5" Type="http://schemas.openxmlformats.org/officeDocument/2006/relationships/tags" Target="../tags/tag18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17.xml"/><Relationship Id="rId9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4" Type="http://schemas.openxmlformats.org/officeDocument/2006/relationships/image" Target="../media/image4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image" Target="../media/image49.jpeg"/><Relationship Id="rId7" Type="http://schemas.openxmlformats.org/officeDocument/2006/relationships/image" Target="../media/image5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3" Type="http://schemas.openxmlformats.org/officeDocument/2006/relationships/tags" Target="../tags/tag28.xml"/><Relationship Id="rId7" Type="http://schemas.openxmlformats.org/officeDocument/2006/relationships/image" Target="../media/image55.jpe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tags" Target="../tags/tag33.xml"/><Relationship Id="rId7" Type="http://schemas.openxmlformats.org/officeDocument/2006/relationships/image" Target="../media/image57.jpe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59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image" Target="../media/image60.png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旖课1" descr="文本&#10;&#10;描述已自动生成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275" y="293568"/>
            <a:ext cx="3381537" cy="565085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8725103" y="1592819"/>
            <a:ext cx="1659429" cy="4803556"/>
            <a:chOff x="8725103" y="1592819"/>
            <a:chExt cx="1659429" cy="4803556"/>
          </a:xfrm>
        </p:grpSpPr>
        <p:sp>
          <p:nvSpPr>
            <p:cNvPr id="33" name="旖课5"/>
            <p:cNvSpPr txBox="1"/>
            <p:nvPr/>
          </p:nvSpPr>
          <p:spPr>
            <a:xfrm>
              <a:off x="8834578" y="1592819"/>
              <a:ext cx="1106393" cy="12003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活</a:t>
              </a:r>
            </a:p>
          </p:txBody>
        </p:sp>
        <p:sp>
          <p:nvSpPr>
            <p:cNvPr id="34" name="旖课6"/>
            <p:cNvSpPr txBox="1"/>
            <p:nvPr/>
          </p:nvSpPr>
          <p:spPr>
            <a:xfrm>
              <a:off x="8807362" y="2486134"/>
              <a:ext cx="1313180" cy="14465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力</a:t>
              </a:r>
            </a:p>
          </p:txBody>
        </p:sp>
        <p:sp>
          <p:nvSpPr>
            <p:cNvPr id="35" name="旖课7"/>
            <p:cNvSpPr txBox="1"/>
            <p:nvPr/>
          </p:nvSpPr>
          <p:spPr>
            <a:xfrm>
              <a:off x="8968891" y="3563352"/>
              <a:ext cx="1208985" cy="132343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飞</a:t>
              </a:r>
            </a:p>
          </p:txBody>
        </p:sp>
        <p:sp>
          <p:nvSpPr>
            <p:cNvPr id="36" name="旖课8"/>
            <p:cNvSpPr txBox="1"/>
            <p:nvPr/>
          </p:nvSpPr>
          <p:spPr>
            <a:xfrm>
              <a:off x="8725103" y="4534327"/>
              <a:ext cx="1659429" cy="1862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扬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9688480" y="843241"/>
            <a:ext cx="1738978" cy="4596785"/>
            <a:chOff x="9688480" y="843241"/>
            <a:chExt cx="1738978" cy="4596785"/>
          </a:xfrm>
        </p:grpSpPr>
        <p:sp>
          <p:nvSpPr>
            <p:cNvPr id="38" name="旖课2"/>
            <p:cNvSpPr txBox="1"/>
            <p:nvPr/>
          </p:nvSpPr>
          <p:spPr>
            <a:xfrm>
              <a:off x="9688480" y="843241"/>
              <a:ext cx="1657826" cy="1862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银</a:t>
              </a:r>
            </a:p>
          </p:txBody>
        </p:sp>
        <p:sp>
          <p:nvSpPr>
            <p:cNvPr id="39" name="旖课3"/>
            <p:cNvSpPr txBox="1"/>
            <p:nvPr/>
          </p:nvSpPr>
          <p:spPr>
            <a:xfrm>
              <a:off x="10016347" y="2901849"/>
              <a:ext cx="1311578" cy="14465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经</a:t>
              </a:r>
            </a:p>
          </p:txBody>
        </p:sp>
        <p:sp>
          <p:nvSpPr>
            <p:cNvPr id="40" name="旖课4"/>
            <p:cNvSpPr txBox="1"/>
            <p:nvPr/>
          </p:nvSpPr>
          <p:spPr>
            <a:xfrm>
              <a:off x="10114278" y="3993476"/>
              <a:ext cx="1313180" cy="14465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济</a:t>
              </a:r>
            </a:p>
          </p:txBody>
        </p:sp>
        <p:sp>
          <p:nvSpPr>
            <p:cNvPr id="45" name="旖课9"/>
            <p:cNvSpPr txBox="1"/>
            <p:nvPr/>
          </p:nvSpPr>
          <p:spPr>
            <a:xfrm>
              <a:off x="9704023" y="2131428"/>
              <a:ext cx="1107996" cy="12003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发</a:t>
              </a:r>
            </a:p>
          </p:txBody>
        </p:sp>
      </p:grpSp>
      <p:cxnSp>
        <p:nvCxnSpPr>
          <p:cNvPr id="46" name="旖课10"/>
          <p:cNvCxnSpPr/>
          <p:nvPr/>
        </p:nvCxnSpPr>
        <p:spPr>
          <a:xfrm flipH="1">
            <a:off x="5313518" y="6388100"/>
            <a:ext cx="0" cy="254000"/>
          </a:xfrm>
          <a:prstGeom prst="line">
            <a:avLst/>
          </a:prstGeom>
          <a:ln>
            <a:solidFill>
              <a:srgbClr val="F46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旖课11"/>
          <p:cNvSpPr txBox="1"/>
          <p:nvPr/>
        </p:nvSpPr>
        <p:spPr>
          <a:xfrm>
            <a:off x="3794436" y="6345575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高职组</a:t>
            </a:r>
          </a:p>
        </p:txBody>
      </p:sp>
      <p:sp>
        <p:nvSpPr>
          <p:cNvPr id="48" name="旖课12"/>
          <p:cNvSpPr txBox="1"/>
          <p:nvPr/>
        </p:nvSpPr>
        <p:spPr>
          <a:xfrm>
            <a:off x="5397500" y="6345575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公共服务与管理</a:t>
            </a:r>
          </a:p>
        </p:txBody>
      </p:sp>
      <p:sp>
        <p:nvSpPr>
          <p:cNvPr id="49" name="旖课13"/>
          <p:cNvSpPr txBox="1"/>
          <p:nvPr/>
        </p:nvSpPr>
        <p:spPr>
          <a:xfrm>
            <a:off x="7000565" y="6345575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养老照护</a:t>
            </a:r>
          </a:p>
        </p:txBody>
      </p:sp>
      <p:cxnSp>
        <p:nvCxnSpPr>
          <p:cNvPr id="50" name="旖课14"/>
          <p:cNvCxnSpPr/>
          <p:nvPr/>
        </p:nvCxnSpPr>
        <p:spPr>
          <a:xfrm flipH="1">
            <a:off x="6916582" y="6388100"/>
            <a:ext cx="0" cy="254000"/>
          </a:xfrm>
          <a:prstGeom prst="line">
            <a:avLst/>
          </a:prstGeom>
          <a:ln>
            <a:solidFill>
              <a:srgbClr val="F46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旖课15"/>
          <p:cNvSpPr txBox="1"/>
          <p:nvPr/>
        </p:nvSpPr>
        <p:spPr>
          <a:xfrm>
            <a:off x="9609254" y="405570"/>
            <a:ext cx="2321626" cy="36933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替换输入标题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旖课1" descr="文本&#10;&#10;描述已自动生成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1276" y="293568"/>
            <a:ext cx="819350" cy="56508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8268494" y="1456705"/>
            <a:ext cx="1659429" cy="4803556"/>
            <a:chOff x="8725103" y="1592819"/>
            <a:chExt cx="1659429" cy="4803556"/>
          </a:xfrm>
        </p:grpSpPr>
        <p:sp>
          <p:nvSpPr>
            <p:cNvPr id="272" name="旖课5"/>
            <p:cNvSpPr txBox="1"/>
            <p:nvPr/>
          </p:nvSpPr>
          <p:spPr>
            <a:xfrm>
              <a:off x="8834578" y="1592819"/>
              <a:ext cx="1106393" cy="12003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活</a:t>
              </a:r>
            </a:p>
          </p:txBody>
        </p:sp>
        <p:sp>
          <p:nvSpPr>
            <p:cNvPr id="273" name="旖课6"/>
            <p:cNvSpPr txBox="1"/>
            <p:nvPr/>
          </p:nvSpPr>
          <p:spPr>
            <a:xfrm>
              <a:off x="8807362" y="2486134"/>
              <a:ext cx="1313180" cy="14465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力</a:t>
              </a:r>
            </a:p>
          </p:txBody>
        </p:sp>
        <p:sp>
          <p:nvSpPr>
            <p:cNvPr id="274" name="旖课7"/>
            <p:cNvSpPr txBox="1"/>
            <p:nvPr/>
          </p:nvSpPr>
          <p:spPr>
            <a:xfrm>
              <a:off x="8968891" y="3563352"/>
              <a:ext cx="1208985" cy="132343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飞</a:t>
              </a:r>
            </a:p>
          </p:txBody>
        </p:sp>
        <p:sp>
          <p:nvSpPr>
            <p:cNvPr id="275" name="旖课8"/>
            <p:cNvSpPr txBox="1"/>
            <p:nvPr/>
          </p:nvSpPr>
          <p:spPr>
            <a:xfrm>
              <a:off x="8725103" y="4534327"/>
              <a:ext cx="1659429" cy="1862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扬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302222" y="774902"/>
            <a:ext cx="1836289" cy="4586108"/>
            <a:chOff x="9688480" y="843241"/>
            <a:chExt cx="1836289" cy="4586108"/>
          </a:xfrm>
        </p:grpSpPr>
        <p:sp>
          <p:nvSpPr>
            <p:cNvPr id="269" name="旖课2"/>
            <p:cNvSpPr txBox="1"/>
            <p:nvPr/>
          </p:nvSpPr>
          <p:spPr>
            <a:xfrm>
              <a:off x="9688480" y="843241"/>
              <a:ext cx="1657826" cy="1862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银</a:t>
              </a:r>
            </a:p>
          </p:txBody>
        </p:sp>
        <p:sp>
          <p:nvSpPr>
            <p:cNvPr id="270" name="旖课3"/>
            <p:cNvSpPr txBox="1"/>
            <p:nvPr/>
          </p:nvSpPr>
          <p:spPr>
            <a:xfrm>
              <a:off x="10034728" y="3011716"/>
              <a:ext cx="1311578" cy="14465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经</a:t>
              </a:r>
            </a:p>
          </p:txBody>
        </p:sp>
        <p:sp>
          <p:nvSpPr>
            <p:cNvPr id="271" name="旖课4"/>
            <p:cNvSpPr txBox="1"/>
            <p:nvPr/>
          </p:nvSpPr>
          <p:spPr>
            <a:xfrm>
              <a:off x="10211589" y="3982799"/>
              <a:ext cx="1313180" cy="14465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济</a:t>
              </a:r>
            </a:p>
          </p:txBody>
        </p:sp>
        <p:sp>
          <p:nvSpPr>
            <p:cNvPr id="276" name="旖课9"/>
            <p:cNvSpPr txBox="1"/>
            <p:nvPr/>
          </p:nvSpPr>
          <p:spPr>
            <a:xfrm>
              <a:off x="9760183" y="2236171"/>
              <a:ext cx="1107996" cy="12003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发</a:t>
              </a:r>
            </a:p>
          </p:txBody>
        </p:sp>
      </p:grpSp>
      <p:cxnSp>
        <p:nvCxnSpPr>
          <p:cNvPr id="279" name="旖课10"/>
          <p:cNvCxnSpPr/>
          <p:nvPr/>
        </p:nvCxnSpPr>
        <p:spPr>
          <a:xfrm flipH="1">
            <a:off x="5313518" y="6388100"/>
            <a:ext cx="0" cy="254000"/>
          </a:xfrm>
          <a:prstGeom prst="line">
            <a:avLst/>
          </a:prstGeom>
          <a:ln>
            <a:solidFill>
              <a:srgbClr val="F46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旖课11"/>
          <p:cNvSpPr txBox="1"/>
          <p:nvPr/>
        </p:nvSpPr>
        <p:spPr>
          <a:xfrm>
            <a:off x="3794436" y="6345575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高职组</a:t>
            </a:r>
          </a:p>
        </p:txBody>
      </p:sp>
      <p:sp>
        <p:nvSpPr>
          <p:cNvPr id="281" name="旖课12"/>
          <p:cNvSpPr txBox="1"/>
          <p:nvPr/>
        </p:nvSpPr>
        <p:spPr>
          <a:xfrm>
            <a:off x="5397500" y="6345575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公共服务与管理</a:t>
            </a:r>
          </a:p>
        </p:txBody>
      </p:sp>
      <p:sp>
        <p:nvSpPr>
          <p:cNvPr id="282" name="旖课13"/>
          <p:cNvSpPr txBox="1"/>
          <p:nvPr/>
        </p:nvSpPr>
        <p:spPr>
          <a:xfrm>
            <a:off x="7000565" y="6345575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养老照护</a:t>
            </a:r>
          </a:p>
        </p:txBody>
      </p:sp>
      <p:cxnSp>
        <p:nvCxnSpPr>
          <p:cNvPr id="283" name="旖课14"/>
          <p:cNvCxnSpPr/>
          <p:nvPr/>
        </p:nvCxnSpPr>
        <p:spPr>
          <a:xfrm flipH="1">
            <a:off x="6916582" y="6388100"/>
            <a:ext cx="0" cy="254000"/>
          </a:xfrm>
          <a:prstGeom prst="line">
            <a:avLst/>
          </a:prstGeom>
          <a:ln>
            <a:solidFill>
              <a:srgbClr val="F46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旖课15"/>
          <p:cNvSpPr txBox="1"/>
          <p:nvPr/>
        </p:nvSpPr>
        <p:spPr>
          <a:xfrm>
            <a:off x="9388397" y="405570"/>
            <a:ext cx="2321626" cy="36933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替换输入标题</a:t>
            </a:r>
          </a:p>
        </p:txBody>
      </p:sp>
      <p:pic>
        <p:nvPicPr>
          <p:cNvPr id="28" name="旖课1" descr="文本&#10;&#10;描述已自动生成"/>
          <p:cNvPicPr>
            <a:picLocks noChangeAspect="1"/>
          </p:cNvPicPr>
          <p:nvPr/>
        </p:nvPicPr>
        <p:blipFill>
          <a:blip r:embed="rId4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0626" y="293567"/>
            <a:ext cx="2562186" cy="565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旖课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9792" y="122"/>
            <a:ext cx="5633192" cy="3523793"/>
          </a:xfrm>
          <a:prstGeom prst="rect">
            <a:avLst/>
          </a:prstGeom>
        </p:spPr>
      </p:pic>
      <p:sp>
        <p:nvSpPr>
          <p:cNvPr id="6" name="旖课2"/>
          <p:cNvSpPr txBox="1"/>
          <p:nvPr/>
        </p:nvSpPr>
        <p:spPr>
          <a:xfrm>
            <a:off x="1638402" y="2343297"/>
            <a:ext cx="9990614" cy="37421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*********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| 《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关于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体系建设的意见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汉仪君黑-45简" panose="020B060402020202020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***********************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| 《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关于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体系建设的意见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》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*************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| 《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关于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体系建设的意见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*************************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| 《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关于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体系建设的意见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》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********************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| 《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关于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体系建设的意见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》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*********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| 《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关于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体系建设的意见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》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*******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*******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| 《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关于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体系建设的意见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》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**********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| 《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关于*******体系建设的意见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*************************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| 《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关于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体系建设的意见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》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**********************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| 《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关于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体系建设的意见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》</a:t>
            </a:r>
          </a:p>
        </p:txBody>
      </p:sp>
      <p:sp>
        <p:nvSpPr>
          <p:cNvPr id="3" name="旖课3"/>
          <p:cNvSpPr/>
          <p:nvPr/>
        </p:nvSpPr>
        <p:spPr>
          <a:xfrm>
            <a:off x="1866900" y="1592499"/>
            <a:ext cx="46419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202X-202X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年养老产业</a:t>
            </a:r>
          </a:p>
        </p:txBody>
      </p:sp>
      <p:grpSp>
        <p:nvGrpSpPr>
          <p:cNvPr id="17" name="旖课4"/>
          <p:cNvGrpSpPr/>
          <p:nvPr/>
        </p:nvGrpSpPr>
        <p:grpSpPr>
          <a:xfrm>
            <a:off x="2083725" y="2127173"/>
            <a:ext cx="4133297" cy="66566"/>
            <a:chOff x="5033563" y="2299296"/>
            <a:chExt cx="2838849" cy="45719"/>
          </a:xfrm>
          <a:solidFill>
            <a:srgbClr val="DC5221"/>
          </a:solidFill>
        </p:grpSpPr>
        <p:cxnSp>
          <p:nvCxnSpPr>
            <p:cNvPr id="7" name="旖课4-1"/>
            <p:cNvCxnSpPr/>
            <p:nvPr/>
          </p:nvCxnSpPr>
          <p:spPr>
            <a:xfrm>
              <a:off x="5033563" y="2321820"/>
              <a:ext cx="1329137" cy="0"/>
            </a:xfrm>
            <a:prstGeom prst="line">
              <a:avLst/>
            </a:prstGeom>
            <a:grpFill/>
            <a:ln w="15875">
              <a:solidFill>
                <a:srgbClr val="DC52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旖课4-2"/>
            <p:cNvSpPr/>
            <p:nvPr/>
          </p:nvSpPr>
          <p:spPr>
            <a:xfrm>
              <a:off x="6426470" y="2299296"/>
              <a:ext cx="53034" cy="45719"/>
            </a:xfrm>
            <a:prstGeom prst="triangle">
              <a:avLst/>
            </a:prstGeom>
            <a:grpFill/>
            <a:ln>
              <a:solidFill>
                <a:srgbClr val="DC52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思源黑体 Light"/>
                <a:cs typeface="+mn-cs"/>
              </a:endParaRPr>
            </a:p>
          </p:txBody>
        </p:sp>
        <p:cxnSp>
          <p:nvCxnSpPr>
            <p:cNvPr id="9" name="旖课4-3"/>
            <p:cNvCxnSpPr/>
            <p:nvPr/>
          </p:nvCxnSpPr>
          <p:spPr>
            <a:xfrm>
              <a:off x="6543275" y="2321820"/>
              <a:ext cx="1329137" cy="0"/>
            </a:xfrm>
            <a:prstGeom prst="line">
              <a:avLst/>
            </a:prstGeom>
            <a:grpFill/>
            <a:ln w="15875">
              <a:solidFill>
                <a:srgbClr val="DC52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旖课5"/>
          <p:cNvSpPr/>
          <p:nvPr/>
        </p:nvSpPr>
        <p:spPr>
          <a:xfrm>
            <a:off x="5777945" y="923765"/>
            <a:ext cx="1836036" cy="716759"/>
          </a:xfrm>
          <a:custGeom>
            <a:avLst/>
            <a:gdLst>
              <a:gd name="connsiteX0" fmla="*/ 0 w 1348318"/>
              <a:gd name="connsiteY0" fmla="*/ 0 h 552326"/>
              <a:gd name="connsiteX1" fmla="*/ 1348318 w 1348318"/>
              <a:gd name="connsiteY1" fmla="*/ 0 h 552326"/>
              <a:gd name="connsiteX2" fmla="*/ 1348318 w 1348318"/>
              <a:gd name="connsiteY2" fmla="*/ 471372 h 552326"/>
              <a:gd name="connsiteX3" fmla="*/ 211589 w 1348318"/>
              <a:gd name="connsiteY3" fmla="*/ 471372 h 552326"/>
              <a:gd name="connsiteX4" fmla="*/ 92842 w 1348318"/>
              <a:gd name="connsiteY4" fmla="*/ 552326 h 552326"/>
              <a:gd name="connsiteX5" fmla="*/ 103210 w 1348318"/>
              <a:gd name="connsiteY5" fmla="*/ 471372 h 552326"/>
              <a:gd name="connsiteX6" fmla="*/ 0 w 1348318"/>
              <a:gd name="connsiteY6" fmla="*/ 471372 h 55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8318" h="552326">
                <a:moveTo>
                  <a:pt x="0" y="0"/>
                </a:moveTo>
                <a:lnTo>
                  <a:pt x="1348318" y="0"/>
                </a:lnTo>
                <a:lnTo>
                  <a:pt x="1348318" y="471372"/>
                </a:lnTo>
                <a:lnTo>
                  <a:pt x="211589" y="471372"/>
                </a:lnTo>
                <a:lnTo>
                  <a:pt x="92842" y="552326"/>
                </a:lnTo>
                <a:lnTo>
                  <a:pt x="103210" y="471372"/>
                </a:lnTo>
                <a:lnTo>
                  <a:pt x="0" y="471372"/>
                </a:lnTo>
                <a:close/>
              </a:path>
            </a:pathLst>
          </a:custGeom>
          <a:gradFill>
            <a:gsLst>
              <a:gs pos="0">
                <a:srgbClr val="FC7704"/>
              </a:gs>
              <a:gs pos="77000">
                <a:srgbClr val="F46018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思源黑体 Light"/>
              <a:cs typeface="+mn-cs"/>
            </a:endParaRPr>
          </a:p>
        </p:txBody>
      </p:sp>
      <p:sp>
        <p:nvSpPr>
          <p:cNvPr id="14" name="旖课6"/>
          <p:cNvSpPr/>
          <p:nvPr/>
        </p:nvSpPr>
        <p:spPr>
          <a:xfrm>
            <a:off x="5730807" y="889726"/>
            <a:ext cx="1836036" cy="716759"/>
          </a:xfrm>
          <a:custGeom>
            <a:avLst/>
            <a:gdLst>
              <a:gd name="connsiteX0" fmla="*/ 0 w 1348318"/>
              <a:gd name="connsiteY0" fmla="*/ 0 h 552326"/>
              <a:gd name="connsiteX1" fmla="*/ 1348318 w 1348318"/>
              <a:gd name="connsiteY1" fmla="*/ 0 h 552326"/>
              <a:gd name="connsiteX2" fmla="*/ 1348318 w 1348318"/>
              <a:gd name="connsiteY2" fmla="*/ 471372 h 552326"/>
              <a:gd name="connsiteX3" fmla="*/ 211589 w 1348318"/>
              <a:gd name="connsiteY3" fmla="*/ 471372 h 552326"/>
              <a:gd name="connsiteX4" fmla="*/ 92842 w 1348318"/>
              <a:gd name="connsiteY4" fmla="*/ 552326 h 552326"/>
              <a:gd name="connsiteX5" fmla="*/ 103210 w 1348318"/>
              <a:gd name="connsiteY5" fmla="*/ 471372 h 552326"/>
              <a:gd name="connsiteX6" fmla="*/ 0 w 1348318"/>
              <a:gd name="connsiteY6" fmla="*/ 471372 h 55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8318" h="552326">
                <a:moveTo>
                  <a:pt x="0" y="0"/>
                </a:moveTo>
                <a:lnTo>
                  <a:pt x="1348318" y="0"/>
                </a:lnTo>
                <a:lnTo>
                  <a:pt x="1348318" y="471372"/>
                </a:lnTo>
                <a:lnTo>
                  <a:pt x="211589" y="471372"/>
                </a:lnTo>
                <a:lnTo>
                  <a:pt x="92842" y="552326"/>
                </a:lnTo>
                <a:lnTo>
                  <a:pt x="103210" y="471372"/>
                </a:lnTo>
                <a:lnTo>
                  <a:pt x="0" y="471372"/>
                </a:lnTo>
                <a:close/>
              </a:path>
            </a:pathLst>
          </a:custGeom>
          <a:solidFill>
            <a:srgbClr val="FFFAE3"/>
          </a:solidFill>
          <a:ln w="12700" cap="flat" cmpd="sng" algn="ctr">
            <a:solidFill>
              <a:srgbClr val="DC522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最新政策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旖课1"/>
          <p:cNvGrpSpPr/>
          <p:nvPr/>
        </p:nvGrpSpPr>
        <p:grpSpPr>
          <a:xfrm>
            <a:off x="6710693" y="474300"/>
            <a:ext cx="4460429" cy="5994445"/>
            <a:chOff x="6710693" y="474300"/>
            <a:chExt cx="4460429" cy="5994445"/>
          </a:xfrm>
        </p:grpSpPr>
        <p:grpSp>
          <p:nvGrpSpPr>
            <p:cNvPr id="81" name="组合 80"/>
            <p:cNvGrpSpPr/>
            <p:nvPr/>
          </p:nvGrpSpPr>
          <p:grpSpPr>
            <a:xfrm>
              <a:off x="6710693" y="474300"/>
              <a:ext cx="4460429" cy="5994445"/>
              <a:chOff x="7085266" y="1252181"/>
              <a:chExt cx="4460429" cy="5994445"/>
            </a:xfrm>
          </p:grpSpPr>
          <p:sp>
            <p:nvSpPr>
              <p:cNvPr id="33" name="旖课1-1"/>
              <p:cNvSpPr/>
              <p:nvPr/>
            </p:nvSpPr>
            <p:spPr>
              <a:xfrm>
                <a:off x="7091542" y="5977131"/>
                <a:ext cx="4371567" cy="1269495"/>
              </a:xfrm>
              <a:prstGeom prst="rect">
                <a:avLst/>
              </a:prstGeom>
              <a:gradFill>
                <a:gsLst>
                  <a:gs pos="0">
                    <a:srgbClr val="DEDEDF"/>
                  </a:gs>
                  <a:gs pos="56000">
                    <a:srgbClr val="F0F0F0"/>
                  </a:gs>
                </a:gsLst>
                <a:lin ang="5400000" scaled="1"/>
              </a:gradFill>
              <a:ln w="6350">
                <a:solidFill>
                  <a:srgbClr val="DC5221">
                    <a:alpha val="2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旖课1-2"/>
              <p:cNvSpPr/>
              <p:nvPr/>
            </p:nvSpPr>
            <p:spPr>
              <a:xfrm>
                <a:off x="7610260" y="1257811"/>
                <a:ext cx="3935435" cy="5680143"/>
              </a:xfrm>
              <a:custGeom>
                <a:avLst/>
                <a:gdLst>
                  <a:gd name="connsiteX0" fmla="*/ 0 w 3638550"/>
                  <a:gd name="connsiteY0" fmla="*/ 0 h 5280349"/>
                  <a:gd name="connsiteX1" fmla="*/ 3638550 w 3638550"/>
                  <a:gd name="connsiteY1" fmla="*/ 0 h 5280349"/>
                  <a:gd name="connsiteX2" fmla="*/ 3638550 w 3638550"/>
                  <a:gd name="connsiteY2" fmla="*/ 5280349 h 5280349"/>
                  <a:gd name="connsiteX3" fmla="*/ 0 w 3638550"/>
                  <a:gd name="connsiteY3" fmla="*/ 5280349 h 5280349"/>
                  <a:gd name="connsiteX4" fmla="*/ 0 w 3638550"/>
                  <a:gd name="connsiteY4" fmla="*/ 0 h 5280349"/>
                  <a:gd name="connsiteX0-1" fmla="*/ 0 w 3661410"/>
                  <a:gd name="connsiteY0-2" fmla="*/ 0 h 5280349"/>
                  <a:gd name="connsiteX1-3" fmla="*/ 3638550 w 3661410"/>
                  <a:gd name="connsiteY1-4" fmla="*/ 0 h 5280349"/>
                  <a:gd name="connsiteX2-5" fmla="*/ 3661410 w 3661410"/>
                  <a:gd name="connsiteY2-6" fmla="*/ 4434529 h 5280349"/>
                  <a:gd name="connsiteX3-7" fmla="*/ 3638550 w 3661410"/>
                  <a:gd name="connsiteY3-8" fmla="*/ 5280349 h 5280349"/>
                  <a:gd name="connsiteX4-9" fmla="*/ 0 w 3661410"/>
                  <a:gd name="connsiteY4-10" fmla="*/ 5280349 h 5280349"/>
                  <a:gd name="connsiteX5" fmla="*/ 0 w 3661410"/>
                  <a:gd name="connsiteY5" fmla="*/ 0 h 5280349"/>
                  <a:gd name="connsiteX0-11" fmla="*/ 0 w 3661410"/>
                  <a:gd name="connsiteY0-12" fmla="*/ 0 h 5280349"/>
                  <a:gd name="connsiteX1-13" fmla="*/ 3638550 w 3661410"/>
                  <a:gd name="connsiteY1-14" fmla="*/ 0 h 5280349"/>
                  <a:gd name="connsiteX2-15" fmla="*/ 3661410 w 3661410"/>
                  <a:gd name="connsiteY2-16" fmla="*/ 4434529 h 5280349"/>
                  <a:gd name="connsiteX3-17" fmla="*/ 2625090 w 3661410"/>
                  <a:gd name="connsiteY3-18" fmla="*/ 5272729 h 5280349"/>
                  <a:gd name="connsiteX4-19" fmla="*/ 0 w 3661410"/>
                  <a:gd name="connsiteY4-20" fmla="*/ 5280349 h 5280349"/>
                  <a:gd name="connsiteX5-21" fmla="*/ 0 w 3661410"/>
                  <a:gd name="connsiteY5-22" fmla="*/ 0 h 5280349"/>
                  <a:gd name="connsiteX0-23" fmla="*/ 0 w 3661410"/>
                  <a:gd name="connsiteY0-24" fmla="*/ 0 h 5294160"/>
                  <a:gd name="connsiteX1-25" fmla="*/ 3638550 w 3661410"/>
                  <a:gd name="connsiteY1-26" fmla="*/ 0 h 5294160"/>
                  <a:gd name="connsiteX2-27" fmla="*/ 3661410 w 3661410"/>
                  <a:gd name="connsiteY2-28" fmla="*/ 4434529 h 5294160"/>
                  <a:gd name="connsiteX3-29" fmla="*/ 2634615 w 3661410"/>
                  <a:gd name="connsiteY3-30" fmla="*/ 5294160 h 5294160"/>
                  <a:gd name="connsiteX4-31" fmla="*/ 0 w 3661410"/>
                  <a:gd name="connsiteY4-32" fmla="*/ 5280349 h 5294160"/>
                  <a:gd name="connsiteX5-33" fmla="*/ 0 w 3661410"/>
                  <a:gd name="connsiteY5-34" fmla="*/ 0 h 5294160"/>
                  <a:gd name="connsiteX0-35" fmla="*/ 0 w 3661410"/>
                  <a:gd name="connsiteY0-36" fmla="*/ 0 h 5294160"/>
                  <a:gd name="connsiteX1-37" fmla="*/ 3638550 w 3661410"/>
                  <a:gd name="connsiteY1-38" fmla="*/ 0 h 5294160"/>
                  <a:gd name="connsiteX2-39" fmla="*/ 3661410 w 3661410"/>
                  <a:gd name="connsiteY2-40" fmla="*/ 4434529 h 5294160"/>
                  <a:gd name="connsiteX3-41" fmla="*/ 2613183 w 3661410"/>
                  <a:gd name="connsiteY3-42" fmla="*/ 5294160 h 5294160"/>
                  <a:gd name="connsiteX4-43" fmla="*/ 0 w 3661410"/>
                  <a:gd name="connsiteY4-44" fmla="*/ 5280349 h 5294160"/>
                  <a:gd name="connsiteX5-45" fmla="*/ 0 w 3661410"/>
                  <a:gd name="connsiteY5-46" fmla="*/ 0 h 5294160"/>
                  <a:gd name="connsiteX0-47" fmla="*/ 0 w 3661410"/>
                  <a:gd name="connsiteY0-48" fmla="*/ 0 h 5280349"/>
                  <a:gd name="connsiteX1-49" fmla="*/ 3638550 w 3661410"/>
                  <a:gd name="connsiteY1-50" fmla="*/ 0 h 5280349"/>
                  <a:gd name="connsiteX2-51" fmla="*/ 3661410 w 3661410"/>
                  <a:gd name="connsiteY2-52" fmla="*/ 4434529 h 5280349"/>
                  <a:gd name="connsiteX3-53" fmla="*/ 2625883 w 3661410"/>
                  <a:gd name="connsiteY3-54" fmla="*/ 5278285 h 5280349"/>
                  <a:gd name="connsiteX4-55" fmla="*/ 0 w 3661410"/>
                  <a:gd name="connsiteY4-56" fmla="*/ 5280349 h 5280349"/>
                  <a:gd name="connsiteX5-57" fmla="*/ 0 w 3661410"/>
                  <a:gd name="connsiteY5-58" fmla="*/ 0 h 5280349"/>
                  <a:gd name="connsiteX0-59" fmla="*/ 0 w 3661410"/>
                  <a:gd name="connsiteY0-60" fmla="*/ 0 h 5284635"/>
                  <a:gd name="connsiteX1-61" fmla="*/ 3638550 w 3661410"/>
                  <a:gd name="connsiteY1-62" fmla="*/ 0 h 5284635"/>
                  <a:gd name="connsiteX2-63" fmla="*/ 3661410 w 3661410"/>
                  <a:gd name="connsiteY2-64" fmla="*/ 4434529 h 5284635"/>
                  <a:gd name="connsiteX3-65" fmla="*/ 2625883 w 3661410"/>
                  <a:gd name="connsiteY3-66" fmla="*/ 5284635 h 5284635"/>
                  <a:gd name="connsiteX4-67" fmla="*/ 0 w 3661410"/>
                  <a:gd name="connsiteY4-68" fmla="*/ 5280349 h 5284635"/>
                  <a:gd name="connsiteX5-69" fmla="*/ 0 w 3661410"/>
                  <a:gd name="connsiteY5-70" fmla="*/ 0 h 528463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21" y="connsiteY5-22"/>
                  </a:cxn>
                </a:cxnLst>
                <a:rect l="l" t="t" r="r" b="b"/>
                <a:pathLst>
                  <a:path w="3661410" h="5284635">
                    <a:moveTo>
                      <a:pt x="0" y="0"/>
                    </a:moveTo>
                    <a:lnTo>
                      <a:pt x="3638550" y="0"/>
                    </a:lnTo>
                    <a:cubicBezTo>
                      <a:pt x="3638550" y="1485796"/>
                      <a:pt x="3661410" y="2948733"/>
                      <a:pt x="3661410" y="4434529"/>
                    </a:cubicBezTo>
                    <a:lnTo>
                      <a:pt x="2625883" y="5284635"/>
                    </a:lnTo>
                    <a:lnTo>
                      <a:pt x="0" y="528034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1000">
                    <a:srgbClr val="EAE9E6"/>
                  </a:gs>
                  <a:gs pos="100000">
                    <a:srgbClr val="F0F0F0"/>
                  </a:gs>
                </a:gsLst>
                <a:lin ang="5400000" scaled="1"/>
              </a:gradFill>
              <a:ln w="6350">
                <a:solidFill>
                  <a:srgbClr val="DC5221">
                    <a:alpha val="2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旖课1-3"/>
              <p:cNvSpPr/>
              <p:nvPr/>
            </p:nvSpPr>
            <p:spPr>
              <a:xfrm flipH="1">
                <a:off x="10425379" y="6157999"/>
                <a:ext cx="962653" cy="785585"/>
              </a:xfrm>
              <a:prstGeom prst="rtTriangle">
                <a:avLst/>
              </a:prstGeom>
              <a:gradFill>
                <a:gsLst>
                  <a:gs pos="0">
                    <a:srgbClr val="DEDEDF"/>
                  </a:gs>
                  <a:gs pos="57000">
                    <a:srgbClr val="F0F0F0"/>
                  </a:gs>
                </a:gsLst>
                <a:lin ang="5400000" scaled="1"/>
              </a:gradFill>
              <a:ln w="6350">
                <a:solidFill>
                  <a:srgbClr val="DC5221">
                    <a:alpha val="2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旖课1-4"/>
              <p:cNvSpPr/>
              <p:nvPr/>
            </p:nvSpPr>
            <p:spPr>
              <a:xfrm>
                <a:off x="10425673" y="5977131"/>
                <a:ext cx="1064738" cy="965772"/>
              </a:xfrm>
              <a:custGeom>
                <a:avLst/>
                <a:gdLst>
                  <a:gd name="connsiteX0" fmla="*/ 0 w 990600"/>
                  <a:gd name="connsiteY0" fmla="*/ 898525 h 898525"/>
                  <a:gd name="connsiteX1" fmla="*/ 498475 w 990600"/>
                  <a:gd name="connsiteY1" fmla="*/ 0 h 898525"/>
                  <a:gd name="connsiteX2" fmla="*/ 714375 w 990600"/>
                  <a:gd name="connsiteY2" fmla="*/ 114300 h 898525"/>
                  <a:gd name="connsiteX3" fmla="*/ 990600 w 990600"/>
                  <a:gd name="connsiteY3" fmla="*/ 88900 h 898525"/>
                  <a:gd name="connsiteX4" fmla="*/ 0 w 990600"/>
                  <a:gd name="connsiteY4" fmla="*/ 898525 h 898525"/>
                  <a:gd name="connsiteX0-1" fmla="*/ 0 w 990600"/>
                  <a:gd name="connsiteY0-2" fmla="*/ 898525 h 898525"/>
                  <a:gd name="connsiteX1-3" fmla="*/ 498475 w 990600"/>
                  <a:gd name="connsiteY1-4" fmla="*/ 0 h 898525"/>
                  <a:gd name="connsiteX2-5" fmla="*/ 714375 w 990600"/>
                  <a:gd name="connsiteY2-6" fmla="*/ 114300 h 898525"/>
                  <a:gd name="connsiteX3-7" fmla="*/ 990600 w 990600"/>
                  <a:gd name="connsiteY3-8" fmla="*/ 88900 h 898525"/>
                  <a:gd name="connsiteX4-9" fmla="*/ 0 w 990600"/>
                  <a:gd name="connsiteY4-10" fmla="*/ 898525 h 898525"/>
                  <a:gd name="connsiteX0-11" fmla="*/ 0 w 990600"/>
                  <a:gd name="connsiteY0-12" fmla="*/ 898525 h 898525"/>
                  <a:gd name="connsiteX1-13" fmla="*/ 498475 w 990600"/>
                  <a:gd name="connsiteY1-14" fmla="*/ 0 h 898525"/>
                  <a:gd name="connsiteX2-15" fmla="*/ 714375 w 990600"/>
                  <a:gd name="connsiteY2-16" fmla="*/ 114300 h 898525"/>
                  <a:gd name="connsiteX3-17" fmla="*/ 990600 w 990600"/>
                  <a:gd name="connsiteY3-18" fmla="*/ 88900 h 898525"/>
                  <a:gd name="connsiteX4-19" fmla="*/ 0 w 990600"/>
                  <a:gd name="connsiteY4-20" fmla="*/ 898525 h 898525"/>
                  <a:gd name="connsiteX0-21" fmla="*/ 0 w 990600"/>
                  <a:gd name="connsiteY0-22" fmla="*/ 898525 h 898525"/>
                  <a:gd name="connsiteX1-23" fmla="*/ 498475 w 990600"/>
                  <a:gd name="connsiteY1-24" fmla="*/ 0 h 898525"/>
                  <a:gd name="connsiteX2-25" fmla="*/ 714375 w 990600"/>
                  <a:gd name="connsiteY2-26" fmla="*/ 114300 h 898525"/>
                  <a:gd name="connsiteX3-27" fmla="*/ 990600 w 990600"/>
                  <a:gd name="connsiteY3-28" fmla="*/ 88900 h 898525"/>
                  <a:gd name="connsiteX4-29" fmla="*/ 0 w 990600"/>
                  <a:gd name="connsiteY4-30" fmla="*/ 898525 h 898525"/>
                  <a:gd name="connsiteX0-31" fmla="*/ 0 w 990600"/>
                  <a:gd name="connsiteY0-32" fmla="*/ 898525 h 898525"/>
                  <a:gd name="connsiteX1-33" fmla="*/ 498475 w 990600"/>
                  <a:gd name="connsiteY1-34" fmla="*/ 0 h 898525"/>
                  <a:gd name="connsiteX2-35" fmla="*/ 714375 w 990600"/>
                  <a:gd name="connsiteY2-36" fmla="*/ 114300 h 898525"/>
                  <a:gd name="connsiteX3-37" fmla="*/ 990600 w 990600"/>
                  <a:gd name="connsiteY3-38" fmla="*/ 88900 h 898525"/>
                  <a:gd name="connsiteX4-39" fmla="*/ 0 w 990600"/>
                  <a:gd name="connsiteY4-40" fmla="*/ 898525 h 89852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90600" h="898525">
                    <a:moveTo>
                      <a:pt x="0" y="898525"/>
                    </a:moveTo>
                    <a:lnTo>
                      <a:pt x="498475" y="0"/>
                    </a:lnTo>
                    <a:cubicBezTo>
                      <a:pt x="568060" y="92868"/>
                      <a:pt x="651933" y="109538"/>
                      <a:pt x="714375" y="114300"/>
                    </a:cubicBezTo>
                    <a:cubicBezTo>
                      <a:pt x="825500" y="127265"/>
                      <a:pt x="908050" y="104511"/>
                      <a:pt x="990600" y="88900"/>
                    </a:cubicBezTo>
                    <a:lnTo>
                      <a:pt x="0" y="898525"/>
                    </a:lnTo>
                    <a:close/>
                  </a:path>
                </a:pathLst>
              </a:custGeom>
              <a:gradFill>
                <a:gsLst>
                  <a:gs pos="11000">
                    <a:srgbClr val="EAE9E6"/>
                  </a:gs>
                  <a:gs pos="100000">
                    <a:srgbClr val="F0F0F0"/>
                  </a:gs>
                </a:gsLst>
                <a:lin ang="5400000" scaled="1"/>
              </a:gradFill>
              <a:ln w="6350">
                <a:solidFill>
                  <a:srgbClr val="DC5221">
                    <a:alpha val="2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旖课1-5"/>
              <p:cNvSpPr/>
              <p:nvPr/>
            </p:nvSpPr>
            <p:spPr>
              <a:xfrm>
                <a:off x="7193426" y="6929251"/>
                <a:ext cx="4194607" cy="218409"/>
              </a:xfrm>
              <a:custGeom>
                <a:avLst/>
                <a:gdLst>
                  <a:gd name="connsiteX0" fmla="*/ 0 w 3867413"/>
                  <a:gd name="connsiteY0" fmla="*/ 0 h 200026"/>
                  <a:gd name="connsiteX1" fmla="*/ 3867413 w 3867413"/>
                  <a:gd name="connsiteY1" fmla="*/ 0 h 200026"/>
                  <a:gd name="connsiteX2" fmla="*/ 3867413 w 3867413"/>
                  <a:gd name="connsiteY2" fmla="*/ 200026 h 200026"/>
                  <a:gd name="connsiteX3" fmla="*/ 0 w 3867413"/>
                  <a:gd name="connsiteY3" fmla="*/ 200026 h 200026"/>
                  <a:gd name="connsiteX4" fmla="*/ 0 w 3867413"/>
                  <a:gd name="connsiteY4" fmla="*/ 0 h 200026"/>
                  <a:gd name="connsiteX0-1" fmla="*/ 0 w 3867413"/>
                  <a:gd name="connsiteY0-2" fmla="*/ 0 h 203201"/>
                  <a:gd name="connsiteX1-3" fmla="*/ 3867413 w 3867413"/>
                  <a:gd name="connsiteY1-4" fmla="*/ 0 h 203201"/>
                  <a:gd name="connsiteX2-5" fmla="*/ 3438788 w 3867413"/>
                  <a:gd name="connsiteY2-6" fmla="*/ 203201 h 203201"/>
                  <a:gd name="connsiteX3-7" fmla="*/ 0 w 3867413"/>
                  <a:gd name="connsiteY3-8" fmla="*/ 200026 h 203201"/>
                  <a:gd name="connsiteX4-9" fmla="*/ 0 w 3867413"/>
                  <a:gd name="connsiteY4-10" fmla="*/ 0 h 203201"/>
                  <a:gd name="connsiteX0-11" fmla="*/ 0 w 3857888"/>
                  <a:gd name="connsiteY0-12" fmla="*/ 0 h 203201"/>
                  <a:gd name="connsiteX1-13" fmla="*/ 3857888 w 3857888"/>
                  <a:gd name="connsiteY1-14" fmla="*/ 9525 h 203201"/>
                  <a:gd name="connsiteX2-15" fmla="*/ 3438788 w 3857888"/>
                  <a:gd name="connsiteY2-16" fmla="*/ 203201 h 203201"/>
                  <a:gd name="connsiteX3-17" fmla="*/ 0 w 3857888"/>
                  <a:gd name="connsiteY3-18" fmla="*/ 200026 h 203201"/>
                  <a:gd name="connsiteX4-19" fmla="*/ 0 w 3857888"/>
                  <a:gd name="connsiteY4-20" fmla="*/ 0 h 203201"/>
                  <a:gd name="connsiteX0-21" fmla="*/ 0 w 3851538"/>
                  <a:gd name="connsiteY0-22" fmla="*/ 0 h 203201"/>
                  <a:gd name="connsiteX1-23" fmla="*/ 3851538 w 3851538"/>
                  <a:gd name="connsiteY1-24" fmla="*/ 9525 h 203201"/>
                  <a:gd name="connsiteX2-25" fmla="*/ 3438788 w 3851538"/>
                  <a:gd name="connsiteY2-26" fmla="*/ 203201 h 203201"/>
                  <a:gd name="connsiteX3-27" fmla="*/ 0 w 3851538"/>
                  <a:gd name="connsiteY3-28" fmla="*/ 200026 h 203201"/>
                  <a:gd name="connsiteX4-29" fmla="*/ 0 w 3851538"/>
                  <a:gd name="connsiteY4-30" fmla="*/ 0 h 20320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3851537" h="203201">
                    <a:moveTo>
                      <a:pt x="0" y="0"/>
                    </a:moveTo>
                    <a:lnTo>
                      <a:pt x="3851538" y="9525"/>
                    </a:lnTo>
                    <a:lnTo>
                      <a:pt x="3438788" y="203201"/>
                    </a:lnTo>
                    <a:lnTo>
                      <a:pt x="0" y="20002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6350">
                <a:solidFill>
                  <a:srgbClr val="DC5221">
                    <a:alpha val="2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旖课1-6"/>
              <p:cNvSpPr/>
              <p:nvPr/>
            </p:nvSpPr>
            <p:spPr>
              <a:xfrm>
                <a:off x="7085267" y="1258197"/>
                <a:ext cx="524993" cy="5988429"/>
              </a:xfrm>
              <a:custGeom>
                <a:avLst/>
                <a:gdLst>
                  <a:gd name="connsiteX0" fmla="*/ 0 w 475456"/>
                  <a:gd name="connsiteY0" fmla="*/ 0 h 4939630"/>
                  <a:gd name="connsiteX1" fmla="*/ 475456 w 475456"/>
                  <a:gd name="connsiteY1" fmla="*/ 0 h 4939630"/>
                  <a:gd name="connsiteX2" fmla="*/ 475456 w 475456"/>
                  <a:gd name="connsiteY2" fmla="*/ 4939630 h 4939630"/>
                  <a:gd name="connsiteX3" fmla="*/ 0 w 475456"/>
                  <a:gd name="connsiteY3" fmla="*/ 4939630 h 4939630"/>
                  <a:gd name="connsiteX4" fmla="*/ 0 w 475456"/>
                  <a:gd name="connsiteY4" fmla="*/ 0 h 4939630"/>
                  <a:gd name="connsiteX0-1" fmla="*/ 0 w 494506"/>
                  <a:gd name="connsiteY0-2" fmla="*/ 336550 h 5276180"/>
                  <a:gd name="connsiteX1-3" fmla="*/ 494506 w 494506"/>
                  <a:gd name="connsiteY1-4" fmla="*/ 0 h 5276180"/>
                  <a:gd name="connsiteX2-5" fmla="*/ 475456 w 494506"/>
                  <a:gd name="connsiteY2-6" fmla="*/ 5276180 h 5276180"/>
                  <a:gd name="connsiteX3-7" fmla="*/ 0 w 494506"/>
                  <a:gd name="connsiteY3-8" fmla="*/ 5276180 h 5276180"/>
                  <a:gd name="connsiteX4-9" fmla="*/ 0 w 494506"/>
                  <a:gd name="connsiteY4-10" fmla="*/ 336550 h 5276180"/>
                  <a:gd name="connsiteX0-11" fmla="*/ 6350 w 494506"/>
                  <a:gd name="connsiteY0-12" fmla="*/ 352425 h 5276180"/>
                  <a:gd name="connsiteX1-13" fmla="*/ 494506 w 494506"/>
                  <a:gd name="connsiteY1-14" fmla="*/ 0 h 5276180"/>
                  <a:gd name="connsiteX2-15" fmla="*/ 475456 w 494506"/>
                  <a:gd name="connsiteY2-16" fmla="*/ 5276180 h 5276180"/>
                  <a:gd name="connsiteX3-17" fmla="*/ 0 w 494506"/>
                  <a:gd name="connsiteY3-18" fmla="*/ 5276180 h 5276180"/>
                  <a:gd name="connsiteX4-19" fmla="*/ 6350 w 494506"/>
                  <a:gd name="connsiteY4-20" fmla="*/ 352425 h 5276180"/>
                  <a:gd name="connsiteX0-21" fmla="*/ 6350 w 494506"/>
                  <a:gd name="connsiteY0-22" fmla="*/ 352425 h 5282530"/>
                  <a:gd name="connsiteX1-23" fmla="*/ 494506 w 494506"/>
                  <a:gd name="connsiteY1-24" fmla="*/ 0 h 5282530"/>
                  <a:gd name="connsiteX2-25" fmla="*/ 488156 w 494506"/>
                  <a:gd name="connsiteY2-26" fmla="*/ 5282530 h 5282530"/>
                  <a:gd name="connsiteX3-27" fmla="*/ 0 w 494506"/>
                  <a:gd name="connsiteY3-28" fmla="*/ 5276180 h 5282530"/>
                  <a:gd name="connsiteX4-29" fmla="*/ 6350 w 494506"/>
                  <a:gd name="connsiteY4-30" fmla="*/ 352425 h 5282530"/>
                  <a:gd name="connsiteX0-31" fmla="*/ 282 w 488438"/>
                  <a:gd name="connsiteY0-32" fmla="*/ 352425 h 5571455"/>
                  <a:gd name="connsiteX1-33" fmla="*/ 488438 w 488438"/>
                  <a:gd name="connsiteY1-34" fmla="*/ 0 h 5571455"/>
                  <a:gd name="connsiteX2-35" fmla="*/ 482088 w 488438"/>
                  <a:gd name="connsiteY2-36" fmla="*/ 5282530 h 5571455"/>
                  <a:gd name="connsiteX3-37" fmla="*/ 6632 w 488438"/>
                  <a:gd name="connsiteY3-38" fmla="*/ 5571455 h 5571455"/>
                  <a:gd name="connsiteX4-39" fmla="*/ 282 w 488438"/>
                  <a:gd name="connsiteY4-40" fmla="*/ 352425 h 5571455"/>
                  <a:gd name="connsiteX0-41" fmla="*/ 282 w 488438"/>
                  <a:gd name="connsiteY0-42" fmla="*/ 352425 h 5571455"/>
                  <a:gd name="connsiteX1-43" fmla="*/ 488438 w 488438"/>
                  <a:gd name="connsiteY1-44" fmla="*/ 0 h 5571455"/>
                  <a:gd name="connsiteX2-45" fmla="*/ 482088 w 488438"/>
                  <a:gd name="connsiteY2-46" fmla="*/ 5282530 h 5571455"/>
                  <a:gd name="connsiteX3-47" fmla="*/ 6632 w 488438"/>
                  <a:gd name="connsiteY3-48" fmla="*/ 5571455 h 5571455"/>
                  <a:gd name="connsiteX4-49" fmla="*/ 282 w 488438"/>
                  <a:gd name="connsiteY4-50" fmla="*/ 352425 h 5571455"/>
                  <a:gd name="connsiteX0-51" fmla="*/ 282 w 488438"/>
                  <a:gd name="connsiteY0-52" fmla="*/ 352425 h 5571455"/>
                  <a:gd name="connsiteX1-53" fmla="*/ 488438 w 488438"/>
                  <a:gd name="connsiteY1-54" fmla="*/ 0 h 5571455"/>
                  <a:gd name="connsiteX2-55" fmla="*/ 482088 w 488438"/>
                  <a:gd name="connsiteY2-56" fmla="*/ 5282530 h 5571455"/>
                  <a:gd name="connsiteX3-57" fmla="*/ 6632 w 488438"/>
                  <a:gd name="connsiteY3-58" fmla="*/ 5571455 h 5571455"/>
                  <a:gd name="connsiteX4-59" fmla="*/ 282 w 488438"/>
                  <a:gd name="connsiteY4-60" fmla="*/ 352425 h 5571455"/>
                  <a:gd name="connsiteX0-61" fmla="*/ 282 w 488438"/>
                  <a:gd name="connsiteY0-62" fmla="*/ 352425 h 5571455"/>
                  <a:gd name="connsiteX1-63" fmla="*/ 488438 w 488438"/>
                  <a:gd name="connsiteY1-64" fmla="*/ 0 h 5571455"/>
                  <a:gd name="connsiteX2-65" fmla="*/ 482088 w 488438"/>
                  <a:gd name="connsiteY2-66" fmla="*/ 5282530 h 5571455"/>
                  <a:gd name="connsiteX3-67" fmla="*/ 6632 w 488438"/>
                  <a:gd name="connsiteY3-68" fmla="*/ 5571455 h 5571455"/>
                  <a:gd name="connsiteX4-69" fmla="*/ 282 w 488438"/>
                  <a:gd name="connsiteY4-70" fmla="*/ 352425 h 5571455"/>
                  <a:gd name="connsiteX0-71" fmla="*/ 282 w 488438"/>
                  <a:gd name="connsiteY0-72" fmla="*/ 352425 h 5571455"/>
                  <a:gd name="connsiteX1-73" fmla="*/ 488438 w 488438"/>
                  <a:gd name="connsiteY1-74" fmla="*/ 0 h 5571455"/>
                  <a:gd name="connsiteX2-75" fmla="*/ 482088 w 488438"/>
                  <a:gd name="connsiteY2-76" fmla="*/ 5282530 h 5571455"/>
                  <a:gd name="connsiteX3-77" fmla="*/ 6632 w 488438"/>
                  <a:gd name="connsiteY3-78" fmla="*/ 5571455 h 5571455"/>
                  <a:gd name="connsiteX4-79" fmla="*/ 282 w 488438"/>
                  <a:gd name="connsiteY4-80" fmla="*/ 352425 h 5571455"/>
                  <a:gd name="connsiteX0-81" fmla="*/ 282 w 488438"/>
                  <a:gd name="connsiteY0-82" fmla="*/ 352425 h 5571455"/>
                  <a:gd name="connsiteX1-83" fmla="*/ 488438 w 488438"/>
                  <a:gd name="connsiteY1-84" fmla="*/ 0 h 5571455"/>
                  <a:gd name="connsiteX2-85" fmla="*/ 482088 w 488438"/>
                  <a:gd name="connsiteY2-86" fmla="*/ 5282530 h 5571455"/>
                  <a:gd name="connsiteX3-87" fmla="*/ 6632 w 488438"/>
                  <a:gd name="connsiteY3-88" fmla="*/ 5571455 h 5571455"/>
                  <a:gd name="connsiteX4-89" fmla="*/ 282 w 488438"/>
                  <a:gd name="connsiteY4-90" fmla="*/ 352425 h 5571455"/>
                  <a:gd name="connsiteX0-91" fmla="*/ 282 w 488438"/>
                  <a:gd name="connsiteY0-92" fmla="*/ 352425 h 5571455"/>
                  <a:gd name="connsiteX1-93" fmla="*/ 488438 w 488438"/>
                  <a:gd name="connsiteY1-94" fmla="*/ 0 h 5571455"/>
                  <a:gd name="connsiteX2-95" fmla="*/ 482088 w 488438"/>
                  <a:gd name="connsiteY2-96" fmla="*/ 5282530 h 5571455"/>
                  <a:gd name="connsiteX3-97" fmla="*/ 6632 w 488438"/>
                  <a:gd name="connsiteY3-98" fmla="*/ 5571455 h 5571455"/>
                  <a:gd name="connsiteX4-99" fmla="*/ 282 w 488438"/>
                  <a:gd name="connsiteY4-100" fmla="*/ 352425 h 5571455"/>
                  <a:gd name="connsiteX0-101" fmla="*/ 282 w 488438"/>
                  <a:gd name="connsiteY0-102" fmla="*/ 352425 h 5571455"/>
                  <a:gd name="connsiteX1-103" fmla="*/ 488438 w 488438"/>
                  <a:gd name="connsiteY1-104" fmla="*/ 0 h 5571455"/>
                  <a:gd name="connsiteX2-105" fmla="*/ 482088 w 488438"/>
                  <a:gd name="connsiteY2-106" fmla="*/ 5282530 h 5571455"/>
                  <a:gd name="connsiteX3-107" fmla="*/ 6632 w 488438"/>
                  <a:gd name="connsiteY3-108" fmla="*/ 5571455 h 5571455"/>
                  <a:gd name="connsiteX4-109" fmla="*/ 282 w 488438"/>
                  <a:gd name="connsiteY4-110" fmla="*/ 352425 h 557145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88438" h="5571455">
                    <a:moveTo>
                      <a:pt x="282" y="352425"/>
                    </a:moveTo>
                    <a:cubicBezTo>
                      <a:pt x="132953" y="149817"/>
                      <a:pt x="283151" y="82420"/>
                      <a:pt x="488438" y="0"/>
                    </a:cubicBezTo>
                    <a:cubicBezTo>
                      <a:pt x="486321" y="1760843"/>
                      <a:pt x="484205" y="3521687"/>
                      <a:pt x="482088" y="5282530"/>
                    </a:cubicBezTo>
                    <a:cubicBezTo>
                      <a:pt x="268516" y="5328759"/>
                      <a:pt x="163447" y="5403368"/>
                      <a:pt x="6632" y="5571455"/>
                    </a:cubicBezTo>
                    <a:cubicBezTo>
                      <a:pt x="8749" y="3930203"/>
                      <a:pt x="-1835" y="1993677"/>
                      <a:pt x="282" y="35242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CA88E"/>
                  </a:gs>
                  <a:gs pos="56000">
                    <a:srgbClr val="EFE7E6"/>
                  </a:gs>
                </a:gsLst>
                <a:lin ang="5400000" scaled="1"/>
              </a:gradFill>
              <a:ln w="6350">
                <a:solidFill>
                  <a:srgbClr val="DC5221">
                    <a:alpha val="2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旖课1-7"/>
              <p:cNvSpPr>
                <a:spLocks noChangeAspect="1"/>
              </p:cNvSpPr>
              <p:nvPr/>
            </p:nvSpPr>
            <p:spPr bwMode="auto">
              <a:xfrm>
                <a:off x="7926450" y="1252181"/>
                <a:ext cx="651644" cy="780465"/>
              </a:xfrm>
              <a:custGeom>
                <a:avLst/>
                <a:gdLst>
                  <a:gd name="T0" fmla="*/ 0 w 2652"/>
                  <a:gd name="T1" fmla="*/ 0 h 4283"/>
                  <a:gd name="T2" fmla="*/ 0 w 2652"/>
                  <a:gd name="T3" fmla="*/ 4283 h 4283"/>
                  <a:gd name="T4" fmla="*/ 1326 w 2652"/>
                  <a:gd name="T5" fmla="*/ 3342 h 4283"/>
                  <a:gd name="T6" fmla="*/ 2652 w 2652"/>
                  <a:gd name="T7" fmla="*/ 4283 h 4283"/>
                  <a:gd name="T8" fmla="*/ 2652 w 2652"/>
                  <a:gd name="T9" fmla="*/ 0 h 4283"/>
                  <a:gd name="T10" fmla="*/ 0 w 2652"/>
                  <a:gd name="T11" fmla="*/ 0 h 4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52" h="4283">
                    <a:moveTo>
                      <a:pt x="0" y="0"/>
                    </a:moveTo>
                    <a:lnTo>
                      <a:pt x="0" y="4283"/>
                    </a:lnTo>
                    <a:lnTo>
                      <a:pt x="1326" y="3342"/>
                    </a:lnTo>
                    <a:lnTo>
                      <a:pt x="2652" y="4283"/>
                    </a:lnTo>
                    <a:lnTo>
                      <a:pt x="26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5221">
                  <a:alpha val="80000"/>
                </a:srgbClr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" name="旖课1-8"/>
              <p:cNvSpPr/>
              <p:nvPr/>
            </p:nvSpPr>
            <p:spPr>
              <a:xfrm>
                <a:off x="7610260" y="4131834"/>
                <a:ext cx="3935435" cy="1734509"/>
              </a:xfrm>
              <a:prstGeom prst="rect">
                <a:avLst/>
              </a:prstGeom>
              <a:solidFill>
                <a:srgbClr val="FCA8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旖课1-9"/>
              <p:cNvSpPr/>
              <p:nvPr/>
            </p:nvSpPr>
            <p:spPr>
              <a:xfrm rot="5400000">
                <a:off x="6372694" y="4627347"/>
                <a:ext cx="1952580" cy="527436"/>
              </a:xfrm>
              <a:prstGeom prst="parallelogram">
                <a:avLst>
                  <a:gd name="adj" fmla="val 41254"/>
                </a:avLst>
              </a:prstGeom>
              <a:solidFill>
                <a:srgbClr val="DC52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旖课1-10"/>
              <p:cNvSpPr/>
              <p:nvPr/>
            </p:nvSpPr>
            <p:spPr>
              <a:xfrm>
                <a:off x="8317833" y="2089867"/>
                <a:ext cx="2524710" cy="2524710"/>
              </a:xfrm>
              <a:prstGeom prst="ellipse">
                <a:avLst/>
              </a:prstGeom>
              <a:noFill/>
              <a:ln w="6350">
                <a:gradFill>
                  <a:gsLst>
                    <a:gs pos="0">
                      <a:srgbClr val="DC5221"/>
                    </a:gs>
                    <a:gs pos="60000">
                      <a:srgbClr val="DC5221">
                        <a:alpha val="0"/>
                      </a:srgbClr>
                    </a:gs>
                    <a:gs pos="91000">
                      <a:srgbClr val="DC5221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旖课1-11"/>
              <p:cNvSpPr/>
              <p:nvPr/>
            </p:nvSpPr>
            <p:spPr>
              <a:xfrm>
                <a:off x="8199238" y="1983349"/>
                <a:ext cx="2757478" cy="2757478"/>
              </a:xfrm>
              <a:prstGeom prst="ellipse">
                <a:avLst/>
              </a:prstGeom>
              <a:noFill/>
              <a:ln w="6350">
                <a:gradFill>
                  <a:gsLst>
                    <a:gs pos="0">
                      <a:srgbClr val="DC5221">
                        <a:alpha val="12000"/>
                      </a:srgbClr>
                    </a:gs>
                    <a:gs pos="60000">
                      <a:srgbClr val="DC5221">
                        <a:alpha val="0"/>
                      </a:srgbClr>
                    </a:gs>
                    <a:gs pos="91000">
                      <a:srgbClr val="DC5221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旖课1-12"/>
              <p:cNvSpPr txBox="1"/>
              <p:nvPr/>
            </p:nvSpPr>
            <p:spPr>
              <a:xfrm>
                <a:off x="8567478" y="1422618"/>
                <a:ext cx="292293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*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***************</a:t>
                </a: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*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5" name="组合 74"/>
              <p:cNvGrpSpPr/>
              <p:nvPr/>
            </p:nvGrpSpPr>
            <p:grpSpPr>
              <a:xfrm>
                <a:off x="7243664" y="6978906"/>
                <a:ext cx="4035164" cy="127973"/>
                <a:chOff x="-2677870" y="5894546"/>
                <a:chExt cx="3754195" cy="119062"/>
              </a:xfrm>
            </p:grpSpPr>
            <p:cxnSp>
              <p:nvCxnSpPr>
                <p:cNvPr id="76" name="旖课1-13"/>
                <p:cNvCxnSpPr/>
                <p:nvPr/>
              </p:nvCxnSpPr>
              <p:spPr>
                <a:xfrm>
                  <a:off x="-2477554" y="5894546"/>
                  <a:ext cx="3553879" cy="0"/>
                </a:xfrm>
                <a:prstGeom prst="line">
                  <a:avLst/>
                </a:prstGeom>
                <a:ln w="6350" cap="rnd">
                  <a:solidFill>
                    <a:srgbClr val="DC5221">
                      <a:alpha val="1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旖课1-14"/>
                <p:cNvCxnSpPr/>
                <p:nvPr/>
              </p:nvCxnSpPr>
              <p:spPr>
                <a:xfrm>
                  <a:off x="-2677870" y="6013608"/>
                  <a:ext cx="3511307" cy="0"/>
                </a:xfrm>
                <a:prstGeom prst="line">
                  <a:avLst/>
                </a:prstGeom>
                <a:ln w="6350" cap="rnd">
                  <a:solidFill>
                    <a:srgbClr val="DC5221">
                      <a:alpha val="1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旖课1-15"/>
                <p:cNvCxnSpPr/>
                <p:nvPr/>
              </p:nvCxnSpPr>
              <p:spPr>
                <a:xfrm>
                  <a:off x="-2571035" y="5932646"/>
                  <a:ext cx="3567985" cy="0"/>
                </a:xfrm>
                <a:prstGeom prst="line">
                  <a:avLst/>
                </a:prstGeom>
                <a:ln w="6350" cap="rnd">
                  <a:solidFill>
                    <a:srgbClr val="DC5221">
                      <a:alpha val="1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旖课1-16"/>
                <p:cNvCxnSpPr/>
                <p:nvPr/>
              </p:nvCxnSpPr>
              <p:spPr>
                <a:xfrm>
                  <a:off x="-2621114" y="5970746"/>
                  <a:ext cx="3541864" cy="0"/>
                </a:xfrm>
                <a:prstGeom prst="line">
                  <a:avLst/>
                </a:prstGeom>
                <a:ln w="6350" cap="rnd">
                  <a:solidFill>
                    <a:srgbClr val="DC5221">
                      <a:alpha val="1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3" name="旖课1-17"/>
              <p:cNvSpPr txBox="1"/>
              <p:nvPr/>
            </p:nvSpPr>
            <p:spPr>
              <a:xfrm>
                <a:off x="7988181" y="1442879"/>
                <a:ext cx="651645" cy="260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***</a:t>
                </a:r>
              </a:p>
            </p:txBody>
          </p:sp>
        </p:grpSp>
        <p:sp>
          <p:nvSpPr>
            <p:cNvPr id="114" name="旖课1-18"/>
            <p:cNvSpPr txBox="1"/>
            <p:nvPr>
              <p:custDataLst>
                <p:tags r:id="rId1"/>
              </p:custDataLst>
            </p:nvPr>
          </p:nvSpPr>
          <p:spPr>
            <a:xfrm>
              <a:off x="8074115" y="1980118"/>
              <a:ext cx="213852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DC52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汉仪君黑-45简" panose="020B0604020202020204" charset="-122"/>
                  <a:sym typeface="汉仪君黑-45简" panose="020B0604020202020204" charset="-122"/>
                </a:rPr>
                <a:t>****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DC52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汉仪君黑-45简" panose="020B0604020202020204" charset="-122"/>
                  <a:sym typeface="汉仪君黑-45简" panose="020B0604020202020204" charset="-122"/>
                </a:rPr>
                <a:t>*</a:t>
              </a:r>
              <a:endPara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君黑-45简" panose="020B0604020202020204" charset="-122"/>
                <a:sym typeface="汉仪君黑-45简" panose="020B0604020202020204" charset="-122"/>
              </a:endParaRPr>
            </a:p>
          </p:txBody>
        </p:sp>
      </p:grpSp>
      <p:grpSp>
        <p:nvGrpSpPr>
          <p:cNvPr id="9" name="旖课2"/>
          <p:cNvGrpSpPr/>
          <p:nvPr/>
        </p:nvGrpSpPr>
        <p:grpSpPr>
          <a:xfrm>
            <a:off x="1675380" y="564858"/>
            <a:ext cx="4430853" cy="2830521"/>
            <a:chOff x="1675380" y="564858"/>
            <a:chExt cx="4430853" cy="2830521"/>
          </a:xfrm>
        </p:grpSpPr>
        <p:pic>
          <p:nvPicPr>
            <p:cNvPr id="111" name="旖课2-1" descr="图表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380" y="564858"/>
              <a:ext cx="4195166" cy="2830521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6000"/>
                </a:prstClr>
              </a:outerShdw>
            </a:effectLst>
          </p:spPr>
        </p:pic>
        <p:grpSp>
          <p:nvGrpSpPr>
            <p:cNvPr id="4" name="组合 3"/>
            <p:cNvGrpSpPr/>
            <p:nvPr/>
          </p:nvGrpSpPr>
          <p:grpSpPr>
            <a:xfrm>
              <a:off x="4191425" y="1102784"/>
              <a:ext cx="1914808" cy="1914808"/>
              <a:chOff x="4191425" y="1102784"/>
              <a:chExt cx="1914808" cy="1914808"/>
            </a:xfrm>
          </p:grpSpPr>
          <p:sp>
            <p:nvSpPr>
              <p:cNvPr id="2" name="旖课2-2"/>
              <p:cNvSpPr/>
              <p:nvPr/>
            </p:nvSpPr>
            <p:spPr>
              <a:xfrm>
                <a:off x="5023456" y="1311986"/>
                <a:ext cx="915702" cy="915702"/>
              </a:xfrm>
              <a:prstGeom prst="ellipse">
                <a:avLst/>
              </a:prstGeom>
              <a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pic>
            <p:nvPicPr>
              <p:cNvPr id="116" name="旖课2-3" descr="形状, 图标&#10;&#10;描述已自动生成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flipH="1">
                <a:off x="4191425" y="1102784"/>
                <a:ext cx="1914808" cy="1914808"/>
              </a:xfrm>
              <a:prstGeom prst="rect">
                <a:avLst/>
              </a:prstGeom>
            </p:spPr>
          </p:pic>
        </p:grpSp>
      </p:grpSp>
      <p:grpSp>
        <p:nvGrpSpPr>
          <p:cNvPr id="10" name="旖课3"/>
          <p:cNvGrpSpPr/>
          <p:nvPr/>
        </p:nvGrpSpPr>
        <p:grpSpPr>
          <a:xfrm>
            <a:off x="1675380" y="3638224"/>
            <a:ext cx="4305480" cy="2830521"/>
            <a:chOff x="1675380" y="3638224"/>
            <a:chExt cx="4305480" cy="2830521"/>
          </a:xfrm>
        </p:grpSpPr>
        <p:pic>
          <p:nvPicPr>
            <p:cNvPr id="112" name="旖课3-1" descr="图表, 条形图, 瀑布图&#10;&#10;描述已自动生成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675380" y="3638224"/>
              <a:ext cx="4195166" cy="2830521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6000"/>
                </a:prstClr>
              </a:outerShdw>
            </a:effectLst>
          </p:spPr>
        </p:pic>
        <p:grpSp>
          <p:nvGrpSpPr>
            <p:cNvPr id="5" name="组合 4"/>
            <p:cNvGrpSpPr/>
            <p:nvPr/>
          </p:nvGrpSpPr>
          <p:grpSpPr>
            <a:xfrm flipH="1">
              <a:off x="4066052" y="4461819"/>
              <a:ext cx="1914808" cy="1914808"/>
              <a:chOff x="4832618" y="1102784"/>
              <a:chExt cx="1914808" cy="1914808"/>
            </a:xfrm>
          </p:grpSpPr>
          <p:sp>
            <p:nvSpPr>
              <p:cNvPr id="6" name="旖课3-2"/>
              <p:cNvSpPr/>
              <p:nvPr/>
            </p:nvSpPr>
            <p:spPr>
              <a:xfrm flipH="1">
                <a:off x="4999641" y="1311986"/>
                <a:ext cx="915702" cy="915702"/>
              </a:xfrm>
              <a:prstGeom prst="ellipse">
                <a:avLst/>
              </a:prstGeom>
              <a:blipFill>
                <a:blip r:embed="rId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pic>
            <p:nvPicPr>
              <p:cNvPr id="7" name="旖课3-3" descr="形状, 图标&#10;&#10;描述已自动生成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32618" y="1102784"/>
                <a:ext cx="1914808" cy="1914808"/>
              </a:xfrm>
              <a:prstGeom prst="rect">
                <a:avLst/>
              </a:prstGeom>
            </p:spPr>
          </p:pic>
        </p:grpSp>
      </p:grpSp>
      <p:sp>
        <p:nvSpPr>
          <p:cNvPr id="13" name="旖课4"/>
          <p:cNvSpPr txBox="1"/>
          <p:nvPr/>
        </p:nvSpPr>
        <p:spPr>
          <a:xfrm>
            <a:off x="7763122" y="3924759"/>
            <a:ext cx="2973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君黑-45简" panose="020B0604020202020204" charset="-122"/>
                <a:sym typeface="汉仪君黑-45简" panose="020B0604020202020204" charset="-122"/>
              </a:rPr>
              <a:t>***********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旖课5"/>
          <p:cNvSpPr txBox="1"/>
          <p:nvPr/>
        </p:nvSpPr>
        <p:spPr>
          <a:xfrm>
            <a:off x="8203521" y="2788029"/>
            <a:ext cx="2138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君黑-45简" panose="020B0604020202020204" charset="-122"/>
                <a:sym typeface="汉仪君黑-45简" panose="020B0604020202020204" charset="-122"/>
              </a:rPr>
              <a:t>**********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旖课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32739" y="568220"/>
            <a:ext cx="10425064" cy="5864860"/>
          </a:xfrm>
          <a:prstGeom prst="rect">
            <a:avLst/>
          </a:prstGeom>
        </p:spPr>
      </p:pic>
      <p:sp>
        <p:nvSpPr>
          <p:cNvPr id="2" name="旖课2"/>
          <p:cNvSpPr/>
          <p:nvPr/>
        </p:nvSpPr>
        <p:spPr>
          <a:xfrm>
            <a:off x="1433504" y="569031"/>
            <a:ext cx="10423534" cy="5863238"/>
          </a:xfrm>
          <a:prstGeom prst="roundRect">
            <a:avLst>
              <a:gd name="adj" fmla="val 2381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1" name="旖课3"/>
          <p:cNvGrpSpPr/>
          <p:nvPr/>
        </p:nvGrpSpPr>
        <p:grpSpPr>
          <a:xfrm>
            <a:off x="7881259" y="229676"/>
            <a:ext cx="4201112" cy="6773468"/>
            <a:chOff x="9351264" y="2571636"/>
            <a:chExt cx="2658534" cy="4286364"/>
          </a:xfrm>
        </p:grpSpPr>
        <p:pic>
          <p:nvPicPr>
            <p:cNvPr id="50" name="旖课3-1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946580" y="2955892"/>
              <a:ext cx="1749704" cy="3621338"/>
            </a:xfrm>
            <a:prstGeom prst="roundRect">
              <a:avLst/>
            </a:prstGeom>
          </p:spPr>
        </p:pic>
        <p:pic>
          <p:nvPicPr>
            <p:cNvPr id="36" name="旖课3-2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351264" y="2571636"/>
              <a:ext cx="2658534" cy="428636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旖课1" descr="人骑着自行车&#10;&#10;描述已自动生成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7565" y="0"/>
            <a:ext cx="11354434" cy="6858000"/>
          </a:xfrm>
          <a:custGeom>
            <a:avLst/>
            <a:gdLst>
              <a:gd name="connsiteX0" fmla="*/ 0 w 11354434"/>
              <a:gd name="connsiteY0" fmla="*/ 0 h 6858000"/>
              <a:gd name="connsiteX1" fmla="*/ 11354434 w 11354434"/>
              <a:gd name="connsiteY1" fmla="*/ 0 h 6858000"/>
              <a:gd name="connsiteX2" fmla="*/ 11354434 w 11354434"/>
              <a:gd name="connsiteY2" fmla="*/ 6858000 h 6858000"/>
              <a:gd name="connsiteX3" fmla="*/ 0 w 1135443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54434" h="6858000">
                <a:moveTo>
                  <a:pt x="0" y="0"/>
                </a:moveTo>
                <a:lnTo>
                  <a:pt x="11354434" y="0"/>
                </a:lnTo>
                <a:lnTo>
                  <a:pt x="1135443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旖课2"/>
          <p:cNvSpPr txBox="1"/>
          <p:nvPr>
            <p:custDataLst>
              <p:tags r:id="rId1"/>
            </p:custDataLst>
          </p:nvPr>
        </p:nvSpPr>
        <p:spPr>
          <a:xfrm>
            <a:off x="1062355" y="1410335"/>
            <a:ext cx="10833735" cy="50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君黑-45简" panose="020B0604020202020204" charset="-122"/>
                <a:sym typeface="汉仪君黑-45简" panose="020B0604020202020204" charset="-122"/>
              </a:rPr>
              <a:t>****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汉仪君黑-45简" panose="020B0604020202020204" charset="-122"/>
            </a:endParaRPr>
          </a:p>
        </p:txBody>
      </p:sp>
      <p:sp>
        <p:nvSpPr>
          <p:cNvPr id="6" name="旖课3"/>
          <p:cNvSpPr txBox="1"/>
          <p:nvPr/>
        </p:nvSpPr>
        <p:spPr>
          <a:xfrm>
            <a:off x="8183925" y="575783"/>
            <a:ext cx="5381308" cy="2883482"/>
          </a:xfrm>
          <a:prstGeom prst="rect">
            <a:avLst/>
          </a:prstGeom>
          <a:scene3d>
            <a:camera prst="perspectiveRelaxedModerately">
              <a:rot lat="19634564" lon="20160148" rev="812592"/>
            </a:camera>
            <a:lightRig rig="threePt" dir="t"/>
          </a:scene3d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**********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汉仪君黑-45简" panose="020B0604020202020204" charset="-122"/>
            </a:endParaRPr>
          </a:p>
        </p:txBody>
      </p:sp>
      <p:sp>
        <p:nvSpPr>
          <p:cNvPr id="14" name="旖课4"/>
          <p:cNvSpPr txBox="1"/>
          <p:nvPr/>
        </p:nvSpPr>
        <p:spPr>
          <a:xfrm>
            <a:off x="7889603" y="3470884"/>
            <a:ext cx="5675630" cy="8780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effectLst>
                  <a:glow rad="63500">
                    <a:prstClr val="white">
                      <a:alpha val="79000"/>
                    </a:prstClr>
                  </a:glo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汉仪君黑-45简" panose="020B0604020202020204" charset="-122"/>
              </a:rPr>
              <a:t>***********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C7704"/>
                  </a:gs>
                  <a:gs pos="77000">
                    <a:srgbClr val="F46018"/>
                  </a:gs>
                </a:gsLst>
                <a:lin ang="5400000" scaled="1"/>
              </a:gradFill>
              <a:effectLst>
                <a:glow rad="63500">
                  <a:prstClr val="white">
                    <a:alpha val="79000"/>
                  </a:prstClr>
                </a:glo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君黑-45简" panose="020B0604020202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旖课1" descr="图片包含 家具, 座位, 椅子, 男人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818814" y="1205995"/>
            <a:ext cx="4686300" cy="4686300"/>
          </a:xfrm>
          <a:prstGeom prst="rect">
            <a:avLst/>
          </a:prstGeom>
        </p:spPr>
      </p:pic>
      <p:sp>
        <p:nvSpPr>
          <p:cNvPr id="2" name="旖课2"/>
          <p:cNvSpPr txBox="1"/>
          <p:nvPr>
            <p:custDataLst>
              <p:tags r:id="rId1"/>
            </p:custDataLst>
          </p:nvPr>
        </p:nvSpPr>
        <p:spPr>
          <a:xfrm>
            <a:off x="1062355" y="1410335"/>
            <a:ext cx="10833735" cy="50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君黑-45简" panose="020B0604020202020204" charset="-122"/>
                <a:sym typeface="汉仪君黑-45简" panose="020B0604020202020204" charset="-122"/>
              </a:rPr>
              <a:t>****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汉仪君黑-45简" panose="020B0604020202020204" charset="-122"/>
            </a:endParaRPr>
          </a:p>
        </p:txBody>
      </p:sp>
      <p:sp>
        <p:nvSpPr>
          <p:cNvPr id="36" name="旖课3"/>
          <p:cNvSpPr txBox="1"/>
          <p:nvPr>
            <p:custDataLst>
              <p:tags r:id="rId2"/>
            </p:custDataLst>
          </p:nvPr>
        </p:nvSpPr>
        <p:spPr>
          <a:xfrm>
            <a:off x="1019409" y="1181735"/>
            <a:ext cx="6428740" cy="4342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</a:t>
            </a:r>
            <a:r>
              <a:rPr lang="zh-CN" altLang="en-US" sz="1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****************</a:t>
            </a:r>
            <a:r>
              <a:rPr lang="zh-CN" altLang="en-US" sz="1800" noProof="0" dirty="0">
                <a:ln>
                  <a:noFill/>
                </a:ln>
                <a:solidFill>
                  <a:srgbClr val="F4601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*****************************************</a:t>
            </a:r>
            <a:r>
              <a:rPr lang="zh-CN" altLang="en-US" sz="1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***************************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汉仪君黑-45简" panose="020B0604020202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DC52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君黑-45简" panose="020B0604020202020204" charset="-122"/>
              </a:rPr>
              <a:t>*****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**************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汉仪君黑-45简" panose="020B0604020202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DC52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汉仪君黑-45简" panose="020B0604020202020204" charset="-122"/>
              </a:rPr>
              <a:t>*****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4601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********************************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*******************************************************************</a:t>
            </a:r>
          </a:p>
        </p:txBody>
      </p:sp>
      <p:sp>
        <p:nvSpPr>
          <p:cNvPr id="3" name="旖课4"/>
          <p:cNvSpPr txBox="1"/>
          <p:nvPr/>
        </p:nvSpPr>
        <p:spPr>
          <a:xfrm>
            <a:off x="7771122" y="1266825"/>
            <a:ext cx="1657826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5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effectLst>
                  <a:glow rad="63500">
                    <a:prstClr val="white">
                      <a:alpha val="40000"/>
                    </a:prstClr>
                  </a:glow>
                </a:effectLst>
                <a:uLnTx/>
                <a:uFillTx/>
                <a:latin typeface="庞门正道粗书体" panose="02010600030101010101" pitchFamily="2" charset="-122"/>
                <a:ea typeface="庞门正道粗书体" panose="02010600030101010101" pitchFamily="2" charset="-122"/>
                <a:cs typeface="+mn-cs"/>
              </a:rPr>
              <a:t>姓</a:t>
            </a:r>
          </a:p>
        </p:txBody>
      </p:sp>
      <p:sp>
        <p:nvSpPr>
          <p:cNvPr id="4" name="旖课5"/>
          <p:cNvSpPr txBox="1"/>
          <p:nvPr/>
        </p:nvSpPr>
        <p:spPr>
          <a:xfrm>
            <a:off x="10269792" y="1805943"/>
            <a:ext cx="1414170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effectLst>
                  <a:glow rad="63500">
                    <a:prstClr val="white">
                      <a:alpha val="40000"/>
                    </a:prstClr>
                  </a:glow>
                </a:effectLst>
                <a:uLnTx/>
                <a:uFillTx/>
                <a:latin typeface="庞门正道粗书体" panose="02010600030101010101" pitchFamily="2" charset="-122"/>
                <a:ea typeface="庞门正道粗书体" panose="02010600030101010101" pitchFamily="2" charset="-122"/>
                <a:cs typeface="+mn-cs"/>
              </a:rPr>
              <a:t>名</a:t>
            </a:r>
            <a:endParaRPr kumimoji="0" lang="zh-CN" altLang="en-US" sz="8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C7704"/>
                  </a:gs>
                  <a:gs pos="77000">
                    <a:srgbClr val="F46018"/>
                  </a:gs>
                </a:gsLst>
                <a:lin ang="5400000" scaled="1"/>
              </a:gradFill>
              <a:effectLst>
                <a:glow rad="63500">
                  <a:prstClr val="white">
                    <a:alpha val="40000"/>
                  </a:prstClr>
                </a:glow>
              </a:effectLst>
              <a:uLnTx/>
              <a:uFillTx/>
              <a:latin typeface="庞门正道粗书体" panose="02010600030101010101" pitchFamily="2" charset="-122"/>
              <a:ea typeface="庞门正道粗书体" panose="02010600030101010101" pitchFamily="2" charset="-122"/>
              <a:cs typeface="+mn-cs"/>
            </a:endParaRPr>
          </a:p>
        </p:txBody>
      </p:sp>
      <p:sp>
        <p:nvSpPr>
          <p:cNvPr id="6" name="旖课6"/>
          <p:cNvSpPr txBox="1"/>
          <p:nvPr/>
        </p:nvSpPr>
        <p:spPr>
          <a:xfrm>
            <a:off x="9970052" y="5740248"/>
            <a:ext cx="1774845" cy="36933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×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奶奶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旖课7"/>
          <p:cNvSpPr txBox="1"/>
          <p:nvPr/>
        </p:nvSpPr>
        <p:spPr>
          <a:xfrm>
            <a:off x="7763124" y="2685414"/>
            <a:ext cx="976764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73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岁</a:t>
            </a:r>
          </a:p>
        </p:txBody>
      </p:sp>
      <p:sp>
        <p:nvSpPr>
          <p:cNvPr id="10" name="旖课8"/>
          <p:cNvSpPr txBox="1"/>
          <p:nvPr/>
        </p:nvSpPr>
        <p:spPr>
          <a:xfrm>
            <a:off x="10617774" y="3531009"/>
            <a:ext cx="976764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丧偶</a:t>
            </a:r>
          </a:p>
        </p:txBody>
      </p:sp>
      <p:sp>
        <p:nvSpPr>
          <p:cNvPr id="11" name="旖课9"/>
          <p:cNvSpPr txBox="1"/>
          <p:nvPr/>
        </p:nvSpPr>
        <p:spPr>
          <a:xfrm>
            <a:off x="7124842" y="5235173"/>
            <a:ext cx="976764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身高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160cm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汉仪君黑-45简" panose="020B0604020202020204" charset="-122"/>
            </a:endParaRPr>
          </a:p>
        </p:txBody>
      </p:sp>
      <p:sp>
        <p:nvSpPr>
          <p:cNvPr id="17" name="旖课10"/>
          <p:cNvSpPr txBox="1"/>
          <p:nvPr/>
        </p:nvSpPr>
        <p:spPr>
          <a:xfrm>
            <a:off x="10638091" y="4168338"/>
            <a:ext cx="600164" cy="1741596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体重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67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公斤</a:t>
            </a:r>
          </a:p>
        </p:txBody>
      </p:sp>
      <p:sp>
        <p:nvSpPr>
          <p:cNvPr id="18" name="旖课11"/>
          <p:cNvSpPr txBox="1"/>
          <p:nvPr/>
        </p:nvSpPr>
        <p:spPr>
          <a:xfrm>
            <a:off x="11397481" y="2491235"/>
            <a:ext cx="600164" cy="1741596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汉仪君黑-45简" panose="020B0604020202020204" charset="-122"/>
              </a:rPr>
              <a:t>中专学历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旖课1"/>
          <p:cNvSpPr/>
          <p:nvPr/>
        </p:nvSpPr>
        <p:spPr>
          <a:xfrm>
            <a:off x="6232665" y="3149688"/>
            <a:ext cx="5501808" cy="2546040"/>
          </a:xfrm>
          <a:prstGeom prst="roundRect">
            <a:avLst>
              <a:gd name="adj" fmla="val 7468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srgbClr val="DC5221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思源黑体 Light"/>
              <a:cs typeface="+mn-cs"/>
            </a:endParaRPr>
          </a:p>
        </p:txBody>
      </p:sp>
      <p:sp>
        <p:nvSpPr>
          <p:cNvPr id="3" name="旖课2"/>
          <p:cNvSpPr txBox="1"/>
          <p:nvPr/>
        </p:nvSpPr>
        <p:spPr>
          <a:xfrm>
            <a:off x="3590717" y="1410335"/>
            <a:ext cx="1657826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5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effectLst>
                  <a:glow rad="63500">
                    <a:prstClr val="white">
                      <a:alpha val="40000"/>
                    </a:prstClr>
                  </a:glow>
                </a:effectLst>
                <a:uLnTx/>
                <a:uFillTx/>
                <a:latin typeface="庞门正道粗书体" panose="02010600030101010101" pitchFamily="2" charset="-122"/>
                <a:ea typeface="庞门正道粗书体" panose="02010600030101010101" pitchFamily="2" charset="-122"/>
                <a:cs typeface="+mn-cs"/>
              </a:rPr>
              <a:t>姓</a:t>
            </a:r>
          </a:p>
        </p:txBody>
      </p:sp>
      <p:sp>
        <p:nvSpPr>
          <p:cNvPr id="4" name="旖课3"/>
          <p:cNvSpPr txBox="1"/>
          <p:nvPr/>
        </p:nvSpPr>
        <p:spPr>
          <a:xfrm>
            <a:off x="4198354" y="2976158"/>
            <a:ext cx="1313180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effectLst>
                  <a:glow rad="63500">
                    <a:prstClr val="white">
                      <a:alpha val="40000"/>
                    </a:prstClr>
                  </a:glow>
                </a:effectLst>
                <a:uLnTx/>
                <a:uFillTx/>
                <a:latin typeface="庞门正道粗书体" panose="02010600030101010101" pitchFamily="2" charset="-122"/>
                <a:ea typeface="庞门正道粗书体" panose="02010600030101010101" pitchFamily="2" charset="-122"/>
                <a:cs typeface="+mn-cs"/>
              </a:rPr>
              <a:t>名</a:t>
            </a:r>
          </a:p>
        </p:txBody>
      </p:sp>
      <p:sp>
        <p:nvSpPr>
          <p:cNvPr id="5" name="旖课4"/>
          <p:cNvSpPr txBox="1"/>
          <p:nvPr/>
        </p:nvSpPr>
        <p:spPr>
          <a:xfrm>
            <a:off x="5280701" y="1404867"/>
            <a:ext cx="461665" cy="2024133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居家养老护理员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旖课5"/>
          <p:cNvSpPr txBox="1"/>
          <p:nvPr/>
        </p:nvSpPr>
        <p:spPr>
          <a:xfrm>
            <a:off x="6232665" y="1223079"/>
            <a:ext cx="612775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指导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×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奶奶穿脱衣服训练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更换床单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心理支持</a:t>
            </a:r>
          </a:p>
        </p:txBody>
      </p:sp>
      <p:sp>
        <p:nvSpPr>
          <p:cNvPr id="7" name="旖课6"/>
          <p:cNvSpPr txBox="1"/>
          <p:nvPr/>
        </p:nvSpPr>
        <p:spPr>
          <a:xfrm>
            <a:off x="6491264" y="3301183"/>
            <a:ext cx="4984611" cy="2250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陪伴服务对象，与其进行交流沟通，缓解其孤独感和焦虑情绪；鼓励服务对象积极面对生活，增强其生活信心。</a:t>
            </a:r>
          </a:p>
        </p:txBody>
      </p:sp>
      <p:pic>
        <p:nvPicPr>
          <p:cNvPr id="10" name="旖课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985" y="0"/>
            <a:ext cx="457808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旖课1"/>
          <p:cNvSpPr/>
          <p:nvPr/>
        </p:nvSpPr>
        <p:spPr>
          <a:xfrm>
            <a:off x="1218261" y="3149688"/>
            <a:ext cx="5501808" cy="2546040"/>
          </a:xfrm>
          <a:prstGeom prst="roundRect">
            <a:avLst>
              <a:gd name="adj" fmla="val 7468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srgbClr val="DC5221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思源黑体 Light"/>
              <a:cs typeface="+mn-cs"/>
            </a:endParaRPr>
          </a:p>
        </p:txBody>
      </p:sp>
      <p:sp>
        <p:nvSpPr>
          <p:cNvPr id="6" name="旖课2"/>
          <p:cNvSpPr txBox="1"/>
          <p:nvPr/>
        </p:nvSpPr>
        <p:spPr>
          <a:xfrm>
            <a:off x="9705389" y="1410335"/>
            <a:ext cx="1657826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5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effectLst>
                  <a:glow rad="63500">
                    <a:prstClr val="white">
                      <a:alpha val="40000"/>
                    </a:prstClr>
                  </a:glow>
                </a:effectLst>
                <a:uLnTx/>
                <a:uFillTx/>
                <a:latin typeface="庞门正道粗书体" panose="02010600030101010101" pitchFamily="2" charset="-122"/>
                <a:ea typeface="庞门正道粗书体" panose="02010600030101010101" pitchFamily="2" charset="-122"/>
                <a:cs typeface="+mn-cs"/>
              </a:rPr>
              <a:t>姓</a:t>
            </a:r>
          </a:p>
        </p:txBody>
      </p:sp>
      <p:sp>
        <p:nvSpPr>
          <p:cNvPr id="7" name="旖课3"/>
          <p:cNvSpPr txBox="1"/>
          <p:nvPr/>
        </p:nvSpPr>
        <p:spPr>
          <a:xfrm>
            <a:off x="10480185" y="2976158"/>
            <a:ext cx="1313180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C7704"/>
                    </a:gs>
                    <a:gs pos="77000">
                      <a:srgbClr val="F46018"/>
                    </a:gs>
                  </a:gsLst>
                  <a:lin ang="5400000" scaled="1"/>
                </a:gradFill>
                <a:effectLst>
                  <a:glow rad="63500">
                    <a:prstClr val="white">
                      <a:alpha val="40000"/>
                    </a:prstClr>
                  </a:glow>
                </a:effectLst>
                <a:uLnTx/>
                <a:uFillTx/>
                <a:latin typeface="庞门正道粗书体" panose="02010600030101010101" pitchFamily="2" charset="-122"/>
                <a:ea typeface="庞门正道粗书体" panose="02010600030101010101" pitchFamily="2" charset="-122"/>
                <a:cs typeface="+mn-cs"/>
              </a:rPr>
              <a:t>名</a:t>
            </a:r>
          </a:p>
        </p:txBody>
      </p:sp>
      <p:sp>
        <p:nvSpPr>
          <p:cNvPr id="13" name="旖课4"/>
          <p:cNvSpPr txBox="1"/>
          <p:nvPr/>
        </p:nvSpPr>
        <p:spPr>
          <a:xfrm>
            <a:off x="11395373" y="1404867"/>
            <a:ext cx="461665" cy="2024133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实习社工志愿者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旖课5"/>
          <p:cNvSpPr txBox="1"/>
          <p:nvPr/>
        </p:nvSpPr>
        <p:spPr>
          <a:xfrm>
            <a:off x="1307161" y="1310709"/>
            <a:ext cx="612775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带领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×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奶奶进行音乐律动操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健康宣教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心理支持</a:t>
            </a:r>
          </a:p>
        </p:txBody>
      </p:sp>
      <p:sp>
        <p:nvSpPr>
          <p:cNvPr id="15" name="旖课6"/>
          <p:cNvSpPr txBox="1"/>
          <p:nvPr/>
        </p:nvSpPr>
        <p:spPr>
          <a:xfrm>
            <a:off x="1476860" y="3301183"/>
            <a:ext cx="4984611" cy="2250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</a:rPr>
              <a:t>陪伴服务对象，与其进行交流沟通，缓解其孤独感和焦虑情绪；鼓励服务对象积极面对生活，增强其生活信心。</a:t>
            </a:r>
          </a:p>
        </p:txBody>
      </p:sp>
      <p:pic>
        <p:nvPicPr>
          <p:cNvPr id="20" name="旖课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3620" y="438150"/>
            <a:ext cx="4578080" cy="6419850"/>
          </a:xfrm>
          <a:custGeom>
            <a:avLst/>
            <a:gdLst>
              <a:gd name="connsiteX0" fmla="*/ 0 w 4578080"/>
              <a:gd name="connsiteY0" fmla="*/ 0 h 6419850"/>
              <a:gd name="connsiteX1" fmla="*/ 4578080 w 4578080"/>
              <a:gd name="connsiteY1" fmla="*/ 0 h 6419850"/>
              <a:gd name="connsiteX2" fmla="*/ 4578080 w 4578080"/>
              <a:gd name="connsiteY2" fmla="*/ 6419850 h 6419850"/>
              <a:gd name="connsiteX3" fmla="*/ 0 w 4578080"/>
              <a:gd name="connsiteY3" fmla="*/ 6419850 h 641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8080" h="6419850">
                <a:moveTo>
                  <a:pt x="0" y="0"/>
                </a:moveTo>
                <a:lnTo>
                  <a:pt x="4578080" y="0"/>
                </a:lnTo>
                <a:lnTo>
                  <a:pt x="4578080" y="6419850"/>
                </a:lnTo>
                <a:lnTo>
                  <a:pt x="0" y="6419850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旖课1"/>
          <p:cNvSpPr/>
          <p:nvPr/>
        </p:nvSpPr>
        <p:spPr>
          <a:xfrm>
            <a:off x="4903984" y="1365721"/>
            <a:ext cx="3155934" cy="3999484"/>
          </a:xfrm>
          <a:custGeom>
            <a:avLst/>
            <a:gdLst/>
            <a:ahLst/>
            <a:cxnLst/>
            <a:rect l="0" t="0" r="0" b="0"/>
            <a:pathLst>
              <a:path w="3115533" h="3816427">
                <a:moveTo>
                  <a:pt x="0" y="0"/>
                </a:moveTo>
                <a:lnTo>
                  <a:pt x="3115532" y="0"/>
                </a:lnTo>
                <a:lnTo>
                  <a:pt x="3115532" y="3181426"/>
                </a:lnTo>
                <a:cubicBezTo>
                  <a:pt x="3115532" y="3531946"/>
                  <a:pt x="2831052" y="3816426"/>
                  <a:pt x="2480532" y="3816426"/>
                </a:cubicBezTo>
                <a:lnTo>
                  <a:pt x="0" y="381642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旖课2"/>
          <p:cNvSpPr/>
          <p:nvPr/>
        </p:nvSpPr>
        <p:spPr>
          <a:xfrm>
            <a:off x="4903479" y="1365722"/>
            <a:ext cx="3156348" cy="69358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C7704"/>
              </a:gs>
              <a:gs pos="77000">
                <a:srgbClr val="F46018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旖课3"/>
          <p:cNvSpPr/>
          <p:nvPr/>
        </p:nvSpPr>
        <p:spPr>
          <a:xfrm>
            <a:off x="4903479" y="2059309"/>
            <a:ext cx="3156348" cy="57746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旖课4"/>
          <p:cNvSpPr txBox="1"/>
          <p:nvPr/>
        </p:nvSpPr>
        <p:spPr>
          <a:xfrm>
            <a:off x="5269698" y="2636417"/>
            <a:ext cx="119263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2"/>
                </a:solidFill>
                <a:latin typeface="喜鹊聚珍体 regular" panose="00000500000000000000" pitchFamily="2" charset="-122"/>
                <a:ea typeface="喜鹊聚珍体 regular" panose="00000500000000000000" pitchFamily="2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******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*****</a:t>
            </a:r>
          </a:p>
        </p:txBody>
      </p:sp>
      <p:sp>
        <p:nvSpPr>
          <p:cNvPr id="15" name="旖课5"/>
          <p:cNvSpPr txBox="1"/>
          <p:nvPr/>
        </p:nvSpPr>
        <p:spPr>
          <a:xfrm>
            <a:off x="5276026" y="1580134"/>
            <a:ext cx="461665" cy="369332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喜鹊聚珍体 regular" panose="00000500000000000000" pitchFamily="2" charset="-122"/>
              </a:rPr>
              <a:t>***</a:t>
            </a:r>
          </a:p>
        </p:txBody>
      </p:sp>
      <p:sp>
        <p:nvSpPr>
          <p:cNvPr id="16" name="旖课6"/>
          <p:cNvSpPr/>
          <p:nvPr>
            <p:custDataLst>
              <p:tags r:id="rId1"/>
            </p:custDataLst>
          </p:nvPr>
        </p:nvSpPr>
        <p:spPr>
          <a:xfrm>
            <a:off x="6268174" y="1573529"/>
            <a:ext cx="1423467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B5E23">
                    <a:alpha val="2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汉仪雅酷黑 85W" panose="020B0904020202020204" pitchFamily="34" charset="-122"/>
                <a:cs typeface="+mn-cs"/>
                <a:sym typeface="Bebas" pitchFamily="50" charset="0"/>
              </a:rPr>
              <a:t>********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B5E23">
                  <a:alpha val="2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汉仪雅酷黑 85W" panose="020B0904020202020204" pitchFamily="34" charset="-122"/>
              <a:cs typeface="+mn-cs"/>
              <a:sym typeface="Bebas" pitchFamily="50" charset="0"/>
            </a:endParaRPr>
          </a:p>
        </p:txBody>
      </p:sp>
      <p:sp>
        <p:nvSpPr>
          <p:cNvPr id="18" name="旖课7"/>
          <p:cNvSpPr txBox="1"/>
          <p:nvPr/>
        </p:nvSpPr>
        <p:spPr>
          <a:xfrm>
            <a:off x="8915497" y="2636417"/>
            <a:ext cx="38472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74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****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1E274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  <a:sym typeface="喜鹊聚珍体 regular" panose="00000500000000000000" pitchFamily="2" charset="-122"/>
            </a:endParaRPr>
          </a:p>
        </p:txBody>
      </p:sp>
      <p:sp>
        <p:nvSpPr>
          <p:cNvPr id="28" name="旖课8"/>
          <p:cNvSpPr txBox="1"/>
          <p:nvPr/>
        </p:nvSpPr>
        <p:spPr>
          <a:xfrm>
            <a:off x="8915497" y="3285485"/>
            <a:ext cx="57708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74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******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1E274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  <a:sym typeface="喜鹊聚珍体 regular" panose="00000500000000000000" pitchFamily="2" charset="-122"/>
            </a:endParaRPr>
          </a:p>
        </p:txBody>
      </p:sp>
      <p:sp>
        <p:nvSpPr>
          <p:cNvPr id="36" name="旖课9"/>
          <p:cNvSpPr txBox="1"/>
          <p:nvPr/>
        </p:nvSpPr>
        <p:spPr>
          <a:xfrm>
            <a:off x="8915497" y="3934553"/>
            <a:ext cx="48090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E274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*****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1E274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  <a:sym typeface="喜鹊聚珍体 regular" panose="00000500000000000000" pitchFamily="2" charset="-122"/>
            </a:endParaRPr>
          </a:p>
        </p:txBody>
      </p:sp>
      <p:sp>
        <p:nvSpPr>
          <p:cNvPr id="44" name="旖课10"/>
          <p:cNvSpPr txBox="1"/>
          <p:nvPr/>
        </p:nvSpPr>
        <p:spPr>
          <a:xfrm>
            <a:off x="8915497" y="1580134"/>
            <a:ext cx="447238" cy="356251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1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方正风雅宋简体" panose="02000000000000000000" pitchFamily="2" charset="-122"/>
              </a:rPr>
              <a:t>***</a:t>
            </a:r>
            <a:endParaRPr kumimoji="0" lang="en-US" altLang="zh-CN" sz="231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  <a:sym typeface="方正风雅宋简体" panose="02000000000000000000" pitchFamily="2" charset="-122"/>
            </a:endParaRPr>
          </a:p>
        </p:txBody>
      </p:sp>
      <p:sp>
        <p:nvSpPr>
          <p:cNvPr id="45" name="旖课11"/>
          <p:cNvSpPr/>
          <p:nvPr>
            <p:custDataLst>
              <p:tags r:id="rId2"/>
            </p:custDataLst>
          </p:nvPr>
        </p:nvSpPr>
        <p:spPr>
          <a:xfrm>
            <a:off x="10760358" y="1573529"/>
            <a:ext cx="577082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B5E23">
                    <a:alpha val="2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汉仪雅酷黑 85W" panose="020B0904020202020204" pitchFamily="34" charset="-122"/>
                <a:cs typeface="阿里巴巴普惠体 Medium" panose="00020600040101010101" pitchFamily="18" charset="-122"/>
                <a:sym typeface="Bebas" pitchFamily="50" charset="0"/>
              </a:rPr>
              <a:t>****</a:t>
            </a:r>
          </a:p>
        </p:txBody>
      </p:sp>
      <p:sp>
        <p:nvSpPr>
          <p:cNvPr id="46" name="旖课12"/>
          <p:cNvSpPr/>
          <p:nvPr/>
        </p:nvSpPr>
        <p:spPr>
          <a:xfrm>
            <a:off x="1379742" y="1365721"/>
            <a:ext cx="3155934" cy="3999484"/>
          </a:xfrm>
          <a:custGeom>
            <a:avLst/>
            <a:gdLst/>
            <a:ahLst/>
            <a:cxnLst/>
            <a:rect l="0" t="0" r="0" b="0"/>
            <a:pathLst>
              <a:path w="3115533" h="3816427">
                <a:moveTo>
                  <a:pt x="0" y="0"/>
                </a:moveTo>
                <a:lnTo>
                  <a:pt x="3115532" y="0"/>
                </a:lnTo>
                <a:lnTo>
                  <a:pt x="3115532" y="3181426"/>
                </a:lnTo>
                <a:cubicBezTo>
                  <a:pt x="3115532" y="3531946"/>
                  <a:pt x="2831052" y="3816426"/>
                  <a:pt x="2480532" y="3816426"/>
                </a:cubicBezTo>
                <a:lnTo>
                  <a:pt x="0" y="381642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旖课13"/>
          <p:cNvSpPr/>
          <p:nvPr/>
        </p:nvSpPr>
        <p:spPr>
          <a:xfrm>
            <a:off x="1379237" y="1365722"/>
            <a:ext cx="3156348" cy="69358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C7704"/>
              </a:gs>
              <a:gs pos="77000">
                <a:srgbClr val="F46018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旖课14"/>
          <p:cNvSpPr/>
          <p:nvPr/>
        </p:nvSpPr>
        <p:spPr>
          <a:xfrm>
            <a:off x="1379237" y="2059309"/>
            <a:ext cx="3156348" cy="57746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旖课15"/>
          <p:cNvSpPr txBox="1"/>
          <p:nvPr/>
        </p:nvSpPr>
        <p:spPr>
          <a:xfrm>
            <a:off x="1745456" y="2636417"/>
            <a:ext cx="69570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2"/>
                </a:solidFill>
                <a:latin typeface="喜鹊聚珍体 regular" panose="00000500000000000000" pitchFamily="2" charset="-122"/>
                <a:ea typeface="喜鹊聚珍体 regular" panose="00000500000000000000" pitchFamily="2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*******</a:t>
            </a:r>
          </a:p>
        </p:txBody>
      </p:sp>
      <p:sp>
        <p:nvSpPr>
          <p:cNvPr id="53" name="旖课16"/>
          <p:cNvSpPr txBox="1"/>
          <p:nvPr/>
        </p:nvSpPr>
        <p:spPr>
          <a:xfrm>
            <a:off x="1745456" y="3366243"/>
            <a:ext cx="69570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2"/>
                </a:solidFill>
                <a:latin typeface="喜鹊聚珍体 regular" panose="00000500000000000000" pitchFamily="2" charset="-122"/>
                <a:ea typeface="喜鹊聚珍体 regular" panose="00000500000000000000" pitchFamily="2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*******</a:t>
            </a:r>
          </a:p>
        </p:txBody>
      </p:sp>
      <p:sp>
        <p:nvSpPr>
          <p:cNvPr id="57" name="旖课17"/>
          <p:cNvSpPr txBox="1"/>
          <p:nvPr/>
        </p:nvSpPr>
        <p:spPr>
          <a:xfrm>
            <a:off x="1745456" y="4096069"/>
            <a:ext cx="69570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2"/>
                </a:solidFill>
                <a:latin typeface="喜鹊聚珍体 regular" panose="00000500000000000000" pitchFamily="2" charset="-122"/>
                <a:ea typeface="喜鹊聚珍体 regular" panose="00000500000000000000" pitchFamily="2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*******</a:t>
            </a:r>
          </a:p>
        </p:txBody>
      </p:sp>
      <p:sp>
        <p:nvSpPr>
          <p:cNvPr id="65" name="旖课18"/>
          <p:cNvSpPr txBox="1"/>
          <p:nvPr/>
        </p:nvSpPr>
        <p:spPr>
          <a:xfrm>
            <a:off x="1745456" y="1580134"/>
            <a:ext cx="461665" cy="369332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喜鹊聚珍体 regular" panose="00000500000000000000" pitchFamily="2" charset="-122"/>
              </a:rPr>
              <a:t>***</a:t>
            </a:r>
          </a:p>
        </p:txBody>
      </p:sp>
      <p:sp>
        <p:nvSpPr>
          <p:cNvPr id="66" name="旖课19"/>
          <p:cNvSpPr/>
          <p:nvPr>
            <p:custDataLst>
              <p:tags r:id="rId3"/>
            </p:custDataLst>
          </p:nvPr>
        </p:nvSpPr>
        <p:spPr>
          <a:xfrm>
            <a:off x="3099799" y="1573529"/>
            <a:ext cx="1067600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B5E23">
                    <a:alpha val="2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汉仪雅酷黑 85W" panose="020B0904020202020204" pitchFamily="34" charset="-122"/>
                <a:cs typeface="+mn-cs"/>
                <a:sym typeface="Bebas" pitchFamily="50" charset="0"/>
              </a:rPr>
              <a:t>******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B5E23">
                  <a:alpha val="2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汉仪雅酷黑 85W" panose="020B0904020202020204" pitchFamily="34" charset="-122"/>
              <a:cs typeface="+mn-cs"/>
              <a:sym typeface="Bebas" pitchFamily="50" charset="0"/>
            </a:endParaRPr>
          </a:p>
        </p:txBody>
      </p:sp>
      <p:cxnSp>
        <p:nvCxnSpPr>
          <p:cNvPr id="67" name="旖课20"/>
          <p:cNvCxnSpPr/>
          <p:nvPr/>
        </p:nvCxnSpPr>
        <p:spPr>
          <a:xfrm>
            <a:off x="1711119" y="3126961"/>
            <a:ext cx="238362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旖课21"/>
          <p:cNvCxnSpPr/>
          <p:nvPr/>
        </p:nvCxnSpPr>
        <p:spPr>
          <a:xfrm>
            <a:off x="1711119" y="3851745"/>
            <a:ext cx="238362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旖课22"/>
          <p:cNvSpPr txBox="1"/>
          <p:nvPr/>
        </p:nvSpPr>
        <p:spPr>
          <a:xfrm>
            <a:off x="5269608" y="3366243"/>
            <a:ext cx="99386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2"/>
                </a:solidFill>
                <a:latin typeface="喜鹊聚珍体 regular" panose="00000500000000000000" pitchFamily="2" charset="-122"/>
                <a:ea typeface="喜鹊聚珍体 regular" panose="00000500000000000000" pitchFamily="2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****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</a:t>
            </a:r>
          </a:p>
        </p:txBody>
      </p:sp>
      <p:sp>
        <p:nvSpPr>
          <p:cNvPr id="74" name="旖课23"/>
          <p:cNvSpPr txBox="1"/>
          <p:nvPr/>
        </p:nvSpPr>
        <p:spPr>
          <a:xfrm>
            <a:off x="5269608" y="4096069"/>
            <a:ext cx="89447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2"/>
                </a:solidFill>
                <a:latin typeface="喜鹊聚珍体 regular" panose="00000500000000000000" pitchFamily="2" charset="-122"/>
                <a:ea typeface="喜鹊聚珍体 regular" panose="00000500000000000000" pitchFamily="2" charset="-122"/>
                <a:cs typeface="阿里巴巴普惠体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****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阿里巴巴普惠体 B" panose="00020600040101010101" pitchFamily="18" charset="-122"/>
              </a:rPr>
              <a:t>****</a:t>
            </a:r>
          </a:p>
        </p:txBody>
      </p:sp>
      <p:cxnSp>
        <p:nvCxnSpPr>
          <p:cNvPr id="82" name="旖课24"/>
          <p:cNvCxnSpPr/>
          <p:nvPr/>
        </p:nvCxnSpPr>
        <p:spPr>
          <a:xfrm>
            <a:off x="5235271" y="3126961"/>
            <a:ext cx="238362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旖课25"/>
          <p:cNvCxnSpPr/>
          <p:nvPr/>
        </p:nvCxnSpPr>
        <p:spPr>
          <a:xfrm>
            <a:off x="5235271" y="3851745"/>
            <a:ext cx="238362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旖课26"/>
          <p:cNvSpPr/>
          <p:nvPr/>
        </p:nvSpPr>
        <p:spPr>
          <a:xfrm>
            <a:off x="8475162" y="1365721"/>
            <a:ext cx="3155934" cy="3999484"/>
          </a:xfrm>
          <a:custGeom>
            <a:avLst/>
            <a:gdLst/>
            <a:ahLst/>
            <a:cxnLst/>
            <a:rect l="0" t="0" r="0" b="0"/>
            <a:pathLst>
              <a:path w="3115533" h="3816427">
                <a:moveTo>
                  <a:pt x="0" y="0"/>
                </a:moveTo>
                <a:lnTo>
                  <a:pt x="3115532" y="0"/>
                </a:lnTo>
                <a:lnTo>
                  <a:pt x="3115532" y="3181426"/>
                </a:lnTo>
                <a:cubicBezTo>
                  <a:pt x="3115532" y="3531946"/>
                  <a:pt x="2831052" y="3816426"/>
                  <a:pt x="2480532" y="3816426"/>
                </a:cubicBezTo>
                <a:lnTo>
                  <a:pt x="0" y="381642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旖课27"/>
          <p:cNvSpPr/>
          <p:nvPr/>
        </p:nvSpPr>
        <p:spPr>
          <a:xfrm>
            <a:off x="8474657" y="1365722"/>
            <a:ext cx="3156348" cy="69358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C7704"/>
              </a:gs>
              <a:gs pos="77000">
                <a:srgbClr val="F46018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旖课28"/>
          <p:cNvSpPr/>
          <p:nvPr/>
        </p:nvSpPr>
        <p:spPr>
          <a:xfrm>
            <a:off x="8474657" y="2059309"/>
            <a:ext cx="3156348" cy="57746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旖课29"/>
          <p:cNvSpPr txBox="1"/>
          <p:nvPr/>
        </p:nvSpPr>
        <p:spPr>
          <a:xfrm>
            <a:off x="8781124" y="2636417"/>
            <a:ext cx="129202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******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******</a:t>
            </a:r>
          </a:p>
        </p:txBody>
      </p:sp>
      <p:sp>
        <p:nvSpPr>
          <p:cNvPr id="99" name="旖课30"/>
          <p:cNvSpPr txBox="1"/>
          <p:nvPr/>
        </p:nvSpPr>
        <p:spPr>
          <a:xfrm>
            <a:off x="8781124" y="3366243"/>
            <a:ext cx="129202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******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******</a:t>
            </a:r>
          </a:p>
        </p:txBody>
      </p:sp>
      <p:sp>
        <p:nvSpPr>
          <p:cNvPr id="103" name="旖课31"/>
          <p:cNvSpPr txBox="1"/>
          <p:nvPr/>
        </p:nvSpPr>
        <p:spPr>
          <a:xfrm>
            <a:off x="8781124" y="4096069"/>
            <a:ext cx="129202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******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阿里巴巴普惠体 B" panose="00020600040101010101" pitchFamily="18" charset="-122"/>
                <a:sym typeface="喜鹊聚珍体 regular" panose="00000500000000000000" pitchFamily="2" charset="-122"/>
              </a:rPr>
              <a:t>******</a:t>
            </a:r>
          </a:p>
        </p:txBody>
      </p:sp>
      <p:cxnSp>
        <p:nvCxnSpPr>
          <p:cNvPr id="111" name="旖课32"/>
          <p:cNvCxnSpPr/>
          <p:nvPr/>
        </p:nvCxnSpPr>
        <p:spPr>
          <a:xfrm>
            <a:off x="8746787" y="3126961"/>
            <a:ext cx="2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旖课33"/>
          <p:cNvCxnSpPr/>
          <p:nvPr/>
        </p:nvCxnSpPr>
        <p:spPr>
          <a:xfrm>
            <a:off x="8746787" y="3851745"/>
            <a:ext cx="2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旖课34"/>
          <p:cNvSpPr txBox="1"/>
          <p:nvPr/>
        </p:nvSpPr>
        <p:spPr>
          <a:xfrm>
            <a:off x="8804365" y="1580134"/>
            <a:ext cx="461665" cy="369332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喜鹊聚珍体 regular" panose="00000500000000000000" pitchFamily="2" charset="-122"/>
              </a:rPr>
              <a:t>***</a:t>
            </a:r>
          </a:p>
        </p:txBody>
      </p:sp>
      <p:sp>
        <p:nvSpPr>
          <p:cNvPr id="115" name="旖课35"/>
          <p:cNvSpPr/>
          <p:nvPr>
            <p:custDataLst>
              <p:tags r:id="rId4"/>
            </p:custDataLst>
          </p:nvPr>
        </p:nvSpPr>
        <p:spPr>
          <a:xfrm>
            <a:off x="9483395" y="1573529"/>
            <a:ext cx="1779333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B5E23">
                    <a:alpha val="2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汉仪雅酷黑 85W" panose="020B0904020202020204" pitchFamily="34" charset="-122"/>
                <a:cs typeface="+mn-cs"/>
                <a:sym typeface="Bebas" pitchFamily="50" charset="0"/>
              </a:rPr>
              <a:t>**********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B5E23">
                  <a:alpha val="2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汉仪雅酷黑 85W" panose="020B0904020202020204" pitchFamily="34" charset="-122"/>
              <a:cs typeface="+mn-cs"/>
              <a:sym typeface="Bebas" pitchFamily="50" charset="0"/>
            </a:endParaRPr>
          </a:p>
        </p:txBody>
      </p:sp>
      <p:pic>
        <p:nvPicPr>
          <p:cNvPr id="116" name="旖课36" descr="图标&#10;&#10;描述已自动生成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28385" flipH="1">
            <a:off x="6913696" y="953213"/>
            <a:ext cx="750314" cy="982494"/>
          </a:xfrm>
          <a:prstGeom prst="rect">
            <a:avLst/>
          </a:prstGeom>
          <a:effectLst>
            <a:outerShdw blurRad="101600" dir="18900000" sy="23000" kx="-1200000" algn="bl" rotWithShape="0">
              <a:prstClr val="black"/>
            </a:outerShdw>
          </a:effectLst>
        </p:spPr>
      </p:pic>
      <p:cxnSp>
        <p:nvCxnSpPr>
          <p:cNvPr id="119" name="旖课37"/>
          <p:cNvCxnSpPr/>
          <p:nvPr/>
        </p:nvCxnSpPr>
        <p:spPr>
          <a:xfrm flipH="1">
            <a:off x="832204" y="5701958"/>
            <a:ext cx="11359796" cy="0"/>
          </a:xfrm>
          <a:prstGeom prst="line">
            <a:avLst/>
          </a:prstGeom>
          <a:ln w="12700" cap="flat">
            <a:gradFill>
              <a:gsLst>
                <a:gs pos="15000">
                  <a:srgbClr val="FF4B00">
                    <a:alpha val="89000"/>
                  </a:srgbClr>
                </a:gs>
                <a:gs pos="100000">
                  <a:srgbClr val="FF4B00">
                    <a:alpha val="20000"/>
                  </a:srgbClr>
                </a:gs>
              </a:gsLst>
              <a:lin ang="5400000" scaled="1"/>
            </a:gra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旖课38"/>
          <p:cNvCxnSpPr/>
          <p:nvPr/>
        </p:nvCxnSpPr>
        <p:spPr>
          <a:xfrm flipH="1">
            <a:off x="832204" y="6049959"/>
            <a:ext cx="11359796" cy="0"/>
          </a:xfrm>
          <a:prstGeom prst="line">
            <a:avLst/>
          </a:prstGeom>
          <a:ln w="12700" cap="flat">
            <a:gradFill>
              <a:gsLst>
                <a:gs pos="15000">
                  <a:srgbClr val="FF4B00">
                    <a:alpha val="90000"/>
                  </a:srgbClr>
                </a:gs>
                <a:gs pos="100000">
                  <a:srgbClr val="FF4B00">
                    <a:alpha val="50000"/>
                  </a:srgbClr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旖课39" descr="黑白色的标志&#10;&#10;中度可信度描述已自动生成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2122" y="679332"/>
            <a:ext cx="1220652" cy="1244920"/>
          </a:xfrm>
          <a:prstGeom prst="rect">
            <a:avLst/>
          </a:prstGeom>
          <a:effectLst>
            <a:outerShdw blurRad="101600" dir="18900000" sy="23000" kx="-1200000" algn="bl" rotWithShape="0">
              <a:prstClr val="black"/>
            </a:outerShdw>
          </a:effectLst>
        </p:spPr>
      </p:pic>
      <p:pic>
        <p:nvPicPr>
          <p:cNvPr id="127" name="旖课40" descr="图标&#10;&#10;描述已自动生成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6798" y="868174"/>
            <a:ext cx="1032934" cy="1032934"/>
          </a:xfrm>
          <a:prstGeom prst="rect">
            <a:avLst/>
          </a:prstGeom>
          <a:effectLst>
            <a:outerShdw blurRad="101600" dir="18900000" sy="23000" kx="-1200000" algn="bl" rotWithShape="0">
              <a:prstClr val="black"/>
            </a:outerShd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旖课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旖课1"/>
          <p:cNvSpPr/>
          <p:nvPr/>
        </p:nvSpPr>
        <p:spPr>
          <a:xfrm rot="16200000">
            <a:off x="1458676" y="975440"/>
            <a:ext cx="4752420" cy="5691902"/>
          </a:xfrm>
          <a:custGeom>
            <a:avLst/>
            <a:gdLst>
              <a:gd name="connsiteX0" fmla="*/ 10197730 w 10274300"/>
              <a:gd name="connsiteY0" fmla="*/ 0 h 2407337"/>
              <a:gd name="connsiteX1" fmla="*/ 10274300 w 10274300"/>
              <a:gd name="connsiteY1" fmla="*/ 0 h 2407337"/>
              <a:gd name="connsiteX2" fmla="*/ 10274300 w 10274300"/>
              <a:gd name="connsiteY2" fmla="*/ 2392878 h 2407337"/>
              <a:gd name="connsiteX3" fmla="*/ 10066729 w 10274300"/>
              <a:gd name="connsiteY3" fmla="*/ 2360904 h 2407337"/>
              <a:gd name="connsiteX4" fmla="*/ 5219701 w 10274300"/>
              <a:gd name="connsiteY4" fmla="*/ 2065995 h 2407337"/>
              <a:gd name="connsiteX5" fmla="*/ 372673 w 10274300"/>
              <a:gd name="connsiteY5" fmla="*/ 2360904 h 2407337"/>
              <a:gd name="connsiteX6" fmla="*/ 71235 w 10274300"/>
              <a:gd name="connsiteY6" fmla="*/ 2407337 h 2407337"/>
              <a:gd name="connsiteX7" fmla="*/ 0 w 10274300"/>
              <a:gd name="connsiteY7" fmla="*/ 2407337 h 2407337"/>
              <a:gd name="connsiteX8" fmla="*/ 0 w 10274300"/>
              <a:gd name="connsiteY8" fmla="*/ 11714 h 2407337"/>
              <a:gd name="connsiteX9" fmla="*/ 111460 w 10274300"/>
              <a:gd name="connsiteY9" fmla="*/ 28531 h 2407337"/>
              <a:gd name="connsiteX10" fmla="*/ 5060044 w 10274300"/>
              <a:gd name="connsiteY10" fmla="*/ 323440 h 2407337"/>
              <a:gd name="connsiteX11" fmla="*/ 10008629 w 10274300"/>
              <a:gd name="connsiteY11" fmla="*/ 28531 h 240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74300" h="2407337">
                <a:moveTo>
                  <a:pt x="10197730" y="0"/>
                </a:moveTo>
                <a:lnTo>
                  <a:pt x="10274300" y="0"/>
                </a:lnTo>
                <a:lnTo>
                  <a:pt x="10274300" y="2392878"/>
                </a:lnTo>
                <a:lnTo>
                  <a:pt x="10066729" y="2360904"/>
                </a:lnTo>
                <a:cubicBezTo>
                  <a:pt x="8749544" y="2176668"/>
                  <a:pt x="7060881" y="2065995"/>
                  <a:pt x="5219701" y="2065995"/>
                </a:cubicBezTo>
                <a:cubicBezTo>
                  <a:pt x="3378522" y="2065995"/>
                  <a:pt x="1689859" y="2176668"/>
                  <a:pt x="372673" y="2360904"/>
                </a:cubicBezTo>
                <a:lnTo>
                  <a:pt x="71235" y="2407337"/>
                </a:lnTo>
                <a:lnTo>
                  <a:pt x="0" y="2407337"/>
                </a:lnTo>
                <a:lnTo>
                  <a:pt x="0" y="11714"/>
                </a:lnTo>
                <a:lnTo>
                  <a:pt x="111460" y="28531"/>
                </a:lnTo>
                <a:cubicBezTo>
                  <a:pt x="1456243" y="212767"/>
                  <a:pt x="3180288" y="323440"/>
                  <a:pt x="5060044" y="323440"/>
                </a:cubicBezTo>
                <a:cubicBezTo>
                  <a:pt x="6939801" y="323440"/>
                  <a:pt x="8663845" y="212767"/>
                  <a:pt x="10008629" y="28531"/>
                </a:cubicBezTo>
                <a:close/>
              </a:path>
            </a:pathLst>
          </a:custGeom>
          <a:gradFill flip="none" rotWithShape="1">
            <a:gsLst>
              <a:gs pos="0">
                <a:srgbClr val="F9640E">
                  <a:alpha val="0"/>
                </a:srgbClr>
              </a:gs>
              <a:gs pos="51300">
                <a:srgbClr val="F9640E">
                  <a:alpha val="38000"/>
                </a:srgbClr>
              </a:gs>
              <a:gs pos="100000">
                <a:srgbClr val="F9640E">
                  <a:alpha val="0"/>
                </a:srgbClr>
              </a:gs>
            </a:gsLst>
            <a:lin ang="0" scaled="1"/>
          </a:gradFill>
          <a:ln>
            <a:gradFill flip="none" rotWithShape="1">
              <a:gsLst>
                <a:gs pos="0">
                  <a:srgbClr val="F9640E">
                    <a:alpha val="0"/>
                  </a:srgbClr>
                </a:gs>
                <a:gs pos="46900">
                  <a:srgbClr val="F9640E"/>
                </a:gs>
                <a:gs pos="100000">
                  <a:srgbClr val="F9640E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旖课2"/>
          <p:cNvSpPr txBox="1"/>
          <p:nvPr>
            <p:custDataLst>
              <p:tags r:id="rId2"/>
            </p:custDataLst>
          </p:nvPr>
        </p:nvSpPr>
        <p:spPr>
          <a:xfrm>
            <a:off x="1066968" y="332110"/>
            <a:ext cx="8229432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*****************</a:t>
            </a:r>
          </a:p>
        </p:txBody>
      </p:sp>
      <p:grpSp>
        <p:nvGrpSpPr>
          <p:cNvPr id="78" name="旖课3"/>
          <p:cNvGrpSpPr/>
          <p:nvPr/>
        </p:nvGrpSpPr>
        <p:grpSpPr>
          <a:xfrm>
            <a:off x="1645107" y="4085173"/>
            <a:ext cx="1390434" cy="1390432"/>
            <a:chOff x="1284135" y="3634794"/>
            <a:chExt cx="1632093" cy="1632093"/>
          </a:xfrm>
        </p:grpSpPr>
        <p:pic>
          <p:nvPicPr>
            <p:cNvPr id="24" name="旖课3-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84135" y="3634794"/>
              <a:ext cx="1632093" cy="1632093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</p:pic>
        <p:sp>
          <p:nvSpPr>
            <p:cNvPr id="51" name="旖课3-2"/>
            <p:cNvSpPr txBox="1"/>
            <p:nvPr/>
          </p:nvSpPr>
          <p:spPr>
            <a:xfrm>
              <a:off x="2298447" y="4869929"/>
              <a:ext cx="221987" cy="320381"/>
            </a:xfrm>
            <a:custGeom>
              <a:avLst/>
              <a:gdLst/>
              <a:ahLst/>
              <a:cxnLst/>
              <a:rect l="l" t="t" r="r" b="b"/>
              <a:pathLst>
                <a:path w="221987" h="320381">
                  <a:moveTo>
                    <a:pt x="112394" y="49597"/>
                  </a:moveTo>
                  <a:cubicBezTo>
                    <a:pt x="81062" y="49597"/>
                    <a:pt x="65396" y="87595"/>
                    <a:pt x="65396" y="163590"/>
                  </a:cubicBezTo>
                  <a:cubicBezTo>
                    <a:pt x="65396" y="235053"/>
                    <a:pt x="80662" y="270784"/>
                    <a:pt x="111194" y="270784"/>
                  </a:cubicBezTo>
                  <a:cubicBezTo>
                    <a:pt x="141192" y="270784"/>
                    <a:pt x="156191" y="233986"/>
                    <a:pt x="156191" y="160391"/>
                  </a:cubicBezTo>
                  <a:cubicBezTo>
                    <a:pt x="156191" y="86529"/>
                    <a:pt x="141592" y="49597"/>
                    <a:pt x="112394" y="49597"/>
                  </a:cubicBezTo>
                  <a:close/>
                  <a:moveTo>
                    <a:pt x="115193" y="0"/>
                  </a:moveTo>
                  <a:cubicBezTo>
                    <a:pt x="186389" y="0"/>
                    <a:pt x="221987" y="52664"/>
                    <a:pt x="221987" y="157991"/>
                  </a:cubicBezTo>
                  <a:cubicBezTo>
                    <a:pt x="221987" y="209854"/>
                    <a:pt x="212321" y="249885"/>
                    <a:pt x="192989" y="278083"/>
                  </a:cubicBezTo>
                  <a:cubicBezTo>
                    <a:pt x="173656" y="306282"/>
                    <a:pt x="145725" y="320381"/>
                    <a:pt x="109194" y="320381"/>
                  </a:cubicBezTo>
                  <a:cubicBezTo>
                    <a:pt x="36398" y="320381"/>
                    <a:pt x="0" y="268651"/>
                    <a:pt x="0" y="165190"/>
                  </a:cubicBezTo>
                  <a:cubicBezTo>
                    <a:pt x="0" y="111594"/>
                    <a:pt x="9866" y="70663"/>
                    <a:pt x="29599" y="42398"/>
                  </a:cubicBezTo>
                  <a:cubicBezTo>
                    <a:pt x="49331" y="14133"/>
                    <a:pt x="77862" y="0"/>
                    <a:pt x="11519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旖课3-3"/>
            <p:cNvSpPr txBox="1"/>
            <p:nvPr/>
          </p:nvSpPr>
          <p:spPr>
            <a:xfrm>
              <a:off x="2612605" y="4868330"/>
              <a:ext cx="135992" cy="316580"/>
            </a:xfrm>
            <a:custGeom>
              <a:avLst/>
              <a:gdLst/>
              <a:ahLst/>
              <a:cxnLst/>
              <a:rect l="l" t="t" r="r" b="b"/>
              <a:pathLst>
                <a:path w="135992" h="316580">
                  <a:moveTo>
                    <a:pt x="94794" y="0"/>
                  </a:moveTo>
                  <a:lnTo>
                    <a:pt x="135992" y="0"/>
                  </a:lnTo>
                  <a:lnTo>
                    <a:pt x="135992" y="316580"/>
                  </a:lnTo>
                  <a:lnTo>
                    <a:pt x="70996" y="316580"/>
                  </a:lnTo>
                  <a:lnTo>
                    <a:pt x="70996" y="72795"/>
                  </a:lnTo>
                  <a:cubicBezTo>
                    <a:pt x="62996" y="79728"/>
                    <a:pt x="52064" y="85961"/>
                    <a:pt x="38198" y="91494"/>
                  </a:cubicBezTo>
                  <a:cubicBezTo>
                    <a:pt x="24332" y="97027"/>
                    <a:pt x="11599" y="100460"/>
                    <a:pt x="0" y="101793"/>
                  </a:cubicBezTo>
                  <a:lnTo>
                    <a:pt x="0" y="46397"/>
                  </a:lnTo>
                  <a:cubicBezTo>
                    <a:pt x="36531" y="35731"/>
                    <a:pt x="68129" y="20265"/>
                    <a:pt x="9479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7" name="旖课4"/>
          <p:cNvGrpSpPr/>
          <p:nvPr/>
        </p:nvGrpSpPr>
        <p:grpSpPr>
          <a:xfrm>
            <a:off x="3128127" y="4085173"/>
            <a:ext cx="1390434" cy="1390432"/>
            <a:chOff x="2977221" y="3634794"/>
            <a:chExt cx="1632093" cy="1632093"/>
          </a:xfrm>
        </p:grpSpPr>
        <p:pic>
          <p:nvPicPr>
            <p:cNvPr id="25" name="旖课4-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7221" y="3634794"/>
              <a:ext cx="1632093" cy="1632093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</p:pic>
        <p:sp>
          <p:nvSpPr>
            <p:cNvPr id="55" name="旖课4-2"/>
            <p:cNvSpPr txBox="1"/>
            <p:nvPr/>
          </p:nvSpPr>
          <p:spPr>
            <a:xfrm>
              <a:off x="3991533" y="4869929"/>
              <a:ext cx="221987" cy="320381"/>
            </a:xfrm>
            <a:custGeom>
              <a:avLst/>
              <a:gdLst/>
              <a:ahLst/>
              <a:cxnLst/>
              <a:rect l="l" t="t" r="r" b="b"/>
              <a:pathLst>
                <a:path w="221987" h="320381">
                  <a:moveTo>
                    <a:pt x="112393" y="49597"/>
                  </a:moveTo>
                  <a:cubicBezTo>
                    <a:pt x="81062" y="49597"/>
                    <a:pt x="65396" y="87595"/>
                    <a:pt x="65396" y="163590"/>
                  </a:cubicBezTo>
                  <a:cubicBezTo>
                    <a:pt x="65396" y="235053"/>
                    <a:pt x="80662" y="270784"/>
                    <a:pt x="111194" y="270784"/>
                  </a:cubicBezTo>
                  <a:cubicBezTo>
                    <a:pt x="141192" y="270784"/>
                    <a:pt x="156191" y="233986"/>
                    <a:pt x="156191" y="160391"/>
                  </a:cubicBezTo>
                  <a:cubicBezTo>
                    <a:pt x="156191" y="86529"/>
                    <a:pt x="141592" y="49597"/>
                    <a:pt x="112393" y="49597"/>
                  </a:cubicBezTo>
                  <a:close/>
                  <a:moveTo>
                    <a:pt x="115193" y="0"/>
                  </a:moveTo>
                  <a:cubicBezTo>
                    <a:pt x="186389" y="0"/>
                    <a:pt x="221987" y="52664"/>
                    <a:pt x="221987" y="157991"/>
                  </a:cubicBezTo>
                  <a:cubicBezTo>
                    <a:pt x="221987" y="209854"/>
                    <a:pt x="212321" y="249885"/>
                    <a:pt x="192989" y="278083"/>
                  </a:cubicBezTo>
                  <a:cubicBezTo>
                    <a:pt x="173656" y="306282"/>
                    <a:pt x="145725" y="320381"/>
                    <a:pt x="109194" y="320381"/>
                  </a:cubicBezTo>
                  <a:cubicBezTo>
                    <a:pt x="36398" y="320381"/>
                    <a:pt x="0" y="268651"/>
                    <a:pt x="0" y="165190"/>
                  </a:cubicBezTo>
                  <a:cubicBezTo>
                    <a:pt x="0" y="111594"/>
                    <a:pt x="9866" y="70663"/>
                    <a:pt x="29599" y="42398"/>
                  </a:cubicBezTo>
                  <a:cubicBezTo>
                    <a:pt x="49331" y="14133"/>
                    <a:pt x="77862" y="0"/>
                    <a:pt x="11519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旖课4-3"/>
            <p:cNvSpPr txBox="1"/>
            <p:nvPr/>
          </p:nvSpPr>
          <p:spPr>
            <a:xfrm>
              <a:off x="4289293" y="4869929"/>
              <a:ext cx="205987" cy="314981"/>
            </a:xfrm>
            <a:custGeom>
              <a:avLst/>
              <a:gdLst/>
              <a:ahLst/>
              <a:cxnLst/>
              <a:rect l="l" t="t" r="r" b="b"/>
              <a:pathLst>
                <a:path w="205987" h="314981">
                  <a:moveTo>
                    <a:pt x="104994" y="0"/>
                  </a:moveTo>
                  <a:cubicBezTo>
                    <a:pt x="135925" y="0"/>
                    <a:pt x="160391" y="7900"/>
                    <a:pt x="178389" y="23699"/>
                  </a:cubicBezTo>
                  <a:cubicBezTo>
                    <a:pt x="196388" y="39498"/>
                    <a:pt x="205387" y="61263"/>
                    <a:pt x="205387" y="88995"/>
                  </a:cubicBezTo>
                  <a:cubicBezTo>
                    <a:pt x="205387" y="104461"/>
                    <a:pt x="202788" y="118427"/>
                    <a:pt x="197588" y="130892"/>
                  </a:cubicBezTo>
                  <a:cubicBezTo>
                    <a:pt x="192388" y="143358"/>
                    <a:pt x="184855" y="155058"/>
                    <a:pt x="174989" y="165990"/>
                  </a:cubicBezTo>
                  <a:cubicBezTo>
                    <a:pt x="165124" y="176923"/>
                    <a:pt x="149325" y="190056"/>
                    <a:pt x="127592" y="205388"/>
                  </a:cubicBezTo>
                  <a:cubicBezTo>
                    <a:pt x="106661" y="220320"/>
                    <a:pt x="92595" y="231853"/>
                    <a:pt x="85395" y="239986"/>
                  </a:cubicBezTo>
                  <a:cubicBezTo>
                    <a:pt x="78195" y="248119"/>
                    <a:pt x="74595" y="255185"/>
                    <a:pt x="74595" y="261185"/>
                  </a:cubicBezTo>
                  <a:lnTo>
                    <a:pt x="205987" y="261185"/>
                  </a:lnTo>
                  <a:lnTo>
                    <a:pt x="205987" y="314981"/>
                  </a:lnTo>
                  <a:lnTo>
                    <a:pt x="0" y="314981"/>
                  </a:lnTo>
                  <a:lnTo>
                    <a:pt x="0" y="291983"/>
                  </a:lnTo>
                  <a:cubicBezTo>
                    <a:pt x="0" y="275850"/>
                    <a:pt x="2966" y="261118"/>
                    <a:pt x="8899" y="247785"/>
                  </a:cubicBezTo>
                  <a:cubicBezTo>
                    <a:pt x="14832" y="234453"/>
                    <a:pt x="22999" y="222020"/>
                    <a:pt x="33398" y="210488"/>
                  </a:cubicBezTo>
                  <a:cubicBezTo>
                    <a:pt x="43798" y="198955"/>
                    <a:pt x="59930" y="185456"/>
                    <a:pt x="81795" y="169990"/>
                  </a:cubicBezTo>
                  <a:cubicBezTo>
                    <a:pt x="101794" y="155058"/>
                    <a:pt x="115793" y="141825"/>
                    <a:pt x="123792" y="130293"/>
                  </a:cubicBezTo>
                  <a:cubicBezTo>
                    <a:pt x="131792" y="118760"/>
                    <a:pt x="135792" y="106527"/>
                    <a:pt x="135792" y="93595"/>
                  </a:cubicBezTo>
                  <a:cubicBezTo>
                    <a:pt x="135792" y="65730"/>
                    <a:pt x="120593" y="51797"/>
                    <a:pt x="90194" y="51797"/>
                  </a:cubicBezTo>
                  <a:cubicBezTo>
                    <a:pt x="63529" y="51797"/>
                    <a:pt x="38064" y="62463"/>
                    <a:pt x="13799" y="83795"/>
                  </a:cubicBezTo>
                  <a:lnTo>
                    <a:pt x="13799" y="26199"/>
                  </a:lnTo>
                  <a:cubicBezTo>
                    <a:pt x="40864" y="8733"/>
                    <a:pt x="71262" y="0"/>
                    <a:pt x="10499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6" name="旖课5"/>
          <p:cNvGrpSpPr/>
          <p:nvPr/>
        </p:nvGrpSpPr>
        <p:grpSpPr>
          <a:xfrm>
            <a:off x="4611147" y="4085173"/>
            <a:ext cx="1390434" cy="1390432"/>
            <a:chOff x="4670307" y="3634794"/>
            <a:chExt cx="1632093" cy="1632093"/>
          </a:xfrm>
        </p:grpSpPr>
        <p:pic>
          <p:nvPicPr>
            <p:cNvPr id="26" name="旖课5-1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670307" y="3634794"/>
              <a:ext cx="1632093" cy="1632093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</p:pic>
        <p:sp>
          <p:nvSpPr>
            <p:cNvPr id="59" name="旖课5-2"/>
            <p:cNvSpPr txBox="1"/>
            <p:nvPr/>
          </p:nvSpPr>
          <p:spPr>
            <a:xfrm>
              <a:off x="5684619" y="4869929"/>
              <a:ext cx="221987" cy="320381"/>
            </a:xfrm>
            <a:custGeom>
              <a:avLst/>
              <a:gdLst/>
              <a:ahLst/>
              <a:cxnLst/>
              <a:rect l="l" t="t" r="r" b="b"/>
              <a:pathLst>
                <a:path w="221987" h="320381">
                  <a:moveTo>
                    <a:pt x="112393" y="49597"/>
                  </a:moveTo>
                  <a:cubicBezTo>
                    <a:pt x="81062" y="49597"/>
                    <a:pt x="65396" y="87595"/>
                    <a:pt x="65396" y="163590"/>
                  </a:cubicBezTo>
                  <a:cubicBezTo>
                    <a:pt x="65396" y="235053"/>
                    <a:pt x="80662" y="270784"/>
                    <a:pt x="111194" y="270784"/>
                  </a:cubicBezTo>
                  <a:cubicBezTo>
                    <a:pt x="141192" y="270784"/>
                    <a:pt x="156191" y="233986"/>
                    <a:pt x="156191" y="160391"/>
                  </a:cubicBezTo>
                  <a:cubicBezTo>
                    <a:pt x="156191" y="86529"/>
                    <a:pt x="141592" y="49597"/>
                    <a:pt x="112393" y="49597"/>
                  </a:cubicBezTo>
                  <a:close/>
                  <a:moveTo>
                    <a:pt x="115193" y="0"/>
                  </a:moveTo>
                  <a:cubicBezTo>
                    <a:pt x="186389" y="0"/>
                    <a:pt x="221987" y="52664"/>
                    <a:pt x="221987" y="157991"/>
                  </a:cubicBezTo>
                  <a:cubicBezTo>
                    <a:pt x="221987" y="209854"/>
                    <a:pt x="212321" y="249885"/>
                    <a:pt x="192989" y="278083"/>
                  </a:cubicBezTo>
                  <a:cubicBezTo>
                    <a:pt x="173656" y="306282"/>
                    <a:pt x="145725" y="320381"/>
                    <a:pt x="109194" y="320381"/>
                  </a:cubicBezTo>
                  <a:cubicBezTo>
                    <a:pt x="36398" y="320381"/>
                    <a:pt x="0" y="268651"/>
                    <a:pt x="0" y="165190"/>
                  </a:cubicBezTo>
                  <a:cubicBezTo>
                    <a:pt x="0" y="111594"/>
                    <a:pt x="9866" y="70663"/>
                    <a:pt x="29599" y="42398"/>
                  </a:cubicBezTo>
                  <a:cubicBezTo>
                    <a:pt x="49331" y="14133"/>
                    <a:pt x="77862" y="0"/>
                    <a:pt x="11519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旖课5-3"/>
            <p:cNvSpPr txBox="1"/>
            <p:nvPr/>
          </p:nvSpPr>
          <p:spPr>
            <a:xfrm>
              <a:off x="5992577" y="4869929"/>
              <a:ext cx="195388" cy="320381"/>
            </a:xfrm>
            <a:custGeom>
              <a:avLst/>
              <a:gdLst/>
              <a:ahLst/>
              <a:cxnLst/>
              <a:rect l="l" t="t" r="r" b="b"/>
              <a:pathLst>
                <a:path w="195388" h="320381">
                  <a:moveTo>
                    <a:pt x="86995" y="0"/>
                  </a:moveTo>
                  <a:cubicBezTo>
                    <a:pt x="116327" y="0"/>
                    <a:pt x="140125" y="6767"/>
                    <a:pt x="158391" y="20299"/>
                  </a:cubicBezTo>
                  <a:cubicBezTo>
                    <a:pt x="176656" y="33832"/>
                    <a:pt x="185789" y="52597"/>
                    <a:pt x="185789" y="76596"/>
                  </a:cubicBezTo>
                  <a:cubicBezTo>
                    <a:pt x="185789" y="117127"/>
                    <a:pt x="165257" y="142592"/>
                    <a:pt x="124193" y="152991"/>
                  </a:cubicBezTo>
                  <a:lnTo>
                    <a:pt x="124193" y="153991"/>
                  </a:lnTo>
                  <a:cubicBezTo>
                    <a:pt x="145791" y="156391"/>
                    <a:pt x="163057" y="164290"/>
                    <a:pt x="175990" y="177690"/>
                  </a:cubicBezTo>
                  <a:cubicBezTo>
                    <a:pt x="188922" y="191089"/>
                    <a:pt x="195388" y="207388"/>
                    <a:pt x="195388" y="226587"/>
                  </a:cubicBezTo>
                  <a:cubicBezTo>
                    <a:pt x="195388" y="256052"/>
                    <a:pt x="184622" y="279050"/>
                    <a:pt x="163090" y="295582"/>
                  </a:cubicBezTo>
                  <a:cubicBezTo>
                    <a:pt x="141558" y="312115"/>
                    <a:pt x="112860" y="320381"/>
                    <a:pt x="76996" y="320381"/>
                  </a:cubicBezTo>
                  <a:cubicBezTo>
                    <a:pt x="45131" y="320381"/>
                    <a:pt x="19466" y="315115"/>
                    <a:pt x="0" y="304582"/>
                  </a:cubicBezTo>
                  <a:lnTo>
                    <a:pt x="0" y="247585"/>
                  </a:lnTo>
                  <a:cubicBezTo>
                    <a:pt x="20666" y="263051"/>
                    <a:pt x="44798" y="270784"/>
                    <a:pt x="72396" y="270784"/>
                  </a:cubicBezTo>
                  <a:cubicBezTo>
                    <a:pt x="89861" y="270784"/>
                    <a:pt x="103727" y="266918"/>
                    <a:pt x="113993" y="259185"/>
                  </a:cubicBezTo>
                  <a:cubicBezTo>
                    <a:pt x="124259" y="251452"/>
                    <a:pt x="129392" y="240452"/>
                    <a:pt x="129392" y="226187"/>
                  </a:cubicBezTo>
                  <a:cubicBezTo>
                    <a:pt x="129392" y="211521"/>
                    <a:pt x="123293" y="200322"/>
                    <a:pt x="111094" y="192589"/>
                  </a:cubicBezTo>
                  <a:cubicBezTo>
                    <a:pt x="98894" y="184856"/>
                    <a:pt x="81795" y="180989"/>
                    <a:pt x="59797" y="180989"/>
                  </a:cubicBezTo>
                  <a:lnTo>
                    <a:pt x="32198" y="180989"/>
                  </a:lnTo>
                  <a:lnTo>
                    <a:pt x="32198" y="131192"/>
                  </a:lnTo>
                  <a:lnTo>
                    <a:pt x="57597" y="131192"/>
                  </a:lnTo>
                  <a:cubicBezTo>
                    <a:pt x="99194" y="131192"/>
                    <a:pt x="119993" y="117193"/>
                    <a:pt x="119993" y="89195"/>
                  </a:cubicBezTo>
                  <a:cubicBezTo>
                    <a:pt x="119993" y="62797"/>
                    <a:pt x="104061" y="49597"/>
                    <a:pt x="72196" y="49597"/>
                  </a:cubicBezTo>
                  <a:cubicBezTo>
                    <a:pt x="51397" y="49597"/>
                    <a:pt x="31198" y="56397"/>
                    <a:pt x="11600" y="69996"/>
                  </a:cubicBezTo>
                  <a:lnTo>
                    <a:pt x="11600" y="16599"/>
                  </a:lnTo>
                  <a:cubicBezTo>
                    <a:pt x="32932" y="5533"/>
                    <a:pt x="58063" y="0"/>
                    <a:pt x="8699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旖课6"/>
          <p:cNvSpPr txBox="1"/>
          <p:nvPr/>
        </p:nvSpPr>
        <p:spPr>
          <a:xfrm>
            <a:off x="1744980" y="1382395"/>
            <a:ext cx="3825240" cy="313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旖课7"/>
          <p:cNvSpPr txBox="1"/>
          <p:nvPr/>
        </p:nvSpPr>
        <p:spPr>
          <a:xfrm>
            <a:off x="2390140" y="6089080"/>
            <a:ext cx="7739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********************</a:t>
            </a:r>
          </a:p>
        </p:txBody>
      </p:sp>
      <p:sp>
        <p:nvSpPr>
          <p:cNvPr id="4" name="旖课8"/>
          <p:cNvSpPr txBox="1"/>
          <p:nvPr/>
        </p:nvSpPr>
        <p:spPr>
          <a:xfrm>
            <a:off x="6680835" y="1287780"/>
            <a:ext cx="4827270" cy="50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旖课9"/>
          <p:cNvSpPr/>
          <p:nvPr/>
        </p:nvSpPr>
        <p:spPr>
          <a:xfrm rot="16200000">
            <a:off x="6556258" y="975440"/>
            <a:ext cx="4752420" cy="5691902"/>
          </a:xfrm>
          <a:custGeom>
            <a:avLst/>
            <a:gdLst>
              <a:gd name="connsiteX0" fmla="*/ 10197730 w 10274300"/>
              <a:gd name="connsiteY0" fmla="*/ 0 h 2407337"/>
              <a:gd name="connsiteX1" fmla="*/ 10274300 w 10274300"/>
              <a:gd name="connsiteY1" fmla="*/ 0 h 2407337"/>
              <a:gd name="connsiteX2" fmla="*/ 10274300 w 10274300"/>
              <a:gd name="connsiteY2" fmla="*/ 2392878 h 2407337"/>
              <a:gd name="connsiteX3" fmla="*/ 10066729 w 10274300"/>
              <a:gd name="connsiteY3" fmla="*/ 2360904 h 2407337"/>
              <a:gd name="connsiteX4" fmla="*/ 5219701 w 10274300"/>
              <a:gd name="connsiteY4" fmla="*/ 2065995 h 2407337"/>
              <a:gd name="connsiteX5" fmla="*/ 372673 w 10274300"/>
              <a:gd name="connsiteY5" fmla="*/ 2360904 h 2407337"/>
              <a:gd name="connsiteX6" fmla="*/ 71235 w 10274300"/>
              <a:gd name="connsiteY6" fmla="*/ 2407337 h 2407337"/>
              <a:gd name="connsiteX7" fmla="*/ 0 w 10274300"/>
              <a:gd name="connsiteY7" fmla="*/ 2407337 h 2407337"/>
              <a:gd name="connsiteX8" fmla="*/ 0 w 10274300"/>
              <a:gd name="connsiteY8" fmla="*/ 11714 h 2407337"/>
              <a:gd name="connsiteX9" fmla="*/ 111460 w 10274300"/>
              <a:gd name="connsiteY9" fmla="*/ 28531 h 2407337"/>
              <a:gd name="connsiteX10" fmla="*/ 5060044 w 10274300"/>
              <a:gd name="connsiteY10" fmla="*/ 323440 h 2407337"/>
              <a:gd name="connsiteX11" fmla="*/ 10008629 w 10274300"/>
              <a:gd name="connsiteY11" fmla="*/ 28531 h 240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74300" h="2407337">
                <a:moveTo>
                  <a:pt x="10197730" y="0"/>
                </a:moveTo>
                <a:lnTo>
                  <a:pt x="10274300" y="0"/>
                </a:lnTo>
                <a:lnTo>
                  <a:pt x="10274300" y="2392878"/>
                </a:lnTo>
                <a:lnTo>
                  <a:pt x="10066729" y="2360904"/>
                </a:lnTo>
                <a:cubicBezTo>
                  <a:pt x="8749544" y="2176668"/>
                  <a:pt x="7060881" y="2065995"/>
                  <a:pt x="5219701" y="2065995"/>
                </a:cubicBezTo>
                <a:cubicBezTo>
                  <a:pt x="3378522" y="2065995"/>
                  <a:pt x="1689859" y="2176668"/>
                  <a:pt x="372673" y="2360904"/>
                </a:cubicBezTo>
                <a:lnTo>
                  <a:pt x="71235" y="2407337"/>
                </a:lnTo>
                <a:lnTo>
                  <a:pt x="0" y="2407337"/>
                </a:lnTo>
                <a:lnTo>
                  <a:pt x="0" y="11714"/>
                </a:lnTo>
                <a:lnTo>
                  <a:pt x="111460" y="28531"/>
                </a:lnTo>
                <a:cubicBezTo>
                  <a:pt x="1456243" y="212767"/>
                  <a:pt x="3180288" y="323440"/>
                  <a:pt x="5060044" y="323440"/>
                </a:cubicBezTo>
                <a:cubicBezTo>
                  <a:pt x="6939801" y="323440"/>
                  <a:pt x="8663845" y="212767"/>
                  <a:pt x="10008629" y="28531"/>
                </a:cubicBezTo>
                <a:close/>
              </a:path>
            </a:pathLst>
          </a:custGeom>
          <a:gradFill flip="none" rotWithShape="1">
            <a:gsLst>
              <a:gs pos="0">
                <a:srgbClr val="F9640E">
                  <a:alpha val="0"/>
                </a:srgbClr>
              </a:gs>
              <a:gs pos="51300">
                <a:srgbClr val="F9640E">
                  <a:alpha val="38000"/>
                </a:srgbClr>
              </a:gs>
              <a:gs pos="100000">
                <a:srgbClr val="F9640E">
                  <a:alpha val="0"/>
                </a:srgbClr>
              </a:gs>
            </a:gsLst>
            <a:lin ang="0" scaled="1"/>
          </a:gradFill>
          <a:ln>
            <a:gradFill flip="none" rotWithShape="1">
              <a:gsLst>
                <a:gs pos="0">
                  <a:srgbClr val="F9640E">
                    <a:alpha val="0"/>
                  </a:srgbClr>
                </a:gs>
                <a:gs pos="46900">
                  <a:srgbClr val="F9640E"/>
                </a:gs>
                <a:gs pos="100000">
                  <a:srgbClr val="F9640E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旖课10"/>
          <p:cNvGrpSpPr/>
          <p:nvPr/>
        </p:nvGrpSpPr>
        <p:grpSpPr>
          <a:xfrm>
            <a:off x="6611223" y="4085173"/>
            <a:ext cx="1390434" cy="1390432"/>
            <a:chOff x="6363393" y="3634794"/>
            <a:chExt cx="1632093" cy="1632093"/>
          </a:xfrm>
        </p:grpSpPr>
        <p:pic>
          <p:nvPicPr>
            <p:cNvPr id="9" name="旖课10-1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63393" y="3634794"/>
              <a:ext cx="1632093" cy="1632093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</p:pic>
        <p:sp>
          <p:nvSpPr>
            <p:cNvPr id="10" name="旖课10-2"/>
            <p:cNvSpPr txBox="1"/>
            <p:nvPr/>
          </p:nvSpPr>
          <p:spPr>
            <a:xfrm>
              <a:off x="7377705" y="4869929"/>
              <a:ext cx="221987" cy="320381"/>
            </a:xfrm>
            <a:custGeom>
              <a:avLst/>
              <a:gdLst/>
              <a:ahLst/>
              <a:cxnLst/>
              <a:rect l="l" t="t" r="r" b="b"/>
              <a:pathLst>
                <a:path w="221987" h="320381">
                  <a:moveTo>
                    <a:pt x="112393" y="49597"/>
                  </a:moveTo>
                  <a:cubicBezTo>
                    <a:pt x="81062" y="49597"/>
                    <a:pt x="65396" y="87595"/>
                    <a:pt x="65396" y="163590"/>
                  </a:cubicBezTo>
                  <a:cubicBezTo>
                    <a:pt x="65396" y="235053"/>
                    <a:pt x="80662" y="270784"/>
                    <a:pt x="111194" y="270784"/>
                  </a:cubicBezTo>
                  <a:cubicBezTo>
                    <a:pt x="141192" y="270784"/>
                    <a:pt x="156191" y="233986"/>
                    <a:pt x="156191" y="160391"/>
                  </a:cubicBezTo>
                  <a:cubicBezTo>
                    <a:pt x="156191" y="86529"/>
                    <a:pt x="141592" y="49597"/>
                    <a:pt x="112393" y="49597"/>
                  </a:cubicBezTo>
                  <a:close/>
                  <a:moveTo>
                    <a:pt x="115193" y="0"/>
                  </a:moveTo>
                  <a:cubicBezTo>
                    <a:pt x="186389" y="0"/>
                    <a:pt x="221987" y="52664"/>
                    <a:pt x="221987" y="157991"/>
                  </a:cubicBezTo>
                  <a:cubicBezTo>
                    <a:pt x="221987" y="209854"/>
                    <a:pt x="212321" y="249885"/>
                    <a:pt x="192989" y="278083"/>
                  </a:cubicBezTo>
                  <a:cubicBezTo>
                    <a:pt x="173656" y="306282"/>
                    <a:pt x="145725" y="320381"/>
                    <a:pt x="109194" y="320381"/>
                  </a:cubicBezTo>
                  <a:cubicBezTo>
                    <a:pt x="36398" y="320381"/>
                    <a:pt x="0" y="268651"/>
                    <a:pt x="0" y="165190"/>
                  </a:cubicBezTo>
                  <a:cubicBezTo>
                    <a:pt x="0" y="111594"/>
                    <a:pt x="9866" y="70663"/>
                    <a:pt x="29598" y="42398"/>
                  </a:cubicBezTo>
                  <a:cubicBezTo>
                    <a:pt x="49331" y="14133"/>
                    <a:pt x="77862" y="0"/>
                    <a:pt x="11519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旖课10-3"/>
            <p:cNvSpPr txBox="1"/>
            <p:nvPr/>
          </p:nvSpPr>
          <p:spPr>
            <a:xfrm>
              <a:off x="7660666" y="4875129"/>
              <a:ext cx="240985" cy="309781"/>
            </a:xfrm>
            <a:custGeom>
              <a:avLst/>
              <a:gdLst/>
              <a:ahLst/>
              <a:cxnLst/>
              <a:rect l="l" t="t" r="r" b="b"/>
              <a:pathLst>
                <a:path w="240985" h="309781">
                  <a:moveTo>
                    <a:pt x="138391" y="83195"/>
                  </a:moveTo>
                  <a:cubicBezTo>
                    <a:pt x="131992" y="95194"/>
                    <a:pt x="122826" y="109727"/>
                    <a:pt x="110893" y="126792"/>
                  </a:cubicBezTo>
                  <a:cubicBezTo>
                    <a:pt x="98960" y="143858"/>
                    <a:pt x="81062" y="167190"/>
                    <a:pt x="57196" y="196788"/>
                  </a:cubicBezTo>
                  <a:lnTo>
                    <a:pt x="138391" y="196788"/>
                  </a:lnTo>
                  <a:close/>
                  <a:moveTo>
                    <a:pt x="137391" y="0"/>
                  </a:moveTo>
                  <a:lnTo>
                    <a:pt x="197188" y="0"/>
                  </a:lnTo>
                  <a:lnTo>
                    <a:pt x="197188" y="196788"/>
                  </a:lnTo>
                  <a:lnTo>
                    <a:pt x="240985" y="196788"/>
                  </a:lnTo>
                  <a:lnTo>
                    <a:pt x="240985" y="243785"/>
                  </a:lnTo>
                  <a:lnTo>
                    <a:pt x="197188" y="243785"/>
                  </a:lnTo>
                  <a:lnTo>
                    <a:pt x="197188" y="309781"/>
                  </a:lnTo>
                  <a:lnTo>
                    <a:pt x="138391" y="309781"/>
                  </a:lnTo>
                  <a:lnTo>
                    <a:pt x="138391" y="243785"/>
                  </a:lnTo>
                  <a:lnTo>
                    <a:pt x="0" y="243785"/>
                  </a:lnTo>
                  <a:lnTo>
                    <a:pt x="0" y="196388"/>
                  </a:lnTo>
                  <a:cubicBezTo>
                    <a:pt x="28665" y="164390"/>
                    <a:pt x="55530" y="130526"/>
                    <a:pt x="80595" y="94794"/>
                  </a:cubicBezTo>
                  <a:cubicBezTo>
                    <a:pt x="105660" y="59063"/>
                    <a:pt x="124592" y="27465"/>
                    <a:pt x="13739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2" name="旖课11"/>
          <p:cNvGrpSpPr/>
          <p:nvPr/>
        </p:nvGrpSpPr>
        <p:grpSpPr>
          <a:xfrm>
            <a:off x="8177309" y="4085173"/>
            <a:ext cx="1390434" cy="1390432"/>
            <a:chOff x="8056479" y="3634794"/>
            <a:chExt cx="1632093" cy="1632093"/>
          </a:xfrm>
        </p:grpSpPr>
        <p:pic>
          <p:nvPicPr>
            <p:cNvPr id="13" name="旖课11-1"/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056479" y="3634794"/>
              <a:ext cx="1632093" cy="1632093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</p:pic>
        <p:sp>
          <p:nvSpPr>
            <p:cNvPr id="14" name="旖课11-2"/>
            <p:cNvSpPr txBox="1"/>
            <p:nvPr/>
          </p:nvSpPr>
          <p:spPr>
            <a:xfrm>
              <a:off x="9070790" y="4869929"/>
              <a:ext cx="221986" cy="320381"/>
            </a:xfrm>
            <a:custGeom>
              <a:avLst/>
              <a:gdLst/>
              <a:ahLst/>
              <a:cxnLst/>
              <a:rect l="l" t="t" r="r" b="b"/>
              <a:pathLst>
                <a:path w="221986" h="320381">
                  <a:moveTo>
                    <a:pt x="112393" y="49597"/>
                  </a:moveTo>
                  <a:cubicBezTo>
                    <a:pt x="81062" y="49597"/>
                    <a:pt x="65396" y="87595"/>
                    <a:pt x="65396" y="163590"/>
                  </a:cubicBezTo>
                  <a:cubicBezTo>
                    <a:pt x="65396" y="235053"/>
                    <a:pt x="80662" y="270784"/>
                    <a:pt x="111193" y="270784"/>
                  </a:cubicBezTo>
                  <a:cubicBezTo>
                    <a:pt x="141191" y="270784"/>
                    <a:pt x="156191" y="233986"/>
                    <a:pt x="156191" y="160391"/>
                  </a:cubicBezTo>
                  <a:cubicBezTo>
                    <a:pt x="156191" y="86529"/>
                    <a:pt x="141591" y="49597"/>
                    <a:pt x="112393" y="49597"/>
                  </a:cubicBezTo>
                  <a:close/>
                  <a:moveTo>
                    <a:pt x="115193" y="0"/>
                  </a:moveTo>
                  <a:cubicBezTo>
                    <a:pt x="186389" y="0"/>
                    <a:pt x="221986" y="52664"/>
                    <a:pt x="221986" y="157991"/>
                  </a:cubicBezTo>
                  <a:cubicBezTo>
                    <a:pt x="221986" y="209854"/>
                    <a:pt x="212320" y="249885"/>
                    <a:pt x="192988" y="278083"/>
                  </a:cubicBezTo>
                  <a:cubicBezTo>
                    <a:pt x="173656" y="306282"/>
                    <a:pt x="145725" y="320381"/>
                    <a:pt x="109193" y="320381"/>
                  </a:cubicBezTo>
                  <a:cubicBezTo>
                    <a:pt x="36398" y="320381"/>
                    <a:pt x="0" y="268651"/>
                    <a:pt x="0" y="165190"/>
                  </a:cubicBezTo>
                  <a:cubicBezTo>
                    <a:pt x="0" y="111594"/>
                    <a:pt x="9866" y="70663"/>
                    <a:pt x="29598" y="42398"/>
                  </a:cubicBezTo>
                  <a:cubicBezTo>
                    <a:pt x="49330" y="14133"/>
                    <a:pt x="77862" y="0"/>
                    <a:pt x="11519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旖课11-3"/>
            <p:cNvSpPr txBox="1"/>
            <p:nvPr/>
          </p:nvSpPr>
          <p:spPr>
            <a:xfrm>
              <a:off x="9381749" y="4875129"/>
              <a:ext cx="192788" cy="315181"/>
            </a:xfrm>
            <a:custGeom>
              <a:avLst/>
              <a:gdLst/>
              <a:ahLst/>
              <a:cxnLst/>
              <a:rect l="l" t="t" r="r" b="b"/>
              <a:pathLst>
                <a:path w="192788" h="315181">
                  <a:moveTo>
                    <a:pt x="16399" y="0"/>
                  </a:moveTo>
                  <a:lnTo>
                    <a:pt x="180389" y="0"/>
                  </a:lnTo>
                  <a:lnTo>
                    <a:pt x="180389" y="53197"/>
                  </a:lnTo>
                  <a:lnTo>
                    <a:pt x="68596" y="53197"/>
                  </a:lnTo>
                  <a:lnTo>
                    <a:pt x="64196" y="118393"/>
                  </a:lnTo>
                  <a:cubicBezTo>
                    <a:pt x="75262" y="117460"/>
                    <a:pt x="85461" y="116993"/>
                    <a:pt x="94794" y="116993"/>
                  </a:cubicBezTo>
                  <a:cubicBezTo>
                    <a:pt x="125059" y="116993"/>
                    <a:pt x="148957" y="125259"/>
                    <a:pt x="166490" y="141791"/>
                  </a:cubicBezTo>
                  <a:cubicBezTo>
                    <a:pt x="184022" y="158324"/>
                    <a:pt x="192788" y="180722"/>
                    <a:pt x="192788" y="208987"/>
                  </a:cubicBezTo>
                  <a:cubicBezTo>
                    <a:pt x="192788" y="240185"/>
                    <a:pt x="182189" y="265684"/>
                    <a:pt x="160990" y="285483"/>
                  </a:cubicBezTo>
                  <a:cubicBezTo>
                    <a:pt x="139791" y="305282"/>
                    <a:pt x="110993" y="315181"/>
                    <a:pt x="74595" y="315181"/>
                  </a:cubicBezTo>
                  <a:cubicBezTo>
                    <a:pt x="45130" y="315181"/>
                    <a:pt x="20265" y="310715"/>
                    <a:pt x="0" y="301782"/>
                  </a:cubicBezTo>
                  <a:lnTo>
                    <a:pt x="0" y="245985"/>
                  </a:lnTo>
                  <a:cubicBezTo>
                    <a:pt x="21465" y="259051"/>
                    <a:pt x="44330" y="265584"/>
                    <a:pt x="68596" y="265584"/>
                  </a:cubicBezTo>
                  <a:cubicBezTo>
                    <a:pt x="86861" y="265584"/>
                    <a:pt x="101160" y="261084"/>
                    <a:pt x="111493" y="252085"/>
                  </a:cubicBezTo>
                  <a:cubicBezTo>
                    <a:pt x="121826" y="243085"/>
                    <a:pt x="126992" y="230919"/>
                    <a:pt x="126992" y="215587"/>
                  </a:cubicBezTo>
                  <a:cubicBezTo>
                    <a:pt x="126992" y="183456"/>
                    <a:pt x="104993" y="167390"/>
                    <a:pt x="60996" y="167390"/>
                  </a:cubicBezTo>
                  <a:cubicBezTo>
                    <a:pt x="44730" y="167390"/>
                    <a:pt x="25998" y="168590"/>
                    <a:pt x="4800" y="17099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6" name="旖课12"/>
          <p:cNvGrpSpPr/>
          <p:nvPr/>
        </p:nvGrpSpPr>
        <p:grpSpPr>
          <a:xfrm>
            <a:off x="9741344" y="4085173"/>
            <a:ext cx="1390434" cy="1390432"/>
            <a:chOff x="9749564" y="3634794"/>
            <a:chExt cx="1632093" cy="1632093"/>
          </a:xfrm>
        </p:grpSpPr>
        <p:pic>
          <p:nvPicPr>
            <p:cNvPr id="17" name="旖课12-1"/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49564" y="3634794"/>
              <a:ext cx="1632093" cy="1632093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</p:pic>
        <p:sp>
          <p:nvSpPr>
            <p:cNvPr id="18" name="旖课12-2"/>
            <p:cNvSpPr txBox="1"/>
            <p:nvPr/>
          </p:nvSpPr>
          <p:spPr>
            <a:xfrm>
              <a:off x="10762018" y="4869929"/>
              <a:ext cx="221986" cy="320381"/>
            </a:xfrm>
            <a:custGeom>
              <a:avLst/>
              <a:gdLst/>
              <a:ahLst/>
              <a:cxnLst/>
              <a:rect l="l" t="t" r="r" b="b"/>
              <a:pathLst>
                <a:path w="221986" h="320381">
                  <a:moveTo>
                    <a:pt x="112393" y="49597"/>
                  </a:moveTo>
                  <a:cubicBezTo>
                    <a:pt x="81062" y="49597"/>
                    <a:pt x="65396" y="87595"/>
                    <a:pt x="65396" y="163590"/>
                  </a:cubicBezTo>
                  <a:cubicBezTo>
                    <a:pt x="65396" y="235053"/>
                    <a:pt x="80662" y="270784"/>
                    <a:pt x="111193" y="270784"/>
                  </a:cubicBezTo>
                  <a:cubicBezTo>
                    <a:pt x="141191" y="270784"/>
                    <a:pt x="156191" y="233986"/>
                    <a:pt x="156191" y="160391"/>
                  </a:cubicBezTo>
                  <a:cubicBezTo>
                    <a:pt x="156191" y="86529"/>
                    <a:pt x="141591" y="49597"/>
                    <a:pt x="112393" y="49597"/>
                  </a:cubicBezTo>
                  <a:close/>
                  <a:moveTo>
                    <a:pt x="115193" y="0"/>
                  </a:moveTo>
                  <a:cubicBezTo>
                    <a:pt x="186389" y="0"/>
                    <a:pt x="221986" y="52664"/>
                    <a:pt x="221986" y="157991"/>
                  </a:cubicBezTo>
                  <a:cubicBezTo>
                    <a:pt x="221986" y="209854"/>
                    <a:pt x="212320" y="249885"/>
                    <a:pt x="192988" y="278083"/>
                  </a:cubicBezTo>
                  <a:cubicBezTo>
                    <a:pt x="173656" y="306282"/>
                    <a:pt x="145725" y="320381"/>
                    <a:pt x="109193" y="320381"/>
                  </a:cubicBezTo>
                  <a:cubicBezTo>
                    <a:pt x="36398" y="320381"/>
                    <a:pt x="0" y="268651"/>
                    <a:pt x="0" y="165190"/>
                  </a:cubicBezTo>
                  <a:cubicBezTo>
                    <a:pt x="0" y="111594"/>
                    <a:pt x="9866" y="70663"/>
                    <a:pt x="29598" y="42398"/>
                  </a:cubicBezTo>
                  <a:cubicBezTo>
                    <a:pt x="49330" y="14133"/>
                    <a:pt x="77862" y="0"/>
                    <a:pt x="11519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旖课12-3"/>
            <p:cNvSpPr txBox="1"/>
            <p:nvPr/>
          </p:nvSpPr>
          <p:spPr>
            <a:xfrm>
              <a:off x="11060378" y="4869929"/>
              <a:ext cx="215786" cy="320381"/>
            </a:xfrm>
            <a:custGeom>
              <a:avLst/>
              <a:gdLst/>
              <a:ahLst/>
              <a:cxnLst/>
              <a:rect l="l" t="t" r="r" b="b"/>
              <a:pathLst>
                <a:path w="215786" h="320381">
                  <a:moveTo>
                    <a:pt x="109393" y="164590"/>
                  </a:moveTo>
                  <a:cubicBezTo>
                    <a:pt x="96460" y="164590"/>
                    <a:pt x="86028" y="169190"/>
                    <a:pt x="78095" y="178390"/>
                  </a:cubicBezTo>
                  <a:cubicBezTo>
                    <a:pt x="70162" y="187589"/>
                    <a:pt x="66196" y="199188"/>
                    <a:pt x="66196" y="213187"/>
                  </a:cubicBezTo>
                  <a:cubicBezTo>
                    <a:pt x="66196" y="229186"/>
                    <a:pt x="70195" y="242786"/>
                    <a:pt x="78195" y="253985"/>
                  </a:cubicBezTo>
                  <a:cubicBezTo>
                    <a:pt x="86194" y="265184"/>
                    <a:pt x="96727" y="270784"/>
                    <a:pt x="109793" y="270784"/>
                  </a:cubicBezTo>
                  <a:cubicBezTo>
                    <a:pt x="122992" y="270784"/>
                    <a:pt x="133392" y="265651"/>
                    <a:pt x="140991" y="255385"/>
                  </a:cubicBezTo>
                  <a:cubicBezTo>
                    <a:pt x="148591" y="245119"/>
                    <a:pt x="152390" y="232253"/>
                    <a:pt x="152390" y="216787"/>
                  </a:cubicBezTo>
                  <a:cubicBezTo>
                    <a:pt x="152390" y="181989"/>
                    <a:pt x="138058" y="164590"/>
                    <a:pt x="109393" y="164590"/>
                  </a:cubicBezTo>
                  <a:close/>
                  <a:moveTo>
                    <a:pt x="138791" y="0"/>
                  </a:moveTo>
                  <a:cubicBezTo>
                    <a:pt x="162256" y="0"/>
                    <a:pt x="180722" y="2800"/>
                    <a:pt x="194188" y="8400"/>
                  </a:cubicBezTo>
                  <a:lnTo>
                    <a:pt x="194188" y="62997"/>
                  </a:lnTo>
                  <a:cubicBezTo>
                    <a:pt x="178455" y="54064"/>
                    <a:pt x="161323" y="49597"/>
                    <a:pt x="142791" y="49597"/>
                  </a:cubicBezTo>
                  <a:cubicBezTo>
                    <a:pt x="118926" y="49597"/>
                    <a:pt x="99827" y="58964"/>
                    <a:pt x="85494" y="77696"/>
                  </a:cubicBezTo>
                  <a:cubicBezTo>
                    <a:pt x="71162" y="96428"/>
                    <a:pt x="63996" y="120660"/>
                    <a:pt x="63996" y="150391"/>
                  </a:cubicBezTo>
                  <a:lnTo>
                    <a:pt x="65196" y="150391"/>
                  </a:lnTo>
                  <a:cubicBezTo>
                    <a:pt x="79995" y="127726"/>
                    <a:pt x="101927" y="116393"/>
                    <a:pt x="130992" y="116393"/>
                  </a:cubicBezTo>
                  <a:cubicBezTo>
                    <a:pt x="156990" y="116393"/>
                    <a:pt x="177622" y="125293"/>
                    <a:pt x="192888" y="143092"/>
                  </a:cubicBezTo>
                  <a:cubicBezTo>
                    <a:pt x="208154" y="160891"/>
                    <a:pt x="215786" y="184056"/>
                    <a:pt x="215786" y="212587"/>
                  </a:cubicBezTo>
                  <a:cubicBezTo>
                    <a:pt x="215786" y="243786"/>
                    <a:pt x="205854" y="269551"/>
                    <a:pt x="185988" y="289883"/>
                  </a:cubicBezTo>
                  <a:cubicBezTo>
                    <a:pt x="166123" y="310215"/>
                    <a:pt x="140724" y="320381"/>
                    <a:pt x="109793" y="320381"/>
                  </a:cubicBezTo>
                  <a:cubicBezTo>
                    <a:pt x="74328" y="320381"/>
                    <a:pt x="47163" y="307582"/>
                    <a:pt x="28298" y="281983"/>
                  </a:cubicBezTo>
                  <a:cubicBezTo>
                    <a:pt x="9432" y="256385"/>
                    <a:pt x="0" y="221320"/>
                    <a:pt x="0" y="176790"/>
                  </a:cubicBezTo>
                  <a:cubicBezTo>
                    <a:pt x="0" y="124393"/>
                    <a:pt x="12232" y="81829"/>
                    <a:pt x="36697" y="49097"/>
                  </a:cubicBezTo>
                  <a:cubicBezTo>
                    <a:pt x="61163" y="16366"/>
                    <a:pt x="95194" y="0"/>
                    <a:pt x="13879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0" name="旖课13"/>
          <p:cNvSpPr/>
          <p:nvPr/>
        </p:nvSpPr>
        <p:spPr>
          <a:xfrm>
            <a:off x="2192353" y="2093976"/>
            <a:ext cx="3282920" cy="1144524"/>
          </a:xfrm>
          <a:prstGeom prst="roundRect">
            <a:avLst/>
          </a:prstGeom>
          <a:solidFill>
            <a:schemeClr val="bg1"/>
          </a:solidFill>
          <a:ln>
            <a:solidFill>
              <a:srgbClr val="DC52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********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DC52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****************************</a:t>
            </a:r>
          </a:p>
        </p:txBody>
      </p:sp>
      <p:sp>
        <p:nvSpPr>
          <p:cNvPr id="21" name="旖课14"/>
          <p:cNvSpPr/>
          <p:nvPr/>
        </p:nvSpPr>
        <p:spPr>
          <a:xfrm>
            <a:off x="7285094" y="2093976"/>
            <a:ext cx="3212428" cy="1144524"/>
          </a:xfrm>
          <a:prstGeom prst="roundRect">
            <a:avLst/>
          </a:prstGeom>
          <a:solidFill>
            <a:schemeClr val="bg1"/>
          </a:solidFill>
          <a:ln>
            <a:solidFill>
              <a:srgbClr val="DC52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********</a:t>
            </a:r>
            <a:endParaRPr lang="en-US" altLang="zh-CN" b="1" dirty="0">
              <a:solidFill>
                <a:srgbClr val="DC52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********</a:t>
            </a:r>
          </a:p>
        </p:txBody>
      </p:sp>
      <p:sp>
        <p:nvSpPr>
          <p:cNvPr id="28" name="旖课15"/>
          <p:cNvSpPr/>
          <p:nvPr/>
        </p:nvSpPr>
        <p:spPr>
          <a:xfrm rot="5400000">
            <a:off x="6107853" y="3376871"/>
            <a:ext cx="500764" cy="431692"/>
          </a:xfrm>
          <a:prstGeom prst="triangle">
            <a:avLst/>
          </a:prstGeom>
          <a:solidFill>
            <a:srgbClr val="DC522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旖课1"/>
          <p:cNvGrpSpPr/>
          <p:nvPr/>
        </p:nvGrpSpPr>
        <p:grpSpPr>
          <a:xfrm>
            <a:off x="1431925" y="1294683"/>
            <a:ext cx="2225040" cy="4775200"/>
            <a:chOff x="1717743" y="1642321"/>
            <a:chExt cx="2225040" cy="4775200"/>
          </a:xfrm>
          <a:effectLst>
            <a:outerShdw blurRad="482600" dist="139700" dir="2700000" sx="101000" sy="101000" algn="tl" rotWithShape="0">
              <a:srgbClr val="C00000">
                <a:alpha val="30000"/>
              </a:srgbClr>
            </a:outerShdw>
          </a:effectLst>
        </p:grpSpPr>
        <p:sp>
          <p:nvSpPr>
            <p:cNvPr id="4" name="旖课1-1"/>
            <p:cNvSpPr/>
            <p:nvPr/>
          </p:nvSpPr>
          <p:spPr>
            <a:xfrm>
              <a:off x="1717743" y="1642321"/>
              <a:ext cx="2225040" cy="4775200"/>
            </a:xfrm>
            <a:prstGeom prst="roundRect">
              <a:avLst>
                <a:gd name="adj" fmla="val 7845"/>
              </a:avLst>
            </a:prstGeom>
            <a:solidFill>
              <a:schemeClr val="bg1"/>
            </a:solidFill>
            <a:ln w="31750">
              <a:solidFill>
                <a:srgbClr val="FF5D0F"/>
              </a:solidFill>
            </a:ln>
            <a:effectLst/>
            <a:scene3d>
              <a:camera prst="orthographicFront"/>
              <a:lightRig rig="threePt" dir="t"/>
            </a:scene3d>
            <a:sp3d extrusionH="25400" contourW="12700">
              <a:extrusionClr>
                <a:srgbClr val="FF3500"/>
              </a:extrusionClr>
              <a:contourClr>
                <a:srgbClr val="FF3500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614273" y="6065032"/>
              <a:ext cx="367759" cy="71841"/>
              <a:chOff x="2224373" y="5291250"/>
              <a:chExt cx="478968" cy="93563"/>
            </a:xfrm>
          </p:grpSpPr>
          <p:sp>
            <p:nvSpPr>
              <p:cNvPr id="6" name="旖课1-2"/>
              <p:cNvSpPr/>
              <p:nvPr/>
            </p:nvSpPr>
            <p:spPr>
              <a:xfrm>
                <a:off x="2224373" y="5291383"/>
                <a:ext cx="93430" cy="93430"/>
              </a:xfrm>
              <a:prstGeom prst="ellipse">
                <a:avLst/>
              </a:prstGeom>
              <a:solidFill>
                <a:srgbClr val="FF33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" name="旖课1-3"/>
              <p:cNvSpPr/>
              <p:nvPr/>
            </p:nvSpPr>
            <p:spPr>
              <a:xfrm>
                <a:off x="2417149" y="5291253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" name="旖课1-4"/>
              <p:cNvSpPr/>
              <p:nvPr/>
            </p:nvSpPr>
            <p:spPr>
              <a:xfrm>
                <a:off x="2609911" y="5291250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10" name="旖课2"/>
          <p:cNvGrpSpPr/>
          <p:nvPr/>
        </p:nvGrpSpPr>
        <p:grpSpPr>
          <a:xfrm>
            <a:off x="5040630" y="1294683"/>
            <a:ext cx="2225040" cy="4775200"/>
            <a:chOff x="1717743" y="1642321"/>
            <a:chExt cx="2225040" cy="4775200"/>
          </a:xfrm>
          <a:effectLst>
            <a:outerShdw blurRad="482600" dist="139700" dir="2700000" sx="101000" sy="101000" algn="tl" rotWithShape="0">
              <a:srgbClr val="C00000">
                <a:alpha val="30000"/>
              </a:srgbClr>
            </a:outerShdw>
          </a:effectLst>
        </p:grpSpPr>
        <p:sp>
          <p:nvSpPr>
            <p:cNvPr id="11" name="旖课2-1"/>
            <p:cNvSpPr/>
            <p:nvPr/>
          </p:nvSpPr>
          <p:spPr>
            <a:xfrm>
              <a:off x="1717743" y="1642321"/>
              <a:ext cx="2225040" cy="4775200"/>
            </a:xfrm>
            <a:prstGeom prst="roundRect">
              <a:avLst>
                <a:gd name="adj" fmla="val 7845"/>
              </a:avLst>
            </a:prstGeom>
            <a:solidFill>
              <a:schemeClr val="bg1"/>
            </a:solidFill>
            <a:ln w="31750">
              <a:solidFill>
                <a:srgbClr val="FF5D0F"/>
              </a:solidFill>
            </a:ln>
            <a:effectLst/>
            <a:scene3d>
              <a:camera prst="orthographicFront"/>
              <a:lightRig rig="threePt" dir="t"/>
            </a:scene3d>
            <a:sp3d extrusionH="25400" contourW="12700">
              <a:extrusionClr>
                <a:srgbClr val="FF3500"/>
              </a:extrusionClr>
              <a:contourClr>
                <a:srgbClr val="FF3500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684128" y="6065032"/>
              <a:ext cx="367769" cy="71841"/>
              <a:chOff x="2315327" y="5291250"/>
              <a:chExt cx="478976" cy="93563"/>
            </a:xfrm>
          </p:grpSpPr>
          <p:sp>
            <p:nvSpPr>
              <p:cNvPr id="13" name="旖课2-2"/>
              <p:cNvSpPr/>
              <p:nvPr/>
            </p:nvSpPr>
            <p:spPr>
              <a:xfrm>
                <a:off x="2315327" y="5291383"/>
                <a:ext cx="93429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旖课2-3"/>
              <p:cNvSpPr/>
              <p:nvPr/>
            </p:nvSpPr>
            <p:spPr>
              <a:xfrm>
                <a:off x="2508088" y="5291253"/>
                <a:ext cx="93429" cy="93430"/>
              </a:xfrm>
              <a:prstGeom prst="ellipse">
                <a:avLst/>
              </a:prstGeom>
              <a:solidFill>
                <a:srgbClr val="FF33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旖课2-4"/>
              <p:cNvSpPr/>
              <p:nvPr/>
            </p:nvSpPr>
            <p:spPr>
              <a:xfrm>
                <a:off x="2700873" y="5291250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19" name="旖课3"/>
          <p:cNvGrpSpPr/>
          <p:nvPr/>
        </p:nvGrpSpPr>
        <p:grpSpPr>
          <a:xfrm>
            <a:off x="8649335" y="1294683"/>
            <a:ext cx="2225040" cy="4775200"/>
            <a:chOff x="1717743" y="1642321"/>
            <a:chExt cx="2225040" cy="4775200"/>
          </a:xfrm>
          <a:effectLst>
            <a:outerShdw blurRad="482600" dist="139700" dir="2700000" sx="101000" sy="101000" algn="tl" rotWithShape="0">
              <a:srgbClr val="C00000">
                <a:alpha val="30000"/>
              </a:srgbClr>
            </a:outerShdw>
          </a:effectLst>
        </p:grpSpPr>
        <p:sp>
          <p:nvSpPr>
            <p:cNvPr id="20" name="旖课3-1"/>
            <p:cNvSpPr/>
            <p:nvPr/>
          </p:nvSpPr>
          <p:spPr>
            <a:xfrm>
              <a:off x="1717743" y="1642321"/>
              <a:ext cx="2225040" cy="4775200"/>
            </a:xfrm>
            <a:prstGeom prst="roundRect">
              <a:avLst>
                <a:gd name="adj" fmla="val 7845"/>
              </a:avLst>
            </a:prstGeom>
            <a:solidFill>
              <a:schemeClr val="bg1"/>
            </a:solidFill>
            <a:ln w="31750">
              <a:solidFill>
                <a:srgbClr val="FF5D0F"/>
              </a:solidFill>
            </a:ln>
            <a:effectLst/>
            <a:scene3d>
              <a:camera prst="orthographicFront"/>
              <a:lightRig rig="threePt" dir="t"/>
            </a:scene3d>
            <a:sp3d extrusionH="25400" contourW="12700">
              <a:extrusionClr>
                <a:srgbClr val="FF3500"/>
              </a:extrusionClr>
              <a:contourClr>
                <a:srgbClr val="FF3500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2733415" y="6065032"/>
              <a:ext cx="367751" cy="71841"/>
              <a:chOff x="2379546" y="5291250"/>
              <a:chExt cx="478959" cy="93563"/>
            </a:xfrm>
          </p:grpSpPr>
          <p:sp>
            <p:nvSpPr>
              <p:cNvPr id="24" name="旖课3-2"/>
              <p:cNvSpPr/>
              <p:nvPr/>
            </p:nvSpPr>
            <p:spPr>
              <a:xfrm>
                <a:off x="2379546" y="5291383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旖课3-3"/>
              <p:cNvSpPr/>
              <p:nvPr/>
            </p:nvSpPr>
            <p:spPr>
              <a:xfrm>
                <a:off x="2572312" y="5291253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旖课3-4"/>
              <p:cNvSpPr/>
              <p:nvPr/>
            </p:nvSpPr>
            <p:spPr>
              <a:xfrm>
                <a:off x="2765075" y="5291250"/>
                <a:ext cx="93430" cy="93430"/>
              </a:xfrm>
              <a:prstGeom prst="ellipse">
                <a:avLst/>
              </a:prstGeom>
              <a:solidFill>
                <a:srgbClr val="FF33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旖课4"/>
          <p:cNvSpPr txBox="1"/>
          <p:nvPr>
            <p:custDataLst>
              <p:tags r:id="rId2"/>
            </p:custDataLst>
          </p:nvPr>
        </p:nvSpPr>
        <p:spPr>
          <a:xfrm>
            <a:off x="1066968" y="332110"/>
            <a:ext cx="5894388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</a:t>
            </a:r>
            <a:r>
              <a:rPr lang="zh-CN" altLang="en-US" sz="3200" b="1" dirty="0"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*********</a:t>
            </a:r>
          </a:p>
        </p:txBody>
      </p:sp>
      <p:sp>
        <p:nvSpPr>
          <p:cNvPr id="16" name="旖课5"/>
          <p:cNvSpPr txBox="1"/>
          <p:nvPr/>
        </p:nvSpPr>
        <p:spPr>
          <a:xfrm>
            <a:off x="1928495" y="1412240"/>
            <a:ext cx="1400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+mj-ea"/>
                <a:ea typeface="+mj-ea"/>
              </a:rPr>
              <a:t>****</a:t>
            </a:r>
          </a:p>
        </p:txBody>
      </p:sp>
      <p:sp>
        <p:nvSpPr>
          <p:cNvPr id="17" name="旖课6"/>
          <p:cNvSpPr txBox="1"/>
          <p:nvPr/>
        </p:nvSpPr>
        <p:spPr>
          <a:xfrm>
            <a:off x="5561330" y="1412875"/>
            <a:ext cx="1400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+mj-ea"/>
                <a:ea typeface="+mj-ea"/>
              </a:rPr>
              <a:t>****</a:t>
            </a:r>
          </a:p>
        </p:txBody>
      </p:sp>
      <p:sp>
        <p:nvSpPr>
          <p:cNvPr id="22" name="旖课7"/>
          <p:cNvSpPr txBox="1"/>
          <p:nvPr/>
        </p:nvSpPr>
        <p:spPr>
          <a:xfrm>
            <a:off x="9264650" y="1412240"/>
            <a:ext cx="1400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+mj-ea"/>
                <a:ea typeface="+mj-ea"/>
              </a:rPr>
              <a:t>****</a:t>
            </a:r>
          </a:p>
        </p:txBody>
      </p:sp>
      <p:pic>
        <p:nvPicPr>
          <p:cNvPr id="33" name="旖课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52863" y="1964966"/>
            <a:ext cx="2011997" cy="3598352"/>
          </a:xfrm>
          <a:prstGeom prst="rect">
            <a:avLst/>
          </a:prstGeom>
        </p:spPr>
      </p:pic>
      <p:pic>
        <p:nvPicPr>
          <p:cNvPr id="31" name="旖课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9718" y="1964966"/>
            <a:ext cx="2011997" cy="3598352"/>
          </a:xfrm>
          <a:prstGeom prst="rect">
            <a:avLst/>
          </a:prstGeom>
        </p:spPr>
      </p:pic>
      <p:pic>
        <p:nvPicPr>
          <p:cNvPr id="36" name="旖课10" descr="城市里有灯光&#10;&#10;中度可信度描述已自动生成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61569" y="1964966"/>
            <a:ext cx="2011997" cy="359835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旖课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529" y="5245100"/>
            <a:ext cx="12193057" cy="1613196"/>
          </a:xfrm>
          <a:prstGeom prst="rect">
            <a:avLst/>
          </a:prstGeom>
        </p:spPr>
      </p:pic>
      <p:pic>
        <p:nvPicPr>
          <p:cNvPr id="3" name="旖课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529" y="-297"/>
            <a:ext cx="12193057" cy="5245397"/>
          </a:xfrm>
          <a:prstGeom prst="rect">
            <a:avLst/>
          </a:prstGeom>
        </p:spPr>
      </p:pic>
      <p:pic>
        <p:nvPicPr>
          <p:cNvPr id="6" name="旖课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973" y="3721100"/>
            <a:ext cx="1676400" cy="1676400"/>
          </a:xfrm>
          <a:prstGeom prst="rect">
            <a:avLst/>
          </a:prstGeom>
        </p:spPr>
      </p:pic>
      <p:pic>
        <p:nvPicPr>
          <p:cNvPr id="2" name="旖课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1362" y="3721100"/>
            <a:ext cx="1676400" cy="1676400"/>
          </a:xfrm>
          <a:prstGeom prst="rect">
            <a:avLst/>
          </a:prstGeom>
        </p:spPr>
      </p:pic>
      <p:pic>
        <p:nvPicPr>
          <p:cNvPr id="11" name="旖课5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984500" cy="2006600"/>
          </a:xfrm>
          <a:custGeom>
            <a:avLst/>
            <a:gdLst>
              <a:gd name="connsiteX0" fmla="*/ 0 w 2984500"/>
              <a:gd name="connsiteY0" fmla="*/ 0 h 2006600"/>
              <a:gd name="connsiteX1" fmla="*/ 2984500 w 2984500"/>
              <a:gd name="connsiteY1" fmla="*/ 0 h 2006600"/>
              <a:gd name="connsiteX2" fmla="*/ 2984500 w 2984500"/>
              <a:gd name="connsiteY2" fmla="*/ 2006600 h 2006600"/>
              <a:gd name="connsiteX3" fmla="*/ 0 w 2984500"/>
              <a:gd name="connsiteY3" fmla="*/ 2006600 h 20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500" h="2006600">
                <a:moveTo>
                  <a:pt x="0" y="0"/>
                </a:moveTo>
                <a:lnTo>
                  <a:pt x="2984500" y="0"/>
                </a:lnTo>
                <a:lnTo>
                  <a:pt x="2984500" y="2006600"/>
                </a:lnTo>
                <a:lnTo>
                  <a:pt x="0" y="2006600"/>
                </a:lnTo>
                <a:close/>
              </a:path>
            </a:pathLst>
          </a:custGeom>
        </p:spPr>
      </p:pic>
      <p:pic>
        <p:nvPicPr>
          <p:cNvPr id="5" name="旖课6" descr="大厅里站着&#10;&#10;中度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53546" y="1434732"/>
            <a:ext cx="4725850" cy="2658636"/>
          </a:xfrm>
          <a:prstGeom prst="rect">
            <a:avLst/>
          </a:prstGeom>
        </p:spPr>
      </p:pic>
      <p:sp>
        <p:nvSpPr>
          <p:cNvPr id="13" name="旖课7"/>
          <p:cNvSpPr/>
          <p:nvPr/>
        </p:nvSpPr>
        <p:spPr>
          <a:xfrm>
            <a:off x="2453893" y="1435100"/>
            <a:ext cx="4725156" cy="2657900"/>
          </a:xfrm>
          <a:prstGeom prst="roundRect">
            <a:avLst>
              <a:gd name="adj" fmla="val 2381"/>
            </a:avLst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旖课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0300" y="1043"/>
            <a:ext cx="8352244" cy="6072142"/>
          </a:xfrm>
          <a:prstGeom prst="rect">
            <a:avLst/>
          </a:prstGeom>
        </p:spPr>
      </p:pic>
      <p:pic>
        <p:nvPicPr>
          <p:cNvPr id="5" name="旖课2" descr="卡通人物&#10;&#10;低可信度描述已自动生成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531" y="495759"/>
            <a:ext cx="4417338" cy="5864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旖课1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5679" y="1792889"/>
            <a:ext cx="5706351" cy="5066215"/>
          </a:xfrm>
          <a:prstGeom prst="rect">
            <a:avLst/>
          </a:prstGeom>
        </p:spPr>
      </p:pic>
      <p:pic>
        <p:nvPicPr>
          <p:cNvPr id="21" name="旖课2" descr="形状&#10;&#10;低可信度描述已自动生成"/>
          <p:cNvPicPr>
            <a:picLocks noChangeAspect="1"/>
          </p:cNvPicPr>
          <p:nvPr/>
        </p:nvPicPr>
        <p:blipFill>
          <a:blip r:embed="rId12" cstate="email">
            <a:alphaModFix amt="4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6485708" y="0"/>
            <a:ext cx="5706292" cy="5390874"/>
          </a:xfrm>
          <a:custGeom>
            <a:avLst/>
            <a:gdLst>
              <a:gd name="connsiteX0" fmla="*/ 5706292 w 5706292"/>
              <a:gd name="connsiteY0" fmla="*/ 0 h 5390874"/>
              <a:gd name="connsiteX1" fmla="*/ 0 w 5706292"/>
              <a:gd name="connsiteY1" fmla="*/ 0 h 5390874"/>
              <a:gd name="connsiteX2" fmla="*/ 0 w 5706292"/>
              <a:gd name="connsiteY2" fmla="*/ 5390874 h 5390874"/>
              <a:gd name="connsiteX3" fmla="*/ 5706292 w 5706292"/>
              <a:gd name="connsiteY3" fmla="*/ 5390874 h 539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6292" h="5390874">
                <a:moveTo>
                  <a:pt x="5706292" y="0"/>
                </a:moveTo>
                <a:lnTo>
                  <a:pt x="0" y="0"/>
                </a:lnTo>
                <a:lnTo>
                  <a:pt x="0" y="5390874"/>
                </a:lnTo>
                <a:lnTo>
                  <a:pt x="5706292" y="5390874"/>
                </a:lnTo>
                <a:close/>
              </a:path>
            </a:pathLst>
          </a:custGeom>
        </p:spPr>
      </p:pic>
      <p:sp>
        <p:nvSpPr>
          <p:cNvPr id="2" name="旖课3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1066968" y="332110"/>
            <a:ext cx="5894388" cy="792163"/>
          </a:xfrm>
        </p:spPr>
        <p:txBody>
          <a:bodyPr anchor="ctr"/>
          <a:lstStyle/>
          <a:p>
            <a:pPr algn="l">
              <a:lnSpc>
                <a:spcPct val="100000"/>
              </a:lnSpc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***</a:t>
            </a:r>
            <a:r>
              <a:rPr lang="zh-CN" altLang="en-US" sz="3200" b="1" dirty="0"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</a:rPr>
              <a:t>*********</a:t>
            </a:r>
          </a:p>
        </p:txBody>
      </p:sp>
      <p:sp>
        <p:nvSpPr>
          <p:cNvPr id="11" name="旖课4"/>
          <p:cNvSpPr/>
          <p:nvPr>
            <p:custDataLst>
              <p:tags r:id="rId3"/>
            </p:custDataLst>
          </p:nvPr>
        </p:nvSpPr>
        <p:spPr>
          <a:xfrm>
            <a:off x="1663212" y="4846664"/>
            <a:ext cx="6515588" cy="1105344"/>
          </a:xfrm>
          <a:custGeom>
            <a:avLst/>
            <a:gdLst>
              <a:gd name="connsiteX0" fmla="*/ 2800 w 9820"/>
              <a:gd name="connsiteY0" fmla="*/ 0 h 10755"/>
              <a:gd name="connsiteX1" fmla="*/ 9820 w 9820"/>
              <a:gd name="connsiteY1" fmla="*/ 0 h 10755"/>
              <a:gd name="connsiteX2" fmla="*/ 9820 w 9820"/>
              <a:gd name="connsiteY2" fmla="*/ 10720 h 10755"/>
              <a:gd name="connsiteX3" fmla="*/ 0 w 9820"/>
              <a:gd name="connsiteY3" fmla="*/ 10755 h 10755"/>
              <a:gd name="connsiteX4" fmla="*/ 2800 w 9820"/>
              <a:gd name="connsiteY4" fmla="*/ 0 h 10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5" h="1738">
                <a:moveTo>
                  <a:pt x="0" y="0"/>
                </a:moveTo>
                <a:lnTo>
                  <a:pt x="9165" y="0"/>
                </a:lnTo>
                <a:lnTo>
                  <a:pt x="8712" y="1738"/>
                </a:lnTo>
                <a:lnTo>
                  <a:pt x="0" y="17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gradFill flip="none" rotWithShape="1">
              <a:gsLst>
                <a:gs pos="0">
                  <a:srgbClr val="DC5221">
                    <a:alpha val="0"/>
                  </a:srgbClr>
                </a:gs>
                <a:gs pos="50000">
                  <a:srgbClr val="DC5221">
                    <a:alpha val="15000"/>
                  </a:srgbClr>
                </a:gs>
                <a:gs pos="100000">
                  <a:srgbClr val="DC5221"/>
                </a:gs>
              </a:gsLst>
              <a:lin ang="108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旖课5"/>
          <p:cNvSpPr/>
          <p:nvPr>
            <p:custDataLst>
              <p:tags r:id="rId4"/>
            </p:custDataLst>
          </p:nvPr>
        </p:nvSpPr>
        <p:spPr>
          <a:xfrm>
            <a:off x="1662576" y="3120598"/>
            <a:ext cx="6947463" cy="1105344"/>
          </a:xfrm>
          <a:custGeom>
            <a:avLst/>
            <a:gdLst>
              <a:gd name="connsiteX0" fmla="*/ 2800 w 9820"/>
              <a:gd name="connsiteY0" fmla="*/ 0 h 10755"/>
              <a:gd name="connsiteX1" fmla="*/ 9820 w 9820"/>
              <a:gd name="connsiteY1" fmla="*/ 0 h 10755"/>
              <a:gd name="connsiteX2" fmla="*/ 9820 w 9820"/>
              <a:gd name="connsiteY2" fmla="*/ 10720 h 10755"/>
              <a:gd name="connsiteX3" fmla="*/ 0 w 9820"/>
              <a:gd name="connsiteY3" fmla="*/ 10755 h 10755"/>
              <a:gd name="connsiteX4" fmla="*/ 2800 w 9820"/>
              <a:gd name="connsiteY4" fmla="*/ 0 h 10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2" h="1738">
                <a:moveTo>
                  <a:pt x="0" y="0"/>
                </a:moveTo>
                <a:lnTo>
                  <a:pt x="9772" y="0"/>
                </a:lnTo>
                <a:lnTo>
                  <a:pt x="9320" y="1738"/>
                </a:lnTo>
                <a:lnTo>
                  <a:pt x="0" y="17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gradFill flip="none" rotWithShape="1">
              <a:gsLst>
                <a:gs pos="0">
                  <a:srgbClr val="DC5221">
                    <a:alpha val="0"/>
                  </a:srgbClr>
                </a:gs>
                <a:gs pos="50000">
                  <a:srgbClr val="DC5221">
                    <a:alpha val="15000"/>
                  </a:srgbClr>
                </a:gs>
                <a:gs pos="100000">
                  <a:srgbClr val="DC5221"/>
                </a:gs>
              </a:gsLst>
              <a:lin ang="108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旖课6"/>
          <p:cNvSpPr/>
          <p:nvPr>
            <p:custDataLst>
              <p:tags r:id="rId5"/>
            </p:custDataLst>
          </p:nvPr>
        </p:nvSpPr>
        <p:spPr>
          <a:xfrm>
            <a:off x="1676567" y="1394531"/>
            <a:ext cx="7394267" cy="1105344"/>
          </a:xfrm>
          <a:custGeom>
            <a:avLst/>
            <a:gdLst>
              <a:gd name="connsiteX0" fmla="*/ 2800 w 9820"/>
              <a:gd name="connsiteY0" fmla="*/ 0 h 10755"/>
              <a:gd name="connsiteX1" fmla="*/ 9820 w 9820"/>
              <a:gd name="connsiteY1" fmla="*/ 0 h 10755"/>
              <a:gd name="connsiteX2" fmla="*/ 9820 w 9820"/>
              <a:gd name="connsiteY2" fmla="*/ 10720 h 10755"/>
              <a:gd name="connsiteX3" fmla="*/ 0 w 9820"/>
              <a:gd name="connsiteY3" fmla="*/ 10755 h 10755"/>
              <a:gd name="connsiteX4" fmla="*/ 2800 w 9820"/>
              <a:gd name="connsiteY4" fmla="*/ 0 h 10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1" h="1738">
                <a:moveTo>
                  <a:pt x="0" y="0"/>
                </a:moveTo>
                <a:lnTo>
                  <a:pt x="10401" y="0"/>
                </a:lnTo>
                <a:lnTo>
                  <a:pt x="9948" y="1738"/>
                </a:lnTo>
                <a:lnTo>
                  <a:pt x="0" y="17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gradFill flip="none" rotWithShape="1">
              <a:gsLst>
                <a:gs pos="0">
                  <a:srgbClr val="DC5221">
                    <a:alpha val="0"/>
                  </a:srgbClr>
                </a:gs>
                <a:gs pos="50000">
                  <a:srgbClr val="DC5221">
                    <a:alpha val="15000"/>
                  </a:srgbClr>
                </a:gs>
                <a:gs pos="100000">
                  <a:srgbClr val="DC5221"/>
                </a:gs>
              </a:gsLst>
              <a:lin ang="108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旖课7"/>
          <p:cNvSpPr txBox="1"/>
          <p:nvPr>
            <p:custDataLst>
              <p:tags r:id="rId6"/>
            </p:custDataLst>
          </p:nvPr>
        </p:nvSpPr>
        <p:spPr>
          <a:xfrm>
            <a:off x="2197381" y="1526180"/>
            <a:ext cx="5476197" cy="84239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srgbClr val="F4601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*******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**************</a:t>
            </a:r>
          </a:p>
        </p:txBody>
      </p:sp>
      <p:sp>
        <p:nvSpPr>
          <p:cNvPr id="4" name="旖课8"/>
          <p:cNvSpPr txBox="1"/>
          <p:nvPr>
            <p:custDataLst>
              <p:tags r:id="rId7"/>
            </p:custDataLst>
          </p:nvPr>
        </p:nvSpPr>
        <p:spPr>
          <a:xfrm>
            <a:off x="2183389" y="3252247"/>
            <a:ext cx="5476197" cy="84239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200" b="1" kern="0" dirty="0">
                <a:ln>
                  <a:noFill/>
                  <a:prstDash val="sysDot"/>
                </a:ln>
                <a:solidFill>
                  <a:srgbClr val="F4601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*******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*******************</a:t>
            </a:r>
          </a:p>
        </p:txBody>
      </p:sp>
      <p:sp>
        <p:nvSpPr>
          <p:cNvPr id="6" name="旖课9"/>
          <p:cNvSpPr txBox="1"/>
          <p:nvPr>
            <p:custDataLst>
              <p:tags r:id="rId8"/>
            </p:custDataLst>
          </p:nvPr>
        </p:nvSpPr>
        <p:spPr>
          <a:xfrm>
            <a:off x="2183774" y="4978400"/>
            <a:ext cx="5488940" cy="842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200" b="1" kern="0" dirty="0">
                <a:ln>
                  <a:noFill/>
                  <a:prstDash val="sysDot"/>
                </a:ln>
                <a:solidFill>
                  <a:srgbClr val="F4601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*******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  <a:prstDash val="sysDot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*********************</a:t>
            </a:r>
          </a:p>
        </p:txBody>
      </p:sp>
      <p:sp>
        <p:nvSpPr>
          <p:cNvPr id="5" name="旖课10"/>
          <p:cNvSpPr/>
          <p:nvPr/>
        </p:nvSpPr>
        <p:spPr>
          <a:xfrm>
            <a:off x="1348250" y="1634775"/>
            <a:ext cx="624856" cy="624856"/>
          </a:xfrm>
          <a:prstGeom prst="ellipse">
            <a:avLst/>
          </a:prstGeom>
          <a:solidFill>
            <a:schemeClr val="bg1"/>
          </a:solidFill>
          <a:ln>
            <a:solidFill>
              <a:srgbClr val="F46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F46018"/>
                </a:solidFill>
                <a:latin typeface="+mj-ea"/>
                <a:ea typeface="+mj-ea"/>
              </a:rPr>
              <a:t>*</a:t>
            </a:r>
            <a:endParaRPr lang="zh-CN" altLang="en-US" sz="3200">
              <a:solidFill>
                <a:srgbClr val="F46018"/>
              </a:solidFill>
              <a:latin typeface="+mj-ea"/>
              <a:ea typeface="+mj-ea"/>
            </a:endParaRPr>
          </a:p>
        </p:txBody>
      </p:sp>
      <p:sp>
        <p:nvSpPr>
          <p:cNvPr id="7" name="旖课11"/>
          <p:cNvSpPr/>
          <p:nvPr/>
        </p:nvSpPr>
        <p:spPr>
          <a:xfrm>
            <a:off x="1348250" y="3320518"/>
            <a:ext cx="624856" cy="624856"/>
          </a:xfrm>
          <a:prstGeom prst="ellipse">
            <a:avLst/>
          </a:prstGeom>
          <a:solidFill>
            <a:schemeClr val="bg1"/>
          </a:solidFill>
          <a:ln>
            <a:solidFill>
              <a:srgbClr val="F46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F46018"/>
                </a:solidFill>
                <a:latin typeface="+mj-ea"/>
                <a:ea typeface="+mj-ea"/>
              </a:rPr>
              <a:t>*</a:t>
            </a:r>
            <a:endParaRPr lang="zh-CN" altLang="en-US" sz="3200">
              <a:solidFill>
                <a:srgbClr val="F46018"/>
              </a:solidFill>
              <a:latin typeface="+mj-ea"/>
              <a:ea typeface="+mj-ea"/>
            </a:endParaRPr>
          </a:p>
        </p:txBody>
      </p:sp>
      <p:sp>
        <p:nvSpPr>
          <p:cNvPr id="8" name="旖课12"/>
          <p:cNvSpPr/>
          <p:nvPr/>
        </p:nvSpPr>
        <p:spPr>
          <a:xfrm>
            <a:off x="1348250" y="5196189"/>
            <a:ext cx="624856" cy="624856"/>
          </a:xfrm>
          <a:prstGeom prst="ellipse">
            <a:avLst/>
          </a:prstGeom>
          <a:solidFill>
            <a:schemeClr val="bg1"/>
          </a:solidFill>
          <a:ln>
            <a:solidFill>
              <a:srgbClr val="F46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F46018"/>
                </a:solidFill>
                <a:latin typeface="+mj-ea"/>
                <a:ea typeface="+mj-ea"/>
              </a:rPr>
              <a:t>*</a:t>
            </a:r>
            <a:endParaRPr lang="zh-CN" altLang="en-US" sz="3200">
              <a:solidFill>
                <a:srgbClr val="F46018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旖课1"/>
          <p:cNvSpPr/>
          <p:nvPr/>
        </p:nvSpPr>
        <p:spPr>
          <a:xfrm>
            <a:off x="1106655" y="969646"/>
            <a:ext cx="16651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****</a:t>
            </a:r>
          </a:p>
        </p:txBody>
      </p:sp>
      <p:sp>
        <p:nvSpPr>
          <p:cNvPr id="4" name="旖课2"/>
          <p:cNvSpPr/>
          <p:nvPr/>
        </p:nvSpPr>
        <p:spPr>
          <a:xfrm>
            <a:off x="1191279" y="1996726"/>
            <a:ext cx="5086499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2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****************************</a:t>
            </a:r>
          </a:p>
        </p:txBody>
      </p:sp>
      <p:sp>
        <p:nvSpPr>
          <p:cNvPr id="5" name="旖课3"/>
          <p:cNvSpPr/>
          <p:nvPr/>
        </p:nvSpPr>
        <p:spPr>
          <a:xfrm>
            <a:off x="1275904" y="1608382"/>
            <a:ext cx="4917250" cy="199209"/>
          </a:xfrm>
          <a:custGeom>
            <a:avLst/>
            <a:gdLst>
              <a:gd name="connsiteX0" fmla="*/ 0 w 3686175"/>
              <a:gd name="connsiteY0" fmla="*/ 0 h 257175"/>
              <a:gd name="connsiteX1" fmla="*/ 495300 w 3686175"/>
              <a:gd name="connsiteY1" fmla="*/ 0 h 257175"/>
              <a:gd name="connsiteX2" fmla="*/ 495300 w 3686175"/>
              <a:gd name="connsiteY2" fmla="*/ 257175 h 257175"/>
              <a:gd name="connsiteX3" fmla="*/ 752475 w 3686175"/>
              <a:gd name="connsiteY3" fmla="*/ 0 h 257175"/>
              <a:gd name="connsiteX4" fmla="*/ 3686175 w 3686175"/>
              <a:gd name="connsiteY4" fmla="*/ 0 h 257175"/>
              <a:gd name="connsiteX0-1" fmla="*/ 0 w 3686175"/>
              <a:gd name="connsiteY0-2" fmla="*/ 0 h 257175"/>
              <a:gd name="connsiteX1-3" fmla="*/ 495300 w 3686175"/>
              <a:gd name="connsiteY1-4" fmla="*/ 0 h 257175"/>
              <a:gd name="connsiteX2-5" fmla="*/ 495300 w 3686175"/>
              <a:gd name="connsiteY2-6" fmla="*/ 257175 h 257175"/>
              <a:gd name="connsiteX3-7" fmla="*/ 673932 w 3686175"/>
              <a:gd name="connsiteY3-8" fmla="*/ 4762 h 257175"/>
              <a:gd name="connsiteX4-9" fmla="*/ 3686175 w 3686175"/>
              <a:gd name="connsiteY4-10" fmla="*/ 0 h 257175"/>
              <a:gd name="connsiteX0-11" fmla="*/ 0 w 3686175"/>
              <a:gd name="connsiteY0-12" fmla="*/ 0 h 257175"/>
              <a:gd name="connsiteX1-13" fmla="*/ 495300 w 3686175"/>
              <a:gd name="connsiteY1-14" fmla="*/ 0 h 257175"/>
              <a:gd name="connsiteX2-15" fmla="*/ 495300 w 3686175"/>
              <a:gd name="connsiteY2-16" fmla="*/ 257175 h 257175"/>
              <a:gd name="connsiteX3-17" fmla="*/ 619190 w 3686175"/>
              <a:gd name="connsiteY3-18" fmla="*/ 8876 h 257175"/>
              <a:gd name="connsiteX4-19" fmla="*/ 3686175 w 3686175"/>
              <a:gd name="connsiteY4-20" fmla="*/ 0 h 257175"/>
              <a:gd name="connsiteX0-21" fmla="*/ 0 w 3686175"/>
              <a:gd name="connsiteY0-22" fmla="*/ 0 h 257175"/>
              <a:gd name="connsiteX1-23" fmla="*/ 495300 w 3686175"/>
              <a:gd name="connsiteY1-24" fmla="*/ 0 h 257175"/>
              <a:gd name="connsiteX2-25" fmla="*/ 495300 w 3686175"/>
              <a:gd name="connsiteY2-26" fmla="*/ 257175 h 257175"/>
              <a:gd name="connsiteX3-27" fmla="*/ 644895 w 3686175"/>
              <a:gd name="connsiteY3-28" fmla="*/ 8876 h 257175"/>
              <a:gd name="connsiteX4-29" fmla="*/ 3686175 w 3686175"/>
              <a:gd name="connsiteY4-30" fmla="*/ 0 h 257175"/>
              <a:gd name="connsiteX0-31" fmla="*/ 0 w 3686175"/>
              <a:gd name="connsiteY0-32" fmla="*/ 999 h 258174"/>
              <a:gd name="connsiteX1-33" fmla="*/ 495300 w 3686175"/>
              <a:gd name="connsiteY1-34" fmla="*/ 999 h 258174"/>
              <a:gd name="connsiteX2-35" fmla="*/ 495300 w 3686175"/>
              <a:gd name="connsiteY2-36" fmla="*/ 258174 h 258174"/>
              <a:gd name="connsiteX3-37" fmla="*/ 647751 w 3686175"/>
              <a:gd name="connsiteY3-38" fmla="*/ 0 h 258174"/>
              <a:gd name="connsiteX4-39" fmla="*/ 3686175 w 3686175"/>
              <a:gd name="connsiteY4-40" fmla="*/ 999 h 258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86175" h="258174">
                <a:moveTo>
                  <a:pt x="0" y="999"/>
                </a:moveTo>
                <a:lnTo>
                  <a:pt x="495300" y="999"/>
                </a:lnTo>
                <a:lnTo>
                  <a:pt x="495300" y="258174"/>
                </a:lnTo>
                <a:lnTo>
                  <a:pt x="647751" y="0"/>
                </a:lnTo>
                <a:lnTo>
                  <a:pt x="3686175" y="999"/>
                </a:lnTo>
              </a:path>
            </a:pathLst>
          </a:custGeom>
          <a:noFill/>
          <a:ln>
            <a:solidFill>
              <a:srgbClr val="DC52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旖课4"/>
          <p:cNvSpPr/>
          <p:nvPr/>
        </p:nvSpPr>
        <p:spPr>
          <a:xfrm>
            <a:off x="1106805" y="3415665"/>
            <a:ext cx="569150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**********</a:t>
            </a:r>
          </a:p>
        </p:txBody>
      </p:sp>
      <p:sp>
        <p:nvSpPr>
          <p:cNvPr id="8" name="旖课5"/>
          <p:cNvSpPr/>
          <p:nvPr/>
        </p:nvSpPr>
        <p:spPr>
          <a:xfrm>
            <a:off x="1191279" y="4442703"/>
            <a:ext cx="5086499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2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********************************************</a:t>
            </a:r>
          </a:p>
        </p:txBody>
      </p:sp>
      <p:sp>
        <p:nvSpPr>
          <p:cNvPr id="9" name="旖课6"/>
          <p:cNvSpPr/>
          <p:nvPr/>
        </p:nvSpPr>
        <p:spPr>
          <a:xfrm>
            <a:off x="1275904" y="4054359"/>
            <a:ext cx="4917250" cy="199209"/>
          </a:xfrm>
          <a:custGeom>
            <a:avLst/>
            <a:gdLst>
              <a:gd name="connsiteX0" fmla="*/ 0 w 3686175"/>
              <a:gd name="connsiteY0" fmla="*/ 0 h 257175"/>
              <a:gd name="connsiteX1" fmla="*/ 495300 w 3686175"/>
              <a:gd name="connsiteY1" fmla="*/ 0 h 257175"/>
              <a:gd name="connsiteX2" fmla="*/ 495300 w 3686175"/>
              <a:gd name="connsiteY2" fmla="*/ 257175 h 257175"/>
              <a:gd name="connsiteX3" fmla="*/ 752475 w 3686175"/>
              <a:gd name="connsiteY3" fmla="*/ 0 h 257175"/>
              <a:gd name="connsiteX4" fmla="*/ 3686175 w 3686175"/>
              <a:gd name="connsiteY4" fmla="*/ 0 h 257175"/>
              <a:gd name="connsiteX0-1" fmla="*/ 0 w 3686175"/>
              <a:gd name="connsiteY0-2" fmla="*/ 0 h 257175"/>
              <a:gd name="connsiteX1-3" fmla="*/ 495300 w 3686175"/>
              <a:gd name="connsiteY1-4" fmla="*/ 0 h 257175"/>
              <a:gd name="connsiteX2-5" fmla="*/ 495300 w 3686175"/>
              <a:gd name="connsiteY2-6" fmla="*/ 257175 h 257175"/>
              <a:gd name="connsiteX3-7" fmla="*/ 673932 w 3686175"/>
              <a:gd name="connsiteY3-8" fmla="*/ 4762 h 257175"/>
              <a:gd name="connsiteX4-9" fmla="*/ 3686175 w 3686175"/>
              <a:gd name="connsiteY4-10" fmla="*/ 0 h 257175"/>
              <a:gd name="connsiteX0-11" fmla="*/ 0 w 3686175"/>
              <a:gd name="connsiteY0-12" fmla="*/ 0 h 257175"/>
              <a:gd name="connsiteX1-13" fmla="*/ 495300 w 3686175"/>
              <a:gd name="connsiteY1-14" fmla="*/ 0 h 257175"/>
              <a:gd name="connsiteX2-15" fmla="*/ 495300 w 3686175"/>
              <a:gd name="connsiteY2-16" fmla="*/ 257175 h 257175"/>
              <a:gd name="connsiteX3-17" fmla="*/ 619190 w 3686175"/>
              <a:gd name="connsiteY3-18" fmla="*/ 8876 h 257175"/>
              <a:gd name="connsiteX4-19" fmla="*/ 3686175 w 3686175"/>
              <a:gd name="connsiteY4-20" fmla="*/ 0 h 257175"/>
              <a:gd name="connsiteX0-21" fmla="*/ 0 w 3686175"/>
              <a:gd name="connsiteY0-22" fmla="*/ 0 h 257175"/>
              <a:gd name="connsiteX1-23" fmla="*/ 495300 w 3686175"/>
              <a:gd name="connsiteY1-24" fmla="*/ 0 h 257175"/>
              <a:gd name="connsiteX2-25" fmla="*/ 495300 w 3686175"/>
              <a:gd name="connsiteY2-26" fmla="*/ 257175 h 257175"/>
              <a:gd name="connsiteX3-27" fmla="*/ 644895 w 3686175"/>
              <a:gd name="connsiteY3-28" fmla="*/ 8876 h 257175"/>
              <a:gd name="connsiteX4-29" fmla="*/ 3686175 w 3686175"/>
              <a:gd name="connsiteY4-30" fmla="*/ 0 h 257175"/>
              <a:gd name="connsiteX0-31" fmla="*/ 0 w 3686175"/>
              <a:gd name="connsiteY0-32" fmla="*/ 999 h 258174"/>
              <a:gd name="connsiteX1-33" fmla="*/ 495300 w 3686175"/>
              <a:gd name="connsiteY1-34" fmla="*/ 999 h 258174"/>
              <a:gd name="connsiteX2-35" fmla="*/ 495300 w 3686175"/>
              <a:gd name="connsiteY2-36" fmla="*/ 258174 h 258174"/>
              <a:gd name="connsiteX3-37" fmla="*/ 647751 w 3686175"/>
              <a:gd name="connsiteY3-38" fmla="*/ 0 h 258174"/>
              <a:gd name="connsiteX4-39" fmla="*/ 3686175 w 3686175"/>
              <a:gd name="connsiteY4-40" fmla="*/ 999 h 258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86175" h="258174">
                <a:moveTo>
                  <a:pt x="0" y="999"/>
                </a:moveTo>
                <a:lnTo>
                  <a:pt x="495300" y="999"/>
                </a:lnTo>
                <a:lnTo>
                  <a:pt x="495300" y="258174"/>
                </a:lnTo>
                <a:lnTo>
                  <a:pt x="647751" y="0"/>
                </a:lnTo>
                <a:lnTo>
                  <a:pt x="3686175" y="999"/>
                </a:lnTo>
              </a:path>
            </a:pathLst>
          </a:custGeom>
          <a:noFill/>
          <a:ln>
            <a:solidFill>
              <a:srgbClr val="DC52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旖课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1035" y="0"/>
            <a:ext cx="457808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旖课1"/>
          <p:cNvSpPr txBox="1"/>
          <p:nvPr>
            <p:custDataLst>
              <p:tags r:id="rId1"/>
            </p:custDataLst>
          </p:nvPr>
        </p:nvSpPr>
        <p:spPr>
          <a:xfrm>
            <a:off x="9244806" y="506888"/>
            <a:ext cx="2585244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2000" b="1" dirty="0">
                <a:solidFill>
                  <a:srgbClr val="DC52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*********</a:t>
            </a:r>
          </a:p>
        </p:txBody>
      </p:sp>
      <p:sp>
        <p:nvSpPr>
          <p:cNvPr id="2" name="旖课2"/>
          <p:cNvSpPr/>
          <p:nvPr/>
        </p:nvSpPr>
        <p:spPr>
          <a:xfrm>
            <a:off x="1257300" y="1124273"/>
            <a:ext cx="10353675" cy="5124127"/>
          </a:xfrm>
          <a:prstGeom prst="rect">
            <a:avLst/>
          </a:prstGeom>
          <a:solidFill>
            <a:schemeClr val="bg1"/>
          </a:solidFill>
          <a:ln>
            <a:solidFill>
              <a:srgbClr val="F46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****</a:t>
            </a:r>
          </a:p>
        </p:txBody>
      </p:sp>
      <p:sp>
        <p:nvSpPr>
          <p:cNvPr id="3" name="旖课3"/>
          <p:cNvSpPr txBox="1"/>
          <p:nvPr/>
        </p:nvSpPr>
        <p:spPr>
          <a:xfrm>
            <a:off x="1257300" y="347980"/>
            <a:ext cx="5745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*************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旖课1"/>
          <p:cNvGrpSpPr/>
          <p:nvPr/>
        </p:nvGrpSpPr>
        <p:grpSpPr>
          <a:xfrm>
            <a:off x="2055474" y="1275633"/>
            <a:ext cx="2225040" cy="4775200"/>
            <a:chOff x="1717743" y="1642321"/>
            <a:chExt cx="2225040" cy="4775200"/>
          </a:xfrm>
          <a:effectLst>
            <a:outerShdw blurRad="482600" dist="139700" dir="2700000" sx="101000" sy="101000" algn="tl" rotWithShape="0">
              <a:srgbClr val="C00000">
                <a:alpha val="30000"/>
              </a:srgbClr>
            </a:outerShdw>
          </a:effectLst>
        </p:grpSpPr>
        <p:sp>
          <p:nvSpPr>
            <p:cNvPr id="19" name="旖课1-1"/>
            <p:cNvSpPr/>
            <p:nvPr/>
          </p:nvSpPr>
          <p:spPr>
            <a:xfrm>
              <a:off x="1717743" y="1642321"/>
              <a:ext cx="2225040" cy="4775200"/>
            </a:xfrm>
            <a:prstGeom prst="roundRect">
              <a:avLst>
                <a:gd name="adj" fmla="val 7845"/>
              </a:avLst>
            </a:prstGeom>
            <a:solidFill>
              <a:schemeClr val="bg1"/>
            </a:solidFill>
            <a:ln w="31750">
              <a:solidFill>
                <a:srgbClr val="FF5D0F"/>
              </a:solidFill>
            </a:ln>
            <a:effectLst/>
            <a:scene3d>
              <a:camera prst="orthographicFront"/>
              <a:lightRig rig="threePt" dir="t"/>
            </a:scene3d>
            <a:sp3d extrusionH="25400" contourW="12700">
              <a:extrusionClr>
                <a:srgbClr val="FF3500"/>
              </a:extrusionClr>
              <a:contourClr>
                <a:srgbClr val="FF3500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2480925" y="6065032"/>
              <a:ext cx="503088" cy="71841"/>
              <a:chOff x="2050700" y="5291250"/>
              <a:chExt cx="655221" cy="93563"/>
            </a:xfrm>
          </p:grpSpPr>
          <p:sp>
            <p:nvSpPr>
              <p:cNvPr id="21" name="旖课1-2"/>
              <p:cNvSpPr/>
              <p:nvPr/>
            </p:nvSpPr>
            <p:spPr>
              <a:xfrm>
                <a:off x="2050700" y="5291383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2" name="旖课1-3"/>
              <p:cNvSpPr/>
              <p:nvPr/>
            </p:nvSpPr>
            <p:spPr>
              <a:xfrm>
                <a:off x="2243464" y="5291253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3" name="旖课1-4"/>
              <p:cNvSpPr/>
              <p:nvPr/>
            </p:nvSpPr>
            <p:spPr>
              <a:xfrm>
                <a:off x="2436227" y="5291250"/>
                <a:ext cx="93430" cy="93430"/>
              </a:xfrm>
              <a:prstGeom prst="ellipse">
                <a:avLst/>
              </a:prstGeom>
              <a:solidFill>
                <a:srgbClr val="FF33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旖课1-5"/>
              <p:cNvSpPr/>
              <p:nvPr/>
            </p:nvSpPr>
            <p:spPr>
              <a:xfrm>
                <a:off x="2612491" y="5291250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25" name="旖课2"/>
          <p:cNvGrpSpPr/>
          <p:nvPr/>
        </p:nvGrpSpPr>
        <p:grpSpPr>
          <a:xfrm>
            <a:off x="4867463" y="1275633"/>
            <a:ext cx="6269329" cy="4775200"/>
            <a:chOff x="1717742" y="1642321"/>
            <a:chExt cx="6269329" cy="4775200"/>
          </a:xfrm>
          <a:effectLst>
            <a:outerShdw blurRad="482600" dist="139700" dir="2700000" sx="101000" sy="101000" algn="tl" rotWithShape="0">
              <a:srgbClr val="C00000">
                <a:alpha val="30000"/>
              </a:srgbClr>
            </a:outerShdw>
          </a:effectLst>
        </p:grpSpPr>
        <p:sp>
          <p:nvSpPr>
            <p:cNvPr id="26" name="旖课2-1"/>
            <p:cNvSpPr/>
            <p:nvPr/>
          </p:nvSpPr>
          <p:spPr>
            <a:xfrm>
              <a:off x="1717742" y="1642321"/>
              <a:ext cx="6269329" cy="4775200"/>
            </a:xfrm>
            <a:prstGeom prst="roundRect">
              <a:avLst>
                <a:gd name="adj" fmla="val 4454"/>
              </a:avLst>
            </a:prstGeom>
            <a:solidFill>
              <a:schemeClr val="bg1"/>
            </a:solidFill>
            <a:ln w="31750">
              <a:solidFill>
                <a:srgbClr val="FF5D0F"/>
              </a:solidFill>
            </a:ln>
            <a:effectLst/>
            <a:scene3d>
              <a:camera prst="orthographicFront"/>
              <a:lightRig rig="threePt" dir="t"/>
            </a:scene3d>
            <a:sp3d extrusionH="25400" contourW="12700">
              <a:extrusionClr>
                <a:srgbClr val="FF3500"/>
              </a:extrusionClr>
              <a:contourClr>
                <a:srgbClr val="FF3500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614516" y="6065032"/>
              <a:ext cx="503090" cy="71841"/>
              <a:chOff x="4829488" y="5291250"/>
              <a:chExt cx="655223" cy="93563"/>
            </a:xfrm>
          </p:grpSpPr>
          <p:sp>
            <p:nvSpPr>
              <p:cNvPr id="28" name="旖课2-2"/>
              <p:cNvSpPr/>
              <p:nvPr/>
            </p:nvSpPr>
            <p:spPr>
              <a:xfrm>
                <a:off x="4829488" y="5291383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旖课2-3"/>
              <p:cNvSpPr/>
              <p:nvPr/>
            </p:nvSpPr>
            <p:spPr>
              <a:xfrm>
                <a:off x="5022251" y="5291253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旖课2-4"/>
              <p:cNvSpPr/>
              <p:nvPr/>
            </p:nvSpPr>
            <p:spPr>
              <a:xfrm>
                <a:off x="5215015" y="5291250"/>
                <a:ext cx="93430" cy="9343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旖课2-5"/>
              <p:cNvSpPr/>
              <p:nvPr/>
            </p:nvSpPr>
            <p:spPr>
              <a:xfrm>
                <a:off x="5391281" y="5291250"/>
                <a:ext cx="93430" cy="93430"/>
              </a:xfrm>
              <a:prstGeom prst="ellipse">
                <a:avLst/>
              </a:prstGeom>
              <a:solidFill>
                <a:srgbClr val="FF33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6" name="旖课3"/>
          <p:cNvSpPr txBox="1"/>
          <p:nvPr>
            <p:custDataLst>
              <p:tags r:id="rId1"/>
            </p:custDataLst>
          </p:nvPr>
        </p:nvSpPr>
        <p:spPr>
          <a:xfrm>
            <a:off x="1066968" y="332110"/>
            <a:ext cx="5894388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*************</a:t>
            </a:r>
            <a:endParaRPr kumimoji="0" lang="zh-CN" sz="32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4B00"/>
                  </a:gs>
                  <a:gs pos="100000">
                    <a:srgbClr val="FF4B00">
                      <a:alpha val="70000"/>
                    </a:srgbClr>
                  </a:gs>
                </a:gsLst>
                <a:lin ang="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4" name="旖课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95946" y="1443338"/>
            <a:ext cx="1935881" cy="4112742"/>
          </a:xfrm>
          <a:prstGeom prst="rect">
            <a:avLst/>
          </a:prstGeom>
        </p:spPr>
      </p:pic>
      <p:pic>
        <p:nvPicPr>
          <p:cNvPr id="9" name="旖课5" descr="海边的风景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43016" y="1443338"/>
            <a:ext cx="5925090" cy="4112742"/>
          </a:xfrm>
          <a:prstGeom prst="rect">
            <a:avLst/>
          </a:prstGeom>
        </p:spPr>
      </p:pic>
      <p:sp>
        <p:nvSpPr>
          <p:cNvPr id="33" name="旖课6"/>
          <p:cNvSpPr txBox="1"/>
          <p:nvPr/>
        </p:nvSpPr>
        <p:spPr>
          <a:xfrm>
            <a:off x="1445240" y="1275715"/>
            <a:ext cx="461665" cy="459168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r>
              <a:rPr lang="zh-CN" altLang="en-US" b="1">
                <a:latin typeface="+mj-ea"/>
                <a:ea typeface="+mj-ea"/>
              </a:rPr>
              <a:t>简化铺床方式，节力促舒适</a:t>
            </a:r>
          </a:p>
        </p:txBody>
      </p:sp>
      <p:sp>
        <p:nvSpPr>
          <p:cNvPr id="35" name="旖课7"/>
          <p:cNvSpPr txBox="1"/>
          <p:nvPr/>
        </p:nvSpPr>
        <p:spPr>
          <a:xfrm>
            <a:off x="11195613" y="1275632"/>
            <a:ext cx="461665" cy="3982167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r>
              <a:rPr lang="zh-CN" altLang="en-US" b="1">
                <a:latin typeface="+mj-ea"/>
                <a:ea typeface="+mj-ea"/>
              </a:rPr>
              <a:t>学会制作个性化健康宣教海报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旖课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3451" y="-297"/>
            <a:ext cx="10077561" cy="6858594"/>
          </a:xfrm>
          <a:prstGeom prst="rect">
            <a:avLst/>
          </a:prstGeom>
        </p:spPr>
      </p:pic>
      <p:sp>
        <p:nvSpPr>
          <p:cNvPr id="2" name="旖课2"/>
          <p:cNvSpPr txBox="1"/>
          <p:nvPr>
            <p:custDataLst>
              <p:tags r:id="rId1"/>
            </p:custDataLst>
          </p:nvPr>
        </p:nvSpPr>
        <p:spPr>
          <a:xfrm>
            <a:off x="1189528" y="1089387"/>
            <a:ext cx="5894388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sz="2400" b="1" dirty="0">
                <a:solidFill>
                  <a:srgbClr val="DC52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*************</a:t>
            </a:r>
          </a:p>
        </p:txBody>
      </p:sp>
      <p:grpSp>
        <p:nvGrpSpPr>
          <p:cNvPr id="48" name="旖课3"/>
          <p:cNvGrpSpPr/>
          <p:nvPr/>
        </p:nvGrpSpPr>
        <p:grpSpPr>
          <a:xfrm>
            <a:off x="1219202" y="1958657"/>
            <a:ext cx="10203429" cy="1260097"/>
            <a:chOff x="1460502" y="1577916"/>
            <a:chExt cx="10203429" cy="1260097"/>
          </a:xfrm>
        </p:grpSpPr>
        <p:grpSp>
          <p:nvGrpSpPr>
            <p:cNvPr id="33" name="组合 32"/>
            <p:cNvGrpSpPr/>
            <p:nvPr/>
          </p:nvGrpSpPr>
          <p:grpSpPr>
            <a:xfrm>
              <a:off x="1460502" y="2117987"/>
              <a:ext cx="2454388" cy="169133"/>
              <a:chOff x="2923880" y="1724025"/>
              <a:chExt cx="16878354" cy="1006542"/>
            </a:xfrm>
          </p:grpSpPr>
          <p:cxnSp>
            <p:nvCxnSpPr>
              <p:cNvPr id="34" name="旖课3-1"/>
              <p:cNvCxnSpPr/>
              <p:nvPr/>
            </p:nvCxnSpPr>
            <p:spPr>
              <a:xfrm>
                <a:off x="2923880" y="1724025"/>
                <a:ext cx="2830704" cy="0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旖课3-2"/>
              <p:cNvCxnSpPr/>
              <p:nvPr/>
            </p:nvCxnSpPr>
            <p:spPr>
              <a:xfrm>
                <a:off x="5754584" y="1724025"/>
                <a:ext cx="225340" cy="1006542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旖课3-3"/>
              <p:cNvCxnSpPr/>
              <p:nvPr/>
            </p:nvCxnSpPr>
            <p:spPr>
              <a:xfrm flipV="1">
                <a:off x="5979924" y="1724025"/>
                <a:ext cx="1582926" cy="1006542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旖课3-4"/>
              <p:cNvCxnSpPr/>
              <p:nvPr/>
            </p:nvCxnSpPr>
            <p:spPr>
              <a:xfrm>
                <a:off x="7562850" y="1724025"/>
                <a:ext cx="12239384" cy="0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旖课3-5"/>
            <p:cNvSpPr/>
            <p:nvPr/>
          </p:nvSpPr>
          <p:spPr>
            <a:xfrm>
              <a:off x="1460503" y="2371347"/>
              <a:ext cx="10203428" cy="466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*********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**********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*************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**********</a:t>
              </a:r>
            </a:p>
          </p:txBody>
        </p:sp>
        <p:sp>
          <p:nvSpPr>
            <p:cNvPr id="39" name="旖课3-6"/>
            <p:cNvSpPr/>
            <p:nvPr/>
          </p:nvSpPr>
          <p:spPr>
            <a:xfrm>
              <a:off x="2126983" y="1577916"/>
              <a:ext cx="793807" cy="5057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DC52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</a:t>
              </a:r>
            </a:p>
          </p:txBody>
        </p:sp>
        <p:sp>
          <p:nvSpPr>
            <p:cNvPr id="47" name="旖课3-7"/>
            <p:cNvSpPr/>
            <p:nvPr/>
          </p:nvSpPr>
          <p:spPr>
            <a:xfrm>
              <a:off x="1460502" y="1577916"/>
              <a:ext cx="489236" cy="5100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DC52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9" name="旖课4"/>
          <p:cNvGrpSpPr/>
          <p:nvPr/>
        </p:nvGrpSpPr>
        <p:grpSpPr>
          <a:xfrm>
            <a:off x="1219202" y="3366479"/>
            <a:ext cx="8628629" cy="1260097"/>
            <a:chOff x="1460502" y="1577916"/>
            <a:chExt cx="8628629" cy="1260097"/>
          </a:xfrm>
        </p:grpSpPr>
        <p:grpSp>
          <p:nvGrpSpPr>
            <p:cNvPr id="50" name="组合 49"/>
            <p:cNvGrpSpPr/>
            <p:nvPr/>
          </p:nvGrpSpPr>
          <p:grpSpPr>
            <a:xfrm>
              <a:off x="1460502" y="2117987"/>
              <a:ext cx="2454388" cy="169133"/>
              <a:chOff x="2923880" y="1724025"/>
              <a:chExt cx="16878354" cy="1006542"/>
            </a:xfrm>
          </p:grpSpPr>
          <p:cxnSp>
            <p:nvCxnSpPr>
              <p:cNvPr id="54" name="旖课4-1"/>
              <p:cNvCxnSpPr/>
              <p:nvPr/>
            </p:nvCxnSpPr>
            <p:spPr>
              <a:xfrm>
                <a:off x="2923880" y="1724025"/>
                <a:ext cx="2830704" cy="0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旖课4-2"/>
              <p:cNvCxnSpPr/>
              <p:nvPr/>
            </p:nvCxnSpPr>
            <p:spPr>
              <a:xfrm>
                <a:off x="5754584" y="1724025"/>
                <a:ext cx="225340" cy="1006542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旖课4-3"/>
              <p:cNvCxnSpPr/>
              <p:nvPr/>
            </p:nvCxnSpPr>
            <p:spPr>
              <a:xfrm flipV="1">
                <a:off x="5979924" y="1724025"/>
                <a:ext cx="1582926" cy="1006542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旖课4-4"/>
              <p:cNvCxnSpPr/>
              <p:nvPr/>
            </p:nvCxnSpPr>
            <p:spPr>
              <a:xfrm>
                <a:off x="7562850" y="1724025"/>
                <a:ext cx="12239384" cy="0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旖课4-5"/>
            <p:cNvSpPr/>
            <p:nvPr/>
          </p:nvSpPr>
          <p:spPr>
            <a:xfrm>
              <a:off x="1460503" y="2371347"/>
              <a:ext cx="8628628" cy="466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</a:t>
              </a:r>
            </a:p>
          </p:txBody>
        </p:sp>
        <p:sp>
          <p:nvSpPr>
            <p:cNvPr id="52" name="旖课4-6"/>
            <p:cNvSpPr/>
            <p:nvPr/>
          </p:nvSpPr>
          <p:spPr>
            <a:xfrm>
              <a:off x="2126983" y="1577916"/>
              <a:ext cx="489236" cy="5057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DC52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</a:t>
              </a:r>
            </a:p>
          </p:txBody>
        </p:sp>
        <p:sp>
          <p:nvSpPr>
            <p:cNvPr id="53" name="旖课4-7"/>
            <p:cNvSpPr/>
            <p:nvPr/>
          </p:nvSpPr>
          <p:spPr>
            <a:xfrm>
              <a:off x="1460502" y="1577916"/>
              <a:ext cx="489236" cy="5100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DC52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8" name="旖课5"/>
          <p:cNvGrpSpPr/>
          <p:nvPr/>
        </p:nvGrpSpPr>
        <p:grpSpPr>
          <a:xfrm>
            <a:off x="1219202" y="4774301"/>
            <a:ext cx="10515597" cy="1260097"/>
            <a:chOff x="1460502" y="1577916"/>
            <a:chExt cx="10515597" cy="1260097"/>
          </a:xfrm>
        </p:grpSpPr>
        <p:grpSp>
          <p:nvGrpSpPr>
            <p:cNvPr id="59" name="组合 58"/>
            <p:cNvGrpSpPr/>
            <p:nvPr/>
          </p:nvGrpSpPr>
          <p:grpSpPr>
            <a:xfrm>
              <a:off x="1460502" y="2117987"/>
              <a:ext cx="2454388" cy="169133"/>
              <a:chOff x="2923880" y="1724025"/>
              <a:chExt cx="16878354" cy="1006542"/>
            </a:xfrm>
          </p:grpSpPr>
          <p:cxnSp>
            <p:nvCxnSpPr>
              <p:cNvPr id="63" name="旖课5-1"/>
              <p:cNvCxnSpPr/>
              <p:nvPr/>
            </p:nvCxnSpPr>
            <p:spPr>
              <a:xfrm>
                <a:off x="2923880" y="1724025"/>
                <a:ext cx="2830704" cy="0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旖课5-2"/>
              <p:cNvCxnSpPr/>
              <p:nvPr/>
            </p:nvCxnSpPr>
            <p:spPr>
              <a:xfrm>
                <a:off x="5754584" y="1724025"/>
                <a:ext cx="225340" cy="1006542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旖课5-3"/>
              <p:cNvCxnSpPr/>
              <p:nvPr/>
            </p:nvCxnSpPr>
            <p:spPr>
              <a:xfrm flipV="1">
                <a:off x="5979924" y="1724025"/>
                <a:ext cx="1582926" cy="1006542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旖课5-4"/>
              <p:cNvCxnSpPr/>
              <p:nvPr/>
            </p:nvCxnSpPr>
            <p:spPr>
              <a:xfrm>
                <a:off x="7562850" y="1724025"/>
                <a:ext cx="12239384" cy="0"/>
              </a:xfrm>
              <a:prstGeom prst="line">
                <a:avLst/>
              </a:prstGeom>
              <a:ln w="25400" cap="rnd">
                <a:solidFill>
                  <a:srgbClr val="DC522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旖课5-5"/>
            <p:cNvSpPr/>
            <p:nvPr/>
          </p:nvSpPr>
          <p:spPr>
            <a:xfrm>
              <a:off x="1460502" y="2371347"/>
              <a:ext cx="10515597" cy="466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******************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************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********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旖课5-6"/>
            <p:cNvSpPr/>
            <p:nvPr/>
          </p:nvSpPr>
          <p:spPr>
            <a:xfrm>
              <a:off x="2126983" y="1577916"/>
              <a:ext cx="793807" cy="5057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DC52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****</a:t>
              </a:r>
            </a:p>
          </p:txBody>
        </p:sp>
        <p:sp>
          <p:nvSpPr>
            <p:cNvPr id="62" name="旖课5-7"/>
            <p:cNvSpPr/>
            <p:nvPr/>
          </p:nvSpPr>
          <p:spPr>
            <a:xfrm>
              <a:off x="1460502" y="1577916"/>
              <a:ext cx="489236" cy="5100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DC522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**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" name="旖课6"/>
          <p:cNvSpPr txBox="1"/>
          <p:nvPr/>
        </p:nvSpPr>
        <p:spPr>
          <a:xfrm>
            <a:off x="1139825" y="331470"/>
            <a:ext cx="5745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*************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旖课1"/>
          <p:cNvSpPr/>
          <p:nvPr/>
        </p:nvSpPr>
        <p:spPr>
          <a:xfrm rot="20437993" flipH="1">
            <a:off x="2317506" y="4200"/>
            <a:ext cx="10709316" cy="6497178"/>
          </a:xfrm>
          <a:custGeom>
            <a:avLst/>
            <a:gdLst>
              <a:gd name="connsiteX0" fmla="*/ 7751323 w 7751323"/>
              <a:gd name="connsiteY0" fmla="*/ 0 h 5822335"/>
              <a:gd name="connsiteX1" fmla="*/ 0 w 7751323"/>
              <a:gd name="connsiteY1" fmla="*/ 2724624 h 5822335"/>
              <a:gd name="connsiteX2" fmla="*/ 79553 w 7751323"/>
              <a:gd name="connsiteY2" fmla="*/ 2745491 h 5822335"/>
              <a:gd name="connsiteX3" fmla="*/ 2005036 w 7751323"/>
              <a:gd name="connsiteY3" fmla="*/ 4238586 h 5822335"/>
              <a:gd name="connsiteX4" fmla="*/ 2833128 w 7751323"/>
              <a:gd name="connsiteY4" fmla="*/ 5622471 h 5822335"/>
              <a:gd name="connsiteX5" fmla="*/ 2906306 w 7751323"/>
              <a:gd name="connsiteY5" fmla="*/ 5822335 h 5822335"/>
              <a:gd name="connsiteX6" fmla="*/ 7422458 w 7751323"/>
              <a:gd name="connsiteY6" fmla="*/ 4234888 h 5822335"/>
              <a:gd name="connsiteX7" fmla="*/ 7354487 w 7751323"/>
              <a:gd name="connsiteY7" fmla="*/ 4033192 h 5822335"/>
              <a:gd name="connsiteX8" fmla="*/ 7134554 w 7751323"/>
              <a:gd name="connsiteY8" fmla="*/ 2435537 h 5822335"/>
              <a:gd name="connsiteX9" fmla="*/ 7702324 w 7751323"/>
              <a:gd name="connsiteY9" fmla="*/ 66052 h 5822335"/>
              <a:gd name="connsiteX10" fmla="*/ 7751323 w 7751323"/>
              <a:gd name="connsiteY10" fmla="*/ 0 h 5822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751323" h="5822335">
                <a:moveTo>
                  <a:pt x="7751323" y="0"/>
                </a:moveTo>
                <a:lnTo>
                  <a:pt x="0" y="2724624"/>
                </a:lnTo>
                <a:lnTo>
                  <a:pt x="79553" y="2745491"/>
                </a:lnTo>
                <a:cubicBezTo>
                  <a:pt x="668071" y="2931729"/>
                  <a:pt x="1387879" y="3469172"/>
                  <a:pt x="2005036" y="4238586"/>
                </a:cubicBezTo>
                <a:cubicBezTo>
                  <a:pt x="2375331" y="4700233"/>
                  <a:pt x="2656087" y="5179834"/>
                  <a:pt x="2833128" y="5622471"/>
                </a:cubicBezTo>
                <a:lnTo>
                  <a:pt x="2906306" y="5822335"/>
                </a:lnTo>
                <a:lnTo>
                  <a:pt x="7422458" y="4234888"/>
                </a:lnTo>
                <a:lnTo>
                  <a:pt x="7354487" y="4033192"/>
                </a:lnTo>
                <a:cubicBezTo>
                  <a:pt x="7215633" y="3577132"/>
                  <a:pt x="7134554" y="3027344"/>
                  <a:pt x="7134554" y="2435537"/>
                </a:cubicBezTo>
                <a:cubicBezTo>
                  <a:pt x="7134554" y="1449190"/>
                  <a:pt x="7359772" y="579565"/>
                  <a:pt x="7702324" y="66052"/>
                </a:cubicBezTo>
                <a:lnTo>
                  <a:pt x="7751323" y="0"/>
                </a:lnTo>
                <a:close/>
              </a:path>
            </a:pathLst>
          </a:custGeom>
          <a:gradFill flip="none" rotWithShape="0">
            <a:gsLst>
              <a:gs pos="0">
                <a:srgbClr val="EDF3F7">
                  <a:alpha val="0"/>
                </a:srgbClr>
              </a:gs>
              <a:gs pos="53000">
                <a:srgbClr val="EDF3F7">
                  <a:alpha val="44000"/>
                </a:srgbClr>
              </a:gs>
              <a:gs pos="100000">
                <a:srgbClr val="E0E1E6">
                  <a:alpha val="0"/>
                </a:srgbClr>
              </a:gs>
            </a:gsLst>
            <a:lin ang="5400000" scaled="1"/>
          </a:gradFill>
          <a:ln>
            <a:gradFill flip="none" rotWithShape="1">
              <a:gsLst>
                <a:gs pos="19000">
                  <a:srgbClr val="DC5221">
                    <a:alpha val="0"/>
                  </a:srgbClr>
                </a:gs>
                <a:gs pos="40000">
                  <a:srgbClr val="DC5221">
                    <a:alpha val="18000"/>
                  </a:srgbClr>
                </a:gs>
                <a:gs pos="63000">
                  <a:srgbClr val="DC5221">
                    <a:alpha val="0"/>
                  </a:srgbClr>
                </a:gs>
              </a:gsLst>
              <a:lin ang="150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旖课2"/>
          <p:cNvSpPr txBox="1"/>
          <p:nvPr>
            <p:custDataLst>
              <p:tags r:id="rId1"/>
            </p:custDataLst>
          </p:nvPr>
        </p:nvSpPr>
        <p:spPr>
          <a:xfrm>
            <a:off x="1066968" y="332110"/>
            <a:ext cx="10420182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*************</a:t>
            </a:r>
            <a:endParaRPr lang="zh-CN" altLang="en-US" sz="3200" dirty="0"/>
          </a:p>
        </p:txBody>
      </p:sp>
      <p:sp>
        <p:nvSpPr>
          <p:cNvPr id="7" name="旖课3"/>
          <p:cNvSpPr/>
          <p:nvPr/>
        </p:nvSpPr>
        <p:spPr>
          <a:xfrm>
            <a:off x="1307667" y="3722140"/>
            <a:ext cx="10560153" cy="3135861"/>
          </a:xfrm>
          <a:custGeom>
            <a:avLst/>
            <a:gdLst>
              <a:gd name="connsiteX0" fmla="*/ 5280076 w 10560153"/>
              <a:gd name="connsiteY0" fmla="*/ 0 h 3135861"/>
              <a:gd name="connsiteX1" fmla="*/ 10421268 w 10560153"/>
              <a:gd name="connsiteY1" fmla="*/ 2894316 h 3135861"/>
              <a:gd name="connsiteX2" fmla="*/ 10560153 w 10560153"/>
              <a:gd name="connsiteY2" fmla="*/ 3135861 h 3135861"/>
              <a:gd name="connsiteX3" fmla="*/ 8454980 w 10560153"/>
              <a:gd name="connsiteY3" fmla="*/ 3135861 h 3135861"/>
              <a:gd name="connsiteX4" fmla="*/ 8312489 w 10560153"/>
              <a:gd name="connsiteY4" fmla="*/ 2979082 h 3135861"/>
              <a:gd name="connsiteX5" fmla="*/ 5280075 w 10560153"/>
              <a:gd name="connsiteY5" fmla="*/ 1723016 h 3135861"/>
              <a:gd name="connsiteX6" fmla="*/ 2247661 w 10560153"/>
              <a:gd name="connsiteY6" fmla="*/ 2979082 h 3135861"/>
              <a:gd name="connsiteX7" fmla="*/ 2105171 w 10560153"/>
              <a:gd name="connsiteY7" fmla="*/ 3135861 h 3135861"/>
              <a:gd name="connsiteX8" fmla="*/ 0 w 10560153"/>
              <a:gd name="connsiteY8" fmla="*/ 3135861 h 3135861"/>
              <a:gd name="connsiteX9" fmla="*/ 138885 w 10560153"/>
              <a:gd name="connsiteY9" fmla="*/ 2894316 h 3135861"/>
              <a:gd name="connsiteX10" fmla="*/ 5280076 w 10560153"/>
              <a:gd name="connsiteY10" fmla="*/ 0 h 313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60153" h="3135861">
                <a:moveTo>
                  <a:pt x="5280076" y="0"/>
                </a:moveTo>
                <a:cubicBezTo>
                  <a:pt x="7458864" y="0"/>
                  <a:pt x="9366928" y="1159106"/>
                  <a:pt x="10421268" y="2894316"/>
                </a:cubicBezTo>
                <a:lnTo>
                  <a:pt x="10560153" y="3135861"/>
                </a:lnTo>
                <a:lnTo>
                  <a:pt x="8454980" y="3135861"/>
                </a:lnTo>
                <a:lnTo>
                  <a:pt x="8312489" y="2979082"/>
                </a:lnTo>
                <a:cubicBezTo>
                  <a:pt x="7536427" y="2203020"/>
                  <a:pt x="6464307" y="1723016"/>
                  <a:pt x="5280075" y="1723016"/>
                </a:cubicBezTo>
                <a:cubicBezTo>
                  <a:pt x="4095844" y="1723016"/>
                  <a:pt x="3023724" y="2203020"/>
                  <a:pt x="2247661" y="2979082"/>
                </a:cubicBezTo>
                <a:lnTo>
                  <a:pt x="2105171" y="3135861"/>
                </a:lnTo>
                <a:lnTo>
                  <a:pt x="0" y="3135861"/>
                </a:lnTo>
                <a:lnTo>
                  <a:pt x="138885" y="2894316"/>
                </a:lnTo>
                <a:cubicBezTo>
                  <a:pt x="1193224" y="1159106"/>
                  <a:pt x="3101288" y="0"/>
                  <a:pt x="5280076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1"/>
          </a:gradFill>
          <a:ln>
            <a:noFill/>
          </a:ln>
          <a:effectLst>
            <a:glow rad="330200">
              <a:schemeClr val="bg1">
                <a:alpha val="41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*********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旖课4"/>
          <p:cNvSpPr txBox="1"/>
          <p:nvPr/>
        </p:nvSpPr>
        <p:spPr>
          <a:xfrm>
            <a:off x="2957279" y="1452495"/>
            <a:ext cx="3357880" cy="11167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*************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************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+mn-ea"/>
            </a:endParaRPr>
          </a:p>
        </p:txBody>
      </p:sp>
      <p:sp>
        <p:nvSpPr>
          <p:cNvPr id="14" name="旖课5"/>
          <p:cNvSpPr txBox="1"/>
          <p:nvPr/>
        </p:nvSpPr>
        <p:spPr>
          <a:xfrm>
            <a:off x="6652991" y="1452495"/>
            <a:ext cx="3357880" cy="11167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***********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5简" panose="00020600040101010101" charset="-122"/>
                <a:sym typeface="+mn-ea"/>
              </a:rPr>
              <a:t>*************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汉仪旗黑-55简" panose="00020600040101010101" charset="-122"/>
              <a:sym typeface="+mn-ea"/>
            </a:endParaRPr>
          </a:p>
        </p:txBody>
      </p:sp>
      <p:pic>
        <p:nvPicPr>
          <p:cNvPr id="2" name="旖课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87743" y="3003002"/>
            <a:ext cx="1975485" cy="1362075"/>
          </a:xfrm>
          <a:prstGeom prst="roundRect">
            <a:avLst>
              <a:gd name="adj" fmla="val 4540"/>
            </a:avLst>
          </a:prstGeom>
        </p:spPr>
      </p:pic>
      <p:pic>
        <p:nvPicPr>
          <p:cNvPr id="3" name="旖课7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18675" y="3003002"/>
            <a:ext cx="1975485" cy="1362075"/>
          </a:xfrm>
          <a:prstGeom prst="roundRect">
            <a:avLst>
              <a:gd name="adj" fmla="val 4540"/>
            </a:avLst>
          </a:prstGeom>
        </p:spPr>
      </p:pic>
      <p:pic>
        <p:nvPicPr>
          <p:cNvPr id="5" name="旖课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95408" y="3649340"/>
            <a:ext cx="1975485" cy="1362075"/>
          </a:xfrm>
          <a:prstGeom prst="roundRect">
            <a:avLst>
              <a:gd name="adj" fmla="val 4540"/>
            </a:avLst>
          </a:prstGeom>
        </p:spPr>
      </p:pic>
      <p:pic>
        <p:nvPicPr>
          <p:cNvPr id="10" name="旖课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56811" y="3649340"/>
            <a:ext cx="1975485" cy="1362075"/>
          </a:xfrm>
          <a:prstGeom prst="roundRect">
            <a:avLst>
              <a:gd name="adj" fmla="val 4540"/>
            </a:avLst>
          </a:prstGeom>
        </p:spPr>
      </p:pic>
      <p:pic>
        <p:nvPicPr>
          <p:cNvPr id="8" name="旖课1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7595" y="5163815"/>
            <a:ext cx="1975485" cy="1362075"/>
          </a:xfrm>
          <a:prstGeom prst="roundRect">
            <a:avLst>
              <a:gd name="adj" fmla="val 4540"/>
            </a:avLst>
          </a:prstGeom>
        </p:spPr>
      </p:pic>
      <p:pic>
        <p:nvPicPr>
          <p:cNvPr id="13" name="旖课11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33321" y="5163815"/>
            <a:ext cx="1975485" cy="1362075"/>
          </a:xfrm>
          <a:prstGeom prst="roundRect">
            <a:avLst>
              <a:gd name="adj" fmla="val 4540"/>
            </a:avLst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旖课1"/>
          <p:cNvSpPr/>
          <p:nvPr>
            <p:custDataLst>
              <p:tags r:id="rId1"/>
            </p:custDataLst>
          </p:nvPr>
        </p:nvSpPr>
        <p:spPr>
          <a:xfrm>
            <a:off x="1604026" y="1816490"/>
            <a:ext cx="9641807" cy="1612510"/>
          </a:xfrm>
          <a:prstGeom prst="roundRect">
            <a:avLst>
              <a:gd name="adj" fmla="val 9368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旖课2"/>
          <p:cNvSpPr/>
          <p:nvPr>
            <p:custDataLst>
              <p:tags r:id="rId2"/>
            </p:custDataLst>
          </p:nvPr>
        </p:nvSpPr>
        <p:spPr>
          <a:xfrm>
            <a:off x="1604026" y="4045340"/>
            <a:ext cx="9641807" cy="1612510"/>
          </a:xfrm>
          <a:prstGeom prst="roundRect">
            <a:avLst>
              <a:gd name="adj" fmla="val 9368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2" name="旖课3" descr="IMG_256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3885" y="4256025"/>
            <a:ext cx="1231266" cy="1185906"/>
          </a:xfrm>
          <a:prstGeom prst="roundRect">
            <a:avLst/>
          </a:prstGeom>
          <a:noFill/>
          <a:ln w="9525">
            <a:noFill/>
          </a:ln>
        </p:spPr>
      </p:pic>
      <p:pic>
        <p:nvPicPr>
          <p:cNvPr id="23" name="旖课4"/>
          <p:cNvPicPr/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58045" y="2029792"/>
            <a:ext cx="1231266" cy="1185906"/>
          </a:xfrm>
          <a:prstGeom prst="roundRect">
            <a:avLst/>
          </a:prstGeom>
          <a:noFill/>
          <a:ln w="9525">
            <a:noFill/>
          </a:ln>
        </p:spPr>
      </p:pic>
      <p:sp>
        <p:nvSpPr>
          <p:cNvPr id="5" name="旖课5"/>
          <p:cNvSpPr txBox="1"/>
          <p:nvPr/>
        </p:nvSpPr>
        <p:spPr>
          <a:xfrm>
            <a:off x="2819400" y="2022748"/>
            <a:ext cx="6324600" cy="97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*************************************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旖课6"/>
          <p:cNvSpPr txBox="1"/>
          <p:nvPr/>
        </p:nvSpPr>
        <p:spPr>
          <a:xfrm>
            <a:off x="4425314" y="4527550"/>
            <a:ext cx="6563997" cy="50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***********************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旖课7"/>
          <p:cNvSpPr txBox="1"/>
          <p:nvPr>
            <p:custDataLst>
              <p:tags r:id="rId3"/>
            </p:custDataLst>
          </p:nvPr>
        </p:nvSpPr>
        <p:spPr>
          <a:xfrm>
            <a:off x="1066968" y="332110"/>
            <a:ext cx="10420182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**********</a:t>
            </a:r>
          </a:p>
        </p:txBody>
      </p:sp>
      <p:sp>
        <p:nvSpPr>
          <p:cNvPr id="10" name="旖课8"/>
          <p:cNvSpPr txBox="1"/>
          <p:nvPr>
            <p:custDataLst>
              <p:tags r:id="rId4"/>
            </p:custDataLst>
          </p:nvPr>
        </p:nvSpPr>
        <p:spPr>
          <a:xfrm>
            <a:off x="1884045" y="2151956"/>
            <a:ext cx="1358732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</a:t>
            </a:r>
            <a:endParaRPr kumimoji="0" lang="zh-CN" altLang="en-US" sz="72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4B00"/>
                  </a:gs>
                  <a:gs pos="100000">
                    <a:srgbClr val="FF4B00">
                      <a:alpha val="70000"/>
                    </a:srgbClr>
                  </a:gs>
                </a:gsLst>
                <a:lin ang="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旖课9"/>
          <p:cNvSpPr txBox="1"/>
          <p:nvPr>
            <p:custDataLst>
              <p:tags r:id="rId5"/>
            </p:custDataLst>
          </p:nvPr>
        </p:nvSpPr>
        <p:spPr>
          <a:xfrm>
            <a:off x="3517403" y="4381281"/>
            <a:ext cx="1358732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</a:t>
            </a:r>
            <a:endParaRPr kumimoji="0" lang="zh-CN" altLang="en-US" sz="72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4B00"/>
                  </a:gs>
                  <a:gs pos="100000">
                    <a:srgbClr val="FF4B00">
                      <a:alpha val="70000"/>
                    </a:srgbClr>
                  </a:gs>
                </a:gsLst>
                <a:lin ang="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旖课1"/>
          <p:cNvSpPr/>
          <p:nvPr>
            <p:custDataLst>
              <p:tags r:id="rId1"/>
            </p:custDataLst>
          </p:nvPr>
        </p:nvSpPr>
        <p:spPr>
          <a:xfrm>
            <a:off x="1705627" y="2267969"/>
            <a:ext cx="4085574" cy="3800317"/>
          </a:xfrm>
          <a:prstGeom prst="roundRect">
            <a:avLst>
              <a:gd name="adj" fmla="val 9368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旖课2"/>
          <p:cNvSpPr/>
          <p:nvPr>
            <p:custDataLst>
              <p:tags r:id="rId2"/>
            </p:custDataLst>
          </p:nvPr>
        </p:nvSpPr>
        <p:spPr>
          <a:xfrm>
            <a:off x="6798929" y="2267969"/>
            <a:ext cx="4085574" cy="3675631"/>
          </a:xfrm>
          <a:prstGeom prst="roundRect">
            <a:avLst>
              <a:gd name="adj" fmla="val 9368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旖课3"/>
          <p:cNvSpPr txBox="1"/>
          <p:nvPr/>
        </p:nvSpPr>
        <p:spPr>
          <a:xfrm>
            <a:off x="2563411" y="4154398"/>
            <a:ext cx="3100789" cy="97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**************************************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旖课4"/>
          <p:cNvSpPr txBox="1"/>
          <p:nvPr/>
        </p:nvSpPr>
        <p:spPr>
          <a:xfrm>
            <a:off x="7795419" y="4142796"/>
            <a:ext cx="2512536" cy="1424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**********************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旖课5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23341" y="1245291"/>
            <a:ext cx="2071370" cy="264604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11000"/>
              </a:prstClr>
            </a:outerShdw>
          </a:effectLst>
        </p:spPr>
      </p:pic>
      <p:pic>
        <p:nvPicPr>
          <p:cNvPr id="26" name="旖课6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95419" y="1354259"/>
            <a:ext cx="2071370" cy="264604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11000"/>
              </a:prstClr>
            </a:outerShdw>
          </a:effectLst>
        </p:spPr>
      </p:pic>
      <p:sp>
        <p:nvSpPr>
          <p:cNvPr id="3" name="旖课7"/>
          <p:cNvSpPr txBox="1"/>
          <p:nvPr>
            <p:custDataLst>
              <p:tags r:id="rId3"/>
            </p:custDataLst>
          </p:nvPr>
        </p:nvSpPr>
        <p:spPr>
          <a:xfrm>
            <a:off x="1066968" y="332110"/>
            <a:ext cx="10420182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**********</a:t>
            </a:r>
          </a:p>
        </p:txBody>
      </p:sp>
      <p:sp>
        <p:nvSpPr>
          <p:cNvPr id="9" name="旖课8"/>
          <p:cNvSpPr txBox="1"/>
          <p:nvPr>
            <p:custDataLst>
              <p:tags r:id="rId4"/>
            </p:custDataLst>
          </p:nvPr>
        </p:nvSpPr>
        <p:spPr>
          <a:xfrm>
            <a:off x="1884045" y="4381281"/>
            <a:ext cx="1358732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</a:t>
            </a:r>
            <a:endParaRPr kumimoji="0" lang="zh-CN" altLang="en-US" sz="72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4B00"/>
                  </a:gs>
                  <a:gs pos="100000">
                    <a:srgbClr val="FF4B00">
                      <a:alpha val="70000"/>
                    </a:srgbClr>
                  </a:gs>
                </a:gsLst>
                <a:lin ang="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" name="旖课9"/>
          <p:cNvSpPr txBox="1"/>
          <p:nvPr>
            <p:custDataLst>
              <p:tags r:id="rId5"/>
            </p:custDataLst>
          </p:nvPr>
        </p:nvSpPr>
        <p:spPr>
          <a:xfrm>
            <a:off x="6971803" y="4304544"/>
            <a:ext cx="1358732" cy="792163"/>
          </a:xfr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4B00"/>
                    </a:gs>
                    <a:gs pos="100000">
                      <a:srgbClr val="FF4B00">
                        <a:alpha val="70000"/>
                      </a:srgbClr>
                    </a:gs>
                  </a:gsLst>
                  <a:lin ang="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*</a:t>
            </a:r>
            <a:endParaRPr kumimoji="0" lang="zh-CN" altLang="en-US" sz="72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4B00"/>
                  </a:gs>
                  <a:gs pos="100000">
                    <a:srgbClr val="FF4B00">
                      <a:alpha val="70000"/>
                    </a:srgbClr>
                  </a:gs>
                </a:gsLst>
                <a:lin ang="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旖课1"/>
          <p:cNvSpPr/>
          <p:nvPr/>
        </p:nvSpPr>
        <p:spPr>
          <a:xfrm>
            <a:off x="4357336" y="0"/>
            <a:ext cx="5319100" cy="4803492"/>
          </a:xfrm>
          <a:custGeom>
            <a:avLst/>
            <a:gdLst>
              <a:gd name="connsiteX0" fmla="*/ 0 w 5319100"/>
              <a:gd name="connsiteY0" fmla="*/ 0 h 4803492"/>
              <a:gd name="connsiteX1" fmla="*/ 5319100 w 5319100"/>
              <a:gd name="connsiteY1" fmla="*/ 0 h 4803492"/>
              <a:gd name="connsiteX2" fmla="*/ 5319100 w 5319100"/>
              <a:gd name="connsiteY2" fmla="*/ 4803492 h 4803492"/>
              <a:gd name="connsiteX3" fmla="*/ 0 w 5319100"/>
              <a:gd name="connsiteY3" fmla="*/ 4803492 h 4803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9100" h="4803492">
                <a:moveTo>
                  <a:pt x="0" y="0"/>
                </a:moveTo>
                <a:lnTo>
                  <a:pt x="5319100" y="0"/>
                </a:lnTo>
                <a:lnTo>
                  <a:pt x="5319100" y="4803492"/>
                </a:lnTo>
                <a:lnTo>
                  <a:pt x="0" y="4803492"/>
                </a:lnTo>
                <a:close/>
              </a:path>
            </a:pathLst>
          </a:custGeom>
          <a:solidFill>
            <a:srgbClr val="FEDBD0"/>
          </a:solidFill>
          <a:ln>
            <a:noFill/>
          </a:ln>
          <a:effectLst>
            <a:outerShdw blurRad="190500" dist="190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旖课2"/>
          <p:cNvSpPr/>
          <p:nvPr/>
        </p:nvSpPr>
        <p:spPr>
          <a:xfrm>
            <a:off x="2608228" y="3218928"/>
            <a:ext cx="6598834" cy="3639072"/>
          </a:xfrm>
          <a:prstGeom prst="rect">
            <a:avLst/>
          </a:prstGeom>
          <a:solidFill>
            <a:srgbClr val="DC5221"/>
          </a:solidFill>
          <a:ln>
            <a:noFill/>
          </a:ln>
          <a:effectLst>
            <a:outerShdw blurRad="190500" dist="190500" dir="5400000" algn="t" rotWithShape="0">
              <a:prstClr val="black">
                <a:alpha val="40000"/>
              </a:prstClr>
            </a:outerShdw>
          </a:effectLst>
          <a:scene3d>
            <a:camera prst="perspectiveRelaxed">
              <a:rot lat="18588876" lon="3015924" rev="18479084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旖课3"/>
          <p:cNvSpPr txBox="1"/>
          <p:nvPr/>
        </p:nvSpPr>
        <p:spPr>
          <a:xfrm>
            <a:off x="3458501" y="3956726"/>
            <a:ext cx="5142478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RelaxedModerately">
                <a:rot lat="18587999" lon="3018000" rev="18480000"/>
              </a:camera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0" i="0" u="none" strike="noStrike" kern="1200" cap="none" spc="300" normalizeH="0" baseline="0" noProof="0" dirty="0">
                <a:ln>
                  <a:noFill/>
                </a:ln>
                <a:solidFill>
                  <a:srgbClr val="FEDBD0"/>
                </a:solidFill>
                <a:effectLst/>
                <a:uLnTx/>
                <a:uFillTx/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谢谢大家</a:t>
            </a:r>
            <a:endParaRPr kumimoji="0" lang="en-US" altLang="zh-CN" sz="7200" b="0" i="0" u="none" strike="noStrike" kern="1200" cap="none" spc="300" normalizeH="0" baseline="0" noProof="0" dirty="0">
              <a:ln>
                <a:noFill/>
              </a:ln>
              <a:solidFill>
                <a:srgbClr val="FEDBD0"/>
              </a:solidFill>
              <a:effectLst/>
              <a:uLnTx/>
              <a:uFillTx/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7200" spc="300" dirty="0">
                <a:solidFill>
                  <a:srgbClr val="FEDBD0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演讲结束</a:t>
            </a:r>
            <a:endParaRPr kumimoji="0" lang="zh-CN" altLang="en-US" sz="7200" b="0" i="0" u="none" strike="noStrike" kern="1200" cap="none" spc="300" normalizeH="0" baseline="0" noProof="0" dirty="0">
              <a:ln>
                <a:noFill/>
              </a:ln>
              <a:solidFill>
                <a:srgbClr val="FEDBD0"/>
              </a:solidFill>
              <a:effectLst/>
              <a:uLnTx/>
              <a:uFillTx/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sp>
        <p:nvSpPr>
          <p:cNvPr id="32" name="旖课4"/>
          <p:cNvSpPr txBox="1"/>
          <p:nvPr/>
        </p:nvSpPr>
        <p:spPr>
          <a:xfrm>
            <a:off x="4415802" y="709231"/>
            <a:ext cx="5094302" cy="3415030"/>
          </a:xfrm>
          <a:prstGeom prst="rect">
            <a:avLst/>
          </a:prstGeom>
          <a:noFill/>
          <a:scene3d>
            <a:camera prst="isometricOffAxis2Left">
              <a:rot lat="775869" lon="1253353" rev="21504976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方隶简" panose="02010604000101010101" charset="-122"/>
              </a:rPr>
              <a:t>***************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方隶简" panose="02010604000101010101" charset="-122"/>
              </a:rPr>
              <a:t>***************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方隶简" panose="02010604000101010101" charset="-122"/>
              </a:rPr>
              <a:t>***************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方隶简" panose="02010604000101010101" charset="-122"/>
              </a:rPr>
              <a:t>***************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方隶简" panose="02010604000101010101" charset="-122"/>
              </a:rPr>
              <a:t>***************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方隶简" panose="02010604000101010101" charset="-122"/>
              </a:rPr>
              <a:t>***************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方隶简" panose="02010604000101010101" charset="-122"/>
              </a:rPr>
              <a:t>***************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方隶简" panose="02010604000101010101" charset="-122"/>
              </a:rPr>
              <a:t>***************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C52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方隶简" panose="02010604000101010101" charset="-122"/>
              </a:rPr>
              <a:t>***************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旖课1" descr="文本&#10;&#10;描述已自动生成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1276" y="293568"/>
            <a:ext cx="819350" cy="56508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8268494" y="1456705"/>
            <a:ext cx="1659429" cy="4803556"/>
            <a:chOff x="8725103" y="1592819"/>
            <a:chExt cx="1659429" cy="4803556"/>
          </a:xfrm>
        </p:grpSpPr>
        <p:sp>
          <p:nvSpPr>
            <p:cNvPr id="272" name="旖课5"/>
            <p:cNvSpPr txBox="1"/>
            <p:nvPr/>
          </p:nvSpPr>
          <p:spPr>
            <a:xfrm>
              <a:off x="8834578" y="1592819"/>
              <a:ext cx="1106393" cy="12003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活</a:t>
              </a:r>
            </a:p>
          </p:txBody>
        </p:sp>
        <p:sp>
          <p:nvSpPr>
            <p:cNvPr id="273" name="旖课6"/>
            <p:cNvSpPr txBox="1"/>
            <p:nvPr/>
          </p:nvSpPr>
          <p:spPr>
            <a:xfrm>
              <a:off x="8807362" y="2486134"/>
              <a:ext cx="1313180" cy="14465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力</a:t>
              </a:r>
            </a:p>
          </p:txBody>
        </p:sp>
        <p:sp>
          <p:nvSpPr>
            <p:cNvPr id="274" name="旖课7"/>
            <p:cNvSpPr txBox="1"/>
            <p:nvPr/>
          </p:nvSpPr>
          <p:spPr>
            <a:xfrm>
              <a:off x="8968891" y="3563352"/>
              <a:ext cx="1208985" cy="132343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飞</a:t>
              </a:r>
            </a:p>
          </p:txBody>
        </p:sp>
        <p:sp>
          <p:nvSpPr>
            <p:cNvPr id="275" name="旖课8"/>
            <p:cNvSpPr txBox="1"/>
            <p:nvPr/>
          </p:nvSpPr>
          <p:spPr>
            <a:xfrm>
              <a:off x="8725103" y="4534327"/>
              <a:ext cx="1659429" cy="1862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扬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302222" y="774902"/>
            <a:ext cx="1836289" cy="4586108"/>
            <a:chOff x="9688480" y="843241"/>
            <a:chExt cx="1836289" cy="4586108"/>
          </a:xfrm>
        </p:grpSpPr>
        <p:sp>
          <p:nvSpPr>
            <p:cNvPr id="269" name="旖课2"/>
            <p:cNvSpPr txBox="1"/>
            <p:nvPr/>
          </p:nvSpPr>
          <p:spPr>
            <a:xfrm>
              <a:off x="9688480" y="843241"/>
              <a:ext cx="1657826" cy="1862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银</a:t>
              </a:r>
            </a:p>
          </p:txBody>
        </p:sp>
        <p:sp>
          <p:nvSpPr>
            <p:cNvPr id="270" name="旖课3"/>
            <p:cNvSpPr txBox="1"/>
            <p:nvPr/>
          </p:nvSpPr>
          <p:spPr>
            <a:xfrm>
              <a:off x="10034728" y="3011716"/>
              <a:ext cx="1311578" cy="14465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经</a:t>
              </a:r>
            </a:p>
          </p:txBody>
        </p:sp>
        <p:sp>
          <p:nvSpPr>
            <p:cNvPr id="271" name="旖课4"/>
            <p:cNvSpPr txBox="1"/>
            <p:nvPr/>
          </p:nvSpPr>
          <p:spPr>
            <a:xfrm>
              <a:off x="10211589" y="3982799"/>
              <a:ext cx="1313180" cy="14465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济</a:t>
              </a:r>
            </a:p>
          </p:txBody>
        </p:sp>
        <p:sp>
          <p:nvSpPr>
            <p:cNvPr id="276" name="旖课9"/>
            <p:cNvSpPr txBox="1"/>
            <p:nvPr/>
          </p:nvSpPr>
          <p:spPr>
            <a:xfrm>
              <a:off x="9760183" y="2236171"/>
              <a:ext cx="1107996" cy="12003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C7704"/>
                      </a:gs>
                      <a:gs pos="77000">
                        <a:srgbClr val="F46018"/>
                      </a:gs>
                    </a:gsLst>
                    <a:lin ang="5400000" scaled="1"/>
                  </a:gradFill>
                  <a:effectLst>
                    <a:glow rad="63500">
                      <a:prstClr val="white">
                        <a:alpha val="40000"/>
                      </a:prstClr>
                    </a:glow>
                  </a:effectLst>
                  <a:uLnTx/>
                  <a:uFillTx/>
                  <a:latin typeface="庞门正道粗书体" panose="02010600030101010101" pitchFamily="2" charset="-122"/>
                  <a:ea typeface="庞门正道粗书体" panose="02010600030101010101" pitchFamily="2" charset="-122"/>
                </a:rPr>
                <a:t>发</a:t>
              </a:r>
            </a:p>
          </p:txBody>
        </p:sp>
      </p:grpSp>
      <p:cxnSp>
        <p:nvCxnSpPr>
          <p:cNvPr id="279" name="旖课10"/>
          <p:cNvCxnSpPr/>
          <p:nvPr/>
        </p:nvCxnSpPr>
        <p:spPr>
          <a:xfrm flipH="1">
            <a:off x="5313518" y="6388100"/>
            <a:ext cx="0" cy="254000"/>
          </a:xfrm>
          <a:prstGeom prst="line">
            <a:avLst/>
          </a:prstGeom>
          <a:ln>
            <a:solidFill>
              <a:srgbClr val="F46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旖课11"/>
          <p:cNvSpPr txBox="1"/>
          <p:nvPr/>
        </p:nvSpPr>
        <p:spPr>
          <a:xfrm>
            <a:off x="3794436" y="6345575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高职组</a:t>
            </a:r>
          </a:p>
        </p:txBody>
      </p:sp>
      <p:sp>
        <p:nvSpPr>
          <p:cNvPr id="281" name="旖课12"/>
          <p:cNvSpPr txBox="1"/>
          <p:nvPr/>
        </p:nvSpPr>
        <p:spPr>
          <a:xfrm>
            <a:off x="5397500" y="6345575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公共服务与管理</a:t>
            </a:r>
          </a:p>
        </p:txBody>
      </p:sp>
      <p:sp>
        <p:nvSpPr>
          <p:cNvPr id="282" name="旖课13"/>
          <p:cNvSpPr txBox="1"/>
          <p:nvPr/>
        </p:nvSpPr>
        <p:spPr>
          <a:xfrm>
            <a:off x="7000565" y="6345575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养老照护</a:t>
            </a:r>
          </a:p>
        </p:txBody>
      </p:sp>
      <p:cxnSp>
        <p:nvCxnSpPr>
          <p:cNvPr id="283" name="旖课14"/>
          <p:cNvCxnSpPr/>
          <p:nvPr/>
        </p:nvCxnSpPr>
        <p:spPr>
          <a:xfrm flipH="1">
            <a:off x="6916582" y="6388100"/>
            <a:ext cx="0" cy="254000"/>
          </a:xfrm>
          <a:prstGeom prst="line">
            <a:avLst/>
          </a:prstGeom>
          <a:ln>
            <a:solidFill>
              <a:srgbClr val="F46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旖课15"/>
          <p:cNvSpPr txBox="1"/>
          <p:nvPr/>
        </p:nvSpPr>
        <p:spPr>
          <a:xfrm>
            <a:off x="9388397" y="405570"/>
            <a:ext cx="2321626" cy="36933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替换输入标题</a:t>
            </a:r>
          </a:p>
        </p:txBody>
      </p:sp>
      <p:pic>
        <p:nvPicPr>
          <p:cNvPr id="28" name="旖课1" descr="文本&#10;&#10;描述已自动生成"/>
          <p:cNvPicPr>
            <a:picLocks noChangeAspect="1"/>
          </p:cNvPicPr>
          <p:nvPr/>
        </p:nvPicPr>
        <p:blipFill>
          <a:blip r:embed="rId4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0626" y="293567"/>
            <a:ext cx="2562186" cy="565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9pPr>
          </a:lstStyle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947382" y="-404505"/>
            <a:ext cx="7893049" cy="3402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墨迹 6"/>
          <p:cNvPicPr/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  <p:tag name="COMMONDATA" val="eyJoZGlkIjoiYmZiZWU1YTM1ZDIzZWNjZGZkMjc0NGFjNTJlNDI2O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416062992126,&quot;left&quot;:368.05,&quot;top&quot;:76.13393700787401,&quot;width&quot;:427.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8248031496063,&quot;left&quot;:506.45,&quot;top&quot;:122.13393700787401,&quot;width&quot;:260.221417322834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8248031496063,&quot;left&quot;:506.45,&quot;top&quot;:122.13393700787401,&quot;width&quot;:260.221417322834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8248031496063,&quot;left&quot;:506.45,&quot;top&quot;:122.13393700787401,&quot;width&quot;:260.221417322834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SLIDE_DIAGTYPE" val="l"/>
  <p:tag name="KSO_WM_SLIDE_ID" val="custom20234947_1"/>
  <p:tag name="KSO_WM_SLIDE_INDEX" val="1"/>
  <p:tag name="KSO_WM_SLIDE_ITEM_CNT" val="2"/>
  <p:tag name="KSO_WM_SLIDE_LAYOUT" val="a_d_l"/>
  <p:tag name="KSO_WM_SLIDE_LAYOUT_CNT" val="1_1_1"/>
  <p:tag name="KSO_WM_SLIDE_POSITION" val="56*255.55"/>
  <p:tag name="KSO_WM_SLIDE_SIZE" val="841.3*232.15"/>
  <p:tag name="KSO_WM_SLIDE_SUBTYPE" val="picTxt"/>
  <p:tag name="KSO_WM_SLIDE_TYPE" val="text"/>
  <p:tag name="KSO_WM_SPECIAL_SOURCE" val="bdnull"/>
  <p:tag name="KSO_WM_TAG_VERSION" val="3.0"/>
  <p:tag name="KSO_WM_TEMPLATE_CATEGORY" val="custom"/>
  <p:tag name="KSO_WM_TEMPLATE_COLOR_TYPE" val="0"/>
  <p:tag name="KSO_WM_TEMPLATE_INDEX" val="20234947"/>
  <p:tag name="KSO_WM_TEMPLATE_MASTER_TYPE" val="0"/>
  <p:tag name="KSO_WM_TEMPLATE_SUBCATEGORY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SLIDE_DIAGTYPE" val="l"/>
  <p:tag name="KSO_WM_SLIDE_ID" val="custom20234806_1"/>
  <p:tag name="KSO_WM_SLIDE_INDEX" val="1"/>
  <p:tag name="KSO_WM_SLIDE_ITEM_CNT" val="4"/>
  <p:tag name="KSO_WM_SLIDE_LAYOUT" val="a_d_l"/>
  <p:tag name="KSO_WM_SLIDE_LAYOUT_CNT" val="1_1_1"/>
  <p:tag name="KSO_WM_SLIDE_POSITION" val="74.55*125.8"/>
  <p:tag name="KSO_WM_SLIDE_SIZE" val="414.55*367.5"/>
  <p:tag name="KSO_WM_SLIDE_SUBTYPE" val="picTxt"/>
  <p:tag name="KSO_WM_SLIDE_TYPE" val="text"/>
  <p:tag name="KSO_WM_TAG_VERSION" val="3.0"/>
  <p:tag name="KSO_WM_TEMPLATE_CATEGORY" val="custom"/>
  <p:tag name="KSO_WM_TEMPLATE_COLOR_TYPE" val="0"/>
  <p:tag name="KSO_WM_TEMPLATE_INDEX" val="20234806"/>
  <p:tag name="KSO_WM_TEMPLATE_MASTER_TYPE" val="0"/>
  <p:tag name="KSO_WM_TEMPLATE_SUBCATEGORY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SLIDE_DIAGTYPE" val="l"/>
  <p:tag name="KSO_WM_SLIDE_ID" val="custom20234760_1"/>
  <p:tag name="KSO_WM_SLIDE_INDEX" val="1"/>
  <p:tag name="KSO_WM_SLIDE_ITEM_CNT" val="4"/>
  <p:tag name="KSO_WM_SLIDE_LAYOUT" val="a_d_l"/>
  <p:tag name="KSO_WM_SLIDE_LAYOUT_CNT" val="1_1_1"/>
  <p:tag name="KSO_WM_SLIDE_POSITION" val="62.8607*123.806"/>
  <p:tag name="KSO_WM_SLIDE_SIZE" val="542.681*358.856"/>
  <p:tag name="KSO_WM_SLIDE_SUBTYPE" val="picTxt"/>
  <p:tag name="KSO_WM_SLIDE_TYPE" val="text"/>
  <p:tag name="KSO_WM_SPECIAL_SOURCE" val="bdnull"/>
  <p:tag name="KSO_WM_TAG_VERSION" val="3.0"/>
  <p:tag name="KSO_WM_TEMPLATE_CATEGORY" val="custom"/>
  <p:tag name="KSO_WM_TEMPLATE_COLOR_TYPE" val="0"/>
  <p:tag name="KSO_WM_TEMPLATE_INDEX" val="20234760"/>
  <p:tag name="KSO_WM_TEMPLATE_MASTER_TYPE" val="0"/>
  <p:tag name="KSO_WM_TEMPLATE_SUBCATEGORY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72.8564566929134,&quot;left&quot;:62.878080353023506,&quot;top&quot;:109.8055905511811,&quot;width&quot;:556.9774314580002}"/>
  <p:tag name="KSO_WM_TAG_VERSION" val="3.0"/>
  <p:tag name="KSO_WM_TEMPLATE_CATEGORY" val="diagram"/>
  <p:tag name="KSO_WM_TEMPLATE_INDEX" val="20234758"/>
  <p:tag name="KSO_WM_UNIT_COMPATIBLE" val="0"/>
  <p:tag name="KSO_WM_UNIT_DIAGRAM_ISNUMVISUAL" val="0"/>
  <p:tag name="KSO_WM_UNIT_DIAGRAM_ISREFERUNIT" val="0"/>
  <p:tag name="KSO_WM_UNIT_FILL_FORE_SCHEMECOLOR_INDEX" val="16"/>
  <p:tag name="KSO_WM_UNIT_FILL_FORE_SCHEMECOLOR_INDEX_BRIGHTNESS" val="0"/>
  <p:tag name="KSO_WM_UNIT_FILL_TYPE" val="1"/>
  <p:tag name="KSO_WM_UNIT_HIGHLIGHT" val="0"/>
  <p:tag name="KSO_WM_UNIT_ID" val="diagram20234758_1*l_h_i*1_3_1"/>
  <p:tag name="KSO_WM_UNIT_INDEX" val="1_3_1"/>
  <p:tag name="KSO_WM_UNIT_LAYERLEVEL" val="1_1_1"/>
  <p:tag name="KSO_WM_UNIT_LINE_FILL_TYPE" val="2"/>
  <p:tag name="KSO_WM_UNIT_LINE_FORE_SCHEMECOLOR_INDEX" val="5"/>
  <p:tag name="KSO_WM_UNIT_TEXT_FILL_FORE_SCHEMECOLOR_INDEX" val="2"/>
  <p:tag name="KSO_WM_UNIT_TEXT_FILL_TYPE" val="1"/>
  <p:tag name="KSO_WM_UNIT_TYPE" val="l_h_i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72.8564566929134,&quot;left&quot;:62.878080353023506,&quot;top&quot;:109.8055905511811,&quot;width&quot;:556.9774314580002}"/>
  <p:tag name="KSO_WM_TAG_VERSION" val="3.0"/>
  <p:tag name="KSO_WM_TEMPLATE_CATEGORY" val="diagram"/>
  <p:tag name="KSO_WM_TEMPLATE_INDEX" val="20234758"/>
  <p:tag name="KSO_WM_UNIT_COMPATIBLE" val="0"/>
  <p:tag name="KSO_WM_UNIT_DIAGRAM_ISNUMVISUAL" val="0"/>
  <p:tag name="KSO_WM_UNIT_DIAGRAM_ISREFERUNIT" val="0"/>
  <p:tag name="KSO_WM_UNIT_FILL_FORE_SCHEMECOLOR_INDEX" val="16"/>
  <p:tag name="KSO_WM_UNIT_FILL_FORE_SCHEMECOLOR_INDEX_BRIGHTNESS" val="0"/>
  <p:tag name="KSO_WM_UNIT_FILL_TYPE" val="1"/>
  <p:tag name="KSO_WM_UNIT_HIGHLIGHT" val="0"/>
  <p:tag name="KSO_WM_UNIT_ID" val="diagram20234758_1*l_h_i*1_2_1"/>
  <p:tag name="KSO_WM_UNIT_INDEX" val="1_2_1"/>
  <p:tag name="KSO_WM_UNIT_LAYERLEVEL" val="1_1_1"/>
  <p:tag name="KSO_WM_UNIT_LINE_FILL_TYPE" val="2"/>
  <p:tag name="KSO_WM_UNIT_LINE_FORE_SCHEMECOLOR_INDEX" val="5"/>
  <p:tag name="KSO_WM_UNIT_TEXT_FILL_FORE_SCHEMECOLOR_INDEX" val="2"/>
  <p:tag name="KSO_WM_UNIT_TEXT_FILL_TYPE" val="1"/>
  <p:tag name="KSO_WM_UNIT_TYPE" val="l_h_i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72.8564566929134,&quot;left&quot;:62.878080353023506,&quot;top&quot;:109.8055905511811,&quot;width&quot;:556.9774314580002}"/>
  <p:tag name="KSO_WM_TAG_VERSION" val="3.0"/>
  <p:tag name="KSO_WM_TEMPLATE_CATEGORY" val="diagram"/>
  <p:tag name="KSO_WM_TEMPLATE_INDEX" val="20234758"/>
  <p:tag name="KSO_WM_UNIT_COMPATIBLE" val="0"/>
  <p:tag name="KSO_WM_UNIT_DIAGRAM_ISNUMVISUAL" val="0"/>
  <p:tag name="KSO_WM_UNIT_DIAGRAM_ISREFERUNIT" val="0"/>
  <p:tag name="KSO_WM_UNIT_FILL_FORE_SCHEMECOLOR_INDEX" val="16"/>
  <p:tag name="KSO_WM_UNIT_FILL_FORE_SCHEMECOLOR_INDEX_BRIGHTNESS" val="0"/>
  <p:tag name="KSO_WM_UNIT_FILL_TYPE" val="1"/>
  <p:tag name="KSO_WM_UNIT_HIGHLIGHT" val="0"/>
  <p:tag name="KSO_WM_UNIT_ID" val="diagram20234758_1*l_h_i*1_1_1"/>
  <p:tag name="KSO_WM_UNIT_INDEX" val="1_1_1"/>
  <p:tag name="KSO_WM_UNIT_LAYERLEVEL" val="1_1_1"/>
  <p:tag name="KSO_WM_UNIT_LINE_FILL_TYPE" val="2"/>
  <p:tag name="KSO_WM_UNIT_LINE_FORE_SCHEMECOLOR_INDEX" val="5"/>
  <p:tag name="KSO_WM_UNIT_TEXT_FILL_FORE_SCHEMECOLOR_INDEX" val="2"/>
  <p:tag name="KSO_WM_UNIT_TEXT_FILL_TYPE" val="1"/>
  <p:tag name="KSO_WM_UNIT_TYPE" val="l_h_i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72.8564566929134,&quot;left&quot;:62.878080353023506,&quot;top&quot;:109.8055905511811,&quot;width&quot;:556.9774314580002}"/>
  <p:tag name="KSO_WM_TAG_VERSION" val="3.0"/>
  <p:tag name="KSO_WM_TEMPLATE_CATEGORY" val="diagram"/>
  <p:tag name="KSO_WM_TEMPLATE_INDEX" val="20234758"/>
  <p:tag name="KSO_WM_UNIT_COMPATIBLE" val="0"/>
  <p:tag name="KSO_WM_UNIT_DIAGRAM_ISNUMVISUAL" val="0"/>
  <p:tag name="KSO_WM_UNIT_DIAGRAM_ISREFERUNIT" val="0"/>
  <p:tag name="KSO_WM_UNIT_HIGHLIGHT" val="0"/>
  <p:tag name="KSO_WM_UNIT_ID" val="diagram20234758_1*l_h_f*1_1_1"/>
  <p:tag name="KSO_WM_UNIT_INDEX" val="1_1_1"/>
  <p:tag name="KSO_WM_UNIT_LAYERLEVEL" val="1_1_1"/>
  <p:tag name="KSO_WM_UNIT_NOCLEAR" val="0"/>
  <p:tag name="KSO_WM_UNIT_PRESET_TEXT" val="单击此处添加文本内容，简明扼要地阐述您的观点。根据需要可增减文字，以便观者理解您传达的思想。单击此处添加文本内容，简明扼要地阐述您的观点。"/>
  <p:tag name="KSO_WM_UNIT_PRESET_TEXT_INDEX" val="0"/>
  <p:tag name="KSO_WM_UNIT_PRESET_TEXT_LEN" val="0"/>
  <p:tag name="KSO_WM_UNIT_SUBTYPE" val="a"/>
  <p:tag name="KSO_WM_UNIT_TEXT_FILL_FORE_SCHEMECOLOR_INDEX" val="1"/>
  <p:tag name="KSO_WM_UNIT_TEXT_FILL_TYPE" val="1"/>
  <p:tag name="KSO_WM_UNIT_TEXT_TYPE" val="1"/>
  <p:tag name="KSO_WM_UNIT_TYPE" val="l_h_f"/>
  <p:tag name="KSO_WM_UNIT_USESOURCEFORMAT_APPLY" val="1"/>
  <p:tag name="KSO_WM_UNIT_VALUE" val="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58.8564566929134,&quot;left&quot;:62.878080353023506,&quot;top&quot;:123.8055905511811,&quot;width&quot;:542.6808471679688}"/>
  <p:tag name="KSO_WM_TAG_VERSION" val="3.0"/>
  <p:tag name="KSO_WM_TEMPLATE_CATEGORY" val="diagram"/>
  <p:tag name="KSO_WM_TEMPLATE_INDEX" val="20234758"/>
  <p:tag name="KSO_WM_UNIT_COMPATIBLE" val="0"/>
  <p:tag name="KSO_WM_UNIT_DIAGRAM_ISNUMVISUAL" val="0"/>
  <p:tag name="KSO_WM_UNIT_DIAGRAM_ISREFERUNIT" val="0"/>
  <p:tag name="KSO_WM_UNIT_HIGHLIGHT" val="0"/>
  <p:tag name="KSO_WM_UNIT_ID" val="diagram20234758_1*l_h_f*1_2_1"/>
  <p:tag name="KSO_WM_UNIT_INDEX" val="1_2_1"/>
  <p:tag name="KSO_WM_UNIT_LAYERLEVEL" val="1_1_1"/>
  <p:tag name="KSO_WM_UNIT_NOCLEAR" val="0"/>
  <p:tag name="KSO_WM_UNIT_PRESET_TEXT" val="单击此处添加文本内容，简明扼要地阐述您的观点。根据需要可增减文字，以便观者理解您传达的思想。单击此处添加文本内容，简明扼要地阐述您的观点。"/>
  <p:tag name="KSO_WM_UNIT_PRESET_TEXT_INDEX" val="0"/>
  <p:tag name="KSO_WM_UNIT_PRESET_TEXT_LEN" val="0"/>
  <p:tag name="KSO_WM_UNIT_SUBTYPE" val="a"/>
  <p:tag name="KSO_WM_UNIT_TEXT_FILL_FORE_SCHEMECOLOR_INDEX" val="1"/>
  <p:tag name="KSO_WM_UNIT_TEXT_FILL_TYPE" val="1"/>
  <p:tag name="KSO_WM_UNIT_TEXT_TYPE" val="1"/>
  <p:tag name="KSO_WM_UNIT_TYPE" val="l_h_f"/>
  <p:tag name="KSO_WM_UNIT_USESOURCEFORMAT_APPLY" val="1"/>
  <p:tag name="KSO_WM_UNIT_VALUE" val="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EXT_CAN_REMOVE" val="n"/>
  <p:tag name="KSO_WM_DIAGRAM_COLOR_TRICK" val="1"/>
  <p:tag name="KSO_WM_DIAGRAM_GROUP_CODE" val="l1-1"/>
  <p:tag name="KSO_WM_DIAGRAM_MAX_ITEMCNT" val="4"/>
  <p:tag name="KSO_WM_DIAGRAM_MIN_ITEMCNT" val="3"/>
  <p:tag name="KSO_WM_DIAGRAM_VERSION" val="3"/>
  <p:tag name="KSO_WM_DIAGRAM_VIRTUALLY_FRAME" val="{&quot;height&quot;:372.8564566929134,&quot;left&quot;:62.878080353023506,&quot;top&quot;:109.8055905511811,&quot;width&quot;:556.9774314580002}"/>
  <p:tag name="KSO_WM_TAG_VERSION" val="3.0"/>
  <p:tag name="KSO_WM_TEMPLATE_CATEGORY" val="diagram"/>
  <p:tag name="KSO_WM_TEMPLATE_INDEX" val="20234758"/>
  <p:tag name="KSO_WM_UNIT_COMPATIBLE" val="0"/>
  <p:tag name="KSO_WM_UNIT_DIAGRAM_ISNUMVISUAL" val="0"/>
  <p:tag name="KSO_WM_UNIT_DIAGRAM_ISREFERUNIT" val="0"/>
  <p:tag name="KSO_WM_UNIT_HIGHLIGHT" val="0"/>
  <p:tag name="KSO_WM_UNIT_ID" val="diagram20234758_1*l_h_f*1_3_1"/>
  <p:tag name="KSO_WM_UNIT_INDEX" val="1_3_1"/>
  <p:tag name="KSO_WM_UNIT_LAYERLEVEL" val="1_1_1"/>
  <p:tag name="KSO_WM_UNIT_NOCLEAR" val="0"/>
  <p:tag name="KSO_WM_UNIT_PRESET_TEXT" val="单击此处添加文本内容，简明扼要地阐述您的观点。根据需要可增减文字，以便观者理解您传达的思想。单击此处添加文本内容，简明扼要地阐述您的观点。"/>
  <p:tag name="KSO_WM_UNIT_PRESET_TEXT_INDEX" val="0"/>
  <p:tag name="KSO_WM_UNIT_PRESET_TEXT_LEN" val="0"/>
  <p:tag name="KSO_WM_UNIT_SUBTYPE" val="a"/>
  <p:tag name="KSO_WM_UNIT_TEXT_FILL_FORE_SCHEMECOLOR_INDEX" val="1"/>
  <p:tag name="KSO_WM_UNIT_TEXT_FILL_TYPE" val="1"/>
  <p:tag name="KSO_WM_UNIT_TEXT_TYPE" val="1"/>
  <p:tag name="KSO_WM_UNIT_TYPE" val="l_h_f"/>
  <p:tag name="KSO_WM_UNIT_USESOURCEFORMAT_APPLY" val="1"/>
  <p:tag name="KSO_WM_UNIT_VALUE" val="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215905511811,&quot;left&quot;:49.517874015748035,&quot;top&quot;:112.03409448818897,&quot;width&quot;:586.797007874015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215905511811,&quot;left&quot;:49.517874015748035,&quot;top&quot;:112.03409448818897,&quot;width&quot;:586.797007874015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215905511811,&quot;left&quot;:49.517874015748035,&quot;top&quot;:112.03409448818897,&quot;width&quot;:586.797007874015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215905511811,&quot;left&quot;:49.517874015748035,&quot;top&quot;:112.03409448818897,&quot;width&quot;:586.797007874015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l1-1"/>
  <p:tag name="KSO_WM_TAG_VERSION" val="3.0"/>
  <p:tag name="KSO_WM_TEMPLATE_CATEGORY" val="custom"/>
  <p:tag name="KSO_WM_TEMPLATE_INDEX" val="20234760"/>
  <p:tag name="KSO_WM_UNIT_COMPATIBLE" val="0"/>
  <p:tag name="KSO_WM_UNIT_DIAGRAM_ISNUMVISUAL" val="0"/>
  <p:tag name="KSO_WM_UNIT_DIAGRAM_ISREFERUNIT" val="0"/>
  <p:tag name="KSO_WM_UNIT_HIGHLIGHT" val="0"/>
  <p:tag name="KSO_WM_UNIT_ID" val="custom20234760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EXT_FILL_FORE_SCHEMECOLOR_INDEX" val="13"/>
  <p:tag name="KSO_WM_UNIT_TEXT_FILL_TYPE" val="1"/>
  <p:tag name="KSO_WM_UNIT_TYPE" val="a"/>
  <p:tag name="KSO_WM_UNIT_USESOURCEFORMAT_APPLY" val="1"/>
  <p:tag name="KSO_WM_UNIT_VALUE" val="16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旖课">
      <a:majorFont>
        <a:latin typeface="微软雅黑"/>
        <a:ea typeface="微软雅黑"/>
        <a:cs typeface="Arial"/>
      </a:majorFont>
      <a:minorFont>
        <a:latin typeface="思源黑体 CN Regular"/>
        <a:ea typeface="思源黑体 CN Regular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11</TotalTime>
  <Words>632</Words>
  <Application>Microsoft Office PowerPoint</Application>
  <PresentationFormat>宽屏</PresentationFormat>
  <Paragraphs>188</Paragraphs>
  <Slides>26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庞门正道粗书体</vt:lpstr>
      <vt:lpstr>思源宋体 CN Heavy</vt:lpstr>
      <vt:lpstr>微软雅黑</vt:lpstr>
      <vt:lpstr>Arial</vt:lpstr>
      <vt:lpstr>Calibri</vt:lpstr>
      <vt:lpstr>Wingdings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************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创新创业</dc:title>
  <dc:creator>第一PPT</dc:creator>
  <cp:keywords>www.1ppt.com</cp:keywords>
  <dc:description>www.1ppt.com</dc:description>
  <cp:lastModifiedBy>PC</cp:lastModifiedBy>
  <cp:revision>43</cp:revision>
  <dcterms:created xsi:type="dcterms:W3CDTF">2024-10-25T09:43:00Z</dcterms:created>
  <dcterms:modified xsi:type="dcterms:W3CDTF">2026-05-06T07:27:28Z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062B6911560240E38BF7FB651451302B_13</vt:lpwstr>
  </property>
  <property fmtid="{D5CDD505-2E9C-101B-9397-08002B2CF9AE}" pid="3" name="KSOProductBuildVer">
    <vt:lpwstr>2052-12.1.0.26375</vt:lpwstr>
  </property>
</Properties>
</file>