
<file path=[Content_Types].xml><?xml version="1.0" encoding="utf-8"?>
<Types xmlns="http://schemas.openxmlformats.org/package/2006/content-types">
  <Default Extension="png" ContentType="image/png"/>
  <Default Extension="svg" ContentType="image/sv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2"/>
  </p:notesMasterIdLst>
  <p:sldIdLst>
    <p:sldId id="820" r:id="rId3"/>
    <p:sldId id="821" r:id="rId4"/>
    <p:sldId id="822" r:id="rId5"/>
    <p:sldId id="542" r:id="rId6"/>
    <p:sldId id="11091096" r:id="rId7"/>
    <p:sldId id="530" r:id="rId8"/>
    <p:sldId id="824" r:id="rId9"/>
    <p:sldId id="11091091" r:id="rId10"/>
    <p:sldId id="600" r:id="rId11"/>
    <p:sldId id="550" r:id="rId12"/>
    <p:sldId id="825" r:id="rId13"/>
    <p:sldId id="630" r:id="rId14"/>
    <p:sldId id="11091033" r:id="rId15"/>
    <p:sldId id="11091043" r:id="rId16"/>
    <p:sldId id="826" r:id="rId17"/>
    <p:sldId id="661" r:id="rId18"/>
    <p:sldId id="500" r:id="rId19"/>
    <p:sldId id="11091097" r:id="rId20"/>
    <p:sldId id="11091125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9"/>
    <p:restoredTop sz="94632"/>
  </p:normalViewPr>
  <p:slideViewPr>
    <p:cSldViewPr snapToGrid="0">
      <p:cViewPr>
        <p:scale>
          <a:sx n="100" d="100"/>
          <a:sy n="100" d="100"/>
        </p:scale>
        <p:origin x="-954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1D7B1-27DC-8A43-9780-9865385BD83A}" type="datetimeFigureOut">
              <a:rPr lang="zh-CN" altLang="en-US"/>
              <a:t>2025/9/29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EA7D4-DC14-334D-8980-4FA7C7376838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22547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CAFC558-B37D-45BB-8D43-7FDF347E535B}" type="datetimeFigureOut">
              <a:rPr lang="zh-CN" altLang="en-US"/>
              <a:t>2025/9/29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F5DA-1DCA-BF49-ACDE-C97344880B04}" type="datetimeFigureOut">
              <a:rPr lang="zh-CN" altLang="en-US"/>
              <a:t>2025/9/29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C476-F827-F541-A59F-AC1E6F4A3823}" type="slidenum">
              <a:rPr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9F5DA-1DCA-BF49-ACDE-C97344880B04}" type="datetimeFigureOut">
              <a:rPr lang="zh-CN" altLang="en-US"/>
              <a:t>2025/9/29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0C476-F827-F541-A59F-AC1E6F4A3823}" type="slidenum">
              <a:r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26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image" Target="../media/image27.png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0"/>
            <a:ext cx="10261600" cy="6858000"/>
          </a:xfrm>
          <a:custGeom>
            <a:avLst/>
            <a:gdLst>
              <a:gd name="connsiteX0" fmla="*/ 10261600 w 10261600"/>
              <a:gd name="connsiteY0" fmla="*/ 0 h 6858000"/>
              <a:gd name="connsiteX1" fmla="*/ 0 w 10261600"/>
              <a:gd name="connsiteY1" fmla="*/ 0 h 6858000"/>
              <a:gd name="connsiteX2" fmla="*/ 3022771 w 10261600"/>
              <a:gd name="connsiteY2" fmla="*/ 6858000 h 6858000"/>
              <a:gd name="connsiteX3" fmla="*/ 10261600 w 102616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61600" h="6858000">
                <a:moveTo>
                  <a:pt x="10261600" y="0"/>
                </a:moveTo>
                <a:lnTo>
                  <a:pt x="0" y="0"/>
                </a:lnTo>
                <a:lnTo>
                  <a:pt x="3022771" y="6858000"/>
                </a:lnTo>
                <a:lnTo>
                  <a:pt x="10261600" y="6858000"/>
                </a:lnTo>
                <a:close/>
              </a:path>
            </a:pathLst>
          </a:custGeom>
        </p:spPr>
      </p:pic>
      <p:sp>
        <p:nvSpPr>
          <p:cNvPr id="4" name="任意形状 3"/>
          <p:cNvSpPr/>
          <p:nvPr/>
        </p:nvSpPr>
        <p:spPr>
          <a:xfrm>
            <a:off x="0" y="0"/>
            <a:ext cx="10261600" cy="6858000"/>
          </a:xfrm>
          <a:custGeom>
            <a:avLst/>
            <a:gdLst>
              <a:gd name="connsiteX0" fmla="*/ 0 w 8641554"/>
              <a:gd name="connsiteY0" fmla="*/ 0 h 6858000"/>
              <a:gd name="connsiteX1" fmla="*/ 8641554 w 8641554"/>
              <a:gd name="connsiteY1" fmla="*/ 0 h 6858000"/>
              <a:gd name="connsiteX2" fmla="*/ 6096002 w 8641554"/>
              <a:gd name="connsiteY2" fmla="*/ 6858000 h 6858000"/>
              <a:gd name="connsiteX3" fmla="*/ 0 w 8641554"/>
              <a:gd name="connsiteY3" fmla="*/ 6858000 h 6858000"/>
              <a:gd name="connsiteX4" fmla="*/ 0 w 8641554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1554" h="6858000">
                <a:moveTo>
                  <a:pt x="0" y="0"/>
                </a:moveTo>
                <a:lnTo>
                  <a:pt x="8641554" y="0"/>
                </a:lnTo>
                <a:lnTo>
                  <a:pt x="609600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9ABAD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105399" y="338483"/>
            <a:ext cx="7086599" cy="651951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2269" y="3156546"/>
            <a:ext cx="5278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养老服务行业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0806" y="4171450"/>
            <a:ext cx="43232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Elderly care service industry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PPT Template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46411" y="470077"/>
            <a:ext cx="185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YOUR LOGO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2269" y="2180204"/>
            <a:ext cx="307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6000" b="1" i="0" u="none" strike="noStrike" kern="1200" cap="none" spc="0" normalizeH="0" baseline="0" noProof="0" dirty="0">
                <a:ln>
                  <a:gradFill>
                    <a:gsLst>
                      <a:gs pos="0">
                        <a:schemeClr val="bg1"/>
                      </a:gs>
                      <a:gs pos="99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20XX</a:t>
            </a:r>
            <a:endParaRPr kumimoji="1" lang="zh-CN" altLang="en-US" sz="6000" b="1" i="0" u="none" strike="noStrike" kern="1200" cap="none" spc="0" normalizeH="0" baseline="0" noProof="0" dirty="0">
              <a:ln>
                <a:gradFill>
                  <a:gsLst>
                    <a:gs pos="0">
                      <a:schemeClr val="bg1"/>
                    </a:gs>
                    <a:gs pos="99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7" name="直线连接符 26"/>
          <p:cNvCxnSpPr/>
          <p:nvPr/>
        </p:nvCxnSpPr>
        <p:spPr>
          <a:xfrm>
            <a:off x="447382" y="4464999"/>
            <a:ext cx="378353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62674" y="4737313"/>
            <a:ext cx="1179595" cy="3385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rgbClr val="D6241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580275" y="4737312"/>
            <a:ext cx="1107954" cy="33855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rgbClr val="D6241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19404" y="4737310"/>
            <a:ext cx="900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汇报人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676191" y="4737310"/>
            <a:ext cx="1045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第一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81439" y="6266688"/>
            <a:ext cx="1356830" cy="159401"/>
            <a:chOff x="6030154" y="6179576"/>
            <a:chExt cx="1356830" cy="159401"/>
          </a:xfrm>
          <a:solidFill>
            <a:schemeClr val="bg1"/>
          </a:solidFill>
        </p:grpSpPr>
        <p:sp>
          <p:nvSpPr>
            <p:cNvPr id="34" name="椭圆 33"/>
            <p:cNvSpPr/>
            <p:nvPr/>
          </p:nvSpPr>
          <p:spPr>
            <a:xfrm>
              <a:off x="6628868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6928225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6329511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6030154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7227583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9" name="任意形状 38"/>
          <p:cNvSpPr/>
          <p:nvPr/>
        </p:nvSpPr>
        <p:spPr>
          <a:xfrm>
            <a:off x="10003974" y="963216"/>
            <a:ext cx="2188026" cy="5894785"/>
          </a:xfrm>
          <a:custGeom>
            <a:avLst/>
            <a:gdLst>
              <a:gd name="connsiteX0" fmla="*/ 2188026 w 2188026"/>
              <a:gd name="connsiteY0" fmla="*/ 0 h 5894785"/>
              <a:gd name="connsiteX1" fmla="*/ 2188026 w 2188026"/>
              <a:gd name="connsiteY1" fmla="*/ 5894785 h 5894785"/>
              <a:gd name="connsiteX2" fmla="*/ 0 w 2188026"/>
              <a:gd name="connsiteY2" fmla="*/ 5894785 h 589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8026" h="5894785">
                <a:moveTo>
                  <a:pt x="2188026" y="0"/>
                </a:moveTo>
                <a:lnTo>
                  <a:pt x="2188026" y="5894785"/>
                </a:lnTo>
                <a:lnTo>
                  <a:pt x="0" y="5894785"/>
                </a:lnTo>
                <a:close/>
              </a:path>
            </a:pathLst>
          </a:custGeom>
          <a:solidFill>
            <a:srgbClr val="09ABAD">
              <a:alpha val="4751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596" y="1648918"/>
            <a:ext cx="2428406" cy="4122295"/>
          </a:xfrm>
          <a:custGeom>
            <a:avLst/>
            <a:gdLst>
              <a:gd name="connsiteX0" fmla="*/ 0 w 2428406"/>
              <a:gd name="connsiteY0" fmla="*/ 0 h 4122295"/>
              <a:gd name="connsiteX1" fmla="*/ 2428406 w 2428406"/>
              <a:gd name="connsiteY1" fmla="*/ 0 h 4122295"/>
              <a:gd name="connsiteX2" fmla="*/ 2428406 w 2428406"/>
              <a:gd name="connsiteY2" fmla="*/ 4122295 h 4122295"/>
              <a:gd name="connsiteX3" fmla="*/ 0 w 2428406"/>
              <a:gd name="connsiteY3" fmla="*/ 4122295 h 412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8406" h="4122295">
                <a:moveTo>
                  <a:pt x="0" y="0"/>
                </a:moveTo>
                <a:lnTo>
                  <a:pt x="2428406" y="0"/>
                </a:lnTo>
                <a:lnTo>
                  <a:pt x="2428406" y="4122295"/>
                </a:lnTo>
                <a:lnTo>
                  <a:pt x="0" y="4122295"/>
                </a:lnTo>
                <a:close/>
              </a:path>
            </a:pathLst>
          </a:cu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948" y="1649414"/>
            <a:ext cx="2428406" cy="4122295"/>
          </a:xfrm>
          <a:custGeom>
            <a:avLst/>
            <a:gdLst>
              <a:gd name="connsiteX0" fmla="*/ 0 w 2428406"/>
              <a:gd name="connsiteY0" fmla="*/ 0 h 4122295"/>
              <a:gd name="connsiteX1" fmla="*/ 2428406 w 2428406"/>
              <a:gd name="connsiteY1" fmla="*/ 0 h 4122295"/>
              <a:gd name="connsiteX2" fmla="*/ 2428406 w 2428406"/>
              <a:gd name="connsiteY2" fmla="*/ 4122295 h 4122295"/>
              <a:gd name="connsiteX3" fmla="*/ 0 w 2428406"/>
              <a:gd name="connsiteY3" fmla="*/ 4122295 h 412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8406" h="4122295">
                <a:moveTo>
                  <a:pt x="0" y="0"/>
                </a:moveTo>
                <a:lnTo>
                  <a:pt x="2428406" y="0"/>
                </a:lnTo>
                <a:lnTo>
                  <a:pt x="2428406" y="4122295"/>
                </a:lnTo>
                <a:lnTo>
                  <a:pt x="0" y="4122295"/>
                </a:lnTo>
                <a:close/>
              </a:path>
            </a:pathLst>
          </a:cu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748" y="1648918"/>
            <a:ext cx="2428406" cy="4122295"/>
          </a:xfrm>
          <a:custGeom>
            <a:avLst/>
            <a:gdLst>
              <a:gd name="connsiteX0" fmla="*/ 0 w 2428406"/>
              <a:gd name="connsiteY0" fmla="*/ 0 h 4122295"/>
              <a:gd name="connsiteX1" fmla="*/ 2428406 w 2428406"/>
              <a:gd name="connsiteY1" fmla="*/ 0 h 4122295"/>
              <a:gd name="connsiteX2" fmla="*/ 2428406 w 2428406"/>
              <a:gd name="connsiteY2" fmla="*/ 4122295 h 4122295"/>
              <a:gd name="connsiteX3" fmla="*/ 0 w 2428406"/>
              <a:gd name="connsiteY3" fmla="*/ 4122295 h 412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8406" h="4122295">
                <a:moveTo>
                  <a:pt x="0" y="0"/>
                </a:moveTo>
                <a:lnTo>
                  <a:pt x="2428406" y="0"/>
                </a:lnTo>
                <a:lnTo>
                  <a:pt x="2428406" y="4122295"/>
                </a:lnTo>
                <a:lnTo>
                  <a:pt x="0" y="4122295"/>
                </a:lnTo>
                <a:close/>
              </a:path>
            </a:pathLst>
          </a:cu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99824" y="1648918"/>
            <a:ext cx="2428406" cy="4122295"/>
          </a:xfrm>
          <a:custGeom>
            <a:avLst/>
            <a:gdLst>
              <a:gd name="connsiteX0" fmla="*/ 2428406 w 2428406"/>
              <a:gd name="connsiteY0" fmla="*/ 0 h 4122295"/>
              <a:gd name="connsiteX1" fmla="*/ 0 w 2428406"/>
              <a:gd name="connsiteY1" fmla="*/ 0 h 4122295"/>
              <a:gd name="connsiteX2" fmla="*/ 0 w 2428406"/>
              <a:gd name="connsiteY2" fmla="*/ 4122295 h 4122295"/>
              <a:gd name="connsiteX3" fmla="*/ 2428406 w 2428406"/>
              <a:gd name="connsiteY3" fmla="*/ 4122295 h 412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8406" h="4122295">
                <a:moveTo>
                  <a:pt x="2428406" y="0"/>
                </a:moveTo>
                <a:lnTo>
                  <a:pt x="0" y="0"/>
                </a:lnTo>
                <a:lnTo>
                  <a:pt x="0" y="4122295"/>
                </a:lnTo>
                <a:lnTo>
                  <a:pt x="2428406" y="4122295"/>
                </a:lnTo>
                <a:close/>
              </a:path>
            </a:pathLst>
          </a:cu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 l="5542" r="7053" b="86717"/>
          <a:stretch>
            <a:fillRect/>
          </a:stretch>
        </p:blipFill>
        <p:spPr>
          <a:xfrm>
            <a:off x="-25398" y="6340839"/>
            <a:ext cx="12217399" cy="517161"/>
          </a:xfrm>
          <a:custGeom>
            <a:avLst/>
            <a:gdLst>
              <a:gd name="connsiteX0" fmla="*/ 0 w 12217399"/>
              <a:gd name="connsiteY0" fmla="*/ 865605 h 865605"/>
              <a:gd name="connsiteX1" fmla="*/ 12217399 w 12217399"/>
              <a:gd name="connsiteY1" fmla="*/ 865605 h 865605"/>
              <a:gd name="connsiteX2" fmla="*/ 12217399 w 12217399"/>
              <a:gd name="connsiteY2" fmla="*/ 0 h 865605"/>
              <a:gd name="connsiteX3" fmla="*/ 0 w 12217399"/>
              <a:gd name="connsiteY3" fmla="*/ 0 h 86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7399" h="865605">
                <a:moveTo>
                  <a:pt x="0" y="865605"/>
                </a:moveTo>
                <a:lnTo>
                  <a:pt x="12217399" y="865605"/>
                </a:lnTo>
                <a:lnTo>
                  <a:pt x="122173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矩形 15"/>
          <p:cNvSpPr/>
          <p:nvPr/>
        </p:nvSpPr>
        <p:spPr>
          <a:xfrm>
            <a:off x="689548" y="1648918"/>
            <a:ext cx="2428406" cy="4122295"/>
          </a:xfrm>
          <a:prstGeom prst="rect">
            <a:avLst/>
          </a:prstGeom>
          <a:solidFill>
            <a:srgbClr val="09ABAD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06182" y="2649365"/>
            <a:ext cx="2140440" cy="646331"/>
          </a:xfrm>
          <a:prstGeom prst="rect">
            <a:avLst/>
          </a:prstGeom>
          <a:effectLst>
            <a:outerShdw dist="50800" dir="2820000" algn="tl" rotWithShape="0">
              <a:schemeClr val="bg1">
                <a:alpha val="28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PART</a:t>
            </a: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01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98315" y="3575258"/>
            <a:ext cx="22401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养老行业前景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06182" y="4753227"/>
            <a:ext cx="195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Prospects of the elderly care industry</a:t>
            </a:r>
            <a:endParaRPr kumimoji="0" lang="zh-CN" alt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32748" y="1648918"/>
            <a:ext cx="2428406" cy="4122295"/>
          </a:xfrm>
          <a:prstGeom prst="rect">
            <a:avLst/>
          </a:prstGeom>
          <a:solidFill>
            <a:srgbClr val="09ABAD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649382" y="2649365"/>
            <a:ext cx="2140440" cy="646331"/>
          </a:xfrm>
          <a:prstGeom prst="rect">
            <a:avLst/>
          </a:prstGeom>
          <a:effectLst>
            <a:outerShdw dist="50800" dir="2820000" algn="tl" rotWithShape="0">
              <a:schemeClr val="bg1">
                <a:alpha val="28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PART</a:t>
            </a: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02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641515" y="3575258"/>
            <a:ext cx="22401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200" b="1" i="0" u="none" strike="noStrike" cap="none" spc="30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老年市场调研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649382" y="4753227"/>
            <a:ext cx="1955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Market research for the elderly.</a:t>
            </a:r>
            <a:endParaRPr kumimoji="0" lang="zh-CN" alt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175948" y="1648918"/>
            <a:ext cx="2428406" cy="4122295"/>
          </a:xfrm>
          <a:prstGeom prst="rect">
            <a:avLst/>
          </a:prstGeom>
          <a:solidFill>
            <a:srgbClr val="09ABAD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92582" y="2649365"/>
            <a:ext cx="2140440" cy="646331"/>
          </a:xfrm>
          <a:prstGeom prst="rect">
            <a:avLst/>
          </a:prstGeom>
          <a:effectLst>
            <a:outerShdw dist="50800" dir="2820000" algn="tl" rotWithShape="0">
              <a:schemeClr val="bg1">
                <a:alpha val="28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PART</a:t>
            </a: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03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384715" y="3575258"/>
            <a:ext cx="22401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200" b="1" i="0" u="none" strike="noStrike" cap="none" spc="30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老年医疗保健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392582" y="4753227"/>
            <a:ext cx="1955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Healthcare for the elderly</a:t>
            </a:r>
            <a:endParaRPr kumimoji="0" lang="zh-CN" alt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919148" y="1648918"/>
            <a:ext cx="2428406" cy="4122295"/>
          </a:xfrm>
          <a:prstGeom prst="rect">
            <a:avLst/>
          </a:prstGeom>
          <a:solidFill>
            <a:srgbClr val="09ABAD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9135782" y="2649365"/>
            <a:ext cx="2140440" cy="646331"/>
          </a:xfrm>
          <a:prstGeom prst="rect">
            <a:avLst/>
          </a:prstGeom>
          <a:effectLst>
            <a:outerShdw dist="50800" dir="2820000" algn="tl" rotWithShape="0">
              <a:schemeClr val="bg1">
                <a:alpha val="28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PART</a:t>
            </a:r>
            <a:r>
              <a:rPr kumimoji="0" lang="zh-CN" altLang="en-US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en-US" altLang="zh-CN" sz="36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04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127915" y="3575258"/>
            <a:ext cx="22401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200" b="1" i="0" u="none" strike="noStrike" cap="none" spc="30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老年产品推荐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9135782" y="4753227"/>
            <a:ext cx="193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Product recommendation for the elderly</a:t>
            </a:r>
            <a:endParaRPr kumimoji="0" lang="zh-CN" altLang="en-US" sz="9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143400" y="507821"/>
            <a:ext cx="39052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OPPOSans B" pitchFamily="18" charset="-122"/>
              </a:rPr>
              <a:t>Contents</a:t>
            </a:r>
            <a:endParaRPr kumimoji="0" lang="zh-CN" altLang="en-US" sz="4000" i="0" u="none" strike="noStrike" kern="1200" cap="none" spc="0" normalizeH="0" baseline="0" noProof="0" dirty="0">
              <a:ln>
                <a:noFill/>
              </a:ln>
              <a:solidFill>
                <a:srgbClr val="09ABAD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OPPOSans B" pitchFamily="18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形状 17"/>
          <p:cNvSpPr/>
          <p:nvPr/>
        </p:nvSpPr>
        <p:spPr>
          <a:xfrm flipH="1">
            <a:off x="352843" y="0"/>
            <a:ext cx="4362236" cy="6858000"/>
          </a:xfrm>
          <a:custGeom>
            <a:avLst/>
            <a:gdLst>
              <a:gd name="connsiteX0" fmla="*/ 4362236 w 4362236"/>
              <a:gd name="connsiteY0" fmla="*/ 0 h 6858000"/>
              <a:gd name="connsiteX1" fmla="*/ 1290761 w 4362236"/>
              <a:gd name="connsiteY1" fmla="*/ 0 h 6858000"/>
              <a:gd name="connsiteX2" fmla="*/ 0 w 4362236"/>
              <a:gd name="connsiteY2" fmla="*/ 3477454 h 6858000"/>
              <a:gd name="connsiteX3" fmla="*/ 1254791 w 4362236"/>
              <a:gd name="connsiteY3" fmla="*/ 6858000 h 6858000"/>
              <a:gd name="connsiteX4" fmla="*/ 4362236 w 436223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236" h="6858000">
                <a:moveTo>
                  <a:pt x="4362236" y="0"/>
                </a:moveTo>
                <a:lnTo>
                  <a:pt x="1290761" y="0"/>
                </a:lnTo>
                <a:lnTo>
                  <a:pt x="0" y="3477454"/>
                </a:lnTo>
                <a:lnTo>
                  <a:pt x="1254791" y="6858000"/>
                </a:lnTo>
                <a:lnTo>
                  <a:pt x="4362236" y="6858000"/>
                </a:lnTo>
                <a:close/>
              </a:path>
            </a:pathLst>
          </a:custGeom>
          <a:solidFill>
            <a:srgbClr val="09ABAD">
              <a:alpha val="281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14092" y="3175672"/>
            <a:ext cx="4875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5400" b="1" spc="600" dirty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养老行业前景</a:t>
            </a: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uLnTx/>
              <a:uFillTx/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14092" y="4051234"/>
            <a:ext cx="5383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单击此处输入你的正文，文字是您思想的提炼，为了最终演示发布的良好效果，请尽量言简意赅的阐述观点。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14092" y="2266783"/>
            <a:ext cx="4131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PART</a:t>
            </a:r>
            <a:r>
              <a:rPr kumimoji="1" lang="zh-CN" altLang="en-US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01</a:t>
            </a:r>
            <a:endParaRPr kumimoji="1" lang="zh-CN" altLang="en-US" sz="5400" dirty="0">
              <a:solidFill>
                <a:srgbClr val="09ABAD"/>
              </a:solidFill>
              <a:effectLst>
                <a:outerShdw blurRad="36322" dist="63500" dir="1800000" algn="tl" rotWithShape="0">
                  <a:srgbClr val="09ABAD">
                    <a:alpha val="46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线连接符 6"/>
          <p:cNvCxnSpPr/>
          <p:nvPr/>
        </p:nvCxnSpPr>
        <p:spPr>
          <a:xfrm>
            <a:off x="5442698" y="4609949"/>
            <a:ext cx="2295835" cy="0"/>
          </a:xfrm>
          <a:prstGeom prst="line">
            <a:avLst/>
          </a:prstGeom>
          <a:ln w="28575">
            <a:solidFill>
              <a:srgbClr val="09AB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29" y="0"/>
            <a:ext cx="4353770" cy="6858000"/>
          </a:xfrm>
          <a:custGeom>
            <a:avLst/>
            <a:gdLst>
              <a:gd name="connsiteX0" fmla="*/ 0 w 4353770"/>
              <a:gd name="connsiteY0" fmla="*/ 0 h 6858000"/>
              <a:gd name="connsiteX1" fmla="*/ 3071475 w 4353770"/>
              <a:gd name="connsiteY1" fmla="*/ 0 h 6858000"/>
              <a:gd name="connsiteX2" fmla="*/ 4353770 w 4353770"/>
              <a:gd name="connsiteY2" fmla="*/ 3454644 h 6858000"/>
              <a:gd name="connsiteX3" fmla="*/ 3090512 w 4353770"/>
              <a:gd name="connsiteY3" fmla="*/ 6858000 h 6858000"/>
              <a:gd name="connsiteX4" fmla="*/ 0 w 435377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3770" h="6858000">
                <a:moveTo>
                  <a:pt x="0" y="0"/>
                </a:moveTo>
                <a:lnTo>
                  <a:pt x="3071475" y="0"/>
                </a:lnTo>
                <a:lnTo>
                  <a:pt x="4353770" y="3454644"/>
                </a:lnTo>
                <a:lnTo>
                  <a:pt x="309051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任意形状 13"/>
          <p:cNvSpPr/>
          <p:nvPr/>
        </p:nvSpPr>
        <p:spPr>
          <a:xfrm flipH="1">
            <a:off x="-11029" y="0"/>
            <a:ext cx="4353769" cy="6858000"/>
          </a:xfrm>
          <a:custGeom>
            <a:avLst/>
            <a:gdLst>
              <a:gd name="connsiteX0" fmla="*/ 4353769 w 4353769"/>
              <a:gd name="connsiteY0" fmla="*/ 0 h 6858000"/>
              <a:gd name="connsiteX1" fmla="*/ 1282294 w 4353769"/>
              <a:gd name="connsiteY1" fmla="*/ 0 h 6858000"/>
              <a:gd name="connsiteX2" fmla="*/ 0 w 4353769"/>
              <a:gd name="connsiteY2" fmla="*/ 3454644 h 6858000"/>
              <a:gd name="connsiteX3" fmla="*/ 1263257 w 4353769"/>
              <a:gd name="connsiteY3" fmla="*/ 6858000 h 6858000"/>
              <a:gd name="connsiteX4" fmla="*/ 4353769 w 4353769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3769" h="6858000">
                <a:moveTo>
                  <a:pt x="4353769" y="0"/>
                </a:moveTo>
                <a:lnTo>
                  <a:pt x="1282294" y="0"/>
                </a:lnTo>
                <a:lnTo>
                  <a:pt x="0" y="3454644"/>
                </a:lnTo>
                <a:lnTo>
                  <a:pt x="1263257" y="6858000"/>
                </a:lnTo>
                <a:lnTo>
                  <a:pt x="4353769" y="6858000"/>
                </a:lnTo>
                <a:close/>
              </a:path>
            </a:pathLst>
          </a:custGeom>
          <a:solidFill>
            <a:srgbClr val="09ABAD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同侧圆角矩形 2"/>
          <p:cNvSpPr/>
          <p:nvPr/>
        </p:nvSpPr>
        <p:spPr>
          <a:xfrm rot="5400000">
            <a:off x="2442210" y="26670"/>
            <a:ext cx="1588770" cy="52158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A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8650" y="1840230"/>
            <a:ext cx="1405890" cy="15887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49805" y="2398140"/>
            <a:ext cx="337947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6" name="文本框 5"/>
          <p:cNvSpPr txBox="1"/>
          <p:nvPr/>
        </p:nvSpPr>
        <p:spPr>
          <a:xfrm flipH="1">
            <a:off x="2249805" y="2132656"/>
            <a:ext cx="211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9" name="同侧圆角矩形 8"/>
          <p:cNvSpPr/>
          <p:nvPr/>
        </p:nvSpPr>
        <p:spPr>
          <a:xfrm rot="5400000">
            <a:off x="8111490" y="26670"/>
            <a:ext cx="1588770" cy="521589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297930" y="1840230"/>
            <a:ext cx="1405890" cy="1588770"/>
          </a:xfrm>
          <a:prstGeom prst="rect">
            <a:avLst/>
          </a:prstGeom>
          <a:solidFill>
            <a:srgbClr val="09A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919085" y="2398140"/>
            <a:ext cx="337947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2" name="文本框 11"/>
          <p:cNvSpPr txBox="1"/>
          <p:nvPr/>
        </p:nvSpPr>
        <p:spPr>
          <a:xfrm flipH="1">
            <a:off x="7919085" y="2132656"/>
            <a:ext cx="211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14" name="同侧圆角矩形 13"/>
          <p:cNvSpPr/>
          <p:nvPr/>
        </p:nvSpPr>
        <p:spPr>
          <a:xfrm rot="5400000">
            <a:off x="2442210" y="2129790"/>
            <a:ext cx="1588770" cy="521589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A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8650" y="3943350"/>
            <a:ext cx="1405890" cy="15887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249805" y="4501260"/>
            <a:ext cx="337947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7" name="文本框 16"/>
          <p:cNvSpPr txBox="1"/>
          <p:nvPr/>
        </p:nvSpPr>
        <p:spPr>
          <a:xfrm flipH="1">
            <a:off x="2249805" y="4235776"/>
            <a:ext cx="211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19" name="同侧圆角矩形 18"/>
          <p:cNvSpPr/>
          <p:nvPr/>
        </p:nvSpPr>
        <p:spPr>
          <a:xfrm rot="5400000">
            <a:off x="8111490" y="2129790"/>
            <a:ext cx="1588770" cy="521589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297930" y="3943350"/>
            <a:ext cx="1405890" cy="1588770"/>
          </a:xfrm>
          <a:prstGeom prst="rect">
            <a:avLst/>
          </a:prstGeom>
          <a:solidFill>
            <a:srgbClr val="09A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919085" y="4501260"/>
            <a:ext cx="337947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22" name="文本框 21"/>
          <p:cNvSpPr txBox="1"/>
          <p:nvPr/>
        </p:nvSpPr>
        <p:spPr>
          <a:xfrm flipH="1">
            <a:off x="7919085" y="4235776"/>
            <a:ext cx="211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7714" y="407964"/>
            <a:ext cx="2915214" cy="523220"/>
            <a:chOff x="217714" y="407964"/>
            <a:chExt cx="2915214" cy="523220"/>
          </a:xfrm>
        </p:grpSpPr>
        <p:sp>
          <p:nvSpPr>
            <p:cNvPr id="23" name="文本框 22"/>
            <p:cNvSpPr txBox="1"/>
            <p:nvPr/>
          </p:nvSpPr>
          <p:spPr>
            <a:xfrm>
              <a:off x="714103" y="407964"/>
              <a:ext cx="2418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2800" b="0" i="0" u="none" strike="noStrike" cap="none" spc="0" normalizeH="0" baseline="0">
                  <a:ln>
                    <a:noFill/>
                  </a:ln>
                  <a:solidFill>
                    <a:srgbClr val="09ABAD"/>
                  </a:solidFill>
                  <a:effectLst/>
                  <a:uLnTx/>
                  <a:uFillTx/>
                  <a:latin typeface="钉钉进步体" panose="00020600040101010101" pitchFamily="18" charset="-122"/>
                  <a:ea typeface="钉钉进步体" panose="00020600040101010101" pitchFamily="18" charset="-122"/>
                </a:defRPr>
              </a:lvl1pPr>
            </a:lstStyle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请添加标题</a:t>
              </a:r>
            </a:p>
          </p:txBody>
        </p:sp>
        <p:sp>
          <p:nvSpPr>
            <p:cNvPr id="24" name="平行四边形 23"/>
            <p:cNvSpPr/>
            <p:nvPr/>
          </p:nvSpPr>
          <p:spPr>
            <a:xfrm>
              <a:off x="217714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25" name="平行四边形 24"/>
            <p:cNvSpPr/>
            <p:nvPr/>
          </p:nvSpPr>
          <p:spPr>
            <a:xfrm>
              <a:off x="383177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548640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</p:grpSp>
      <p:grpSp>
        <p:nvGrpSpPr>
          <p:cNvPr id="27" name="图形 6"/>
          <p:cNvGrpSpPr/>
          <p:nvPr/>
        </p:nvGrpSpPr>
        <p:grpSpPr>
          <a:xfrm>
            <a:off x="978031" y="4363392"/>
            <a:ext cx="733375" cy="777859"/>
            <a:chOff x="6019799" y="3346816"/>
            <a:chExt cx="154015" cy="163357"/>
          </a:xfrm>
          <a:solidFill>
            <a:schemeClr val="bg1"/>
          </a:solidFill>
        </p:grpSpPr>
        <p:sp>
          <p:nvSpPr>
            <p:cNvPr id="28" name="任意形状 27"/>
            <p:cNvSpPr/>
            <p:nvPr/>
          </p:nvSpPr>
          <p:spPr>
            <a:xfrm>
              <a:off x="6108921" y="3458075"/>
              <a:ext cx="64893" cy="36689"/>
            </a:xfrm>
            <a:custGeom>
              <a:avLst/>
              <a:gdLst>
                <a:gd name="connsiteX0" fmla="*/ 62382 w 64893"/>
                <a:gd name="connsiteY0" fmla="*/ 36689 h 36689"/>
                <a:gd name="connsiteX1" fmla="*/ 22847 w 64893"/>
                <a:gd name="connsiteY1" fmla="*/ 36689 h 36689"/>
                <a:gd name="connsiteX2" fmla="*/ 20248 w 64893"/>
                <a:gd name="connsiteY2" fmla="*/ 34029 h 36689"/>
                <a:gd name="connsiteX3" fmla="*/ 22847 w 64893"/>
                <a:gd name="connsiteY3" fmla="*/ 31370 h 36689"/>
                <a:gd name="connsiteX4" fmla="*/ 59692 w 64893"/>
                <a:gd name="connsiteY4" fmla="*/ 31370 h 36689"/>
                <a:gd name="connsiteX5" fmla="*/ 31288 w 64893"/>
                <a:gd name="connsiteY5" fmla="*/ 5491 h 36689"/>
                <a:gd name="connsiteX6" fmla="*/ 11911 w 64893"/>
                <a:gd name="connsiteY6" fmla="*/ 15685 h 36689"/>
                <a:gd name="connsiteX7" fmla="*/ 4918 w 64893"/>
                <a:gd name="connsiteY7" fmla="*/ 26967 h 36689"/>
                <a:gd name="connsiteX8" fmla="*/ 1576 w 64893"/>
                <a:gd name="connsiteY8" fmla="*/ 28192 h 36689"/>
                <a:gd name="connsiteX9" fmla="*/ 1511 w 64893"/>
                <a:gd name="connsiteY9" fmla="*/ 28159 h 36689"/>
                <a:gd name="connsiteX10" fmla="*/ 208 w 64893"/>
                <a:gd name="connsiteY10" fmla="*/ 24781 h 36689"/>
                <a:gd name="connsiteX11" fmla="*/ 256 w 64893"/>
                <a:gd name="connsiteY11" fmla="*/ 24674 h 36689"/>
                <a:gd name="connsiteX12" fmla="*/ 7876 w 64893"/>
                <a:gd name="connsiteY12" fmla="*/ 12475 h 36689"/>
                <a:gd name="connsiteX13" fmla="*/ 32978 w 64893"/>
                <a:gd name="connsiteY13" fmla="*/ 1 h 36689"/>
                <a:gd name="connsiteX14" fmla="*/ 64892 w 64893"/>
                <a:gd name="connsiteY14" fmla="*/ 32745 h 36689"/>
                <a:gd name="connsiteX15" fmla="*/ 64892 w 64893"/>
                <a:gd name="connsiteY15" fmla="*/ 34029 h 36689"/>
                <a:gd name="connsiteX16" fmla="*/ 62473 w 64893"/>
                <a:gd name="connsiteY16" fmla="*/ 36688 h 36689"/>
                <a:gd name="connsiteX17" fmla="*/ 62382 w 64893"/>
                <a:gd name="connsiteY17" fmla="*/ 36689 h 3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893" h="36689">
                  <a:moveTo>
                    <a:pt x="62382" y="36689"/>
                  </a:moveTo>
                  <a:lnTo>
                    <a:pt x="22847" y="36689"/>
                  </a:lnTo>
                  <a:cubicBezTo>
                    <a:pt x="21412" y="36689"/>
                    <a:pt x="20248" y="35499"/>
                    <a:pt x="20248" y="34029"/>
                  </a:cubicBezTo>
                  <a:cubicBezTo>
                    <a:pt x="20248" y="32560"/>
                    <a:pt x="21412" y="31370"/>
                    <a:pt x="22847" y="31370"/>
                  </a:cubicBezTo>
                  <a:lnTo>
                    <a:pt x="59692" y="31370"/>
                  </a:lnTo>
                  <a:cubicBezTo>
                    <a:pt x="58833" y="16198"/>
                    <a:pt x="46116" y="4612"/>
                    <a:pt x="31288" y="5491"/>
                  </a:cubicBezTo>
                  <a:cubicBezTo>
                    <a:pt x="23712" y="5940"/>
                    <a:pt x="16675" y="9642"/>
                    <a:pt x="11911" y="15685"/>
                  </a:cubicBezTo>
                  <a:cubicBezTo>
                    <a:pt x="9327" y="19275"/>
                    <a:pt x="6990" y="23045"/>
                    <a:pt x="4918" y="26967"/>
                  </a:cubicBezTo>
                  <a:cubicBezTo>
                    <a:pt x="4326" y="28249"/>
                    <a:pt x="2830" y="28798"/>
                    <a:pt x="1576" y="28192"/>
                  </a:cubicBezTo>
                  <a:cubicBezTo>
                    <a:pt x="1554" y="28181"/>
                    <a:pt x="1533" y="28170"/>
                    <a:pt x="1511" y="28159"/>
                  </a:cubicBezTo>
                  <a:cubicBezTo>
                    <a:pt x="240" y="27595"/>
                    <a:pt x="-344" y="26082"/>
                    <a:pt x="208" y="24781"/>
                  </a:cubicBezTo>
                  <a:cubicBezTo>
                    <a:pt x="223" y="24745"/>
                    <a:pt x="240" y="24709"/>
                    <a:pt x="256" y="24674"/>
                  </a:cubicBezTo>
                  <a:cubicBezTo>
                    <a:pt x="2474" y="20406"/>
                    <a:pt x="5022" y="16326"/>
                    <a:pt x="7876" y="12475"/>
                  </a:cubicBezTo>
                  <a:cubicBezTo>
                    <a:pt x="13894" y="4552"/>
                    <a:pt x="23171" y="-58"/>
                    <a:pt x="32978" y="1"/>
                  </a:cubicBezTo>
                  <a:cubicBezTo>
                    <a:pt x="50618" y="51"/>
                    <a:pt x="64892" y="14697"/>
                    <a:pt x="64892" y="32745"/>
                  </a:cubicBezTo>
                  <a:lnTo>
                    <a:pt x="64892" y="34029"/>
                  </a:lnTo>
                  <a:cubicBezTo>
                    <a:pt x="64941" y="35447"/>
                    <a:pt x="63859" y="36637"/>
                    <a:pt x="62473" y="36688"/>
                  </a:cubicBezTo>
                  <a:cubicBezTo>
                    <a:pt x="62443" y="36689"/>
                    <a:pt x="62412" y="36689"/>
                    <a:pt x="62382" y="36689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/>
            <p:cNvSpPr/>
            <p:nvPr/>
          </p:nvSpPr>
          <p:spPr>
            <a:xfrm>
              <a:off x="6067850" y="3478253"/>
              <a:ext cx="58001" cy="31920"/>
            </a:xfrm>
            <a:custGeom>
              <a:avLst/>
              <a:gdLst>
                <a:gd name="connsiteX0" fmla="*/ 55402 w 58001"/>
                <a:gd name="connsiteY0" fmla="*/ 31921 h 31920"/>
                <a:gd name="connsiteX1" fmla="*/ 2600 w 58001"/>
                <a:gd name="connsiteY1" fmla="*/ 31921 h 31920"/>
                <a:gd name="connsiteX2" fmla="*/ 0 w 58001"/>
                <a:gd name="connsiteY2" fmla="*/ 29261 h 31920"/>
                <a:gd name="connsiteX3" fmla="*/ 0 w 58001"/>
                <a:gd name="connsiteY3" fmla="*/ 28068 h 31920"/>
                <a:gd name="connsiteX4" fmla="*/ 30614 w 58001"/>
                <a:gd name="connsiteY4" fmla="*/ 47 h 31920"/>
                <a:gd name="connsiteX5" fmla="*/ 58002 w 58001"/>
                <a:gd name="connsiteY5" fmla="*/ 28068 h 31920"/>
                <a:gd name="connsiteX6" fmla="*/ 58002 w 58001"/>
                <a:gd name="connsiteY6" fmla="*/ 29261 h 31920"/>
                <a:gd name="connsiteX7" fmla="*/ 55402 w 58001"/>
                <a:gd name="connsiteY7" fmla="*/ 31921 h 31920"/>
                <a:gd name="connsiteX8" fmla="*/ 5200 w 58001"/>
                <a:gd name="connsiteY8" fmla="*/ 26601 h 31920"/>
                <a:gd name="connsiteX9" fmla="*/ 52802 w 58001"/>
                <a:gd name="connsiteY9" fmla="*/ 26601 h 31920"/>
                <a:gd name="connsiteX10" fmla="*/ 27539 w 58001"/>
                <a:gd name="connsiteY10" fmla="*/ 3744 h 31920"/>
                <a:gd name="connsiteX11" fmla="*/ 5200 w 58001"/>
                <a:gd name="connsiteY11" fmla="*/ 26601 h 3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001" h="31919">
                  <a:moveTo>
                    <a:pt x="55402" y="31921"/>
                  </a:moveTo>
                  <a:lnTo>
                    <a:pt x="2600" y="31921"/>
                  </a:lnTo>
                  <a:cubicBezTo>
                    <a:pt x="1164" y="31921"/>
                    <a:pt x="0" y="30730"/>
                    <a:pt x="0" y="29261"/>
                  </a:cubicBezTo>
                  <a:lnTo>
                    <a:pt x="0" y="28068"/>
                  </a:lnTo>
                  <a:cubicBezTo>
                    <a:pt x="891" y="11681"/>
                    <a:pt x="14597" y="-865"/>
                    <a:pt x="30614" y="47"/>
                  </a:cubicBezTo>
                  <a:cubicBezTo>
                    <a:pt x="45386" y="887"/>
                    <a:pt x="57180" y="12954"/>
                    <a:pt x="58002" y="28068"/>
                  </a:cubicBezTo>
                  <a:lnTo>
                    <a:pt x="58002" y="29261"/>
                  </a:lnTo>
                  <a:cubicBezTo>
                    <a:pt x="58002" y="30730"/>
                    <a:pt x="56838" y="31921"/>
                    <a:pt x="55402" y="31921"/>
                  </a:cubicBezTo>
                  <a:close/>
                  <a:moveTo>
                    <a:pt x="5200" y="26601"/>
                  </a:moveTo>
                  <a:lnTo>
                    <a:pt x="52802" y="26601"/>
                  </a:lnTo>
                  <a:cubicBezTo>
                    <a:pt x="51995" y="13152"/>
                    <a:pt x="40685" y="2918"/>
                    <a:pt x="27539" y="3744"/>
                  </a:cubicBezTo>
                  <a:cubicBezTo>
                    <a:pt x="15520" y="4499"/>
                    <a:pt x="5938" y="14304"/>
                    <a:pt x="5200" y="26601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6082820" y="3441702"/>
              <a:ext cx="30302" cy="31002"/>
            </a:xfrm>
            <a:custGeom>
              <a:avLst/>
              <a:gdLst>
                <a:gd name="connsiteX0" fmla="*/ 13987 w 30302"/>
                <a:gd name="connsiteY0" fmla="*/ 30957 h 31002"/>
                <a:gd name="connsiteX1" fmla="*/ 46 w 30302"/>
                <a:gd name="connsiteY1" fmla="*/ 14310 h 31002"/>
                <a:gd name="connsiteX2" fmla="*/ 13987 w 30302"/>
                <a:gd name="connsiteY2" fmla="*/ 47 h 31002"/>
                <a:gd name="connsiteX3" fmla="*/ 30257 w 30302"/>
                <a:gd name="connsiteY3" fmla="*/ 14310 h 31002"/>
                <a:gd name="connsiteX4" fmla="*/ 16316 w 30302"/>
                <a:gd name="connsiteY4" fmla="*/ 30957 h 31002"/>
                <a:gd name="connsiteX5" fmla="*/ 13987 w 30302"/>
                <a:gd name="connsiteY5" fmla="*/ 30957 h 31002"/>
                <a:gd name="connsiteX6" fmla="*/ 13987 w 30302"/>
                <a:gd name="connsiteY6" fmla="*/ 5367 h 31002"/>
                <a:gd name="connsiteX7" fmla="*/ 4036 w 30302"/>
                <a:gd name="connsiteY7" fmla="*/ 15548 h 31002"/>
                <a:gd name="connsiteX8" fmla="*/ 13987 w 30302"/>
                <a:gd name="connsiteY8" fmla="*/ 25729 h 31002"/>
                <a:gd name="connsiteX9" fmla="*/ 23937 w 30302"/>
                <a:gd name="connsiteY9" fmla="*/ 15548 h 31002"/>
                <a:gd name="connsiteX10" fmla="*/ 13987 w 30302"/>
                <a:gd name="connsiteY10" fmla="*/ 5642 h 3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302" h="31002">
                  <a:moveTo>
                    <a:pt x="13987" y="30957"/>
                  </a:moveTo>
                  <a:cubicBezTo>
                    <a:pt x="5644" y="30299"/>
                    <a:pt x="-598" y="22846"/>
                    <a:pt x="46" y="14310"/>
                  </a:cubicBezTo>
                  <a:cubicBezTo>
                    <a:pt x="620" y="6689"/>
                    <a:pt x="6538" y="634"/>
                    <a:pt x="13987" y="47"/>
                  </a:cubicBezTo>
                  <a:cubicBezTo>
                    <a:pt x="22329" y="-611"/>
                    <a:pt x="29613" y="5775"/>
                    <a:pt x="30257" y="14310"/>
                  </a:cubicBezTo>
                  <a:cubicBezTo>
                    <a:pt x="30900" y="22846"/>
                    <a:pt x="24658" y="30299"/>
                    <a:pt x="16316" y="30957"/>
                  </a:cubicBezTo>
                  <a:cubicBezTo>
                    <a:pt x="15540" y="31018"/>
                    <a:pt x="14762" y="31018"/>
                    <a:pt x="13987" y="30957"/>
                  </a:cubicBezTo>
                  <a:close/>
                  <a:moveTo>
                    <a:pt x="13987" y="5367"/>
                  </a:moveTo>
                  <a:cubicBezTo>
                    <a:pt x="8491" y="5367"/>
                    <a:pt x="4036" y="9925"/>
                    <a:pt x="4036" y="15548"/>
                  </a:cubicBezTo>
                  <a:cubicBezTo>
                    <a:pt x="4036" y="21171"/>
                    <a:pt x="8491" y="25729"/>
                    <a:pt x="13987" y="25729"/>
                  </a:cubicBezTo>
                  <a:cubicBezTo>
                    <a:pt x="19482" y="25729"/>
                    <a:pt x="23937" y="21171"/>
                    <a:pt x="23937" y="15548"/>
                  </a:cubicBezTo>
                  <a:cubicBezTo>
                    <a:pt x="23792" y="10033"/>
                    <a:pt x="19379" y="5640"/>
                    <a:pt x="13987" y="564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/>
            <p:cNvSpPr/>
            <p:nvPr/>
          </p:nvSpPr>
          <p:spPr>
            <a:xfrm>
              <a:off x="6125404" y="3419277"/>
              <a:ext cx="32990" cy="33753"/>
            </a:xfrm>
            <a:custGeom>
              <a:avLst/>
              <a:gdLst>
                <a:gd name="connsiteX0" fmla="*/ 16495 w 32990"/>
                <a:gd name="connsiteY0" fmla="*/ 33754 h 33753"/>
                <a:gd name="connsiteX1" fmla="*/ 0 w 32990"/>
                <a:gd name="connsiteY1" fmla="*/ 16877 h 33753"/>
                <a:gd name="connsiteX2" fmla="*/ 16495 w 32990"/>
                <a:gd name="connsiteY2" fmla="*/ 0 h 33753"/>
                <a:gd name="connsiteX3" fmla="*/ 32990 w 32990"/>
                <a:gd name="connsiteY3" fmla="*/ 16877 h 33753"/>
                <a:gd name="connsiteX4" fmla="*/ 16495 w 32990"/>
                <a:gd name="connsiteY4" fmla="*/ 33754 h 33753"/>
                <a:gd name="connsiteX5" fmla="*/ 16495 w 32990"/>
                <a:gd name="connsiteY5" fmla="*/ 5228 h 33753"/>
                <a:gd name="connsiteX6" fmla="*/ 5110 w 32990"/>
                <a:gd name="connsiteY6" fmla="*/ 16877 h 33753"/>
                <a:gd name="connsiteX7" fmla="*/ 16495 w 32990"/>
                <a:gd name="connsiteY7" fmla="*/ 28526 h 33753"/>
                <a:gd name="connsiteX8" fmla="*/ 27880 w 32990"/>
                <a:gd name="connsiteY8" fmla="*/ 16877 h 33753"/>
                <a:gd name="connsiteX9" fmla="*/ 16495 w 32990"/>
                <a:gd name="connsiteY9" fmla="*/ 5228 h 3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990" h="33753">
                  <a:moveTo>
                    <a:pt x="16495" y="33754"/>
                  </a:moveTo>
                  <a:cubicBezTo>
                    <a:pt x="7385" y="33754"/>
                    <a:pt x="0" y="26198"/>
                    <a:pt x="0" y="16877"/>
                  </a:cubicBezTo>
                  <a:cubicBezTo>
                    <a:pt x="0" y="7556"/>
                    <a:pt x="7385" y="0"/>
                    <a:pt x="16495" y="0"/>
                  </a:cubicBezTo>
                  <a:cubicBezTo>
                    <a:pt x="25605" y="0"/>
                    <a:pt x="32990" y="7556"/>
                    <a:pt x="32990" y="16877"/>
                  </a:cubicBezTo>
                  <a:cubicBezTo>
                    <a:pt x="32990" y="26198"/>
                    <a:pt x="25605" y="33754"/>
                    <a:pt x="16495" y="33754"/>
                  </a:cubicBezTo>
                  <a:close/>
                  <a:moveTo>
                    <a:pt x="16495" y="5228"/>
                  </a:moveTo>
                  <a:cubicBezTo>
                    <a:pt x="10207" y="5228"/>
                    <a:pt x="5110" y="10443"/>
                    <a:pt x="5110" y="16877"/>
                  </a:cubicBezTo>
                  <a:cubicBezTo>
                    <a:pt x="5110" y="23310"/>
                    <a:pt x="10207" y="28526"/>
                    <a:pt x="16495" y="28526"/>
                  </a:cubicBezTo>
                  <a:cubicBezTo>
                    <a:pt x="22783" y="28526"/>
                    <a:pt x="27880" y="23310"/>
                    <a:pt x="27880" y="16877"/>
                  </a:cubicBezTo>
                  <a:cubicBezTo>
                    <a:pt x="27880" y="10443"/>
                    <a:pt x="22783" y="5228"/>
                    <a:pt x="16495" y="522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形状 31"/>
            <p:cNvSpPr/>
            <p:nvPr/>
          </p:nvSpPr>
          <p:spPr>
            <a:xfrm>
              <a:off x="6019799" y="3458027"/>
              <a:ext cx="64790" cy="36737"/>
            </a:xfrm>
            <a:custGeom>
              <a:avLst/>
              <a:gdLst>
                <a:gd name="connsiteX0" fmla="*/ 42134 w 64790"/>
                <a:gd name="connsiteY0" fmla="*/ 36738 h 36737"/>
                <a:gd name="connsiteX1" fmla="*/ 2600 w 64790"/>
                <a:gd name="connsiteY1" fmla="*/ 36738 h 36737"/>
                <a:gd name="connsiteX2" fmla="*/ 0 w 64790"/>
                <a:gd name="connsiteY2" fmla="*/ 34078 h 36737"/>
                <a:gd name="connsiteX3" fmla="*/ 0 w 64790"/>
                <a:gd name="connsiteY3" fmla="*/ 32793 h 36737"/>
                <a:gd name="connsiteX4" fmla="*/ 31956 w 64790"/>
                <a:gd name="connsiteY4" fmla="*/ 0 h 36737"/>
                <a:gd name="connsiteX5" fmla="*/ 57105 w 64790"/>
                <a:gd name="connsiteY5" fmla="*/ 12431 h 36737"/>
                <a:gd name="connsiteX6" fmla="*/ 64636 w 64790"/>
                <a:gd name="connsiteY6" fmla="*/ 24722 h 36737"/>
                <a:gd name="connsiteX7" fmla="*/ 63071 w 64790"/>
                <a:gd name="connsiteY7" fmla="*/ 28126 h 36737"/>
                <a:gd name="connsiteX8" fmla="*/ 59974 w 64790"/>
                <a:gd name="connsiteY8" fmla="*/ 27015 h 36737"/>
                <a:gd name="connsiteX9" fmla="*/ 52981 w 64790"/>
                <a:gd name="connsiteY9" fmla="*/ 15733 h 36737"/>
                <a:gd name="connsiteX10" fmla="*/ 32004 w 64790"/>
                <a:gd name="connsiteY10" fmla="*/ 5369 h 36737"/>
                <a:gd name="connsiteX11" fmla="*/ 5110 w 64790"/>
                <a:gd name="connsiteY11" fmla="*/ 31418 h 36737"/>
                <a:gd name="connsiteX12" fmla="*/ 42134 w 64790"/>
                <a:gd name="connsiteY12" fmla="*/ 31418 h 36737"/>
                <a:gd name="connsiteX13" fmla="*/ 44734 w 64790"/>
                <a:gd name="connsiteY13" fmla="*/ 34078 h 36737"/>
                <a:gd name="connsiteX14" fmla="*/ 42134 w 64790"/>
                <a:gd name="connsiteY14" fmla="*/ 36738 h 3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790" h="36737">
                  <a:moveTo>
                    <a:pt x="42134" y="36738"/>
                  </a:moveTo>
                  <a:lnTo>
                    <a:pt x="2600" y="36738"/>
                  </a:lnTo>
                  <a:cubicBezTo>
                    <a:pt x="1164" y="36738"/>
                    <a:pt x="0" y="35547"/>
                    <a:pt x="0" y="34078"/>
                  </a:cubicBezTo>
                  <a:lnTo>
                    <a:pt x="0" y="32793"/>
                  </a:lnTo>
                  <a:cubicBezTo>
                    <a:pt x="-26" y="14709"/>
                    <a:pt x="14281" y="27"/>
                    <a:pt x="31956" y="0"/>
                  </a:cubicBezTo>
                  <a:cubicBezTo>
                    <a:pt x="41758" y="-15"/>
                    <a:pt x="51025" y="4566"/>
                    <a:pt x="57105" y="12431"/>
                  </a:cubicBezTo>
                  <a:cubicBezTo>
                    <a:pt x="59919" y="16325"/>
                    <a:pt x="62436" y="20434"/>
                    <a:pt x="64636" y="24722"/>
                  </a:cubicBezTo>
                  <a:cubicBezTo>
                    <a:pt x="65122" y="26104"/>
                    <a:pt x="64422" y="27628"/>
                    <a:pt x="63071" y="28126"/>
                  </a:cubicBezTo>
                  <a:cubicBezTo>
                    <a:pt x="61912" y="28554"/>
                    <a:pt x="60618" y="28090"/>
                    <a:pt x="59974" y="27015"/>
                  </a:cubicBezTo>
                  <a:cubicBezTo>
                    <a:pt x="57974" y="23050"/>
                    <a:pt x="55634" y="19275"/>
                    <a:pt x="52981" y="15733"/>
                  </a:cubicBezTo>
                  <a:cubicBezTo>
                    <a:pt x="47890" y="9198"/>
                    <a:pt x="40172" y="5385"/>
                    <a:pt x="32004" y="5369"/>
                  </a:cubicBezTo>
                  <a:cubicBezTo>
                    <a:pt x="17693" y="5348"/>
                    <a:pt x="5873" y="16797"/>
                    <a:pt x="5110" y="31418"/>
                  </a:cubicBezTo>
                  <a:lnTo>
                    <a:pt x="42134" y="31418"/>
                  </a:lnTo>
                  <a:cubicBezTo>
                    <a:pt x="43570" y="31418"/>
                    <a:pt x="44734" y="32609"/>
                    <a:pt x="44734" y="34078"/>
                  </a:cubicBezTo>
                  <a:cubicBezTo>
                    <a:pt x="44734" y="35547"/>
                    <a:pt x="43570" y="36738"/>
                    <a:pt x="42134" y="3673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形状 32"/>
            <p:cNvSpPr/>
            <p:nvPr/>
          </p:nvSpPr>
          <p:spPr>
            <a:xfrm>
              <a:off x="6035308" y="3419277"/>
              <a:ext cx="32990" cy="33753"/>
            </a:xfrm>
            <a:custGeom>
              <a:avLst/>
              <a:gdLst>
                <a:gd name="connsiteX0" fmla="*/ 16495 w 32990"/>
                <a:gd name="connsiteY0" fmla="*/ 33754 h 33753"/>
                <a:gd name="connsiteX1" fmla="*/ 0 w 32990"/>
                <a:gd name="connsiteY1" fmla="*/ 16877 h 33753"/>
                <a:gd name="connsiteX2" fmla="*/ 16495 w 32990"/>
                <a:gd name="connsiteY2" fmla="*/ 0 h 33753"/>
                <a:gd name="connsiteX3" fmla="*/ 32990 w 32990"/>
                <a:gd name="connsiteY3" fmla="*/ 16877 h 33753"/>
                <a:gd name="connsiteX4" fmla="*/ 16495 w 32990"/>
                <a:gd name="connsiteY4" fmla="*/ 33754 h 33753"/>
                <a:gd name="connsiteX5" fmla="*/ 16495 w 32990"/>
                <a:gd name="connsiteY5" fmla="*/ 5228 h 33753"/>
                <a:gd name="connsiteX6" fmla="*/ 5021 w 32990"/>
                <a:gd name="connsiteY6" fmla="*/ 16785 h 33753"/>
                <a:gd name="connsiteX7" fmla="*/ 16316 w 32990"/>
                <a:gd name="connsiteY7" fmla="*/ 28525 h 33753"/>
                <a:gd name="connsiteX8" fmla="*/ 27790 w 32990"/>
                <a:gd name="connsiteY8" fmla="*/ 16968 h 33753"/>
                <a:gd name="connsiteX9" fmla="*/ 27791 w 32990"/>
                <a:gd name="connsiteY9" fmla="*/ 16877 h 33753"/>
                <a:gd name="connsiteX10" fmla="*/ 16495 w 32990"/>
                <a:gd name="connsiteY10" fmla="*/ 5228 h 3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990" h="33753">
                  <a:moveTo>
                    <a:pt x="16495" y="33754"/>
                  </a:moveTo>
                  <a:cubicBezTo>
                    <a:pt x="7385" y="33754"/>
                    <a:pt x="0" y="26198"/>
                    <a:pt x="0" y="16877"/>
                  </a:cubicBezTo>
                  <a:cubicBezTo>
                    <a:pt x="0" y="7556"/>
                    <a:pt x="7385" y="0"/>
                    <a:pt x="16495" y="0"/>
                  </a:cubicBezTo>
                  <a:cubicBezTo>
                    <a:pt x="25605" y="0"/>
                    <a:pt x="32990" y="7556"/>
                    <a:pt x="32990" y="16877"/>
                  </a:cubicBezTo>
                  <a:cubicBezTo>
                    <a:pt x="32990" y="26198"/>
                    <a:pt x="25605" y="33754"/>
                    <a:pt x="16495" y="33754"/>
                  </a:cubicBezTo>
                  <a:close/>
                  <a:moveTo>
                    <a:pt x="16495" y="5228"/>
                  </a:moveTo>
                  <a:cubicBezTo>
                    <a:pt x="10207" y="5178"/>
                    <a:pt x="5070" y="10352"/>
                    <a:pt x="5021" y="16785"/>
                  </a:cubicBezTo>
                  <a:cubicBezTo>
                    <a:pt x="4971" y="23218"/>
                    <a:pt x="10028" y="28474"/>
                    <a:pt x="16316" y="28525"/>
                  </a:cubicBezTo>
                  <a:cubicBezTo>
                    <a:pt x="22603" y="28576"/>
                    <a:pt x="27741" y="23401"/>
                    <a:pt x="27790" y="16968"/>
                  </a:cubicBezTo>
                  <a:cubicBezTo>
                    <a:pt x="27790" y="16938"/>
                    <a:pt x="27791" y="16907"/>
                    <a:pt x="27791" y="16877"/>
                  </a:cubicBezTo>
                  <a:cubicBezTo>
                    <a:pt x="27791" y="10479"/>
                    <a:pt x="22748" y="5279"/>
                    <a:pt x="16495" y="522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形状 33"/>
            <p:cNvSpPr/>
            <p:nvPr/>
          </p:nvSpPr>
          <p:spPr>
            <a:xfrm>
              <a:off x="6056645" y="3346816"/>
              <a:ext cx="80323" cy="82183"/>
            </a:xfrm>
            <a:custGeom>
              <a:avLst/>
              <a:gdLst>
                <a:gd name="connsiteX0" fmla="*/ 40162 w 80323"/>
                <a:gd name="connsiteY0" fmla="*/ 82183 h 82183"/>
                <a:gd name="connsiteX1" fmla="*/ 0 w 80323"/>
                <a:gd name="connsiteY1" fmla="*/ 41091 h 82183"/>
                <a:gd name="connsiteX2" fmla="*/ 40162 w 80323"/>
                <a:gd name="connsiteY2" fmla="*/ 0 h 82183"/>
                <a:gd name="connsiteX3" fmla="*/ 80324 w 80323"/>
                <a:gd name="connsiteY3" fmla="*/ 41092 h 82183"/>
                <a:gd name="connsiteX4" fmla="*/ 80324 w 80323"/>
                <a:gd name="connsiteY4" fmla="*/ 41183 h 82183"/>
                <a:gd name="connsiteX5" fmla="*/ 40252 w 80323"/>
                <a:gd name="connsiteY5" fmla="*/ 82183 h 82183"/>
                <a:gd name="connsiteX6" fmla="*/ 40162 w 80323"/>
                <a:gd name="connsiteY6" fmla="*/ 82183 h 82183"/>
                <a:gd name="connsiteX7" fmla="*/ 40162 w 80323"/>
                <a:gd name="connsiteY7" fmla="*/ 5412 h 82183"/>
                <a:gd name="connsiteX8" fmla="*/ 5199 w 80323"/>
                <a:gd name="connsiteY8" fmla="*/ 41183 h 82183"/>
                <a:gd name="connsiteX9" fmla="*/ 40162 w 80323"/>
                <a:gd name="connsiteY9" fmla="*/ 76955 h 82183"/>
                <a:gd name="connsiteX10" fmla="*/ 75124 w 80323"/>
                <a:gd name="connsiteY10" fmla="*/ 41183 h 82183"/>
                <a:gd name="connsiteX11" fmla="*/ 40433 w 80323"/>
                <a:gd name="connsiteY11" fmla="*/ 4955 h 82183"/>
                <a:gd name="connsiteX12" fmla="*/ 40162 w 80323"/>
                <a:gd name="connsiteY12" fmla="*/ 4953 h 8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0323" h="82183">
                  <a:moveTo>
                    <a:pt x="40162" y="82183"/>
                  </a:moveTo>
                  <a:cubicBezTo>
                    <a:pt x="17981" y="82183"/>
                    <a:pt x="0" y="63786"/>
                    <a:pt x="0" y="41091"/>
                  </a:cubicBezTo>
                  <a:cubicBezTo>
                    <a:pt x="0" y="18397"/>
                    <a:pt x="17981" y="0"/>
                    <a:pt x="40162" y="0"/>
                  </a:cubicBezTo>
                  <a:cubicBezTo>
                    <a:pt x="62343" y="0"/>
                    <a:pt x="80324" y="18397"/>
                    <a:pt x="80324" y="41092"/>
                  </a:cubicBezTo>
                  <a:cubicBezTo>
                    <a:pt x="80324" y="41122"/>
                    <a:pt x="80324" y="41153"/>
                    <a:pt x="80324" y="41183"/>
                  </a:cubicBezTo>
                  <a:cubicBezTo>
                    <a:pt x="80324" y="63827"/>
                    <a:pt x="62383" y="82183"/>
                    <a:pt x="40252" y="82183"/>
                  </a:cubicBezTo>
                  <a:cubicBezTo>
                    <a:pt x="40222" y="82183"/>
                    <a:pt x="40192" y="82183"/>
                    <a:pt x="40162" y="82183"/>
                  </a:cubicBezTo>
                  <a:close/>
                  <a:moveTo>
                    <a:pt x="40162" y="5412"/>
                  </a:moveTo>
                  <a:cubicBezTo>
                    <a:pt x="20853" y="5412"/>
                    <a:pt x="5199" y="21427"/>
                    <a:pt x="5199" y="41183"/>
                  </a:cubicBezTo>
                  <a:cubicBezTo>
                    <a:pt x="5199" y="60939"/>
                    <a:pt x="20853" y="76955"/>
                    <a:pt x="40162" y="76955"/>
                  </a:cubicBezTo>
                  <a:cubicBezTo>
                    <a:pt x="59471" y="76955"/>
                    <a:pt x="75124" y="60939"/>
                    <a:pt x="75124" y="41183"/>
                  </a:cubicBezTo>
                  <a:cubicBezTo>
                    <a:pt x="75322" y="21378"/>
                    <a:pt x="59790" y="5157"/>
                    <a:pt x="40433" y="4955"/>
                  </a:cubicBezTo>
                  <a:cubicBezTo>
                    <a:pt x="40342" y="4954"/>
                    <a:pt x="40252" y="4953"/>
                    <a:pt x="40162" y="4953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形状 34"/>
            <p:cNvSpPr/>
            <p:nvPr/>
          </p:nvSpPr>
          <p:spPr>
            <a:xfrm>
              <a:off x="6066237" y="3356172"/>
              <a:ext cx="61139" cy="62554"/>
            </a:xfrm>
            <a:custGeom>
              <a:avLst/>
              <a:gdLst>
                <a:gd name="connsiteX0" fmla="*/ 30570 w 61139"/>
                <a:gd name="connsiteY0" fmla="*/ 62555 h 62554"/>
                <a:gd name="connsiteX1" fmla="*/ 0 w 61139"/>
                <a:gd name="connsiteY1" fmla="*/ 31277 h 62554"/>
                <a:gd name="connsiteX2" fmla="*/ 30570 w 61139"/>
                <a:gd name="connsiteY2" fmla="*/ 0 h 62554"/>
                <a:gd name="connsiteX3" fmla="*/ 61139 w 61139"/>
                <a:gd name="connsiteY3" fmla="*/ 31277 h 62554"/>
                <a:gd name="connsiteX4" fmla="*/ 61139 w 61139"/>
                <a:gd name="connsiteY4" fmla="*/ 31369 h 62554"/>
                <a:gd name="connsiteX5" fmla="*/ 30570 w 61139"/>
                <a:gd name="connsiteY5" fmla="*/ 62555 h 62554"/>
                <a:gd name="connsiteX6" fmla="*/ 30570 w 61139"/>
                <a:gd name="connsiteY6" fmla="*/ 5412 h 62554"/>
                <a:gd name="connsiteX7" fmla="*/ 5199 w 61139"/>
                <a:gd name="connsiteY7" fmla="*/ 31369 h 62554"/>
                <a:gd name="connsiteX8" fmla="*/ 30570 w 61139"/>
                <a:gd name="connsiteY8" fmla="*/ 57326 h 62554"/>
                <a:gd name="connsiteX9" fmla="*/ 55940 w 61139"/>
                <a:gd name="connsiteY9" fmla="*/ 31369 h 62554"/>
                <a:gd name="connsiteX10" fmla="*/ 30570 w 61139"/>
                <a:gd name="connsiteY10" fmla="*/ 5412 h 62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139" h="62554">
                  <a:moveTo>
                    <a:pt x="30570" y="62555"/>
                  </a:moveTo>
                  <a:cubicBezTo>
                    <a:pt x="13686" y="62554"/>
                    <a:pt x="0" y="48551"/>
                    <a:pt x="0" y="31277"/>
                  </a:cubicBezTo>
                  <a:cubicBezTo>
                    <a:pt x="0" y="14003"/>
                    <a:pt x="13687" y="0"/>
                    <a:pt x="30570" y="0"/>
                  </a:cubicBezTo>
                  <a:cubicBezTo>
                    <a:pt x="47453" y="0"/>
                    <a:pt x="61139" y="14003"/>
                    <a:pt x="61139" y="31277"/>
                  </a:cubicBezTo>
                  <a:cubicBezTo>
                    <a:pt x="61139" y="31308"/>
                    <a:pt x="61139" y="31338"/>
                    <a:pt x="61139" y="31369"/>
                  </a:cubicBezTo>
                  <a:cubicBezTo>
                    <a:pt x="61090" y="48607"/>
                    <a:pt x="47418" y="62555"/>
                    <a:pt x="30570" y="62555"/>
                  </a:cubicBezTo>
                  <a:close/>
                  <a:moveTo>
                    <a:pt x="30570" y="5412"/>
                  </a:moveTo>
                  <a:cubicBezTo>
                    <a:pt x="16558" y="5412"/>
                    <a:pt x="5199" y="17033"/>
                    <a:pt x="5199" y="31369"/>
                  </a:cubicBezTo>
                  <a:cubicBezTo>
                    <a:pt x="5199" y="45705"/>
                    <a:pt x="16558" y="57326"/>
                    <a:pt x="30570" y="57326"/>
                  </a:cubicBezTo>
                  <a:cubicBezTo>
                    <a:pt x="44581" y="57326"/>
                    <a:pt x="55940" y="45705"/>
                    <a:pt x="55940" y="31369"/>
                  </a:cubicBezTo>
                  <a:cubicBezTo>
                    <a:pt x="55940" y="17033"/>
                    <a:pt x="44581" y="5412"/>
                    <a:pt x="30570" y="541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形状 35"/>
            <p:cNvSpPr/>
            <p:nvPr/>
          </p:nvSpPr>
          <p:spPr>
            <a:xfrm>
              <a:off x="6078337" y="3368555"/>
              <a:ext cx="37025" cy="37881"/>
            </a:xfrm>
            <a:custGeom>
              <a:avLst/>
              <a:gdLst>
                <a:gd name="connsiteX0" fmla="*/ 24565 w 37025"/>
                <a:gd name="connsiteY0" fmla="*/ 37881 h 37881"/>
                <a:gd name="connsiteX1" fmla="*/ 12463 w 37025"/>
                <a:gd name="connsiteY1" fmla="*/ 37881 h 37881"/>
                <a:gd name="connsiteX2" fmla="*/ 9863 w 37025"/>
                <a:gd name="connsiteY2" fmla="*/ 35221 h 37881"/>
                <a:gd name="connsiteX3" fmla="*/ 9863 w 37025"/>
                <a:gd name="connsiteY3" fmla="*/ 27792 h 37881"/>
                <a:gd name="connsiteX4" fmla="*/ 2512 w 37025"/>
                <a:gd name="connsiteY4" fmla="*/ 27792 h 37881"/>
                <a:gd name="connsiteX5" fmla="*/ 0 w 37025"/>
                <a:gd name="connsiteY5" fmla="*/ 25225 h 37881"/>
                <a:gd name="connsiteX6" fmla="*/ 2 w 37025"/>
                <a:gd name="connsiteY6" fmla="*/ 25132 h 37881"/>
                <a:gd name="connsiteX7" fmla="*/ 2 w 37025"/>
                <a:gd name="connsiteY7" fmla="*/ 12749 h 37881"/>
                <a:gd name="connsiteX8" fmla="*/ 2420 w 37025"/>
                <a:gd name="connsiteY8" fmla="*/ 10091 h 37881"/>
                <a:gd name="connsiteX9" fmla="*/ 2512 w 37025"/>
                <a:gd name="connsiteY9" fmla="*/ 10089 h 37881"/>
                <a:gd name="connsiteX10" fmla="*/ 9863 w 37025"/>
                <a:gd name="connsiteY10" fmla="*/ 10089 h 37881"/>
                <a:gd name="connsiteX11" fmla="*/ 9863 w 37025"/>
                <a:gd name="connsiteY11" fmla="*/ 2660 h 37881"/>
                <a:gd name="connsiteX12" fmla="*/ 12463 w 37025"/>
                <a:gd name="connsiteY12" fmla="*/ 0 h 37881"/>
                <a:gd name="connsiteX13" fmla="*/ 24565 w 37025"/>
                <a:gd name="connsiteY13" fmla="*/ 0 h 37881"/>
                <a:gd name="connsiteX14" fmla="*/ 27075 w 37025"/>
                <a:gd name="connsiteY14" fmla="*/ 2660 h 37881"/>
                <a:gd name="connsiteX15" fmla="*/ 27075 w 37025"/>
                <a:gd name="connsiteY15" fmla="*/ 10089 h 37881"/>
                <a:gd name="connsiteX16" fmla="*/ 34426 w 37025"/>
                <a:gd name="connsiteY16" fmla="*/ 10089 h 37881"/>
                <a:gd name="connsiteX17" fmla="*/ 37026 w 37025"/>
                <a:gd name="connsiteY17" fmla="*/ 12749 h 37881"/>
                <a:gd name="connsiteX18" fmla="*/ 37026 w 37025"/>
                <a:gd name="connsiteY18" fmla="*/ 25132 h 37881"/>
                <a:gd name="connsiteX19" fmla="*/ 34426 w 37025"/>
                <a:gd name="connsiteY19" fmla="*/ 27792 h 37881"/>
                <a:gd name="connsiteX20" fmla="*/ 27075 w 37025"/>
                <a:gd name="connsiteY20" fmla="*/ 27792 h 37881"/>
                <a:gd name="connsiteX21" fmla="*/ 27075 w 37025"/>
                <a:gd name="connsiteY21" fmla="*/ 35221 h 37881"/>
                <a:gd name="connsiteX22" fmla="*/ 24565 w 37025"/>
                <a:gd name="connsiteY22" fmla="*/ 37881 h 37881"/>
                <a:gd name="connsiteX23" fmla="*/ 15062 w 37025"/>
                <a:gd name="connsiteY23" fmla="*/ 32928 h 37881"/>
                <a:gd name="connsiteX24" fmla="*/ 22144 w 37025"/>
                <a:gd name="connsiteY24" fmla="*/ 32928 h 37881"/>
                <a:gd name="connsiteX25" fmla="*/ 22144 w 37025"/>
                <a:gd name="connsiteY25" fmla="*/ 25132 h 37881"/>
                <a:gd name="connsiteX26" fmla="*/ 24744 w 37025"/>
                <a:gd name="connsiteY26" fmla="*/ 22472 h 37881"/>
                <a:gd name="connsiteX27" fmla="*/ 32006 w 37025"/>
                <a:gd name="connsiteY27" fmla="*/ 22472 h 37881"/>
                <a:gd name="connsiteX28" fmla="*/ 32006 w 37025"/>
                <a:gd name="connsiteY28" fmla="*/ 15409 h 37881"/>
                <a:gd name="connsiteX29" fmla="*/ 24565 w 37025"/>
                <a:gd name="connsiteY29" fmla="*/ 15409 h 37881"/>
                <a:gd name="connsiteX30" fmla="*/ 22144 w 37025"/>
                <a:gd name="connsiteY30" fmla="*/ 12749 h 37881"/>
                <a:gd name="connsiteX31" fmla="*/ 22144 w 37025"/>
                <a:gd name="connsiteY31" fmla="*/ 5412 h 37881"/>
                <a:gd name="connsiteX32" fmla="*/ 15062 w 37025"/>
                <a:gd name="connsiteY32" fmla="*/ 5412 h 37881"/>
                <a:gd name="connsiteX33" fmla="*/ 15062 w 37025"/>
                <a:gd name="connsiteY33" fmla="*/ 12749 h 37881"/>
                <a:gd name="connsiteX34" fmla="*/ 12463 w 37025"/>
                <a:gd name="connsiteY34" fmla="*/ 15409 h 37881"/>
                <a:gd name="connsiteX35" fmla="*/ 5112 w 37025"/>
                <a:gd name="connsiteY35" fmla="*/ 15409 h 37881"/>
                <a:gd name="connsiteX36" fmla="*/ 5112 w 37025"/>
                <a:gd name="connsiteY36" fmla="*/ 22472 h 37881"/>
                <a:gd name="connsiteX37" fmla="*/ 12463 w 37025"/>
                <a:gd name="connsiteY37" fmla="*/ 22472 h 37881"/>
                <a:gd name="connsiteX38" fmla="*/ 15062 w 37025"/>
                <a:gd name="connsiteY38" fmla="*/ 25132 h 37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7025" h="37881">
                  <a:moveTo>
                    <a:pt x="24565" y="37881"/>
                  </a:moveTo>
                  <a:lnTo>
                    <a:pt x="12463" y="37881"/>
                  </a:lnTo>
                  <a:cubicBezTo>
                    <a:pt x="11027" y="37881"/>
                    <a:pt x="9863" y="36690"/>
                    <a:pt x="9863" y="35221"/>
                  </a:cubicBezTo>
                  <a:lnTo>
                    <a:pt x="9863" y="27792"/>
                  </a:lnTo>
                  <a:lnTo>
                    <a:pt x="2512" y="27792"/>
                  </a:lnTo>
                  <a:cubicBezTo>
                    <a:pt x="1125" y="27793"/>
                    <a:pt x="1" y="26644"/>
                    <a:pt x="0" y="25225"/>
                  </a:cubicBezTo>
                  <a:cubicBezTo>
                    <a:pt x="0" y="25194"/>
                    <a:pt x="1" y="25163"/>
                    <a:pt x="2" y="25132"/>
                  </a:cubicBezTo>
                  <a:lnTo>
                    <a:pt x="2" y="12749"/>
                  </a:lnTo>
                  <a:cubicBezTo>
                    <a:pt x="-48" y="11332"/>
                    <a:pt x="1035" y="10142"/>
                    <a:pt x="2420" y="10091"/>
                  </a:cubicBezTo>
                  <a:cubicBezTo>
                    <a:pt x="2451" y="10090"/>
                    <a:pt x="2481" y="10089"/>
                    <a:pt x="2512" y="10089"/>
                  </a:cubicBezTo>
                  <a:lnTo>
                    <a:pt x="9863" y="10089"/>
                  </a:lnTo>
                  <a:lnTo>
                    <a:pt x="9863" y="2660"/>
                  </a:lnTo>
                  <a:cubicBezTo>
                    <a:pt x="9863" y="1191"/>
                    <a:pt x="11027" y="0"/>
                    <a:pt x="12463" y="0"/>
                  </a:cubicBezTo>
                  <a:lnTo>
                    <a:pt x="24565" y="0"/>
                  </a:lnTo>
                  <a:cubicBezTo>
                    <a:pt x="25966" y="49"/>
                    <a:pt x="27076" y="1226"/>
                    <a:pt x="27075" y="2660"/>
                  </a:cubicBezTo>
                  <a:lnTo>
                    <a:pt x="27075" y="10089"/>
                  </a:lnTo>
                  <a:lnTo>
                    <a:pt x="34426" y="10089"/>
                  </a:lnTo>
                  <a:cubicBezTo>
                    <a:pt x="35862" y="10089"/>
                    <a:pt x="37026" y="11280"/>
                    <a:pt x="37026" y="12749"/>
                  </a:cubicBezTo>
                  <a:lnTo>
                    <a:pt x="37026" y="25132"/>
                  </a:lnTo>
                  <a:cubicBezTo>
                    <a:pt x="37026" y="26601"/>
                    <a:pt x="35862" y="27792"/>
                    <a:pt x="34426" y="27792"/>
                  </a:cubicBezTo>
                  <a:lnTo>
                    <a:pt x="27075" y="27792"/>
                  </a:lnTo>
                  <a:lnTo>
                    <a:pt x="27075" y="35221"/>
                  </a:lnTo>
                  <a:cubicBezTo>
                    <a:pt x="27076" y="36655"/>
                    <a:pt x="25966" y="37832"/>
                    <a:pt x="24565" y="37881"/>
                  </a:cubicBezTo>
                  <a:close/>
                  <a:moveTo>
                    <a:pt x="15062" y="32928"/>
                  </a:moveTo>
                  <a:lnTo>
                    <a:pt x="22144" y="32928"/>
                  </a:lnTo>
                  <a:lnTo>
                    <a:pt x="22144" y="25132"/>
                  </a:lnTo>
                  <a:cubicBezTo>
                    <a:pt x="22144" y="23663"/>
                    <a:pt x="23308" y="22472"/>
                    <a:pt x="24744" y="22472"/>
                  </a:cubicBezTo>
                  <a:lnTo>
                    <a:pt x="32006" y="22472"/>
                  </a:lnTo>
                  <a:lnTo>
                    <a:pt x="32006" y="15409"/>
                  </a:lnTo>
                  <a:lnTo>
                    <a:pt x="24565" y="15409"/>
                  </a:lnTo>
                  <a:cubicBezTo>
                    <a:pt x="23200" y="15313"/>
                    <a:pt x="22141" y="14150"/>
                    <a:pt x="22144" y="12749"/>
                  </a:cubicBezTo>
                  <a:lnTo>
                    <a:pt x="22144" y="5412"/>
                  </a:lnTo>
                  <a:lnTo>
                    <a:pt x="15062" y="5412"/>
                  </a:lnTo>
                  <a:lnTo>
                    <a:pt x="15062" y="12749"/>
                  </a:lnTo>
                  <a:cubicBezTo>
                    <a:pt x="15062" y="14218"/>
                    <a:pt x="13898" y="15409"/>
                    <a:pt x="12463" y="15409"/>
                  </a:cubicBezTo>
                  <a:lnTo>
                    <a:pt x="5112" y="15409"/>
                  </a:lnTo>
                  <a:lnTo>
                    <a:pt x="5112" y="22472"/>
                  </a:lnTo>
                  <a:lnTo>
                    <a:pt x="12463" y="22472"/>
                  </a:lnTo>
                  <a:cubicBezTo>
                    <a:pt x="13898" y="22472"/>
                    <a:pt x="15062" y="23663"/>
                    <a:pt x="15062" y="2513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7" name="图形 16"/>
          <p:cNvGrpSpPr/>
          <p:nvPr/>
        </p:nvGrpSpPr>
        <p:grpSpPr>
          <a:xfrm>
            <a:off x="6712549" y="4368167"/>
            <a:ext cx="732038" cy="739133"/>
            <a:chOff x="6019799" y="3352823"/>
            <a:chExt cx="153734" cy="155224"/>
          </a:xfrm>
          <a:solidFill>
            <a:schemeClr val="bg1"/>
          </a:solidFill>
        </p:grpSpPr>
        <p:sp>
          <p:nvSpPr>
            <p:cNvPr id="38" name="任意形状 37"/>
            <p:cNvSpPr/>
            <p:nvPr/>
          </p:nvSpPr>
          <p:spPr>
            <a:xfrm>
              <a:off x="6019799" y="3352823"/>
              <a:ext cx="153734" cy="155224"/>
            </a:xfrm>
            <a:custGeom>
              <a:avLst/>
              <a:gdLst>
                <a:gd name="connsiteX0" fmla="*/ 76868 w 153734"/>
                <a:gd name="connsiteY0" fmla="*/ 155156 h 155224"/>
                <a:gd name="connsiteX1" fmla="*/ 75629 w 153734"/>
                <a:gd name="connsiteY1" fmla="*/ 155156 h 155224"/>
                <a:gd name="connsiteX2" fmla="*/ 34481 w 153734"/>
                <a:gd name="connsiteY2" fmla="*/ 136419 h 155224"/>
                <a:gd name="connsiteX3" fmla="*/ 1 w 153734"/>
                <a:gd name="connsiteY3" fmla="*/ 84872 h 155224"/>
                <a:gd name="connsiteX4" fmla="*/ 1 w 153734"/>
                <a:gd name="connsiteY4" fmla="*/ 36463 h 155224"/>
                <a:gd name="connsiteX5" fmla="*/ 5906 w 153734"/>
                <a:gd name="connsiteY5" fmla="*/ 29739 h 155224"/>
                <a:gd name="connsiteX6" fmla="*/ 21242 w 153734"/>
                <a:gd name="connsiteY6" fmla="*/ 12617 h 155224"/>
                <a:gd name="connsiteX7" fmla="*/ 26861 w 153734"/>
                <a:gd name="connsiteY7" fmla="*/ 5714 h 155224"/>
                <a:gd name="connsiteX8" fmla="*/ 126874 w 153734"/>
                <a:gd name="connsiteY8" fmla="*/ 5714 h 155224"/>
                <a:gd name="connsiteX9" fmla="*/ 132494 w 153734"/>
                <a:gd name="connsiteY9" fmla="*/ 12527 h 155224"/>
                <a:gd name="connsiteX10" fmla="*/ 147734 w 153734"/>
                <a:gd name="connsiteY10" fmla="*/ 29739 h 155224"/>
                <a:gd name="connsiteX11" fmla="*/ 153734 w 153734"/>
                <a:gd name="connsiteY11" fmla="*/ 36463 h 155224"/>
                <a:gd name="connsiteX12" fmla="*/ 153734 w 153734"/>
                <a:gd name="connsiteY12" fmla="*/ 84872 h 155224"/>
                <a:gd name="connsiteX13" fmla="*/ 119159 w 153734"/>
                <a:gd name="connsiteY13" fmla="*/ 136419 h 155224"/>
                <a:gd name="connsiteX14" fmla="*/ 78011 w 153734"/>
                <a:gd name="connsiteY14" fmla="*/ 154887 h 155224"/>
                <a:gd name="connsiteX15" fmla="*/ 76868 w 153734"/>
                <a:gd name="connsiteY15" fmla="*/ 155156 h 155224"/>
                <a:gd name="connsiteX16" fmla="*/ 76868 w 153734"/>
                <a:gd name="connsiteY16" fmla="*/ 5087 h 155224"/>
                <a:gd name="connsiteX17" fmla="*/ 28576 w 153734"/>
                <a:gd name="connsiteY17" fmla="*/ 10734 h 155224"/>
                <a:gd name="connsiteX18" fmla="*/ 27147 w 153734"/>
                <a:gd name="connsiteY18" fmla="*/ 12527 h 155224"/>
                <a:gd name="connsiteX19" fmla="*/ 6859 w 153734"/>
                <a:gd name="connsiteY19" fmla="*/ 34849 h 155224"/>
                <a:gd name="connsiteX20" fmla="*/ 5525 w 153734"/>
                <a:gd name="connsiteY20" fmla="*/ 36463 h 155224"/>
                <a:gd name="connsiteX21" fmla="*/ 5525 w 153734"/>
                <a:gd name="connsiteY21" fmla="*/ 84872 h 155224"/>
                <a:gd name="connsiteX22" fmla="*/ 36863 w 153734"/>
                <a:gd name="connsiteY22" fmla="*/ 131758 h 155224"/>
                <a:gd name="connsiteX23" fmla="*/ 76868 w 153734"/>
                <a:gd name="connsiteY23" fmla="*/ 149687 h 155224"/>
                <a:gd name="connsiteX24" fmla="*/ 116777 w 153734"/>
                <a:gd name="connsiteY24" fmla="*/ 131758 h 155224"/>
                <a:gd name="connsiteX25" fmla="*/ 148210 w 153734"/>
                <a:gd name="connsiteY25" fmla="*/ 84872 h 155224"/>
                <a:gd name="connsiteX26" fmla="*/ 148210 w 153734"/>
                <a:gd name="connsiteY26" fmla="*/ 36463 h 155224"/>
                <a:gd name="connsiteX27" fmla="*/ 146781 w 153734"/>
                <a:gd name="connsiteY27" fmla="*/ 34849 h 155224"/>
                <a:gd name="connsiteX28" fmla="*/ 126969 w 153734"/>
                <a:gd name="connsiteY28" fmla="*/ 12617 h 155224"/>
                <a:gd name="connsiteX29" fmla="*/ 125636 w 153734"/>
                <a:gd name="connsiteY29" fmla="*/ 10734 h 155224"/>
                <a:gd name="connsiteX30" fmla="*/ 76868 w 153734"/>
                <a:gd name="connsiteY30" fmla="*/ 5087 h 155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53734" h="155224">
                  <a:moveTo>
                    <a:pt x="76868" y="155156"/>
                  </a:moveTo>
                  <a:cubicBezTo>
                    <a:pt x="76461" y="155247"/>
                    <a:pt x="76036" y="155247"/>
                    <a:pt x="75629" y="155156"/>
                  </a:cubicBezTo>
                  <a:lnTo>
                    <a:pt x="34481" y="136419"/>
                  </a:lnTo>
                  <a:cubicBezTo>
                    <a:pt x="13446" y="126872"/>
                    <a:pt x="54" y="106852"/>
                    <a:pt x="1" y="84872"/>
                  </a:cubicBezTo>
                  <a:lnTo>
                    <a:pt x="1" y="36463"/>
                  </a:lnTo>
                  <a:cubicBezTo>
                    <a:pt x="-52" y="33161"/>
                    <a:pt x="2451" y="30311"/>
                    <a:pt x="5906" y="29739"/>
                  </a:cubicBezTo>
                  <a:cubicBezTo>
                    <a:pt x="14762" y="28301"/>
                    <a:pt x="21234" y="21075"/>
                    <a:pt x="21242" y="12617"/>
                  </a:cubicBezTo>
                  <a:cubicBezTo>
                    <a:pt x="21182" y="9366"/>
                    <a:pt x="23511" y="6506"/>
                    <a:pt x="26861" y="5714"/>
                  </a:cubicBezTo>
                  <a:cubicBezTo>
                    <a:pt x="59707" y="-1905"/>
                    <a:pt x="94028" y="-1905"/>
                    <a:pt x="126874" y="5714"/>
                  </a:cubicBezTo>
                  <a:cubicBezTo>
                    <a:pt x="130210" y="6469"/>
                    <a:pt x="132544" y="9299"/>
                    <a:pt x="132494" y="12527"/>
                  </a:cubicBezTo>
                  <a:cubicBezTo>
                    <a:pt x="132447" y="20990"/>
                    <a:pt x="138881" y="28256"/>
                    <a:pt x="147734" y="29739"/>
                  </a:cubicBezTo>
                  <a:cubicBezTo>
                    <a:pt x="151206" y="30307"/>
                    <a:pt x="153740" y="33146"/>
                    <a:pt x="153734" y="36463"/>
                  </a:cubicBezTo>
                  <a:lnTo>
                    <a:pt x="153734" y="84872"/>
                  </a:lnTo>
                  <a:cubicBezTo>
                    <a:pt x="153640" y="106867"/>
                    <a:pt x="140215" y="126881"/>
                    <a:pt x="119159" y="136419"/>
                  </a:cubicBezTo>
                  <a:lnTo>
                    <a:pt x="78011" y="154887"/>
                  </a:lnTo>
                  <a:cubicBezTo>
                    <a:pt x="77657" y="155058"/>
                    <a:pt x="77266" y="155151"/>
                    <a:pt x="76868" y="155156"/>
                  </a:cubicBezTo>
                  <a:close/>
                  <a:moveTo>
                    <a:pt x="76868" y="5087"/>
                  </a:moveTo>
                  <a:cubicBezTo>
                    <a:pt x="60591" y="5191"/>
                    <a:pt x="44384" y="7086"/>
                    <a:pt x="28576" y="10734"/>
                  </a:cubicBezTo>
                  <a:cubicBezTo>
                    <a:pt x="27712" y="10944"/>
                    <a:pt x="27119" y="11689"/>
                    <a:pt x="27147" y="12527"/>
                  </a:cubicBezTo>
                  <a:cubicBezTo>
                    <a:pt x="27189" y="23669"/>
                    <a:pt x="18561" y="33163"/>
                    <a:pt x="6859" y="34849"/>
                  </a:cubicBezTo>
                  <a:cubicBezTo>
                    <a:pt x="6063" y="35020"/>
                    <a:pt x="5505" y="35695"/>
                    <a:pt x="5525" y="36463"/>
                  </a:cubicBezTo>
                  <a:lnTo>
                    <a:pt x="5525" y="84872"/>
                  </a:lnTo>
                  <a:cubicBezTo>
                    <a:pt x="5589" y="104854"/>
                    <a:pt x="17753" y="123052"/>
                    <a:pt x="36863" y="131758"/>
                  </a:cubicBezTo>
                  <a:lnTo>
                    <a:pt x="76868" y="149687"/>
                  </a:lnTo>
                  <a:lnTo>
                    <a:pt x="116777" y="131758"/>
                  </a:lnTo>
                  <a:cubicBezTo>
                    <a:pt x="135908" y="123061"/>
                    <a:pt x="148105" y="104868"/>
                    <a:pt x="148210" y="84872"/>
                  </a:cubicBezTo>
                  <a:lnTo>
                    <a:pt x="148210" y="36463"/>
                  </a:lnTo>
                  <a:cubicBezTo>
                    <a:pt x="148266" y="35653"/>
                    <a:pt x="147638" y="34943"/>
                    <a:pt x="146781" y="34849"/>
                  </a:cubicBezTo>
                  <a:cubicBezTo>
                    <a:pt x="135325" y="32937"/>
                    <a:pt x="126975" y="23568"/>
                    <a:pt x="126969" y="12617"/>
                  </a:cubicBezTo>
                  <a:cubicBezTo>
                    <a:pt x="127055" y="11771"/>
                    <a:pt x="126498" y="10985"/>
                    <a:pt x="125636" y="10734"/>
                  </a:cubicBezTo>
                  <a:cubicBezTo>
                    <a:pt x="109671" y="7058"/>
                    <a:pt x="93303" y="5163"/>
                    <a:pt x="76868" y="50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形状 38"/>
            <p:cNvSpPr/>
            <p:nvPr/>
          </p:nvSpPr>
          <p:spPr>
            <a:xfrm>
              <a:off x="6035897" y="3369271"/>
              <a:ext cx="121538" cy="122550"/>
            </a:xfrm>
            <a:custGeom>
              <a:avLst/>
              <a:gdLst>
                <a:gd name="connsiteX0" fmla="*/ 60769 w 121538"/>
                <a:gd name="connsiteY0" fmla="*/ 122481 h 122550"/>
                <a:gd name="connsiteX1" fmla="*/ 59531 w 121538"/>
                <a:gd name="connsiteY1" fmla="*/ 122481 h 122550"/>
                <a:gd name="connsiteX2" fmla="*/ 27337 w 121538"/>
                <a:gd name="connsiteY2" fmla="*/ 107690 h 122550"/>
                <a:gd name="connsiteX3" fmla="*/ 0 w 121538"/>
                <a:gd name="connsiteY3" fmla="*/ 66811 h 122550"/>
                <a:gd name="connsiteX4" fmla="*/ 0 w 121538"/>
                <a:gd name="connsiteY4" fmla="*/ 28800 h 122550"/>
                <a:gd name="connsiteX5" fmla="*/ 5239 w 121538"/>
                <a:gd name="connsiteY5" fmla="*/ 23063 h 122550"/>
                <a:gd name="connsiteX6" fmla="*/ 16574 w 121538"/>
                <a:gd name="connsiteY6" fmla="*/ 10423 h 122550"/>
                <a:gd name="connsiteX7" fmla="*/ 21336 w 121538"/>
                <a:gd name="connsiteY7" fmla="*/ 4506 h 122550"/>
                <a:gd name="connsiteX8" fmla="*/ 100108 w 121538"/>
                <a:gd name="connsiteY8" fmla="*/ 4506 h 122550"/>
                <a:gd name="connsiteX9" fmla="*/ 104870 w 121538"/>
                <a:gd name="connsiteY9" fmla="*/ 10423 h 122550"/>
                <a:gd name="connsiteX10" fmla="*/ 116300 w 121538"/>
                <a:gd name="connsiteY10" fmla="*/ 23242 h 122550"/>
                <a:gd name="connsiteX11" fmla="*/ 121539 w 121538"/>
                <a:gd name="connsiteY11" fmla="*/ 28980 h 122550"/>
                <a:gd name="connsiteX12" fmla="*/ 121539 w 121538"/>
                <a:gd name="connsiteY12" fmla="*/ 36151 h 122550"/>
                <a:gd name="connsiteX13" fmla="*/ 118777 w 121538"/>
                <a:gd name="connsiteY13" fmla="*/ 38751 h 122550"/>
                <a:gd name="connsiteX14" fmla="*/ 116015 w 121538"/>
                <a:gd name="connsiteY14" fmla="*/ 36151 h 122550"/>
                <a:gd name="connsiteX15" fmla="*/ 116015 w 121538"/>
                <a:gd name="connsiteY15" fmla="*/ 28980 h 122550"/>
                <a:gd name="connsiteX16" fmla="*/ 115253 w 121538"/>
                <a:gd name="connsiteY16" fmla="*/ 28352 h 122550"/>
                <a:gd name="connsiteX17" fmla="*/ 99441 w 121538"/>
                <a:gd name="connsiteY17" fmla="*/ 10423 h 122550"/>
                <a:gd name="connsiteX18" fmla="*/ 98870 w 121538"/>
                <a:gd name="connsiteY18" fmla="*/ 9526 h 122550"/>
                <a:gd name="connsiteX19" fmla="*/ 22669 w 121538"/>
                <a:gd name="connsiteY19" fmla="*/ 9526 h 122550"/>
                <a:gd name="connsiteX20" fmla="*/ 22003 w 121538"/>
                <a:gd name="connsiteY20" fmla="*/ 10423 h 122550"/>
                <a:gd name="connsiteX21" fmla="*/ 6191 w 121538"/>
                <a:gd name="connsiteY21" fmla="*/ 28352 h 122550"/>
                <a:gd name="connsiteX22" fmla="*/ 5429 w 121538"/>
                <a:gd name="connsiteY22" fmla="*/ 28980 h 122550"/>
                <a:gd name="connsiteX23" fmla="*/ 5429 w 121538"/>
                <a:gd name="connsiteY23" fmla="*/ 66811 h 122550"/>
                <a:gd name="connsiteX24" fmla="*/ 29718 w 121538"/>
                <a:gd name="connsiteY24" fmla="*/ 102669 h 122550"/>
                <a:gd name="connsiteX25" fmla="*/ 60769 w 121538"/>
                <a:gd name="connsiteY25" fmla="*/ 116654 h 122550"/>
                <a:gd name="connsiteX26" fmla="*/ 91821 w 121538"/>
                <a:gd name="connsiteY26" fmla="*/ 102669 h 122550"/>
                <a:gd name="connsiteX27" fmla="*/ 116015 w 121538"/>
                <a:gd name="connsiteY27" fmla="*/ 66811 h 122550"/>
                <a:gd name="connsiteX28" fmla="*/ 116015 w 121538"/>
                <a:gd name="connsiteY28" fmla="*/ 55246 h 122550"/>
                <a:gd name="connsiteX29" fmla="*/ 118777 w 121538"/>
                <a:gd name="connsiteY29" fmla="*/ 52646 h 122550"/>
                <a:gd name="connsiteX30" fmla="*/ 121539 w 121538"/>
                <a:gd name="connsiteY30" fmla="*/ 55246 h 122550"/>
                <a:gd name="connsiteX31" fmla="*/ 121539 w 121538"/>
                <a:gd name="connsiteY31" fmla="*/ 66811 h 122550"/>
                <a:gd name="connsiteX32" fmla="*/ 94107 w 121538"/>
                <a:gd name="connsiteY32" fmla="*/ 107690 h 122550"/>
                <a:gd name="connsiteX33" fmla="*/ 61912 w 121538"/>
                <a:gd name="connsiteY33" fmla="*/ 122213 h 12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21538" h="122550">
                  <a:moveTo>
                    <a:pt x="60769" y="122481"/>
                  </a:moveTo>
                  <a:cubicBezTo>
                    <a:pt x="60362" y="122573"/>
                    <a:pt x="59938" y="122573"/>
                    <a:pt x="59531" y="122481"/>
                  </a:cubicBezTo>
                  <a:lnTo>
                    <a:pt x="27337" y="107690"/>
                  </a:lnTo>
                  <a:cubicBezTo>
                    <a:pt x="10665" y="100108"/>
                    <a:pt x="51" y="84237"/>
                    <a:pt x="0" y="66811"/>
                  </a:cubicBezTo>
                  <a:lnTo>
                    <a:pt x="0" y="28800"/>
                  </a:lnTo>
                  <a:cubicBezTo>
                    <a:pt x="49" y="25950"/>
                    <a:pt x="2252" y="23538"/>
                    <a:pt x="5239" y="23063"/>
                  </a:cubicBezTo>
                  <a:cubicBezTo>
                    <a:pt x="11745" y="21947"/>
                    <a:pt x="16498" y="16647"/>
                    <a:pt x="16574" y="10423"/>
                  </a:cubicBezTo>
                  <a:cubicBezTo>
                    <a:pt x="16521" y="7653"/>
                    <a:pt x="18489" y="5208"/>
                    <a:pt x="21336" y="4506"/>
                  </a:cubicBezTo>
                  <a:cubicBezTo>
                    <a:pt x="47205" y="-1502"/>
                    <a:pt x="74238" y="-1502"/>
                    <a:pt x="100108" y="4506"/>
                  </a:cubicBezTo>
                  <a:cubicBezTo>
                    <a:pt x="102976" y="5179"/>
                    <a:pt x="104958" y="7642"/>
                    <a:pt x="104870" y="10423"/>
                  </a:cubicBezTo>
                  <a:cubicBezTo>
                    <a:pt x="104901" y="16730"/>
                    <a:pt x="109706" y="22119"/>
                    <a:pt x="116300" y="23242"/>
                  </a:cubicBezTo>
                  <a:cubicBezTo>
                    <a:pt x="119287" y="23717"/>
                    <a:pt x="121490" y="26129"/>
                    <a:pt x="121539" y="28980"/>
                  </a:cubicBezTo>
                  <a:lnTo>
                    <a:pt x="121539" y="36151"/>
                  </a:lnTo>
                  <a:cubicBezTo>
                    <a:pt x="121539" y="37587"/>
                    <a:pt x="120302" y="38751"/>
                    <a:pt x="118777" y="38751"/>
                  </a:cubicBezTo>
                  <a:cubicBezTo>
                    <a:pt x="117251" y="38751"/>
                    <a:pt x="116015" y="37587"/>
                    <a:pt x="116015" y="36151"/>
                  </a:cubicBezTo>
                  <a:lnTo>
                    <a:pt x="116015" y="28980"/>
                  </a:lnTo>
                  <a:cubicBezTo>
                    <a:pt x="116015" y="28980"/>
                    <a:pt x="116015" y="28442"/>
                    <a:pt x="115253" y="28352"/>
                  </a:cubicBezTo>
                  <a:cubicBezTo>
                    <a:pt x="106012" y="26853"/>
                    <a:pt x="99305" y="19247"/>
                    <a:pt x="99441" y="10423"/>
                  </a:cubicBezTo>
                  <a:cubicBezTo>
                    <a:pt x="99475" y="10039"/>
                    <a:pt x="99245" y="9679"/>
                    <a:pt x="98870" y="9526"/>
                  </a:cubicBezTo>
                  <a:cubicBezTo>
                    <a:pt x="73858" y="3610"/>
                    <a:pt x="47681" y="3610"/>
                    <a:pt x="22669" y="9526"/>
                  </a:cubicBezTo>
                  <a:cubicBezTo>
                    <a:pt x="22257" y="9648"/>
                    <a:pt x="21983" y="10016"/>
                    <a:pt x="22003" y="10423"/>
                  </a:cubicBezTo>
                  <a:cubicBezTo>
                    <a:pt x="22139" y="19247"/>
                    <a:pt x="15432" y="26853"/>
                    <a:pt x="6191" y="28352"/>
                  </a:cubicBezTo>
                  <a:cubicBezTo>
                    <a:pt x="6191" y="28352"/>
                    <a:pt x="5429" y="28352"/>
                    <a:pt x="5429" y="28980"/>
                  </a:cubicBezTo>
                  <a:lnTo>
                    <a:pt x="5429" y="66811"/>
                  </a:lnTo>
                  <a:cubicBezTo>
                    <a:pt x="5608" y="82142"/>
                    <a:pt x="15026" y="96046"/>
                    <a:pt x="29718" y="102669"/>
                  </a:cubicBezTo>
                  <a:lnTo>
                    <a:pt x="60769" y="116654"/>
                  </a:lnTo>
                  <a:lnTo>
                    <a:pt x="91821" y="102669"/>
                  </a:lnTo>
                  <a:cubicBezTo>
                    <a:pt x="106460" y="96004"/>
                    <a:pt x="115831" y="82115"/>
                    <a:pt x="116015" y="66811"/>
                  </a:cubicBezTo>
                  <a:lnTo>
                    <a:pt x="116015" y="55246"/>
                  </a:lnTo>
                  <a:cubicBezTo>
                    <a:pt x="116015" y="53810"/>
                    <a:pt x="117251" y="52646"/>
                    <a:pt x="118777" y="52646"/>
                  </a:cubicBezTo>
                  <a:cubicBezTo>
                    <a:pt x="120302" y="52646"/>
                    <a:pt x="121539" y="53810"/>
                    <a:pt x="121539" y="55246"/>
                  </a:cubicBezTo>
                  <a:lnTo>
                    <a:pt x="121539" y="66811"/>
                  </a:lnTo>
                  <a:cubicBezTo>
                    <a:pt x="121493" y="84264"/>
                    <a:pt x="110832" y="100151"/>
                    <a:pt x="94107" y="107690"/>
                  </a:cubicBezTo>
                  <a:lnTo>
                    <a:pt x="61912" y="1222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形状 39"/>
            <p:cNvSpPr/>
            <p:nvPr/>
          </p:nvSpPr>
          <p:spPr>
            <a:xfrm>
              <a:off x="6058852" y="3390720"/>
              <a:ext cx="75628" cy="71448"/>
            </a:xfrm>
            <a:custGeom>
              <a:avLst/>
              <a:gdLst>
                <a:gd name="connsiteX0" fmla="*/ 51054 w 75628"/>
                <a:gd name="connsiteY0" fmla="*/ 71449 h 71448"/>
                <a:gd name="connsiteX1" fmla="*/ 24575 w 75628"/>
                <a:gd name="connsiteY1" fmla="*/ 71449 h 71448"/>
                <a:gd name="connsiteX2" fmla="*/ 21812 w 75628"/>
                <a:gd name="connsiteY2" fmla="*/ 68849 h 71448"/>
                <a:gd name="connsiteX3" fmla="*/ 21812 w 75628"/>
                <a:gd name="connsiteY3" fmla="*/ 50920 h 71448"/>
                <a:gd name="connsiteX4" fmla="*/ 2762 w 75628"/>
                <a:gd name="connsiteY4" fmla="*/ 50920 h 71448"/>
                <a:gd name="connsiteX5" fmla="*/ 0 w 75628"/>
                <a:gd name="connsiteY5" fmla="*/ 48320 h 71448"/>
                <a:gd name="connsiteX6" fmla="*/ 0 w 75628"/>
                <a:gd name="connsiteY6" fmla="*/ 23129 h 71448"/>
                <a:gd name="connsiteX7" fmla="*/ 2762 w 75628"/>
                <a:gd name="connsiteY7" fmla="*/ 20529 h 71448"/>
                <a:gd name="connsiteX8" fmla="*/ 21812 w 75628"/>
                <a:gd name="connsiteY8" fmla="*/ 20529 h 71448"/>
                <a:gd name="connsiteX9" fmla="*/ 21812 w 75628"/>
                <a:gd name="connsiteY9" fmla="*/ 2600 h 71448"/>
                <a:gd name="connsiteX10" fmla="*/ 24575 w 75628"/>
                <a:gd name="connsiteY10" fmla="*/ 0 h 71448"/>
                <a:gd name="connsiteX11" fmla="*/ 51054 w 75628"/>
                <a:gd name="connsiteY11" fmla="*/ 0 h 71448"/>
                <a:gd name="connsiteX12" fmla="*/ 53816 w 75628"/>
                <a:gd name="connsiteY12" fmla="*/ 2600 h 71448"/>
                <a:gd name="connsiteX13" fmla="*/ 53816 w 75628"/>
                <a:gd name="connsiteY13" fmla="*/ 20529 h 71448"/>
                <a:gd name="connsiteX14" fmla="*/ 72866 w 75628"/>
                <a:gd name="connsiteY14" fmla="*/ 20529 h 71448"/>
                <a:gd name="connsiteX15" fmla="*/ 75629 w 75628"/>
                <a:gd name="connsiteY15" fmla="*/ 23129 h 71448"/>
                <a:gd name="connsiteX16" fmla="*/ 75629 w 75628"/>
                <a:gd name="connsiteY16" fmla="*/ 48051 h 71448"/>
                <a:gd name="connsiteX17" fmla="*/ 72866 w 75628"/>
                <a:gd name="connsiteY17" fmla="*/ 50651 h 71448"/>
                <a:gd name="connsiteX18" fmla="*/ 53816 w 75628"/>
                <a:gd name="connsiteY18" fmla="*/ 50651 h 71448"/>
                <a:gd name="connsiteX19" fmla="*/ 53816 w 75628"/>
                <a:gd name="connsiteY19" fmla="*/ 68580 h 71448"/>
                <a:gd name="connsiteX20" fmla="*/ 51355 w 75628"/>
                <a:gd name="connsiteY20" fmla="*/ 71435 h 71448"/>
                <a:gd name="connsiteX21" fmla="*/ 51054 w 75628"/>
                <a:gd name="connsiteY21" fmla="*/ 71449 h 71448"/>
                <a:gd name="connsiteX22" fmla="*/ 27623 w 75628"/>
                <a:gd name="connsiteY22" fmla="*/ 66249 h 71448"/>
                <a:gd name="connsiteX23" fmla="*/ 48292 w 75628"/>
                <a:gd name="connsiteY23" fmla="*/ 66249 h 71448"/>
                <a:gd name="connsiteX24" fmla="*/ 48292 w 75628"/>
                <a:gd name="connsiteY24" fmla="*/ 48320 h 71448"/>
                <a:gd name="connsiteX25" fmla="*/ 51054 w 75628"/>
                <a:gd name="connsiteY25" fmla="*/ 45720 h 71448"/>
                <a:gd name="connsiteX26" fmla="*/ 70104 w 75628"/>
                <a:gd name="connsiteY26" fmla="*/ 45720 h 71448"/>
                <a:gd name="connsiteX27" fmla="*/ 70104 w 75628"/>
                <a:gd name="connsiteY27" fmla="*/ 25729 h 71448"/>
                <a:gd name="connsiteX28" fmla="*/ 51054 w 75628"/>
                <a:gd name="connsiteY28" fmla="*/ 25729 h 71448"/>
                <a:gd name="connsiteX29" fmla="*/ 48292 w 75628"/>
                <a:gd name="connsiteY29" fmla="*/ 23129 h 71448"/>
                <a:gd name="connsiteX30" fmla="*/ 48292 w 75628"/>
                <a:gd name="connsiteY30" fmla="*/ 5200 h 71448"/>
                <a:gd name="connsiteX31" fmla="*/ 27623 w 75628"/>
                <a:gd name="connsiteY31" fmla="*/ 5200 h 71448"/>
                <a:gd name="connsiteX32" fmla="*/ 27623 w 75628"/>
                <a:gd name="connsiteY32" fmla="*/ 23129 h 71448"/>
                <a:gd name="connsiteX33" fmla="*/ 25052 w 75628"/>
                <a:gd name="connsiteY33" fmla="*/ 25727 h 71448"/>
                <a:gd name="connsiteX34" fmla="*/ 24956 w 75628"/>
                <a:gd name="connsiteY34" fmla="*/ 25729 h 71448"/>
                <a:gd name="connsiteX35" fmla="*/ 5905 w 75628"/>
                <a:gd name="connsiteY35" fmla="*/ 25729 h 71448"/>
                <a:gd name="connsiteX36" fmla="*/ 5905 w 75628"/>
                <a:gd name="connsiteY36" fmla="*/ 45451 h 71448"/>
                <a:gd name="connsiteX37" fmla="*/ 24955 w 75628"/>
                <a:gd name="connsiteY37" fmla="*/ 45451 h 71448"/>
                <a:gd name="connsiteX38" fmla="*/ 27624 w 75628"/>
                <a:gd name="connsiteY38" fmla="*/ 47960 h 71448"/>
                <a:gd name="connsiteX39" fmla="*/ 27623 w 75628"/>
                <a:gd name="connsiteY39" fmla="*/ 48051 h 7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5628" h="71448">
                  <a:moveTo>
                    <a:pt x="51054" y="71449"/>
                  </a:moveTo>
                  <a:lnTo>
                    <a:pt x="24575" y="71449"/>
                  </a:lnTo>
                  <a:cubicBezTo>
                    <a:pt x="23049" y="71449"/>
                    <a:pt x="21812" y="70285"/>
                    <a:pt x="21812" y="68849"/>
                  </a:cubicBezTo>
                  <a:lnTo>
                    <a:pt x="21812" y="50920"/>
                  </a:lnTo>
                  <a:lnTo>
                    <a:pt x="2762" y="50920"/>
                  </a:lnTo>
                  <a:cubicBezTo>
                    <a:pt x="1237" y="50920"/>
                    <a:pt x="0" y="49756"/>
                    <a:pt x="0" y="48320"/>
                  </a:cubicBezTo>
                  <a:lnTo>
                    <a:pt x="0" y="23129"/>
                  </a:lnTo>
                  <a:cubicBezTo>
                    <a:pt x="0" y="21693"/>
                    <a:pt x="1237" y="20529"/>
                    <a:pt x="2762" y="20529"/>
                  </a:cubicBezTo>
                  <a:lnTo>
                    <a:pt x="21812" y="20529"/>
                  </a:lnTo>
                  <a:lnTo>
                    <a:pt x="21812" y="2600"/>
                  </a:lnTo>
                  <a:cubicBezTo>
                    <a:pt x="21812" y="1164"/>
                    <a:pt x="23049" y="0"/>
                    <a:pt x="24575" y="0"/>
                  </a:cubicBezTo>
                  <a:lnTo>
                    <a:pt x="51054" y="0"/>
                  </a:lnTo>
                  <a:cubicBezTo>
                    <a:pt x="52580" y="0"/>
                    <a:pt x="53816" y="1164"/>
                    <a:pt x="53816" y="2600"/>
                  </a:cubicBezTo>
                  <a:lnTo>
                    <a:pt x="53816" y="20529"/>
                  </a:lnTo>
                  <a:lnTo>
                    <a:pt x="72866" y="20529"/>
                  </a:lnTo>
                  <a:cubicBezTo>
                    <a:pt x="74392" y="20529"/>
                    <a:pt x="75629" y="21693"/>
                    <a:pt x="75629" y="23129"/>
                  </a:cubicBezTo>
                  <a:lnTo>
                    <a:pt x="75629" y="48051"/>
                  </a:lnTo>
                  <a:cubicBezTo>
                    <a:pt x="75629" y="49487"/>
                    <a:pt x="74392" y="50651"/>
                    <a:pt x="72866" y="50651"/>
                  </a:cubicBezTo>
                  <a:lnTo>
                    <a:pt x="53816" y="50651"/>
                  </a:lnTo>
                  <a:lnTo>
                    <a:pt x="53816" y="68580"/>
                  </a:lnTo>
                  <a:cubicBezTo>
                    <a:pt x="53974" y="70008"/>
                    <a:pt x="52872" y="71286"/>
                    <a:pt x="51355" y="71435"/>
                  </a:cubicBezTo>
                  <a:cubicBezTo>
                    <a:pt x="51255" y="71445"/>
                    <a:pt x="51154" y="71449"/>
                    <a:pt x="51054" y="71449"/>
                  </a:cubicBezTo>
                  <a:close/>
                  <a:moveTo>
                    <a:pt x="27623" y="66249"/>
                  </a:moveTo>
                  <a:lnTo>
                    <a:pt x="48292" y="66249"/>
                  </a:lnTo>
                  <a:lnTo>
                    <a:pt x="48292" y="48320"/>
                  </a:lnTo>
                  <a:cubicBezTo>
                    <a:pt x="48292" y="46884"/>
                    <a:pt x="49528" y="45720"/>
                    <a:pt x="51054" y="45720"/>
                  </a:cubicBezTo>
                  <a:lnTo>
                    <a:pt x="70104" y="45720"/>
                  </a:lnTo>
                  <a:lnTo>
                    <a:pt x="70104" y="25729"/>
                  </a:lnTo>
                  <a:lnTo>
                    <a:pt x="51054" y="25729"/>
                  </a:lnTo>
                  <a:cubicBezTo>
                    <a:pt x="49528" y="25729"/>
                    <a:pt x="48292" y="24565"/>
                    <a:pt x="48292" y="23129"/>
                  </a:cubicBezTo>
                  <a:lnTo>
                    <a:pt x="48292" y="5200"/>
                  </a:lnTo>
                  <a:lnTo>
                    <a:pt x="27623" y="5200"/>
                  </a:lnTo>
                  <a:lnTo>
                    <a:pt x="27623" y="23129"/>
                  </a:lnTo>
                  <a:cubicBezTo>
                    <a:pt x="27675" y="24514"/>
                    <a:pt x="26524" y="25678"/>
                    <a:pt x="25052" y="25727"/>
                  </a:cubicBezTo>
                  <a:cubicBezTo>
                    <a:pt x="25020" y="25728"/>
                    <a:pt x="24988" y="25729"/>
                    <a:pt x="24956" y="25729"/>
                  </a:cubicBezTo>
                  <a:lnTo>
                    <a:pt x="5905" y="25729"/>
                  </a:lnTo>
                  <a:lnTo>
                    <a:pt x="5905" y="45451"/>
                  </a:lnTo>
                  <a:lnTo>
                    <a:pt x="24955" y="45451"/>
                  </a:lnTo>
                  <a:cubicBezTo>
                    <a:pt x="26428" y="45450"/>
                    <a:pt x="27623" y="46573"/>
                    <a:pt x="27624" y="47960"/>
                  </a:cubicBezTo>
                  <a:cubicBezTo>
                    <a:pt x="27624" y="47990"/>
                    <a:pt x="27624" y="48020"/>
                    <a:pt x="27623" y="48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1" name="图形 18"/>
          <p:cNvGrpSpPr/>
          <p:nvPr/>
        </p:nvGrpSpPr>
        <p:grpSpPr>
          <a:xfrm>
            <a:off x="6672023" y="2251018"/>
            <a:ext cx="731123" cy="767193"/>
            <a:chOff x="6019796" y="3346491"/>
            <a:chExt cx="153542" cy="161117"/>
          </a:xfrm>
          <a:solidFill>
            <a:schemeClr val="bg1"/>
          </a:solidFill>
        </p:grpSpPr>
        <p:sp>
          <p:nvSpPr>
            <p:cNvPr id="42" name="任意形状 41"/>
            <p:cNvSpPr/>
            <p:nvPr/>
          </p:nvSpPr>
          <p:spPr>
            <a:xfrm>
              <a:off x="6019796" y="3371304"/>
              <a:ext cx="133043" cy="136303"/>
            </a:xfrm>
            <a:custGeom>
              <a:avLst/>
              <a:gdLst>
                <a:gd name="connsiteX0" fmla="*/ 100677 w 133043"/>
                <a:gd name="connsiteY0" fmla="*/ 136301 h 136303"/>
                <a:gd name="connsiteX1" fmla="*/ 71721 w 133043"/>
                <a:gd name="connsiteY1" fmla="*/ 124102 h 136303"/>
                <a:gd name="connsiteX2" fmla="*/ 11837 w 133043"/>
                <a:gd name="connsiteY2" fmla="*/ 62648 h 136303"/>
                <a:gd name="connsiteX3" fmla="*/ 11837 w 133043"/>
                <a:gd name="connsiteY3" fmla="*/ 3854 h 136303"/>
                <a:gd name="connsiteX4" fmla="*/ 29585 w 133043"/>
                <a:gd name="connsiteY4" fmla="*/ 3669 h 136303"/>
                <a:gd name="connsiteX5" fmla="*/ 29766 w 133043"/>
                <a:gd name="connsiteY5" fmla="*/ 3854 h 136303"/>
                <a:gd name="connsiteX6" fmla="*/ 40882 w 133043"/>
                <a:gd name="connsiteY6" fmla="*/ 15595 h 136303"/>
                <a:gd name="connsiteX7" fmla="*/ 40882 w 133043"/>
                <a:gd name="connsiteY7" fmla="*/ 32838 h 136303"/>
                <a:gd name="connsiteX8" fmla="*/ 40673 w 133043"/>
                <a:gd name="connsiteY8" fmla="*/ 49959 h 136303"/>
                <a:gd name="connsiteX9" fmla="*/ 40882 w 133043"/>
                <a:gd name="connsiteY9" fmla="*/ 50174 h 136303"/>
                <a:gd name="connsiteX10" fmla="*/ 84182 w 133043"/>
                <a:gd name="connsiteY10" fmla="*/ 94384 h 136303"/>
                <a:gd name="connsiteX11" fmla="*/ 101125 w 133043"/>
                <a:gd name="connsiteY11" fmla="*/ 94384 h 136303"/>
                <a:gd name="connsiteX12" fmla="*/ 117979 w 133043"/>
                <a:gd name="connsiteY12" fmla="*/ 94384 h 136303"/>
                <a:gd name="connsiteX13" fmla="*/ 129364 w 133043"/>
                <a:gd name="connsiteY13" fmla="*/ 106033 h 136303"/>
                <a:gd name="connsiteX14" fmla="*/ 133040 w 133043"/>
                <a:gd name="connsiteY14" fmla="*/ 115205 h 136303"/>
                <a:gd name="connsiteX15" fmla="*/ 129364 w 133043"/>
                <a:gd name="connsiteY15" fmla="*/ 124377 h 136303"/>
                <a:gd name="connsiteX16" fmla="*/ 100677 w 133043"/>
                <a:gd name="connsiteY16" fmla="*/ 136301 h 136303"/>
                <a:gd name="connsiteX17" fmla="*/ 20622 w 133043"/>
                <a:gd name="connsiteY17" fmla="*/ 5413 h 136303"/>
                <a:gd name="connsiteX18" fmla="*/ 15512 w 133043"/>
                <a:gd name="connsiteY18" fmla="*/ 7615 h 136303"/>
                <a:gd name="connsiteX19" fmla="*/ 15512 w 133043"/>
                <a:gd name="connsiteY19" fmla="*/ 58888 h 136303"/>
                <a:gd name="connsiteX20" fmla="*/ 75665 w 133043"/>
                <a:gd name="connsiteY20" fmla="*/ 120433 h 136303"/>
                <a:gd name="connsiteX21" fmla="*/ 125778 w 133043"/>
                <a:gd name="connsiteY21" fmla="*/ 120433 h 136303"/>
                <a:gd name="connsiteX22" fmla="*/ 125778 w 133043"/>
                <a:gd name="connsiteY22" fmla="*/ 109885 h 136303"/>
                <a:gd name="connsiteX23" fmla="*/ 114393 w 133043"/>
                <a:gd name="connsiteY23" fmla="*/ 98236 h 136303"/>
                <a:gd name="connsiteX24" fmla="*/ 104801 w 133043"/>
                <a:gd name="connsiteY24" fmla="*/ 98236 h 136303"/>
                <a:gd name="connsiteX25" fmla="*/ 80506 w 133043"/>
                <a:gd name="connsiteY25" fmla="*/ 98236 h 136303"/>
                <a:gd name="connsiteX26" fmla="*/ 37207 w 133043"/>
                <a:gd name="connsiteY26" fmla="*/ 53935 h 136303"/>
                <a:gd name="connsiteX27" fmla="*/ 37127 w 133043"/>
                <a:gd name="connsiteY27" fmla="*/ 29159 h 136303"/>
                <a:gd name="connsiteX28" fmla="*/ 37207 w 133043"/>
                <a:gd name="connsiteY28" fmla="*/ 29078 h 136303"/>
                <a:gd name="connsiteX29" fmla="*/ 39179 w 133043"/>
                <a:gd name="connsiteY29" fmla="*/ 24217 h 136303"/>
                <a:gd name="connsiteX30" fmla="*/ 37207 w 133043"/>
                <a:gd name="connsiteY30" fmla="*/ 19264 h 136303"/>
                <a:gd name="connsiteX31" fmla="*/ 25822 w 133043"/>
                <a:gd name="connsiteY31" fmla="*/ 7615 h 136303"/>
                <a:gd name="connsiteX32" fmla="*/ 20622 w 133043"/>
                <a:gd name="connsiteY32" fmla="*/ 5413 h 136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33043" h="136303">
                  <a:moveTo>
                    <a:pt x="100677" y="136301"/>
                  </a:moveTo>
                  <a:cubicBezTo>
                    <a:pt x="89811" y="136400"/>
                    <a:pt x="79368" y="132001"/>
                    <a:pt x="71721" y="124102"/>
                  </a:cubicBezTo>
                  <a:lnTo>
                    <a:pt x="11837" y="62648"/>
                  </a:lnTo>
                  <a:cubicBezTo>
                    <a:pt x="-3946" y="46376"/>
                    <a:pt x="-3946" y="20126"/>
                    <a:pt x="11837" y="3854"/>
                  </a:cubicBezTo>
                  <a:cubicBezTo>
                    <a:pt x="16688" y="-1211"/>
                    <a:pt x="24634" y="-1294"/>
                    <a:pt x="29585" y="3669"/>
                  </a:cubicBezTo>
                  <a:cubicBezTo>
                    <a:pt x="29646" y="3730"/>
                    <a:pt x="29706" y="3792"/>
                    <a:pt x="29766" y="3854"/>
                  </a:cubicBezTo>
                  <a:lnTo>
                    <a:pt x="40882" y="15595"/>
                  </a:lnTo>
                  <a:cubicBezTo>
                    <a:pt x="45533" y="20358"/>
                    <a:pt x="45533" y="28075"/>
                    <a:pt x="40882" y="32838"/>
                  </a:cubicBezTo>
                  <a:cubicBezTo>
                    <a:pt x="36204" y="37507"/>
                    <a:pt x="36110" y="45172"/>
                    <a:pt x="40673" y="49959"/>
                  </a:cubicBezTo>
                  <a:cubicBezTo>
                    <a:pt x="40742" y="50032"/>
                    <a:pt x="40812" y="50103"/>
                    <a:pt x="40882" y="50174"/>
                  </a:cubicBezTo>
                  <a:lnTo>
                    <a:pt x="84182" y="94384"/>
                  </a:lnTo>
                  <a:cubicBezTo>
                    <a:pt x="88868" y="99153"/>
                    <a:pt x="96439" y="99153"/>
                    <a:pt x="101125" y="94384"/>
                  </a:cubicBezTo>
                  <a:cubicBezTo>
                    <a:pt x="105781" y="89626"/>
                    <a:pt x="113324" y="89626"/>
                    <a:pt x="117979" y="94384"/>
                  </a:cubicBezTo>
                  <a:lnTo>
                    <a:pt x="129364" y="106033"/>
                  </a:lnTo>
                  <a:cubicBezTo>
                    <a:pt x="131775" y="108439"/>
                    <a:pt x="133105" y="111759"/>
                    <a:pt x="133040" y="115205"/>
                  </a:cubicBezTo>
                  <a:cubicBezTo>
                    <a:pt x="133127" y="118655"/>
                    <a:pt x="131793" y="121983"/>
                    <a:pt x="129364" y="124377"/>
                  </a:cubicBezTo>
                  <a:cubicBezTo>
                    <a:pt x="121749" y="132124"/>
                    <a:pt x="111415" y="136420"/>
                    <a:pt x="100677" y="136301"/>
                  </a:cubicBezTo>
                  <a:close/>
                  <a:moveTo>
                    <a:pt x="20622" y="5413"/>
                  </a:moveTo>
                  <a:cubicBezTo>
                    <a:pt x="18701" y="5427"/>
                    <a:pt x="16864" y="6218"/>
                    <a:pt x="15512" y="7615"/>
                  </a:cubicBezTo>
                  <a:cubicBezTo>
                    <a:pt x="1903" y="21870"/>
                    <a:pt x="1903" y="44633"/>
                    <a:pt x="15512" y="58888"/>
                  </a:cubicBezTo>
                  <a:lnTo>
                    <a:pt x="75665" y="120433"/>
                  </a:lnTo>
                  <a:cubicBezTo>
                    <a:pt x="89598" y="134357"/>
                    <a:pt x="111846" y="134357"/>
                    <a:pt x="125778" y="120433"/>
                  </a:cubicBezTo>
                  <a:cubicBezTo>
                    <a:pt x="128545" y="117487"/>
                    <a:pt x="128545" y="112832"/>
                    <a:pt x="125778" y="109885"/>
                  </a:cubicBezTo>
                  <a:lnTo>
                    <a:pt x="114393" y="98236"/>
                  </a:lnTo>
                  <a:cubicBezTo>
                    <a:pt x="111682" y="95684"/>
                    <a:pt x="107511" y="95684"/>
                    <a:pt x="104801" y="98236"/>
                  </a:cubicBezTo>
                  <a:cubicBezTo>
                    <a:pt x="98084" y="105081"/>
                    <a:pt x="87223" y="105081"/>
                    <a:pt x="80506" y="98236"/>
                  </a:cubicBezTo>
                  <a:lnTo>
                    <a:pt x="37207" y="53935"/>
                  </a:lnTo>
                  <a:cubicBezTo>
                    <a:pt x="30498" y="47115"/>
                    <a:pt x="30463" y="36023"/>
                    <a:pt x="37127" y="29159"/>
                  </a:cubicBezTo>
                  <a:cubicBezTo>
                    <a:pt x="37154" y="29132"/>
                    <a:pt x="37180" y="29105"/>
                    <a:pt x="37207" y="29078"/>
                  </a:cubicBezTo>
                  <a:cubicBezTo>
                    <a:pt x="38468" y="27789"/>
                    <a:pt x="39178" y="26040"/>
                    <a:pt x="39179" y="24217"/>
                  </a:cubicBezTo>
                  <a:cubicBezTo>
                    <a:pt x="39182" y="22365"/>
                    <a:pt x="38473" y="20586"/>
                    <a:pt x="37207" y="19264"/>
                  </a:cubicBezTo>
                  <a:lnTo>
                    <a:pt x="25822" y="7615"/>
                  </a:lnTo>
                  <a:cubicBezTo>
                    <a:pt x="24442" y="6205"/>
                    <a:pt x="22572" y="5413"/>
                    <a:pt x="20622" y="5413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形状 42"/>
            <p:cNvSpPr/>
            <p:nvPr/>
          </p:nvSpPr>
          <p:spPr>
            <a:xfrm>
              <a:off x="6100482" y="3362134"/>
              <a:ext cx="57553" cy="58793"/>
            </a:xfrm>
            <a:custGeom>
              <a:avLst/>
              <a:gdLst>
                <a:gd name="connsiteX0" fmla="*/ 37741 w 57553"/>
                <a:gd name="connsiteY0" fmla="*/ 58794 h 58793"/>
                <a:gd name="connsiteX1" fmla="*/ 19812 w 57553"/>
                <a:gd name="connsiteY1" fmla="*/ 58794 h 58793"/>
                <a:gd name="connsiteX2" fmla="*/ 17212 w 57553"/>
                <a:gd name="connsiteY2" fmla="*/ 56134 h 58793"/>
                <a:gd name="connsiteX3" fmla="*/ 17212 w 57553"/>
                <a:gd name="connsiteY3" fmla="*/ 41183 h 58793"/>
                <a:gd name="connsiteX4" fmla="*/ 2600 w 57553"/>
                <a:gd name="connsiteY4" fmla="*/ 41183 h 58793"/>
                <a:gd name="connsiteX5" fmla="*/ 0 w 57553"/>
                <a:gd name="connsiteY5" fmla="*/ 38523 h 58793"/>
                <a:gd name="connsiteX6" fmla="*/ 0 w 57553"/>
                <a:gd name="connsiteY6" fmla="*/ 20179 h 58793"/>
                <a:gd name="connsiteX7" fmla="*/ 2509 w 57553"/>
                <a:gd name="connsiteY7" fmla="*/ 17609 h 58793"/>
                <a:gd name="connsiteX8" fmla="*/ 2600 w 57553"/>
                <a:gd name="connsiteY8" fmla="*/ 17611 h 58793"/>
                <a:gd name="connsiteX9" fmla="*/ 17212 w 57553"/>
                <a:gd name="connsiteY9" fmla="*/ 17611 h 58793"/>
                <a:gd name="connsiteX10" fmla="*/ 17212 w 57553"/>
                <a:gd name="connsiteY10" fmla="*/ 2660 h 58793"/>
                <a:gd name="connsiteX11" fmla="*/ 19812 w 57553"/>
                <a:gd name="connsiteY11" fmla="*/ 0 h 58793"/>
                <a:gd name="connsiteX12" fmla="*/ 37741 w 57553"/>
                <a:gd name="connsiteY12" fmla="*/ 0 h 58793"/>
                <a:gd name="connsiteX13" fmla="*/ 40341 w 57553"/>
                <a:gd name="connsiteY13" fmla="*/ 2660 h 58793"/>
                <a:gd name="connsiteX14" fmla="*/ 40341 w 57553"/>
                <a:gd name="connsiteY14" fmla="*/ 17611 h 58793"/>
                <a:gd name="connsiteX15" fmla="*/ 54954 w 57553"/>
                <a:gd name="connsiteY15" fmla="*/ 17611 h 58793"/>
                <a:gd name="connsiteX16" fmla="*/ 57552 w 57553"/>
                <a:gd name="connsiteY16" fmla="*/ 20086 h 58793"/>
                <a:gd name="connsiteX17" fmla="*/ 57553 w 57553"/>
                <a:gd name="connsiteY17" fmla="*/ 20179 h 58793"/>
                <a:gd name="connsiteX18" fmla="*/ 57553 w 57553"/>
                <a:gd name="connsiteY18" fmla="*/ 38523 h 58793"/>
                <a:gd name="connsiteX19" fmla="*/ 54954 w 57553"/>
                <a:gd name="connsiteY19" fmla="*/ 41183 h 58793"/>
                <a:gd name="connsiteX20" fmla="*/ 40341 w 57553"/>
                <a:gd name="connsiteY20" fmla="*/ 41183 h 58793"/>
                <a:gd name="connsiteX21" fmla="*/ 40341 w 57553"/>
                <a:gd name="connsiteY21" fmla="*/ 56134 h 58793"/>
                <a:gd name="connsiteX22" fmla="*/ 37741 w 57553"/>
                <a:gd name="connsiteY22" fmla="*/ 58794 h 58793"/>
                <a:gd name="connsiteX23" fmla="*/ 22412 w 57553"/>
                <a:gd name="connsiteY23" fmla="*/ 53474 h 58793"/>
                <a:gd name="connsiteX24" fmla="*/ 35142 w 57553"/>
                <a:gd name="connsiteY24" fmla="*/ 53474 h 58793"/>
                <a:gd name="connsiteX25" fmla="*/ 35142 w 57553"/>
                <a:gd name="connsiteY25" fmla="*/ 38523 h 58793"/>
                <a:gd name="connsiteX26" fmla="*/ 37741 w 57553"/>
                <a:gd name="connsiteY26" fmla="*/ 35863 h 58793"/>
                <a:gd name="connsiteX27" fmla="*/ 52354 w 57553"/>
                <a:gd name="connsiteY27" fmla="*/ 35863 h 58793"/>
                <a:gd name="connsiteX28" fmla="*/ 52354 w 57553"/>
                <a:gd name="connsiteY28" fmla="*/ 22839 h 58793"/>
                <a:gd name="connsiteX29" fmla="*/ 37741 w 57553"/>
                <a:gd name="connsiteY29" fmla="*/ 22839 h 58793"/>
                <a:gd name="connsiteX30" fmla="*/ 35142 w 57553"/>
                <a:gd name="connsiteY30" fmla="*/ 20179 h 58793"/>
                <a:gd name="connsiteX31" fmla="*/ 35142 w 57553"/>
                <a:gd name="connsiteY31" fmla="*/ 5228 h 58793"/>
                <a:gd name="connsiteX32" fmla="*/ 22412 w 57553"/>
                <a:gd name="connsiteY32" fmla="*/ 5228 h 58793"/>
                <a:gd name="connsiteX33" fmla="*/ 22412 w 57553"/>
                <a:gd name="connsiteY33" fmla="*/ 20179 h 58793"/>
                <a:gd name="connsiteX34" fmla="*/ 19812 w 57553"/>
                <a:gd name="connsiteY34" fmla="*/ 22839 h 58793"/>
                <a:gd name="connsiteX35" fmla="*/ 5200 w 57553"/>
                <a:gd name="connsiteY35" fmla="*/ 22839 h 58793"/>
                <a:gd name="connsiteX36" fmla="*/ 5200 w 57553"/>
                <a:gd name="connsiteY36" fmla="*/ 35863 h 58793"/>
                <a:gd name="connsiteX37" fmla="*/ 19812 w 57553"/>
                <a:gd name="connsiteY37" fmla="*/ 35863 h 58793"/>
                <a:gd name="connsiteX38" fmla="*/ 22412 w 57553"/>
                <a:gd name="connsiteY38" fmla="*/ 38523 h 58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7553" h="58793">
                  <a:moveTo>
                    <a:pt x="37741" y="58794"/>
                  </a:moveTo>
                  <a:lnTo>
                    <a:pt x="19812" y="58794"/>
                  </a:lnTo>
                  <a:cubicBezTo>
                    <a:pt x="18376" y="58794"/>
                    <a:pt x="17212" y="57603"/>
                    <a:pt x="17212" y="56134"/>
                  </a:cubicBezTo>
                  <a:lnTo>
                    <a:pt x="17212" y="41183"/>
                  </a:lnTo>
                  <a:lnTo>
                    <a:pt x="2600" y="41183"/>
                  </a:lnTo>
                  <a:cubicBezTo>
                    <a:pt x="1164" y="41183"/>
                    <a:pt x="0" y="39992"/>
                    <a:pt x="0" y="38523"/>
                  </a:cubicBezTo>
                  <a:lnTo>
                    <a:pt x="0" y="20179"/>
                  </a:lnTo>
                  <a:cubicBezTo>
                    <a:pt x="-1" y="18761"/>
                    <a:pt x="1122" y="17610"/>
                    <a:pt x="2509" y="17609"/>
                  </a:cubicBezTo>
                  <a:cubicBezTo>
                    <a:pt x="2539" y="17609"/>
                    <a:pt x="2569" y="17610"/>
                    <a:pt x="2600" y="17611"/>
                  </a:cubicBezTo>
                  <a:lnTo>
                    <a:pt x="17212" y="17611"/>
                  </a:lnTo>
                  <a:lnTo>
                    <a:pt x="17212" y="2660"/>
                  </a:lnTo>
                  <a:cubicBezTo>
                    <a:pt x="17212" y="1191"/>
                    <a:pt x="18376" y="0"/>
                    <a:pt x="19812" y="0"/>
                  </a:cubicBezTo>
                  <a:lnTo>
                    <a:pt x="37741" y="0"/>
                  </a:lnTo>
                  <a:cubicBezTo>
                    <a:pt x="39177" y="0"/>
                    <a:pt x="40341" y="1191"/>
                    <a:pt x="40341" y="2660"/>
                  </a:cubicBezTo>
                  <a:lnTo>
                    <a:pt x="40341" y="17611"/>
                  </a:lnTo>
                  <a:lnTo>
                    <a:pt x="54954" y="17611"/>
                  </a:lnTo>
                  <a:cubicBezTo>
                    <a:pt x="56339" y="17560"/>
                    <a:pt x="57502" y="18668"/>
                    <a:pt x="57552" y="20086"/>
                  </a:cubicBezTo>
                  <a:cubicBezTo>
                    <a:pt x="57553" y="20117"/>
                    <a:pt x="57553" y="20148"/>
                    <a:pt x="57553" y="20179"/>
                  </a:cubicBezTo>
                  <a:lnTo>
                    <a:pt x="57553" y="38523"/>
                  </a:lnTo>
                  <a:cubicBezTo>
                    <a:pt x="57553" y="39992"/>
                    <a:pt x="56389" y="41183"/>
                    <a:pt x="54954" y="41183"/>
                  </a:cubicBezTo>
                  <a:lnTo>
                    <a:pt x="40341" y="41183"/>
                  </a:lnTo>
                  <a:lnTo>
                    <a:pt x="40341" y="56134"/>
                  </a:lnTo>
                  <a:cubicBezTo>
                    <a:pt x="40341" y="57603"/>
                    <a:pt x="39177" y="58794"/>
                    <a:pt x="37741" y="58794"/>
                  </a:cubicBezTo>
                  <a:close/>
                  <a:moveTo>
                    <a:pt x="22412" y="53474"/>
                  </a:moveTo>
                  <a:lnTo>
                    <a:pt x="35142" y="53474"/>
                  </a:lnTo>
                  <a:lnTo>
                    <a:pt x="35142" y="38523"/>
                  </a:lnTo>
                  <a:cubicBezTo>
                    <a:pt x="35142" y="37054"/>
                    <a:pt x="36306" y="35863"/>
                    <a:pt x="37741" y="35863"/>
                  </a:cubicBezTo>
                  <a:lnTo>
                    <a:pt x="52354" y="35863"/>
                  </a:lnTo>
                  <a:lnTo>
                    <a:pt x="52354" y="22839"/>
                  </a:lnTo>
                  <a:lnTo>
                    <a:pt x="37741" y="22839"/>
                  </a:lnTo>
                  <a:cubicBezTo>
                    <a:pt x="36306" y="22839"/>
                    <a:pt x="35142" y="21648"/>
                    <a:pt x="35142" y="20179"/>
                  </a:cubicBezTo>
                  <a:lnTo>
                    <a:pt x="35142" y="5228"/>
                  </a:lnTo>
                  <a:lnTo>
                    <a:pt x="22412" y="5228"/>
                  </a:lnTo>
                  <a:lnTo>
                    <a:pt x="22412" y="20179"/>
                  </a:lnTo>
                  <a:cubicBezTo>
                    <a:pt x="22412" y="21648"/>
                    <a:pt x="21248" y="22839"/>
                    <a:pt x="19812" y="22839"/>
                  </a:cubicBezTo>
                  <a:lnTo>
                    <a:pt x="5200" y="22839"/>
                  </a:lnTo>
                  <a:lnTo>
                    <a:pt x="5200" y="35863"/>
                  </a:lnTo>
                  <a:lnTo>
                    <a:pt x="19812" y="35863"/>
                  </a:lnTo>
                  <a:cubicBezTo>
                    <a:pt x="21248" y="35863"/>
                    <a:pt x="22412" y="37054"/>
                    <a:pt x="22412" y="38523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形状 43"/>
            <p:cNvSpPr/>
            <p:nvPr/>
          </p:nvSpPr>
          <p:spPr>
            <a:xfrm>
              <a:off x="6084952" y="3346491"/>
              <a:ext cx="88386" cy="101312"/>
            </a:xfrm>
            <a:custGeom>
              <a:avLst/>
              <a:gdLst>
                <a:gd name="connsiteX0" fmla="*/ 18129 w 88386"/>
                <a:gd name="connsiteY0" fmla="*/ 100853 h 101312"/>
                <a:gd name="connsiteX1" fmla="*/ 16516 w 88386"/>
                <a:gd name="connsiteY1" fmla="*/ 100853 h 101312"/>
                <a:gd name="connsiteX2" fmla="*/ 15619 w 88386"/>
                <a:gd name="connsiteY2" fmla="*/ 98102 h 101312"/>
                <a:gd name="connsiteX3" fmla="*/ 17053 w 88386"/>
                <a:gd name="connsiteY3" fmla="*/ 92965 h 101312"/>
                <a:gd name="connsiteX4" fmla="*/ 13288 w 88386"/>
                <a:gd name="connsiteY4" fmla="*/ 77281 h 101312"/>
                <a:gd name="connsiteX5" fmla="*/ 12501 w 88386"/>
                <a:gd name="connsiteY5" fmla="*/ 13596 h 101312"/>
                <a:gd name="connsiteX6" fmla="*/ 73710 w 88386"/>
                <a:gd name="connsiteY6" fmla="*/ 11791 h 101312"/>
                <a:gd name="connsiteX7" fmla="*/ 77180 w 88386"/>
                <a:gd name="connsiteY7" fmla="*/ 75382 h 101312"/>
                <a:gd name="connsiteX8" fmla="*/ 44306 w 88386"/>
                <a:gd name="connsiteY8" fmla="*/ 90397 h 101312"/>
                <a:gd name="connsiteX9" fmla="*/ 36955 w 88386"/>
                <a:gd name="connsiteY9" fmla="*/ 92140 h 101312"/>
                <a:gd name="connsiteX10" fmla="*/ 19026 w 88386"/>
                <a:gd name="connsiteY10" fmla="*/ 101312 h 101312"/>
                <a:gd name="connsiteX11" fmla="*/ 18129 w 88386"/>
                <a:gd name="connsiteY11" fmla="*/ 100853 h 101312"/>
                <a:gd name="connsiteX12" fmla="*/ 39824 w 88386"/>
                <a:gd name="connsiteY12" fmla="*/ 5462 h 101312"/>
                <a:gd name="connsiteX13" fmla="*/ 5557 w 88386"/>
                <a:gd name="connsiteY13" fmla="*/ 49508 h 101312"/>
                <a:gd name="connsiteX14" fmla="*/ 16874 w 88386"/>
                <a:gd name="connsiteY14" fmla="*/ 73337 h 101312"/>
                <a:gd name="connsiteX15" fmla="*/ 22163 w 88386"/>
                <a:gd name="connsiteY15" fmla="*/ 93607 h 101312"/>
                <a:gd name="connsiteX16" fmla="*/ 34624 w 88386"/>
                <a:gd name="connsiteY16" fmla="*/ 87187 h 101312"/>
                <a:gd name="connsiteX17" fmla="*/ 44216 w 88386"/>
                <a:gd name="connsiteY17" fmla="*/ 84985 h 101312"/>
                <a:gd name="connsiteX18" fmla="*/ 80882 w 88386"/>
                <a:gd name="connsiteY18" fmla="*/ 42977 h 101312"/>
                <a:gd name="connsiteX19" fmla="*/ 39824 w 88386"/>
                <a:gd name="connsiteY19" fmla="*/ 5462 h 101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8386" h="101312">
                  <a:moveTo>
                    <a:pt x="18129" y="100853"/>
                  </a:moveTo>
                  <a:cubicBezTo>
                    <a:pt x="17612" y="101068"/>
                    <a:pt x="17033" y="101068"/>
                    <a:pt x="16516" y="100853"/>
                  </a:cubicBezTo>
                  <a:cubicBezTo>
                    <a:pt x="15711" y="100198"/>
                    <a:pt x="15360" y="99120"/>
                    <a:pt x="15619" y="98102"/>
                  </a:cubicBezTo>
                  <a:lnTo>
                    <a:pt x="17053" y="92965"/>
                  </a:lnTo>
                  <a:cubicBezTo>
                    <a:pt x="18628" y="87424"/>
                    <a:pt x="17193" y="81445"/>
                    <a:pt x="13288" y="77281"/>
                  </a:cubicBezTo>
                  <a:cubicBezTo>
                    <a:pt x="-4117" y="59917"/>
                    <a:pt x="-4470" y="31404"/>
                    <a:pt x="12501" y="13596"/>
                  </a:cubicBezTo>
                  <a:cubicBezTo>
                    <a:pt x="29085" y="-3807"/>
                    <a:pt x="56174" y="-4605"/>
                    <a:pt x="73710" y="11791"/>
                  </a:cubicBezTo>
                  <a:cubicBezTo>
                    <a:pt x="91831" y="28371"/>
                    <a:pt x="93385" y="56842"/>
                    <a:pt x="77180" y="75382"/>
                  </a:cubicBezTo>
                  <a:cubicBezTo>
                    <a:pt x="68815" y="84953"/>
                    <a:pt x="56855" y="90415"/>
                    <a:pt x="44306" y="90397"/>
                  </a:cubicBezTo>
                  <a:cubicBezTo>
                    <a:pt x="41757" y="90386"/>
                    <a:pt x="39240" y="90982"/>
                    <a:pt x="36955" y="92140"/>
                  </a:cubicBezTo>
                  <a:lnTo>
                    <a:pt x="19026" y="101312"/>
                  </a:lnTo>
                  <a:cubicBezTo>
                    <a:pt x="18702" y="101216"/>
                    <a:pt x="18398" y="101061"/>
                    <a:pt x="18129" y="100853"/>
                  </a:cubicBezTo>
                  <a:close/>
                  <a:moveTo>
                    <a:pt x="39824" y="5462"/>
                  </a:moveTo>
                  <a:cubicBezTo>
                    <a:pt x="18473" y="7944"/>
                    <a:pt x="3132" y="27664"/>
                    <a:pt x="5557" y="49508"/>
                  </a:cubicBezTo>
                  <a:cubicBezTo>
                    <a:pt x="6560" y="58540"/>
                    <a:pt x="10553" y="66949"/>
                    <a:pt x="16874" y="73337"/>
                  </a:cubicBezTo>
                  <a:cubicBezTo>
                    <a:pt x="22013" y="78664"/>
                    <a:pt x="24023" y="86369"/>
                    <a:pt x="22163" y="93607"/>
                  </a:cubicBezTo>
                  <a:lnTo>
                    <a:pt x="34624" y="87187"/>
                  </a:lnTo>
                  <a:cubicBezTo>
                    <a:pt x="37609" y="85696"/>
                    <a:pt x="40895" y="84942"/>
                    <a:pt x="44216" y="84985"/>
                  </a:cubicBezTo>
                  <a:cubicBezTo>
                    <a:pt x="65679" y="83744"/>
                    <a:pt x="82095" y="64936"/>
                    <a:pt x="80882" y="42977"/>
                  </a:cubicBezTo>
                  <a:cubicBezTo>
                    <a:pt x="79669" y="21017"/>
                    <a:pt x="61287" y="4221"/>
                    <a:pt x="39824" y="546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6036922" y="3417809"/>
              <a:ext cx="69664" cy="71271"/>
            </a:xfrm>
            <a:custGeom>
              <a:avLst/>
              <a:gdLst>
                <a:gd name="connsiteX0" fmla="*/ 67235 w 69664"/>
                <a:gd name="connsiteY0" fmla="*/ 71268 h 71271"/>
                <a:gd name="connsiteX1" fmla="*/ 65353 w 69664"/>
                <a:gd name="connsiteY1" fmla="*/ 70534 h 71271"/>
                <a:gd name="connsiteX2" fmla="*/ 807 w 69664"/>
                <a:gd name="connsiteY2" fmla="*/ 4586 h 71271"/>
                <a:gd name="connsiteX3" fmla="*/ 717 w 69664"/>
                <a:gd name="connsiteY3" fmla="*/ 826 h 71271"/>
                <a:gd name="connsiteX4" fmla="*/ 4393 w 69664"/>
                <a:gd name="connsiteY4" fmla="*/ 734 h 71271"/>
                <a:gd name="connsiteX5" fmla="*/ 4482 w 69664"/>
                <a:gd name="connsiteY5" fmla="*/ 826 h 71271"/>
                <a:gd name="connsiteX6" fmla="*/ 68939 w 69664"/>
                <a:gd name="connsiteY6" fmla="*/ 66774 h 71271"/>
                <a:gd name="connsiteX7" fmla="*/ 68939 w 69664"/>
                <a:gd name="connsiteY7" fmla="*/ 70534 h 71271"/>
                <a:gd name="connsiteX8" fmla="*/ 67235 w 69664"/>
                <a:gd name="connsiteY8" fmla="*/ 71268 h 71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664" h="71271">
                  <a:moveTo>
                    <a:pt x="67235" y="71268"/>
                  </a:moveTo>
                  <a:cubicBezTo>
                    <a:pt x="66535" y="71303"/>
                    <a:pt x="65853" y="71037"/>
                    <a:pt x="65353" y="70534"/>
                  </a:cubicBezTo>
                  <a:lnTo>
                    <a:pt x="807" y="4586"/>
                  </a:lnTo>
                  <a:cubicBezTo>
                    <a:pt x="-233" y="3573"/>
                    <a:pt x="-273" y="1889"/>
                    <a:pt x="717" y="826"/>
                  </a:cubicBezTo>
                  <a:cubicBezTo>
                    <a:pt x="1707" y="-238"/>
                    <a:pt x="3353" y="-279"/>
                    <a:pt x="4393" y="734"/>
                  </a:cubicBezTo>
                  <a:cubicBezTo>
                    <a:pt x="4423" y="764"/>
                    <a:pt x="4453" y="794"/>
                    <a:pt x="4482" y="826"/>
                  </a:cubicBezTo>
                  <a:lnTo>
                    <a:pt x="68939" y="66774"/>
                  </a:lnTo>
                  <a:cubicBezTo>
                    <a:pt x="69906" y="67832"/>
                    <a:pt x="69906" y="69476"/>
                    <a:pt x="68939" y="70534"/>
                  </a:cubicBezTo>
                  <a:cubicBezTo>
                    <a:pt x="68494" y="71009"/>
                    <a:pt x="67878" y="71274"/>
                    <a:pt x="67235" y="7126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6049742" y="3502286"/>
              <a:ext cx="111789" cy="5319"/>
            </a:xfrm>
            <a:custGeom>
              <a:avLst/>
              <a:gdLst>
                <a:gd name="connsiteX0" fmla="*/ 109190 w 111789"/>
                <a:gd name="connsiteY0" fmla="*/ 5320 h 5319"/>
                <a:gd name="connsiteX1" fmla="*/ 2600 w 111789"/>
                <a:gd name="connsiteY1" fmla="*/ 5320 h 5319"/>
                <a:gd name="connsiteX2" fmla="*/ 0 w 111789"/>
                <a:gd name="connsiteY2" fmla="*/ 2660 h 5319"/>
                <a:gd name="connsiteX3" fmla="*/ 2600 w 111789"/>
                <a:gd name="connsiteY3" fmla="*/ 0 h 5319"/>
                <a:gd name="connsiteX4" fmla="*/ 109190 w 111789"/>
                <a:gd name="connsiteY4" fmla="*/ 0 h 5319"/>
                <a:gd name="connsiteX5" fmla="*/ 111790 w 111789"/>
                <a:gd name="connsiteY5" fmla="*/ 2660 h 5319"/>
                <a:gd name="connsiteX6" fmla="*/ 109190 w 111789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789" h="5319">
                  <a:moveTo>
                    <a:pt x="109190" y="5320"/>
                  </a:moveTo>
                  <a:lnTo>
                    <a:pt x="2600" y="5320"/>
                  </a:lnTo>
                  <a:cubicBezTo>
                    <a:pt x="1164" y="5320"/>
                    <a:pt x="0" y="4129"/>
                    <a:pt x="0" y="2660"/>
                  </a:cubicBezTo>
                  <a:cubicBezTo>
                    <a:pt x="0" y="1191"/>
                    <a:pt x="1164" y="0"/>
                    <a:pt x="2600" y="0"/>
                  </a:cubicBezTo>
                  <a:lnTo>
                    <a:pt x="109190" y="0"/>
                  </a:lnTo>
                  <a:cubicBezTo>
                    <a:pt x="110626" y="0"/>
                    <a:pt x="111790" y="1191"/>
                    <a:pt x="111790" y="2660"/>
                  </a:cubicBezTo>
                  <a:cubicBezTo>
                    <a:pt x="111790" y="4129"/>
                    <a:pt x="110626" y="5320"/>
                    <a:pt x="109190" y="532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7" name="图形 20"/>
          <p:cNvGrpSpPr/>
          <p:nvPr/>
        </p:nvGrpSpPr>
        <p:grpSpPr>
          <a:xfrm>
            <a:off x="975898" y="2253853"/>
            <a:ext cx="730804" cy="780478"/>
            <a:chOff x="6019800" y="3346449"/>
            <a:chExt cx="153475" cy="163907"/>
          </a:xfrm>
          <a:solidFill>
            <a:schemeClr val="bg1"/>
          </a:solidFill>
        </p:grpSpPr>
        <p:sp>
          <p:nvSpPr>
            <p:cNvPr id="48" name="任意形状 47"/>
            <p:cNvSpPr/>
            <p:nvPr/>
          </p:nvSpPr>
          <p:spPr>
            <a:xfrm>
              <a:off x="6027061" y="3435512"/>
              <a:ext cx="138690" cy="74845"/>
            </a:xfrm>
            <a:custGeom>
              <a:avLst/>
              <a:gdLst>
                <a:gd name="connsiteX0" fmla="*/ 136174 w 138690"/>
                <a:gd name="connsiteY0" fmla="*/ 74845 h 74845"/>
                <a:gd name="connsiteX1" fmla="*/ 2600 w 138690"/>
                <a:gd name="connsiteY1" fmla="*/ 74845 h 74845"/>
                <a:gd name="connsiteX2" fmla="*/ 0 w 138690"/>
                <a:gd name="connsiteY2" fmla="*/ 72185 h 74845"/>
                <a:gd name="connsiteX3" fmla="*/ 0 w 138690"/>
                <a:gd name="connsiteY3" fmla="*/ 2660 h 74845"/>
                <a:gd name="connsiteX4" fmla="*/ 2600 w 138690"/>
                <a:gd name="connsiteY4" fmla="*/ 0 h 74845"/>
                <a:gd name="connsiteX5" fmla="*/ 136174 w 138690"/>
                <a:gd name="connsiteY5" fmla="*/ 0 h 74845"/>
                <a:gd name="connsiteX6" fmla="*/ 138684 w 138690"/>
                <a:gd name="connsiteY6" fmla="*/ 2660 h 74845"/>
                <a:gd name="connsiteX7" fmla="*/ 138684 w 138690"/>
                <a:gd name="connsiteY7" fmla="*/ 72002 h 74845"/>
                <a:gd name="connsiteX8" fmla="*/ 136271 w 138690"/>
                <a:gd name="connsiteY8" fmla="*/ 74840 h 74845"/>
                <a:gd name="connsiteX9" fmla="*/ 136174 w 138690"/>
                <a:gd name="connsiteY9" fmla="*/ 74845 h 74845"/>
                <a:gd name="connsiteX10" fmla="*/ 5200 w 138690"/>
                <a:gd name="connsiteY10" fmla="*/ 69525 h 74845"/>
                <a:gd name="connsiteX11" fmla="*/ 133843 w 138690"/>
                <a:gd name="connsiteY11" fmla="*/ 69525 h 74845"/>
                <a:gd name="connsiteX12" fmla="*/ 133843 w 138690"/>
                <a:gd name="connsiteY12" fmla="*/ 5320 h 74845"/>
                <a:gd name="connsiteX13" fmla="*/ 5200 w 138690"/>
                <a:gd name="connsiteY13" fmla="*/ 5320 h 7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8690" h="74845">
                  <a:moveTo>
                    <a:pt x="136174" y="74845"/>
                  </a:moveTo>
                  <a:lnTo>
                    <a:pt x="2600" y="74845"/>
                  </a:lnTo>
                  <a:cubicBezTo>
                    <a:pt x="1164" y="74845"/>
                    <a:pt x="0" y="73654"/>
                    <a:pt x="0" y="72185"/>
                  </a:cubicBezTo>
                  <a:lnTo>
                    <a:pt x="0" y="2660"/>
                  </a:lnTo>
                  <a:cubicBezTo>
                    <a:pt x="0" y="1191"/>
                    <a:pt x="1164" y="0"/>
                    <a:pt x="2600" y="0"/>
                  </a:cubicBezTo>
                  <a:lnTo>
                    <a:pt x="136174" y="0"/>
                  </a:lnTo>
                  <a:cubicBezTo>
                    <a:pt x="137575" y="49"/>
                    <a:pt x="138685" y="1226"/>
                    <a:pt x="138684" y="2660"/>
                  </a:cubicBezTo>
                  <a:lnTo>
                    <a:pt x="138684" y="72002"/>
                  </a:lnTo>
                  <a:cubicBezTo>
                    <a:pt x="138784" y="73467"/>
                    <a:pt x="137703" y="74738"/>
                    <a:pt x="136271" y="74840"/>
                  </a:cubicBezTo>
                  <a:cubicBezTo>
                    <a:pt x="136239" y="74843"/>
                    <a:pt x="136206" y="74844"/>
                    <a:pt x="136174" y="74845"/>
                  </a:cubicBezTo>
                  <a:close/>
                  <a:moveTo>
                    <a:pt x="5200" y="69525"/>
                  </a:moveTo>
                  <a:lnTo>
                    <a:pt x="133843" y="69525"/>
                  </a:lnTo>
                  <a:lnTo>
                    <a:pt x="133843" y="5320"/>
                  </a:lnTo>
                  <a:lnTo>
                    <a:pt x="5200" y="5320"/>
                  </a:ln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形状 48"/>
            <p:cNvSpPr/>
            <p:nvPr/>
          </p:nvSpPr>
          <p:spPr>
            <a:xfrm>
              <a:off x="6019800" y="3420378"/>
              <a:ext cx="153475" cy="20545"/>
            </a:xfrm>
            <a:custGeom>
              <a:avLst/>
              <a:gdLst>
                <a:gd name="connsiteX0" fmla="*/ 143435 w 153475"/>
                <a:gd name="connsiteY0" fmla="*/ 20546 h 20545"/>
                <a:gd name="connsiteX1" fmla="*/ 10040 w 153475"/>
                <a:gd name="connsiteY1" fmla="*/ 20546 h 20545"/>
                <a:gd name="connsiteX2" fmla="*/ 0 w 153475"/>
                <a:gd name="connsiteY2" fmla="*/ 10273 h 20545"/>
                <a:gd name="connsiteX3" fmla="*/ 10040 w 153475"/>
                <a:gd name="connsiteY3" fmla="*/ 0 h 20545"/>
                <a:gd name="connsiteX4" fmla="*/ 143435 w 153475"/>
                <a:gd name="connsiteY4" fmla="*/ 0 h 20545"/>
                <a:gd name="connsiteX5" fmla="*/ 153476 w 153475"/>
                <a:gd name="connsiteY5" fmla="*/ 10273 h 20545"/>
                <a:gd name="connsiteX6" fmla="*/ 143435 w 153475"/>
                <a:gd name="connsiteY6" fmla="*/ 20546 h 20545"/>
                <a:gd name="connsiteX7" fmla="*/ 10040 w 153475"/>
                <a:gd name="connsiteY7" fmla="*/ 5228 h 20545"/>
                <a:gd name="connsiteX8" fmla="*/ 5110 w 153475"/>
                <a:gd name="connsiteY8" fmla="*/ 10273 h 20545"/>
                <a:gd name="connsiteX9" fmla="*/ 10040 w 153475"/>
                <a:gd name="connsiteY9" fmla="*/ 15318 h 20545"/>
                <a:gd name="connsiteX10" fmla="*/ 143435 w 153475"/>
                <a:gd name="connsiteY10" fmla="*/ 15318 h 20545"/>
                <a:gd name="connsiteX11" fmla="*/ 148366 w 153475"/>
                <a:gd name="connsiteY11" fmla="*/ 10273 h 20545"/>
                <a:gd name="connsiteX12" fmla="*/ 143435 w 153475"/>
                <a:gd name="connsiteY12" fmla="*/ 5228 h 2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3475" h="20545">
                  <a:moveTo>
                    <a:pt x="143435" y="20546"/>
                  </a:moveTo>
                  <a:lnTo>
                    <a:pt x="10040" y="20546"/>
                  </a:lnTo>
                  <a:cubicBezTo>
                    <a:pt x="4495" y="20546"/>
                    <a:pt x="0" y="15946"/>
                    <a:pt x="0" y="10273"/>
                  </a:cubicBezTo>
                  <a:cubicBezTo>
                    <a:pt x="0" y="4599"/>
                    <a:pt x="4495" y="0"/>
                    <a:pt x="10040" y="0"/>
                  </a:cubicBezTo>
                  <a:lnTo>
                    <a:pt x="143435" y="0"/>
                  </a:lnTo>
                  <a:cubicBezTo>
                    <a:pt x="148981" y="0"/>
                    <a:pt x="153476" y="4599"/>
                    <a:pt x="153476" y="10273"/>
                  </a:cubicBezTo>
                  <a:cubicBezTo>
                    <a:pt x="153476" y="15946"/>
                    <a:pt x="148981" y="20546"/>
                    <a:pt x="143435" y="20546"/>
                  </a:cubicBezTo>
                  <a:close/>
                  <a:moveTo>
                    <a:pt x="10040" y="5228"/>
                  </a:moveTo>
                  <a:cubicBezTo>
                    <a:pt x="7317" y="5228"/>
                    <a:pt x="5110" y="7487"/>
                    <a:pt x="5110" y="10273"/>
                  </a:cubicBezTo>
                  <a:cubicBezTo>
                    <a:pt x="5110" y="13059"/>
                    <a:pt x="7317" y="15318"/>
                    <a:pt x="10040" y="15318"/>
                  </a:cubicBezTo>
                  <a:lnTo>
                    <a:pt x="143435" y="15318"/>
                  </a:lnTo>
                  <a:cubicBezTo>
                    <a:pt x="146158" y="15318"/>
                    <a:pt x="148366" y="13059"/>
                    <a:pt x="148366" y="10273"/>
                  </a:cubicBezTo>
                  <a:cubicBezTo>
                    <a:pt x="148366" y="7487"/>
                    <a:pt x="146158" y="5228"/>
                    <a:pt x="143435" y="522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形状 49"/>
            <p:cNvSpPr/>
            <p:nvPr/>
          </p:nvSpPr>
          <p:spPr>
            <a:xfrm>
              <a:off x="6051947" y="3390568"/>
              <a:ext cx="21192" cy="9355"/>
            </a:xfrm>
            <a:custGeom>
              <a:avLst/>
              <a:gdLst>
                <a:gd name="connsiteX0" fmla="*/ 10973 w 21192"/>
                <a:gd name="connsiteY0" fmla="*/ 9356 h 9355"/>
                <a:gd name="connsiteX1" fmla="*/ 753 w 21192"/>
                <a:gd name="connsiteY1" fmla="*/ 4586 h 9355"/>
                <a:gd name="connsiteX2" fmla="*/ 717 w 21192"/>
                <a:gd name="connsiteY2" fmla="*/ 954 h 9355"/>
                <a:gd name="connsiteX3" fmla="*/ 753 w 21192"/>
                <a:gd name="connsiteY3" fmla="*/ 917 h 9355"/>
                <a:gd name="connsiteX4" fmla="*/ 4172 w 21192"/>
                <a:gd name="connsiteY4" fmla="*/ 746 h 9355"/>
                <a:gd name="connsiteX5" fmla="*/ 4339 w 21192"/>
                <a:gd name="connsiteY5" fmla="*/ 917 h 9355"/>
                <a:gd name="connsiteX6" fmla="*/ 10525 w 21192"/>
                <a:gd name="connsiteY6" fmla="*/ 3852 h 9355"/>
                <a:gd name="connsiteX7" fmla="*/ 16711 w 21192"/>
                <a:gd name="connsiteY7" fmla="*/ 826 h 9355"/>
                <a:gd name="connsiteX8" fmla="*/ 20386 w 21192"/>
                <a:gd name="connsiteY8" fmla="*/ 734 h 9355"/>
                <a:gd name="connsiteX9" fmla="*/ 20476 w 21192"/>
                <a:gd name="connsiteY9" fmla="*/ 4494 h 9355"/>
                <a:gd name="connsiteX10" fmla="*/ 20386 w 21192"/>
                <a:gd name="connsiteY10" fmla="*/ 4586 h 9355"/>
                <a:gd name="connsiteX11" fmla="*/ 10973 w 21192"/>
                <a:gd name="connsiteY11" fmla="*/ 9356 h 9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192" h="9355">
                  <a:moveTo>
                    <a:pt x="10973" y="9356"/>
                  </a:moveTo>
                  <a:cubicBezTo>
                    <a:pt x="7097" y="9155"/>
                    <a:pt x="3442" y="7449"/>
                    <a:pt x="753" y="4586"/>
                  </a:cubicBezTo>
                  <a:cubicBezTo>
                    <a:pt x="-237" y="3593"/>
                    <a:pt x="-253" y="1967"/>
                    <a:pt x="717" y="954"/>
                  </a:cubicBezTo>
                  <a:cubicBezTo>
                    <a:pt x="729" y="942"/>
                    <a:pt x="741" y="929"/>
                    <a:pt x="753" y="917"/>
                  </a:cubicBezTo>
                  <a:cubicBezTo>
                    <a:pt x="1651" y="-96"/>
                    <a:pt x="3182" y="-172"/>
                    <a:pt x="4172" y="746"/>
                  </a:cubicBezTo>
                  <a:cubicBezTo>
                    <a:pt x="4231" y="801"/>
                    <a:pt x="4286" y="858"/>
                    <a:pt x="4339" y="917"/>
                  </a:cubicBezTo>
                  <a:cubicBezTo>
                    <a:pt x="5980" y="2638"/>
                    <a:pt x="8181" y="3682"/>
                    <a:pt x="10525" y="3852"/>
                  </a:cubicBezTo>
                  <a:cubicBezTo>
                    <a:pt x="12860" y="3581"/>
                    <a:pt x="15038" y="2515"/>
                    <a:pt x="16711" y="826"/>
                  </a:cubicBezTo>
                  <a:cubicBezTo>
                    <a:pt x="17701" y="-238"/>
                    <a:pt x="19346" y="-279"/>
                    <a:pt x="20386" y="734"/>
                  </a:cubicBezTo>
                  <a:cubicBezTo>
                    <a:pt x="21426" y="1747"/>
                    <a:pt x="21466" y="3431"/>
                    <a:pt x="20476" y="4494"/>
                  </a:cubicBezTo>
                  <a:cubicBezTo>
                    <a:pt x="20447" y="4526"/>
                    <a:pt x="20417" y="4556"/>
                    <a:pt x="20386" y="4586"/>
                  </a:cubicBezTo>
                  <a:cubicBezTo>
                    <a:pt x="17900" y="7267"/>
                    <a:pt x="14564" y="8957"/>
                    <a:pt x="10973" y="935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形状 50"/>
            <p:cNvSpPr/>
            <p:nvPr/>
          </p:nvSpPr>
          <p:spPr>
            <a:xfrm>
              <a:off x="6042506" y="3346449"/>
              <a:ext cx="40649" cy="18344"/>
            </a:xfrm>
            <a:custGeom>
              <a:avLst/>
              <a:gdLst>
                <a:gd name="connsiteX0" fmla="*/ 35744 w 40649"/>
                <a:gd name="connsiteY0" fmla="*/ 18344 h 18344"/>
                <a:gd name="connsiteX1" fmla="*/ 5085 w 40649"/>
                <a:gd name="connsiteY1" fmla="*/ 18344 h 18344"/>
                <a:gd name="connsiteX2" fmla="*/ 2485 w 40649"/>
                <a:gd name="connsiteY2" fmla="*/ 16143 h 18344"/>
                <a:gd name="connsiteX3" fmla="*/ 64 w 40649"/>
                <a:gd name="connsiteY3" fmla="*/ 3119 h 18344"/>
                <a:gd name="connsiteX4" fmla="*/ 602 w 40649"/>
                <a:gd name="connsiteY4" fmla="*/ 917 h 18344"/>
                <a:gd name="connsiteX5" fmla="*/ 2574 w 40649"/>
                <a:gd name="connsiteY5" fmla="*/ 0 h 18344"/>
                <a:gd name="connsiteX6" fmla="*/ 38433 w 40649"/>
                <a:gd name="connsiteY6" fmla="*/ 0 h 18344"/>
                <a:gd name="connsiteX7" fmla="*/ 40047 w 40649"/>
                <a:gd name="connsiteY7" fmla="*/ 917 h 18344"/>
                <a:gd name="connsiteX8" fmla="*/ 40585 w 40649"/>
                <a:gd name="connsiteY8" fmla="*/ 3119 h 18344"/>
                <a:gd name="connsiteX9" fmla="*/ 38344 w 40649"/>
                <a:gd name="connsiteY9" fmla="*/ 16327 h 18344"/>
                <a:gd name="connsiteX10" fmla="*/ 35744 w 40649"/>
                <a:gd name="connsiteY10" fmla="*/ 18344 h 18344"/>
                <a:gd name="connsiteX11" fmla="*/ 7146 w 40649"/>
                <a:gd name="connsiteY11" fmla="*/ 13208 h 18344"/>
                <a:gd name="connsiteX12" fmla="*/ 34041 w 40649"/>
                <a:gd name="connsiteY12" fmla="*/ 13208 h 18344"/>
                <a:gd name="connsiteX13" fmla="*/ 35116 w 40649"/>
                <a:gd name="connsiteY13" fmla="*/ 5320 h 18344"/>
                <a:gd name="connsiteX14" fmla="*/ 5712 w 40649"/>
                <a:gd name="connsiteY14" fmla="*/ 5320 h 1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649" h="18344">
                  <a:moveTo>
                    <a:pt x="35744" y="18344"/>
                  </a:moveTo>
                  <a:lnTo>
                    <a:pt x="5085" y="18344"/>
                  </a:lnTo>
                  <a:cubicBezTo>
                    <a:pt x="3820" y="18327"/>
                    <a:pt x="2738" y="17411"/>
                    <a:pt x="2485" y="16143"/>
                  </a:cubicBezTo>
                  <a:lnTo>
                    <a:pt x="64" y="3119"/>
                  </a:lnTo>
                  <a:cubicBezTo>
                    <a:pt x="-115" y="2339"/>
                    <a:pt x="86" y="1519"/>
                    <a:pt x="602" y="917"/>
                  </a:cubicBezTo>
                  <a:cubicBezTo>
                    <a:pt x="1098" y="332"/>
                    <a:pt x="1818" y="-2"/>
                    <a:pt x="2574" y="0"/>
                  </a:cubicBezTo>
                  <a:lnTo>
                    <a:pt x="38433" y="0"/>
                  </a:lnTo>
                  <a:cubicBezTo>
                    <a:pt x="39060" y="101"/>
                    <a:pt x="39632" y="426"/>
                    <a:pt x="40047" y="917"/>
                  </a:cubicBezTo>
                  <a:cubicBezTo>
                    <a:pt x="40563" y="1519"/>
                    <a:pt x="40764" y="2339"/>
                    <a:pt x="40585" y="3119"/>
                  </a:cubicBezTo>
                  <a:lnTo>
                    <a:pt x="38344" y="16327"/>
                  </a:lnTo>
                  <a:cubicBezTo>
                    <a:pt x="38020" y="17522"/>
                    <a:pt x="36956" y="18348"/>
                    <a:pt x="35744" y="18344"/>
                  </a:cubicBezTo>
                  <a:close/>
                  <a:moveTo>
                    <a:pt x="7146" y="13208"/>
                  </a:moveTo>
                  <a:lnTo>
                    <a:pt x="34041" y="13208"/>
                  </a:lnTo>
                  <a:lnTo>
                    <a:pt x="35116" y="5320"/>
                  </a:lnTo>
                  <a:lnTo>
                    <a:pt x="5712" y="5320"/>
                  </a:ln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6043293" y="3359425"/>
              <a:ext cx="39891" cy="36679"/>
            </a:xfrm>
            <a:custGeom>
              <a:avLst/>
              <a:gdLst>
                <a:gd name="connsiteX0" fmla="*/ 11379 w 39891"/>
                <a:gd name="connsiteY0" fmla="*/ 36646 h 36679"/>
                <a:gd name="connsiteX1" fmla="*/ 10393 w 39891"/>
                <a:gd name="connsiteY1" fmla="*/ 36646 h 36679"/>
                <a:gd name="connsiteX2" fmla="*/ 263 w 39891"/>
                <a:gd name="connsiteY2" fmla="*/ 18302 h 36679"/>
                <a:gd name="connsiteX3" fmla="*/ 263 w 39891"/>
                <a:gd name="connsiteY3" fmla="*/ 7845 h 36679"/>
                <a:gd name="connsiteX4" fmla="*/ 1518 w 39891"/>
                <a:gd name="connsiteY4" fmla="*/ 1883 h 36679"/>
                <a:gd name="connsiteX5" fmla="*/ 4028 w 39891"/>
                <a:gd name="connsiteY5" fmla="*/ 49 h 36679"/>
                <a:gd name="connsiteX6" fmla="*/ 33791 w 39891"/>
                <a:gd name="connsiteY6" fmla="*/ 49 h 36679"/>
                <a:gd name="connsiteX7" fmla="*/ 34867 w 39891"/>
                <a:gd name="connsiteY7" fmla="*/ 49 h 36679"/>
                <a:gd name="connsiteX8" fmla="*/ 37467 w 39891"/>
                <a:gd name="connsiteY8" fmla="*/ 1883 h 36679"/>
                <a:gd name="connsiteX9" fmla="*/ 39260 w 39891"/>
                <a:gd name="connsiteY9" fmla="*/ 7570 h 36679"/>
                <a:gd name="connsiteX10" fmla="*/ 28861 w 39891"/>
                <a:gd name="connsiteY10" fmla="*/ 36463 h 36679"/>
                <a:gd name="connsiteX11" fmla="*/ 25902 w 39891"/>
                <a:gd name="connsiteY11" fmla="*/ 35729 h 36679"/>
                <a:gd name="connsiteX12" fmla="*/ 25902 w 39891"/>
                <a:gd name="connsiteY12" fmla="*/ 32702 h 36679"/>
                <a:gd name="connsiteX13" fmla="*/ 24199 w 39891"/>
                <a:gd name="connsiteY13" fmla="*/ 14358 h 36679"/>
                <a:gd name="connsiteX14" fmla="*/ 14069 w 39891"/>
                <a:gd name="connsiteY14" fmla="*/ 20411 h 36679"/>
                <a:gd name="connsiteX15" fmla="*/ 11200 w 39891"/>
                <a:gd name="connsiteY15" fmla="*/ 26465 h 36679"/>
                <a:gd name="connsiteX16" fmla="*/ 13800 w 39891"/>
                <a:gd name="connsiteY16" fmla="*/ 31968 h 36679"/>
                <a:gd name="connsiteX17" fmla="*/ 13800 w 39891"/>
                <a:gd name="connsiteY17" fmla="*/ 35270 h 36679"/>
                <a:gd name="connsiteX18" fmla="*/ 11379 w 39891"/>
                <a:gd name="connsiteY18" fmla="*/ 36646 h 36679"/>
                <a:gd name="connsiteX19" fmla="*/ 22854 w 39891"/>
                <a:gd name="connsiteY19" fmla="*/ 8120 h 36679"/>
                <a:gd name="connsiteX20" fmla="*/ 24289 w 39891"/>
                <a:gd name="connsiteY20" fmla="*/ 8120 h 36679"/>
                <a:gd name="connsiteX21" fmla="*/ 33253 w 39891"/>
                <a:gd name="connsiteY21" fmla="*/ 23713 h 36679"/>
                <a:gd name="connsiteX22" fmla="*/ 34239 w 39891"/>
                <a:gd name="connsiteY22" fmla="*/ 8120 h 36679"/>
                <a:gd name="connsiteX23" fmla="*/ 33253 w 39891"/>
                <a:gd name="connsiteY23" fmla="*/ 5369 h 36679"/>
                <a:gd name="connsiteX24" fmla="*/ 6359 w 39891"/>
                <a:gd name="connsiteY24" fmla="*/ 5369 h 36679"/>
                <a:gd name="connsiteX25" fmla="*/ 5821 w 39891"/>
                <a:gd name="connsiteY25" fmla="*/ 8579 h 36679"/>
                <a:gd name="connsiteX26" fmla="*/ 5821 w 39891"/>
                <a:gd name="connsiteY26" fmla="*/ 17751 h 36679"/>
                <a:gd name="connsiteX27" fmla="*/ 6628 w 39891"/>
                <a:gd name="connsiteY27" fmla="*/ 22246 h 36679"/>
                <a:gd name="connsiteX28" fmla="*/ 10752 w 39891"/>
                <a:gd name="connsiteY28" fmla="*/ 16009 h 36679"/>
                <a:gd name="connsiteX29" fmla="*/ 11738 w 39891"/>
                <a:gd name="connsiteY29" fmla="*/ 15458 h 36679"/>
                <a:gd name="connsiteX30" fmla="*/ 20703 w 39891"/>
                <a:gd name="connsiteY30" fmla="*/ 9680 h 36679"/>
                <a:gd name="connsiteX31" fmla="*/ 22227 w 39891"/>
                <a:gd name="connsiteY31" fmla="*/ 7937 h 3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9891" h="36679">
                  <a:moveTo>
                    <a:pt x="11379" y="36646"/>
                  </a:moveTo>
                  <a:lnTo>
                    <a:pt x="10393" y="36646"/>
                  </a:lnTo>
                  <a:cubicBezTo>
                    <a:pt x="3947" y="32933"/>
                    <a:pt x="45" y="25868"/>
                    <a:pt x="263" y="18302"/>
                  </a:cubicBezTo>
                  <a:cubicBezTo>
                    <a:pt x="-88" y="14825"/>
                    <a:pt x="-88" y="11322"/>
                    <a:pt x="263" y="7845"/>
                  </a:cubicBezTo>
                  <a:cubicBezTo>
                    <a:pt x="525" y="5827"/>
                    <a:pt x="944" y="3833"/>
                    <a:pt x="1518" y="1883"/>
                  </a:cubicBezTo>
                  <a:cubicBezTo>
                    <a:pt x="1872" y="775"/>
                    <a:pt x="2889" y="32"/>
                    <a:pt x="4028" y="49"/>
                  </a:cubicBezTo>
                  <a:lnTo>
                    <a:pt x="33791" y="49"/>
                  </a:lnTo>
                  <a:cubicBezTo>
                    <a:pt x="34147" y="-16"/>
                    <a:pt x="34511" y="-16"/>
                    <a:pt x="34867" y="49"/>
                  </a:cubicBezTo>
                  <a:cubicBezTo>
                    <a:pt x="36048" y="-44"/>
                    <a:pt x="37132" y="721"/>
                    <a:pt x="37467" y="1883"/>
                  </a:cubicBezTo>
                  <a:cubicBezTo>
                    <a:pt x="38214" y="3726"/>
                    <a:pt x="38814" y="5628"/>
                    <a:pt x="39260" y="7570"/>
                  </a:cubicBezTo>
                  <a:cubicBezTo>
                    <a:pt x="42935" y="30226"/>
                    <a:pt x="29398" y="36188"/>
                    <a:pt x="28861" y="36463"/>
                  </a:cubicBezTo>
                  <a:cubicBezTo>
                    <a:pt x="27825" y="36928"/>
                    <a:pt x="26614" y="36627"/>
                    <a:pt x="25902" y="35729"/>
                  </a:cubicBezTo>
                  <a:cubicBezTo>
                    <a:pt x="25286" y="34818"/>
                    <a:pt x="25286" y="33613"/>
                    <a:pt x="25902" y="32702"/>
                  </a:cubicBezTo>
                  <a:cubicBezTo>
                    <a:pt x="29458" y="26898"/>
                    <a:pt x="28759" y="19373"/>
                    <a:pt x="24199" y="14358"/>
                  </a:cubicBezTo>
                  <a:cubicBezTo>
                    <a:pt x="21441" y="17304"/>
                    <a:pt x="17932" y="19402"/>
                    <a:pt x="14069" y="20411"/>
                  </a:cubicBezTo>
                  <a:cubicBezTo>
                    <a:pt x="12464" y="22034"/>
                    <a:pt x="11451" y="24171"/>
                    <a:pt x="11200" y="26465"/>
                  </a:cubicBezTo>
                  <a:cubicBezTo>
                    <a:pt x="11298" y="28585"/>
                    <a:pt x="12237" y="30572"/>
                    <a:pt x="13800" y="31968"/>
                  </a:cubicBezTo>
                  <a:cubicBezTo>
                    <a:pt x="14548" y="32936"/>
                    <a:pt x="14548" y="34303"/>
                    <a:pt x="13800" y="35270"/>
                  </a:cubicBezTo>
                  <a:cubicBezTo>
                    <a:pt x="13290" y="36137"/>
                    <a:pt x="12368" y="36661"/>
                    <a:pt x="11379" y="36646"/>
                  </a:cubicBezTo>
                  <a:close/>
                  <a:moveTo>
                    <a:pt x="22854" y="8120"/>
                  </a:moveTo>
                  <a:cubicBezTo>
                    <a:pt x="23325" y="7996"/>
                    <a:pt x="23818" y="7996"/>
                    <a:pt x="24289" y="8120"/>
                  </a:cubicBezTo>
                  <a:cubicBezTo>
                    <a:pt x="29915" y="11168"/>
                    <a:pt x="33383" y="17200"/>
                    <a:pt x="33253" y="23713"/>
                  </a:cubicBezTo>
                  <a:cubicBezTo>
                    <a:pt x="34975" y="18707"/>
                    <a:pt x="35317" y="13312"/>
                    <a:pt x="34239" y="8120"/>
                  </a:cubicBezTo>
                  <a:lnTo>
                    <a:pt x="33253" y="5369"/>
                  </a:lnTo>
                  <a:lnTo>
                    <a:pt x="6359" y="5369"/>
                  </a:lnTo>
                  <a:cubicBezTo>
                    <a:pt x="6359" y="6378"/>
                    <a:pt x="6359" y="7387"/>
                    <a:pt x="5821" y="8579"/>
                  </a:cubicBezTo>
                  <a:cubicBezTo>
                    <a:pt x="5522" y="11629"/>
                    <a:pt x="5522" y="14702"/>
                    <a:pt x="5821" y="17751"/>
                  </a:cubicBezTo>
                  <a:cubicBezTo>
                    <a:pt x="5979" y="19268"/>
                    <a:pt x="6249" y="20771"/>
                    <a:pt x="6628" y="22246"/>
                  </a:cubicBezTo>
                  <a:cubicBezTo>
                    <a:pt x="7547" y="19887"/>
                    <a:pt x="8954" y="17759"/>
                    <a:pt x="10752" y="16009"/>
                  </a:cubicBezTo>
                  <a:cubicBezTo>
                    <a:pt x="11039" y="15756"/>
                    <a:pt x="11375" y="15569"/>
                    <a:pt x="11738" y="15458"/>
                  </a:cubicBezTo>
                  <a:cubicBezTo>
                    <a:pt x="19537" y="13073"/>
                    <a:pt x="20703" y="9680"/>
                    <a:pt x="20703" y="9680"/>
                  </a:cubicBezTo>
                  <a:cubicBezTo>
                    <a:pt x="20953" y="8908"/>
                    <a:pt x="21505" y="8277"/>
                    <a:pt x="22227" y="7937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形状 52"/>
            <p:cNvSpPr/>
            <p:nvPr/>
          </p:nvSpPr>
          <p:spPr>
            <a:xfrm>
              <a:off x="6034410" y="3393175"/>
              <a:ext cx="55766" cy="32430"/>
            </a:xfrm>
            <a:custGeom>
              <a:avLst/>
              <a:gdLst>
                <a:gd name="connsiteX0" fmla="*/ 53162 w 55766"/>
                <a:gd name="connsiteY0" fmla="*/ 32431 h 32430"/>
                <a:gd name="connsiteX1" fmla="*/ 2512 w 55766"/>
                <a:gd name="connsiteY1" fmla="*/ 32431 h 32430"/>
                <a:gd name="connsiteX2" fmla="*/ 0 w 55766"/>
                <a:gd name="connsiteY2" fmla="*/ 29864 h 32430"/>
                <a:gd name="connsiteX3" fmla="*/ 2 w 55766"/>
                <a:gd name="connsiteY3" fmla="*/ 29771 h 32430"/>
                <a:gd name="connsiteX4" fmla="*/ 2 w 55766"/>
                <a:gd name="connsiteY4" fmla="*/ 23167 h 32430"/>
                <a:gd name="connsiteX5" fmla="*/ 16138 w 55766"/>
                <a:gd name="connsiteY5" fmla="*/ 6474 h 32430"/>
                <a:gd name="connsiteX6" fmla="*/ 16228 w 55766"/>
                <a:gd name="connsiteY6" fmla="*/ 6473 h 32430"/>
                <a:gd name="connsiteX7" fmla="*/ 18738 w 55766"/>
                <a:gd name="connsiteY7" fmla="*/ 6473 h 32430"/>
                <a:gd name="connsiteX8" fmla="*/ 18738 w 55766"/>
                <a:gd name="connsiteY8" fmla="*/ 6473 h 32430"/>
                <a:gd name="connsiteX9" fmla="*/ 19634 w 55766"/>
                <a:gd name="connsiteY9" fmla="*/ 1979 h 32430"/>
                <a:gd name="connsiteX10" fmla="*/ 22998 w 55766"/>
                <a:gd name="connsiteY10" fmla="*/ 460 h 32430"/>
                <a:gd name="connsiteX11" fmla="*/ 24655 w 55766"/>
                <a:gd name="connsiteY11" fmla="*/ 3080 h 32430"/>
                <a:gd name="connsiteX12" fmla="*/ 23848 w 55766"/>
                <a:gd name="connsiteY12" fmla="*/ 7574 h 32430"/>
                <a:gd name="connsiteX13" fmla="*/ 18379 w 55766"/>
                <a:gd name="connsiteY13" fmla="*/ 12068 h 32430"/>
                <a:gd name="connsiteX14" fmla="*/ 16228 w 55766"/>
                <a:gd name="connsiteY14" fmla="*/ 12068 h 32430"/>
                <a:gd name="connsiteX15" fmla="*/ 5111 w 55766"/>
                <a:gd name="connsiteY15" fmla="*/ 23167 h 32430"/>
                <a:gd name="connsiteX16" fmla="*/ 5111 w 55766"/>
                <a:gd name="connsiteY16" fmla="*/ 27203 h 32430"/>
                <a:gd name="connsiteX17" fmla="*/ 50563 w 55766"/>
                <a:gd name="connsiteY17" fmla="*/ 27203 h 32430"/>
                <a:gd name="connsiteX18" fmla="*/ 50563 w 55766"/>
                <a:gd name="connsiteY18" fmla="*/ 23167 h 32430"/>
                <a:gd name="connsiteX19" fmla="*/ 39540 w 55766"/>
                <a:gd name="connsiteY19" fmla="*/ 11699 h 32430"/>
                <a:gd name="connsiteX20" fmla="*/ 39177 w 55766"/>
                <a:gd name="connsiteY20" fmla="*/ 11701 h 32430"/>
                <a:gd name="connsiteX21" fmla="*/ 36936 w 55766"/>
                <a:gd name="connsiteY21" fmla="*/ 11701 h 32430"/>
                <a:gd name="connsiteX22" fmla="*/ 31557 w 55766"/>
                <a:gd name="connsiteY22" fmla="*/ 7207 h 32430"/>
                <a:gd name="connsiteX23" fmla="*/ 30751 w 55766"/>
                <a:gd name="connsiteY23" fmla="*/ 3080 h 32430"/>
                <a:gd name="connsiteX24" fmla="*/ 32734 w 55766"/>
                <a:gd name="connsiteY24" fmla="*/ 67 h 32430"/>
                <a:gd name="connsiteX25" fmla="*/ 32812 w 55766"/>
                <a:gd name="connsiteY25" fmla="*/ 53 h 32430"/>
                <a:gd name="connsiteX26" fmla="*/ 35860 w 55766"/>
                <a:gd name="connsiteY26" fmla="*/ 2071 h 32430"/>
                <a:gd name="connsiteX27" fmla="*/ 36667 w 55766"/>
                <a:gd name="connsiteY27" fmla="*/ 6106 h 32430"/>
                <a:gd name="connsiteX28" fmla="*/ 36667 w 55766"/>
                <a:gd name="connsiteY28" fmla="*/ 6106 h 32430"/>
                <a:gd name="connsiteX29" fmla="*/ 39177 w 55766"/>
                <a:gd name="connsiteY29" fmla="*/ 6106 h 32430"/>
                <a:gd name="connsiteX30" fmla="*/ 55764 w 55766"/>
                <a:gd name="connsiteY30" fmla="*/ 22518 h 32430"/>
                <a:gd name="connsiteX31" fmla="*/ 55762 w 55766"/>
                <a:gd name="connsiteY31" fmla="*/ 23167 h 32430"/>
                <a:gd name="connsiteX32" fmla="*/ 55762 w 55766"/>
                <a:gd name="connsiteY32" fmla="*/ 29771 h 32430"/>
                <a:gd name="connsiteX33" fmla="*/ 53162 w 55766"/>
                <a:gd name="connsiteY33" fmla="*/ 32431 h 3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5766" h="32430">
                  <a:moveTo>
                    <a:pt x="53162" y="32431"/>
                  </a:moveTo>
                  <a:lnTo>
                    <a:pt x="2512" y="32431"/>
                  </a:lnTo>
                  <a:cubicBezTo>
                    <a:pt x="1125" y="32432"/>
                    <a:pt x="1" y="31283"/>
                    <a:pt x="0" y="29864"/>
                  </a:cubicBezTo>
                  <a:cubicBezTo>
                    <a:pt x="0" y="29833"/>
                    <a:pt x="1" y="29802"/>
                    <a:pt x="2" y="29771"/>
                  </a:cubicBezTo>
                  <a:lnTo>
                    <a:pt x="2" y="23167"/>
                  </a:lnTo>
                  <a:cubicBezTo>
                    <a:pt x="-48" y="13998"/>
                    <a:pt x="7177" y="6524"/>
                    <a:pt x="16138" y="6474"/>
                  </a:cubicBezTo>
                  <a:cubicBezTo>
                    <a:pt x="16168" y="6473"/>
                    <a:pt x="16198" y="6473"/>
                    <a:pt x="16228" y="6473"/>
                  </a:cubicBezTo>
                  <a:lnTo>
                    <a:pt x="18738" y="6473"/>
                  </a:lnTo>
                  <a:lnTo>
                    <a:pt x="18738" y="6473"/>
                  </a:lnTo>
                  <a:lnTo>
                    <a:pt x="19634" y="1979"/>
                  </a:lnTo>
                  <a:cubicBezTo>
                    <a:pt x="20153" y="609"/>
                    <a:pt x="21659" y="-71"/>
                    <a:pt x="22998" y="460"/>
                  </a:cubicBezTo>
                  <a:cubicBezTo>
                    <a:pt x="24045" y="875"/>
                    <a:pt x="24713" y="1932"/>
                    <a:pt x="24655" y="3080"/>
                  </a:cubicBezTo>
                  <a:lnTo>
                    <a:pt x="23848" y="7574"/>
                  </a:lnTo>
                  <a:cubicBezTo>
                    <a:pt x="23265" y="10189"/>
                    <a:pt x="21001" y="12050"/>
                    <a:pt x="18379" y="12068"/>
                  </a:cubicBezTo>
                  <a:lnTo>
                    <a:pt x="16228" y="12068"/>
                  </a:lnTo>
                  <a:cubicBezTo>
                    <a:pt x="10211" y="12114"/>
                    <a:pt x="5304" y="17014"/>
                    <a:pt x="5111" y="23167"/>
                  </a:cubicBezTo>
                  <a:lnTo>
                    <a:pt x="5111" y="27203"/>
                  </a:lnTo>
                  <a:lnTo>
                    <a:pt x="50563" y="27203"/>
                  </a:lnTo>
                  <a:lnTo>
                    <a:pt x="50563" y="23167"/>
                  </a:lnTo>
                  <a:cubicBezTo>
                    <a:pt x="50614" y="16886"/>
                    <a:pt x="45679" y="11751"/>
                    <a:pt x="39540" y="11699"/>
                  </a:cubicBezTo>
                  <a:cubicBezTo>
                    <a:pt x="39419" y="11698"/>
                    <a:pt x="39298" y="11698"/>
                    <a:pt x="39177" y="11701"/>
                  </a:cubicBezTo>
                  <a:lnTo>
                    <a:pt x="36936" y="11701"/>
                  </a:lnTo>
                  <a:cubicBezTo>
                    <a:pt x="34337" y="11675"/>
                    <a:pt x="32102" y="9808"/>
                    <a:pt x="31557" y="7207"/>
                  </a:cubicBezTo>
                  <a:lnTo>
                    <a:pt x="30751" y="3080"/>
                  </a:lnTo>
                  <a:cubicBezTo>
                    <a:pt x="30485" y="1687"/>
                    <a:pt x="31373" y="339"/>
                    <a:pt x="32734" y="67"/>
                  </a:cubicBezTo>
                  <a:cubicBezTo>
                    <a:pt x="32760" y="62"/>
                    <a:pt x="32786" y="57"/>
                    <a:pt x="32812" y="53"/>
                  </a:cubicBezTo>
                  <a:cubicBezTo>
                    <a:pt x="34195" y="-232"/>
                    <a:pt x="35548" y="663"/>
                    <a:pt x="35860" y="2071"/>
                  </a:cubicBezTo>
                  <a:lnTo>
                    <a:pt x="36667" y="6106"/>
                  </a:lnTo>
                  <a:lnTo>
                    <a:pt x="36667" y="6106"/>
                  </a:lnTo>
                  <a:lnTo>
                    <a:pt x="39177" y="6106"/>
                  </a:lnTo>
                  <a:cubicBezTo>
                    <a:pt x="48187" y="5952"/>
                    <a:pt x="55613" y="13300"/>
                    <a:pt x="55764" y="22518"/>
                  </a:cubicBezTo>
                  <a:cubicBezTo>
                    <a:pt x="55767" y="22734"/>
                    <a:pt x="55767" y="22951"/>
                    <a:pt x="55762" y="23167"/>
                  </a:cubicBezTo>
                  <a:lnTo>
                    <a:pt x="55762" y="29771"/>
                  </a:lnTo>
                  <a:cubicBezTo>
                    <a:pt x="55762" y="31240"/>
                    <a:pt x="54598" y="32431"/>
                    <a:pt x="53162" y="32431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6042914" y="3410653"/>
              <a:ext cx="10965" cy="5505"/>
            </a:xfrm>
            <a:custGeom>
              <a:avLst/>
              <a:gdLst>
                <a:gd name="connsiteX0" fmla="*/ 8352 w 10965"/>
                <a:gd name="connsiteY0" fmla="*/ 5506 h 5505"/>
                <a:gd name="connsiteX1" fmla="*/ 2615 w 10965"/>
                <a:gd name="connsiteY1" fmla="*/ 5506 h 5505"/>
                <a:gd name="connsiteX2" fmla="*/ 15 w 10965"/>
                <a:gd name="connsiteY2" fmla="*/ 2846 h 5505"/>
                <a:gd name="connsiteX3" fmla="*/ 2239 w 10965"/>
                <a:gd name="connsiteY3" fmla="*/ 15 h 5505"/>
                <a:gd name="connsiteX4" fmla="*/ 2615 w 10965"/>
                <a:gd name="connsiteY4" fmla="*/ 2 h 5505"/>
                <a:gd name="connsiteX5" fmla="*/ 8352 w 10965"/>
                <a:gd name="connsiteY5" fmla="*/ 2 h 5505"/>
                <a:gd name="connsiteX6" fmla="*/ 10950 w 10965"/>
                <a:gd name="connsiteY6" fmla="*/ 2477 h 5505"/>
                <a:gd name="connsiteX7" fmla="*/ 10952 w 10965"/>
                <a:gd name="connsiteY7" fmla="*/ 2570 h 5505"/>
                <a:gd name="connsiteX8" fmla="*/ 8635 w 10965"/>
                <a:gd name="connsiteY8" fmla="*/ 5491 h 5505"/>
                <a:gd name="connsiteX9" fmla="*/ 8352 w 10965"/>
                <a:gd name="connsiteY9" fmla="*/ 5506 h 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65" h="5505">
                  <a:moveTo>
                    <a:pt x="8352" y="5506"/>
                  </a:moveTo>
                  <a:lnTo>
                    <a:pt x="2615" y="5506"/>
                  </a:lnTo>
                  <a:cubicBezTo>
                    <a:pt x="1179" y="5506"/>
                    <a:pt x="15" y="4315"/>
                    <a:pt x="15" y="2846"/>
                  </a:cubicBezTo>
                  <a:cubicBezTo>
                    <a:pt x="-135" y="1436"/>
                    <a:pt x="861" y="168"/>
                    <a:pt x="2239" y="15"/>
                  </a:cubicBezTo>
                  <a:cubicBezTo>
                    <a:pt x="2364" y="1"/>
                    <a:pt x="2489" y="-3"/>
                    <a:pt x="2615" y="2"/>
                  </a:cubicBezTo>
                  <a:lnTo>
                    <a:pt x="8352" y="2"/>
                  </a:lnTo>
                  <a:cubicBezTo>
                    <a:pt x="9737" y="-48"/>
                    <a:pt x="10901" y="1060"/>
                    <a:pt x="10950" y="2477"/>
                  </a:cubicBezTo>
                  <a:cubicBezTo>
                    <a:pt x="10951" y="2508"/>
                    <a:pt x="10952" y="2539"/>
                    <a:pt x="10952" y="2570"/>
                  </a:cubicBezTo>
                  <a:cubicBezTo>
                    <a:pt x="11100" y="4032"/>
                    <a:pt x="10063" y="5339"/>
                    <a:pt x="8635" y="5491"/>
                  </a:cubicBezTo>
                  <a:cubicBezTo>
                    <a:pt x="8541" y="5501"/>
                    <a:pt x="8447" y="5506"/>
                    <a:pt x="8352" y="550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形状 54"/>
            <p:cNvSpPr/>
            <p:nvPr/>
          </p:nvSpPr>
          <p:spPr>
            <a:xfrm>
              <a:off x="6045797" y="3407995"/>
              <a:ext cx="5199" cy="11098"/>
            </a:xfrm>
            <a:custGeom>
              <a:avLst/>
              <a:gdLst>
                <a:gd name="connsiteX0" fmla="*/ 2600 w 5199"/>
                <a:gd name="connsiteY0" fmla="*/ 11098 h 11098"/>
                <a:gd name="connsiteX1" fmla="*/ 0 w 5199"/>
                <a:gd name="connsiteY1" fmla="*/ 8438 h 11098"/>
                <a:gd name="connsiteX2" fmla="*/ 0 w 5199"/>
                <a:gd name="connsiteY2" fmla="*/ 2660 h 11098"/>
                <a:gd name="connsiteX3" fmla="*/ 2600 w 5199"/>
                <a:gd name="connsiteY3" fmla="*/ 0 h 11098"/>
                <a:gd name="connsiteX4" fmla="*/ 5200 w 5199"/>
                <a:gd name="connsiteY4" fmla="*/ 2660 h 11098"/>
                <a:gd name="connsiteX5" fmla="*/ 5200 w 5199"/>
                <a:gd name="connsiteY5" fmla="*/ 8438 h 11098"/>
                <a:gd name="connsiteX6" fmla="*/ 2600 w 5199"/>
                <a:gd name="connsiteY6" fmla="*/ 11098 h 1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9" h="11098">
                  <a:moveTo>
                    <a:pt x="2600" y="11098"/>
                  </a:moveTo>
                  <a:cubicBezTo>
                    <a:pt x="1164" y="11098"/>
                    <a:pt x="0" y="9907"/>
                    <a:pt x="0" y="8438"/>
                  </a:cubicBezTo>
                  <a:lnTo>
                    <a:pt x="0" y="2660"/>
                  </a:lnTo>
                  <a:cubicBezTo>
                    <a:pt x="0" y="1191"/>
                    <a:pt x="1164" y="0"/>
                    <a:pt x="2600" y="0"/>
                  </a:cubicBezTo>
                  <a:cubicBezTo>
                    <a:pt x="4036" y="0"/>
                    <a:pt x="5200" y="1191"/>
                    <a:pt x="5200" y="2660"/>
                  </a:cubicBezTo>
                  <a:lnTo>
                    <a:pt x="5200" y="8438"/>
                  </a:lnTo>
                  <a:cubicBezTo>
                    <a:pt x="5200" y="9907"/>
                    <a:pt x="4036" y="11098"/>
                    <a:pt x="2600" y="1109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形状 55"/>
            <p:cNvSpPr/>
            <p:nvPr/>
          </p:nvSpPr>
          <p:spPr>
            <a:xfrm>
              <a:off x="6110253" y="3404877"/>
              <a:ext cx="34245" cy="20729"/>
            </a:xfrm>
            <a:custGeom>
              <a:avLst/>
              <a:gdLst>
                <a:gd name="connsiteX0" fmla="*/ 31645 w 34245"/>
                <a:gd name="connsiteY0" fmla="*/ 20729 h 20729"/>
                <a:gd name="connsiteX1" fmla="*/ 2600 w 34245"/>
                <a:gd name="connsiteY1" fmla="*/ 20729 h 20729"/>
                <a:gd name="connsiteX2" fmla="*/ 0 w 34245"/>
                <a:gd name="connsiteY2" fmla="*/ 18069 h 20729"/>
                <a:gd name="connsiteX3" fmla="*/ 0 w 34245"/>
                <a:gd name="connsiteY3" fmla="*/ 17519 h 20729"/>
                <a:gd name="connsiteX4" fmla="*/ 17123 w 34245"/>
                <a:gd name="connsiteY4" fmla="*/ 0 h 20729"/>
                <a:gd name="connsiteX5" fmla="*/ 34245 w 34245"/>
                <a:gd name="connsiteY5" fmla="*/ 17519 h 20729"/>
                <a:gd name="connsiteX6" fmla="*/ 34245 w 34245"/>
                <a:gd name="connsiteY6" fmla="*/ 18069 h 20729"/>
                <a:gd name="connsiteX7" fmla="*/ 31645 w 34245"/>
                <a:gd name="connsiteY7" fmla="*/ 20729 h 20729"/>
                <a:gd name="connsiteX8" fmla="*/ 5289 w 34245"/>
                <a:gd name="connsiteY8" fmla="*/ 15501 h 20729"/>
                <a:gd name="connsiteX9" fmla="*/ 28866 w 34245"/>
                <a:gd name="connsiteY9" fmla="*/ 15501 h 20729"/>
                <a:gd name="connsiteX10" fmla="*/ 17123 w 34245"/>
                <a:gd name="connsiteY10" fmla="*/ 5228 h 20729"/>
                <a:gd name="connsiteX11" fmla="*/ 5289 w 34245"/>
                <a:gd name="connsiteY11" fmla="*/ 15501 h 20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245" h="20729">
                  <a:moveTo>
                    <a:pt x="31645" y="20729"/>
                  </a:moveTo>
                  <a:lnTo>
                    <a:pt x="2600" y="20729"/>
                  </a:lnTo>
                  <a:cubicBezTo>
                    <a:pt x="1164" y="20729"/>
                    <a:pt x="0" y="19538"/>
                    <a:pt x="0" y="18069"/>
                  </a:cubicBezTo>
                  <a:lnTo>
                    <a:pt x="0" y="17519"/>
                  </a:lnTo>
                  <a:cubicBezTo>
                    <a:pt x="0" y="7843"/>
                    <a:pt x="7666" y="0"/>
                    <a:pt x="17123" y="0"/>
                  </a:cubicBezTo>
                  <a:cubicBezTo>
                    <a:pt x="26579" y="0"/>
                    <a:pt x="34245" y="7843"/>
                    <a:pt x="34245" y="17519"/>
                  </a:cubicBezTo>
                  <a:lnTo>
                    <a:pt x="34245" y="18069"/>
                  </a:lnTo>
                  <a:cubicBezTo>
                    <a:pt x="34245" y="19538"/>
                    <a:pt x="33081" y="20729"/>
                    <a:pt x="31645" y="20729"/>
                  </a:cubicBezTo>
                  <a:close/>
                  <a:moveTo>
                    <a:pt x="5289" y="15501"/>
                  </a:moveTo>
                  <a:lnTo>
                    <a:pt x="28866" y="15501"/>
                  </a:lnTo>
                  <a:cubicBezTo>
                    <a:pt x="27978" y="9574"/>
                    <a:pt x="22983" y="5204"/>
                    <a:pt x="17123" y="5228"/>
                  </a:cubicBezTo>
                  <a:cubicBezTo>
                    <a:pt x="11255" y="5236"/>
                    <a:pt x="6252" y="9580"/>
                    <a:pt x="5289" y="15501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形状 56"/>
            <p:cNvSpPr/>
            <p:nvPr/>
          </p:nvSpPr>
          <p:spPr>
            <a:xfrm>
              <a:off x="6105568" y="3396706"/>
              <a:ext cx="43748" cy="15150"/>
            </a:xfrm>
            <a:custGeom>
              <a:avLst/>
              <a:gdLst>
                <a:gd name="connsiteX0" fmla="*/ 2623 w 43748"/>
                <a:gd name="connsiteY0" fmla="*/ 14958 h 15150"/>
                <a:gd name="connsiteX1" fmla="*/ 0 w 43748"/>
                <a:gd name="connsiteY1" fmla="*/ 12323 h 15150"/>
                <a:gd name="connsiteX2" fmla="*/ 561 w 43748"/>
                <a:gd name="connsiteY2" fmla="*/ 10647 h 15150"/>
                <a:gd name="connsiteX3" fmla="*/ 38297 w 43748"/>
                <a:gd name="connsiteY3" fmla="*/ 5780 h 15150"/>
                <a:gd name="connsiteX4" fmla="*/ 43054 w 43748"/>
                <a:gd name="connsiteY4" fmla="*/ 10647 h 15150"/>
                <a:gd name="connsiteX5" fmla="*/ 43054 w 43748"/>
                <a:gd name="connsiteY5" fmla="*/ 14408 h 15150"/>
                <a:gd name="connsiteX6" fmla="*/ 39379 w 43748"/>
                <a:gd name="connsiteY6" fmla="*/ 14408 h 15150"/>
                <a:gd name="connsiteX7" fmla="*/ 8789 w 43748"/>
                <a:gd name="connsiteY7" fmla="*/ 10668 h 15150"/>
                <a:gd name="connsiteX8" fmla="*/ 5133 w 43748"/>
                <a:gd name="connsiteY8" fmla="*/ 14408 h 15150"/>
                <a:gd name="connsiteX9" fmla="*/ 2623 w 43748"/>
                <a:gd name="connsiteY9" fmla="*/ 14958 h 1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748" h="15150">
                  <a:moveTo>
                    <a:pt x="2623" y="14958"/>
                  </a:moveTo>
                  <a:cubicBezTo>
                    <a:pt x="1188" y="14972"/>
                    <a:pt x="13" y="13792"/>
                    <a:pt x="0" y="12323"/>
                  </a:cubicBezTo>
                  <a:cubicBezTo>
                    <a:pt x="-5" y="11715"/>
                    <a:pt x="193" y="11124"/>
                    <a:pt x="561" y="10647"/>
                  </a:cubicBezTo>
                  <a:cubicBezTo>
                    <a:pt x="9668" y="-1358"/>
                    <a:pt x="26563" y="-3538"/>
                    <a:pt x="38297" y="5780"/>
                  </a:cubicBezTo>
                  <a:cubicBezTo>
                    <a:pt x="40075" y="7192"/>
                    <a:pt x="41674" y="8827"/>
                    <a:pt x="43054" y="10647"/>
                  </a:cubicBezTo>
                  <a:cubicBezTo>
                    <a:pt x="43980" y="11722"/>
                    <a:pt x="43980" y="13333"/>
                    <a:pt x="43054" y="14408"/>
                  </a:cubicBezTo>
                  <a:cubicBezTo>
                    <a:pt x="42020" y="15398"/>
                    <a:pt x="40413" y="15398"/>
                    <a:pt x="39379" y="14408"/>
                  </a:cubicBezTo>
                  <a:cubicBezTo>
                    <a:pt x="31941" y="4732"/>
                    <a:pt x="18245" y="3058"/>
                    <a:pt x="8789" y="10668"/>
                  </a:cubicBezTo>
                  <a:cubicBezTo>
                    <a:pt x="7430" y="11762"/>
                    <a:pt x="6203" y="13017"/>
                    <a:pt x="5133" y="14408"/>
                  </a:cubicBezTo>
                  <a:cubicBezTo>
                    <a:pt x="4435" y="14999"/>
                    <a:pt x="3498" y="15205"/>
                    <a:pt x="2623" y="1495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形状 57"/>
            <p:cNvSpPr/>
            <p:nvPr/>
          </p:nvSpPr>
          <p:spPr>
            <a:xfrm>
              <a:off x="6049350" y="3449315"/>
              <a:ext cx="94374" cy="5320"/>
            </a:xfrm>
            <a:custGeom>
              <a:avLst/>
              <a:gdLst>
                <a:gd name="connsiteX0" fmla="*/ 91294 w 94374"/>
                <a:gd name="connsiteY0" fmla="*/ 5275 h 5320"/>
                <a:gd name="connsiteX1" fmla="*/ 3081 w 94374"/>
                <a:gd name="connsiteY1" fmla="*/ 5275 h 5320"/>
                <a:gd name="connsiteX2" fmla="*/ 45 w 94374"/>
                <a:gd name="connsiteY2" fmla="*/ 3152 h 5320"/>
                <a:gd name="connsiteX3" fmla="*/ 2120 w 94374"/>
                <a:gd name="connsiteY3" fmla="*/ 46 h 5320"/>
                <a:gd name="connsiteX4" fmla="*/ 3081 w 94374"/>
                <a:gd name="connsiteY4" fmla="*/ 46 h 5320"/>
                <a:gd name="connsiteX5" fmla="*/ 91294 w 94374"/>
                <a:gd name="connsiteY5" fmla="*/ 46 h 5320"/>
                <a:gd name="connsiteX6" fmla="*/ 94329 w 94374"/>
                <a:gd name="connsiteY6" fmla="*/ 2169 h 5320"/>
                <a:gd name="connsiteX7" fmla="*/ 92255 w 94374"/>
                <a:gd name="connsiteY7" fmla="*/ 5275 h 5320"/>
                <a:gd name="connsiteX8" fmla="*/ 91294 w 94374"/>
                <a:gd name="connsiteY8" fmla="*/ 5275 h 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74" h="5320">
                  <a:moveTo>
                    <a:pt x="91294" y="5275"/>
                  </a:moveTo>
                  <a:lnTo>
                    <a:pt x="3081" y="5275"/>
                  </a:lnTo>
                  <a:cubicBezTo>
                    <a:pt x="1670" y="5546"/>
                    <a:pt x="311" y="4596"/>
                    <a:pt x="45" y="3152"/>
                  </a:cubicBezTo>
                  <a:cubicBezTo>
                    <a:pt x="-220" y="1709"/>
                    <a:pt x="709" y="318"/>
                    <a:pt x="2120" y="46"/>
                  </a:cubicBezTo>
                  <a:cubicBezTo>
                    <a:pt x="2437" y="-15"/>
                    <a:pt x="2763" y="-15"/>
                    <a:pt x="3081" y="46"/>
                  </a:cubicBezTo>
                  <a:lnTo>
                    <a:pt x="91294" y="46"/>
                  </a:lnTo>
                  <a:cubicBezTo>
                    <a:pt x="92705" y="-225"/>
                    <a:pt x="94064" y="725"/>
                    <a:pt x="94329" y="2169"/>
                  </a:cubicBezTo>
                  <a:cubicBezTo>
                    <a:pt x="94595" y="3612"/>
                    <a:pt x="93666" y="5003"/>
                    <a:pt x="92255" y="5275"/>
                  </a:cubicBezTo>
                  <a:cubicBezTo>
                    <a:pt x="91937" y="5336"/>
                    <a:pt x="91611" y="5336"/>
                    <a:pt x="91294" y="5275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形状 58"/>
            <p:cNvSpPr/>
            <p:nvPr/>
          </p:nvSpPr>
          <p:spPr>
            <a:xfrm>
              <a:off x="6049831" y="3462570"/>
              <a:ext cx="93412" cy="5319"/>
            </a:xfrm>
            <a:custGeom>
              <a:avLst/>
              <a:gdLst>
                <a:gd name="connsiteX0" fmla="*/ 90812 w 93412"/>
                <a:gd name="connsiteY0" fmla="*/ 5320 h 5319"/>
                <a:gd name="connsiteX1" fmla="*/ 2600 w 93412"/>
                <a:gd name="connsiteY1" fmla="*/ 5320 h 5319"/>
                <a:gd name="connsiteX2" fmla="*/ 0 w 93412"/>
                <a:gd name="connsiteY2" fmla="*/ 2660 h 5319"/>
                <a:gd name="connsiteX3" fmla="*/ 2600 w 93412"/>
                <a:gd name="connsiteY3" fmla="*/ 0 h 5319"/>
                <a:gd name="connsiteX4" fmla="*/ 90812 w 93412"/>
                <a:gd name="connsiteY4" fmla="*/ 0 h 5319"/>
                <a:gd name="connsiteX5" fmla="*/ 93412 w 93412"/>
                <a:gd name="connsiteY5" fmla="*/ 2660 h 5319"/>
                <a:gd name="connsiteX6" fmla="*/ 90812 w 93412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12" h="5319">
                  <a:moveTo>
                    <a:pt x="90812" y="5320"/>
                  </a:moveTo>
                  <a:lnTo>
                    <a:pt x="2600" y="5320"/>
                  </a:lnTo>
                  <a:cubicBezTo>
                    <a:pt x="1164" y="5320"/>
                    <a:pt x="0" y="4129"/>
                    <a:pt x="0" y="2660"/>
                  </a:cubicBezTo>
                  <a:cubicBezTo>
                    <a:pt x="0" y="1191"/>
                    <a:pt x="1164" y="0"/>
                    <a:pt x="2600" y="0"/>
                  </a:cubicBezTo>
                  <a:lnTo>
                    <a:pt x="90812" y="0"/>
                  </a:lnTo>
                  <a:cubicBezTo>
                    <a:pt x="92248" y="0"/>
                    <a:pt x="93412" y="1191"/>
                    <a:pt x="93412" y="2660"/>
                  </a:cubicBezTo>
                  <a:cubicBezTo>
                    <a:pt x="93412" y="4129"/>
                    <a:pt x="92248" y="5320"/>
                    <a:pt x="90812" y="532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形状 59"/>
            <p:cNvSpPr/>
            <p:nvPr/>
          </p:nvSpPr>
          <p:spPr>
            <a:xfrm>
              <a:off x="6049831" y="3475868"/>
              <a:ext cx="93412" cy="5229"/>
            </a:xfrm>
            <a:custGeom>
              <a:avLst/>
              <a:gdLst>
                <a:gd name="connsiteX0" fmla="*/ 90812 w 93412"/>
                <a:gd name="connsiteY0" fmla="*/ 5230 h 5229"/>
                <a:gd name="connsiteX1" fmla="*/ 2600 w 93412"/>
                <a:gd name="connsiteY1" fmla="*/ 5230 h 5229"/>
                <a:gd name="connsiteX2" fmla="*/ 0 w 93412"/>
                <a:gd name="connsiteY2" fmla="*/ 2570 h 5229"/>
                <a:gd name="connsiteX3" fmla="*/ 2509 w 93412"/>
                <a:gd name="connsiteY3" fmla="*/ 0 h 5229"/>
                <a:gd name="connsiteX4" fmla="*/ 2600 w 93412"/>
                <a:gd name="connsiteY4" fmla="*/ 2 h 5229"/>
                <a:gd name="connsiteX5" fmla="*/ 90812 w 93412"/>
                <a:gd name="connsiteY5" fmla="*/ 2 h 5229"/>
                <a:gd name="connsiteX6" fmla="*/ 93411 w 93412"/>
                <a:gd name="connsiteY6" fmla="*/ 2477 h 5229"/>
                <a:gd name="connsiteX7" fmla="*/ 93412 w 93412"/>
                <a:gd name="connsiteY7" fmla="*/ 2570 h 5229"/>
                <a:gd name="connsiteX8" fmla="*/ 90812 w 93412"/>
                <a:gd name="connsiteY8" fmla="*/ 5230 h 5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12" h="5229">
                  <a:moveTo>
                    <a:pt x="90812" y="5230"/>
                  </a:moveTo>
                  <a:lnTo>
                    <a:pt x="2600" y="5230"/>
                  </a:lnTo>
                  <a:cubicBezTo>
                    <a:pt x="1164" y="5230"/>
                    <a:pt x="0" y="4039"/>
                    <a:pt x="0" y="2570"/>
                  </a:cubicBezTo>
                  <a:cubicBezTo>
                    <a:pt x="-1" y="1152"/>
                    <a:pt x="1122" y="1"/>
                    <a:pt x="2509" y="0"/>
                  </a:cubicBezTo>
                  <a:cubicBezTo>
                    <a:pt x="2539" y="0"/>
                    <a:pt x="2569" y="1"/>
                    <a:pt x="2600" y="2"/>
                  </a:cubicBezTo>
                  <a:lnTo>
                    <a:pt x="90812" y="2"/>
                  </a:lnTo>
                  <a:cubicBezTo>
                    <a:pt x="92198" y="-49"/>
                    <a:pt x="93361" y="1059"/>
                    <a:pt x="93411" y="2477"/>
                  </a:cubicBezTo>
                  <a:cubicBezTo>
                    <a:pt x="93412" y="2508"/>
                    <a:pt x="93412" y="2539"/>
                    <a:pt x="93412" y="2570"/>
                  </a:cubicBezTo>
                  <a:cubicBezTo>
                    <a:pt x="93412" y="4039"/>
                    <a:pt x="92248" y="5230"/>
                    <a:pt x="90812" y="523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形状 60"/>
            <p:cNvSpPr/>
            <p:nvPr/>
          </p:nvSpPr>
          <p:spPr>
            <a:xfrm>
              <a:off x="6049831" y="3489078"/>
              <a:ext cx="93412" cy="5319"/>
            </a:xfrm>
            <a:custGeom>
              <a:avLst/>
              <a:gdLst>
                <a:gd name="connsiteX0" fmla="*/ 90812 w 93412"/>
                <a:gd name="connsiteY0" fmla="*/ 5320 h 5319"/>
                <a:gd name="connsiteX1" fmla="*/ 2600 w 93412"/>
                <a:gd name="connsiteY1" fmla="*/ 5320 h 5319"/>
                <a:gd name="connsiteX2" fmla="*/ 0 w 93412"/>
                <a:gd name="connsiteY2" fmla="*/ 2660 h 5319"/>
                <a:gd name="connsiteX3" fmla="*/ 2600 w 93412"/>
                <a:gd name="connsiteY3" fmla="*/ 0 h 5319"/>
                <a:gd name="connsiteX4" fmla="*/ 90812 w 93412"/>
                <a:gd name="connsiteY4" fmla="*/ 0 h 5319"/>
                <a:gd name="connsiteX5" fmla="*/ 93412 w 93412"/>
                <a:gd name="connsiteY5" fmla="*/ 2660 h 5319"/>
                <a:gd name="connsiteX6" fmla="*/ 90812 w 93412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12" h="5319">
                  <a:moveTo>
                    <a:pt x="90812" y="5320"/>
                  </a:moveTo>
                  <a:lnTo>
                    <a:pt x="2600" y="5320"/>
                  </a:lnTo>
                  <a:cubicBezTo>
                    <a:pt x="1164" y="5320"/>
                    <a:pt x="0" y="4129"/>
                    <a:pt x="0" y="2660"/>
                  </a:cubicBezTo>
                  <a:cubicBezTo>
                    <a:pt x="0" y="1191"/>
                    <a:pt x="1164" y="0"/>
                    <a:pt x="2600" y="0"/>
                  </a:cubicBezTo>
                  <a:lnTo>
                    <a:pt x="90812" y="0"/>
                  </a:lnTo>
                  <a:cubicBezTo>
                    <a:pt x="92248" y="0"/>
                    <a:pt x="93412" y="1191"/>
                    <a:pt x="93412" y="2660"/>
                  </a:cubicBezTo>
                  <a:cubicBezTo>
                    <a:pt x="93412" y="4129"/>
                    <a:pt x="92248" y="5320"/>
                    <a:pt x="90812" y="532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0" y="1211580"/>
            <a:ext cx="5280660" cy="5280660"/>
          </a:xfrm>
          <a:custGeom>
            <a:avLst/>
            <a:gdLst>
              <a:gd name="connsiteX0" fmla="*/ 2640330 w 5280660"/>
              <a:gd name="connsiteY0" fmla="*/ 1320165 h 5280660"/>
              <a:gd name="connsiteX1" fmla="*/ 1320165 w 5280660"/>
              <a:gd name="connsiteY1" fmla="*/ 2640330 h 5280660"/>
              <a:gd name="connsiteX2" fmla="*/ 2640330 w 5280660"/>
              <a:gd name="connsiteY2" fmla="*/ 3960495 h 5280660"/>
              <a:gd name="connsiteX3" fmla="*/ 3960495 w 5280660"/>
              <a:gd name="connsiteY3" fmla="*/ 2640330 h 5280660"/>
              <a:gd name="connsiteX4" fmla="*/ 2640330 w 5280660"/>
              <a:gd name="connsiteY4" fmla="*/ 1320165 h 5280660"/>
              <a:gd name="connsiteX5" fmla="*/ 2640330 w 5280660"/>
              <a:gd name="connsiteY5" fmla="*/ 0 h 5280660"/>
              <a:gd name="connsiteX6" fmla="*/ 5280660 w 5280660"/>
              <a:gd name="connsiteY6" fmla="*/ 2640330 h 5280660"/>
              <a:gd name="connsiteX7" fmla="*/ 2640330 w 5280660"/>
              <a:gd name="connsiteY7" fmla="*/ 5280660 h 5280660"/>
              <a:gd name="connsiteX8" fmla="*/ 0 w 5280660"/>
              <a:gd name="connsiteY8" fmla="*/ 2640330 h 5280660"/>
              <a:gd name="connsiteX9" fmla="*/ 2640330 w 5280660"/>
              <a:gd name="connsiteY9" fmla="*/ 0 h 528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80660" h="5280660">
                <a:moveTo>
                  <a:pt x="2640330" y="1320165"/>
                </a:moveTo>
                <a:cubicBezTo>
                  <a:pt x="1911223" y="1320165"/>
                  <a:pt x="1320165" y="1911223"/>
                  <a:pt x="1320165" y="2640330"/>
                </a:cubicBezTo>
                <a:cubicBezTo>
                  <a:pt x="1320165" y="3369437"/>
                  <a:pt x="1911223" y="3960495"/>
                  <a:pt x="2640330" y="3960495"/>
                </a:cubicBezTo>
                <a:cubicBezTo>
                  <a:pt x="3369437" y="3960495"/>
                  <a:pt x="3960495" y="3369437"/>
                  <a:pt x="3960495" y="2640330"/>
                </a:cubicBezTo>
                <a:cubicBezTo>
                  <a:pt x="3960495" y="1911223"/>
                  <a:pt x="3369437" y="1320165"/>
                  <a:pt x="2640330" y="1320165"/>
                </a:cubicBezTo>
                <a:close/>
                <a:moveTo>
                  <a:pt x="2640330" y="0"/>
                </a:moveTo>
                <a:cubicBezTo>
                  <a:pt x="4098544" y="0"/>
                  <a:pt x="5280660" y="1182116"/>
                  <a:pt x="5280660" y="2640330"/>
                </a:cubicBezTo>
                <a:cubicBezTo>
                  <a:pt x="5280660" y="4098544"/>
                  <a:pt x="4098544" y="5280660"/>
                  <a:pt x="2640330" y="5280660"/>
                </a:cubicBezTo>
                <a:cubicBezTo>
                  <a:pt x="1182116" y="5280660"/>
                  <a:pt x="0" y="4098544"/>
                  <a:pt x="0" y="2640330"/>
                </a:cubicBezTo>
                <a:cubicBezTo>
                  <a:pt x="0" y="1182116"/>
                  <a:pt x="1182116" y="0"/>
                  <a:pt x="2640330" y="0"/>
                </a:cubicBezTo>
                <a:close/>
              </a:path>
            </a:pathLst>
          </a:custGeom>
        </p:spPr>
      </p:pic>
      <p:sp>
        <p:nvSpPr>
          <p:cNvPr id="3" name="椭圆 2"/>
          <p:cNvSpPr/>
          <p:nvPr/>
        </p:nvSpPr>
        <p:spPr>
          <a:xfrm>
            <a:off x="5055870" y="2743200"/>
            <a:ext cx="2217420" cy="2217420"/>
          </a:xfrm>
          <a:prstGeom prst="ellipse">
            <a:avLst/>
          </a:prstGeom>
          <a:solidFill>
            <a:srgbClr val="09A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868733" y="3040380"/>
            <a:ext cx="4323268" cy="1577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03127" y="3583457"/>
            <a:ext cx="380969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6" name="文本框 5"/>
          <p:cNvSpPr txBox="1"/>
          <p:nvPr/>
        </p:nvSpPr>
        <p:spPr>
          <a:xfrm flipH="1">
            <a:off x="8103127" y="3317973"/>
            <a:ext cx="2113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9" name="矩形 8"/>
          <p:cNvSpPr/>
          <p:nvPr/>
        </p:nvSpPr>
        <p:spPr>
          <a:xfrm>
            <a:off x="210633" y="3040380"/>
            <a:ext cx="4323268" cy="1577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342" y="3583457"/>
            <a:ext cx="380969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1" name="文本框 10"/>
          <p:cNvSpPr txBox="1"/>
          <p:nvPr/>
        </p:nvSpPr>
        <p:spPr>
          <a:xfrm flipH="1">
            <a:off x="2112690" y="3317973"/>
            <a:ext cx="2113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17714" y="407964"/>
            <a:ext cx="2915214" cy="523220"/>
            <a:chOff x="217714" y="407964"/>
            <a:chExt cx="2915214" cy="523220"/>
          </a:xfrm>
        </p:grpSpPr>
        <p:sp>
          <p:nvSpPr>
            <p:cNvPr id="12" name="文本框 11"/>
            <p:cNvSpPr txBox="1"/>
            <p:nvPr/>
          </p:nvSpPr>
          <p:spPr>
            <a:xfrm>
              <a:off x="714103" y="407964"/>
              <a:ext cx="2418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2800" b="0" i="0" u="none" strike="noStrike" cap="none" spc="0" normalizeH="0" baseline="0">
                  <a:ln>
                    <a:noFill/>
                  </a:ln>
                  <a:solidFill>
                    <a:srgbClr val="09ABAD"/>
                  </a:solidFill>
                  <a:effectLst/>
                  <a:uLnTx/>
                  <a:uFillTx/>
                  <a:latin typeface="钉钉进步体" panose="00020600040101010101" pitchFamily="18" charset="-122"/>
                  <a:ea typeface="钉钉进步体" panose="00020600040101010101" pitchFamily="18" charset="-122"/>
                </a:defRPr>
              </a:lvl1pPr>
            </a:lstStyle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请添加标题</a:t>
              </a: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217714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383177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>
              <a:off x="548640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</p:grpSp>
      <p:grpSp>
        <p:nvGrpSpPr>
          <p:cNvPr id="16" name="图形 6"/>
          <p:cNvGrpSpPr/>
          <p:nvPr/>
        </p:nvGrpSpPr>
        <p:grpSpPr>
          <a:xfrm>
            <a:off x="5637593" y="3274125"/>
            <a:ext cx="1046379" cy="1109849"/>
            <a:chOff x="6019799" y="3346816"/>
            <a:chExt cx="154015" cy="163357"/>
          </a:xfrm>
          <a:solidFill>
            <a:schemeClr val="bg1"/>
          </a:solidFill>
        </p:grpSpPr>
        <p:sp>
          <p:nvSpPr>
            <p:cNvPr id="17" name="任意形状 16"/>
            <p:cNvSpPr/>
            <p:nvPr/>
          </p:nvSpPr>
          <p:spPr>
            <a:xfrm>
              <a:off x="6108921" y="3458075"/>
              <a:ext cx="64893" cy="36689"/>
            </a:xfrm>
            <a:custGeom>
              <a:avLst/>
              <a:gdLst>
                <a:gd name="connsiteX0" fmla="*/ 62382 w 64893"/>
                <a:gd name="connsiteY0" fmla="*/ 36689 h 36689"/>
                <a:gd name="connsiteX1" fmla="*/ 22847 w 64893"/>
                <a:gd name="connsiteY1" fmla="*/ 36689 h 36689"/>
                <a:gd name="connsiteX2" fmla="*/ 20248 w 64893"/>
                <a:gd name="connsiteY2" fmla="*/ 34029 h 36689"/>
                <a:gd name="connsiteX3" fmla="*/ 22847 w 64893"/>
                <a:gd name="connsiteY3" fmla="*/ 31370 h 36689"/>
                <a:gd name="connsiteX4" fmla="*/ 59692 w 64893"/>
                <a:gd name="connsiteY4" fmla="*/ 31370 h 36689"/>
                <a:gd name="connsiteX5" fmla="*/ 31288 w 64893"/>
                <a:gd name="connsiteY5" fmla="*/ 5491 h 36689"/>
                <a:gd name="connsiteX6" fmla="*/ 11911 w 64893"/>
                <a:gd name="connsiteY6" fmla="*/ 15685 h 36689"/>
                <a:gd name="connsiteX7" fmla="*/ 4918 w 64893"/>
                <a:gd name="connsiteY7" fmla="*/ 26967 h 36689"/>
                <a:gd name="connsiteX8" fmla="*/ 1576 w 64893"/>
                <a:gd name="connsiteY8" fmla="*/ 28192 h 36689"/>
                <a:gd name="connsiteX9" fmla="*/ 1511 w 64893"/>
                <a:gd name="connsiteY9" fmla="*/ 28159 h 36689"/>
                <a:gd name="connsiteX10" fmla="*/ 208 w 64893"/>
                <a:gd name="connsiteY10" fmla="*/ 24781 h 36689"/>
                <a:gd name="connsiteX11" fmla="*/ 256 w 64893"/>
                <a:gd name="connsiteY11" fmla="*/ 24674 h 36689"/>
                <a:gd name="connsiteX12" fmla="*/ 7876 w 64893"/>
                <a:gd name="connsiteY12" fmla="*/ 12475 h 36689"/>
                <a:gd name="connsiteX13" fmla="*/ 32978 w 64893"/>
                <a:gd name="connsiteY13" fmla="*/ 1 h 36689"/>
                <a:gd name="connsiteX14" fmla="*/ 64892 w 64893"/>
                <a:gd name="connsiteY14" fmla="*/ 32745 h 36689"/>
                <a:gd name="connsiteX15" fmla="*/ 64892 w 64893"/>
                <a:gd name="connsiteY15" fmla="*/ 34029 h 36689"/>
                <a:gd name="connsiteX16" fmla="*/ 62473 w 64893"/>
                <a:gd name="connsiteY16" fmla="*/ 36688 h 36689"/>
                <a:gd name="connsiteX17" fmla="*/ 62382 w 64893"/>
                <a:gd name="connsiteY17" fmla="*/ 36689 h 3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893" h="36689">
                  <a:moveTo>
                    <a:pt x="62382" y="36689"/>
                  </a:moveTo>
                  <a:lnTo>
                    <a:pt x="22847" y="36689"/>
                  </a:lnTo>
                  <a:cubicBezTo>
                    <a:pt x="21412" y="36689"/>
                    <a:pt x="20248" y="35499"/>
                    <a:pt x="20248" y="34029"/>
                  </a:cubicBezTo>
                  <a:cubicBezTo>
                    <a:pt x="20248" y="32560"/>
                    <a:pt x="21412" y="31370"/>
                    <a:pt x="22847" y="31370"/>
                  </a:cubicBezTo>
                  <a:lnTo>
                    <a:pt x="59692" y="31370"/>
                  </a:lnTo>
                  <a:cubicBezTo>
                    <a:pt x="58833" y="16198"/>
                    <a:pt x="46116" y="4612"/>
                    <a:pt x="31288" y="5491"/>
                  </a:cubicBezTo>
                  <a:cubicBezTo>
                    <a:pt x="23712" y="5940"/>
                    <a:pt x="16675" y="9642"/>
                    <a:pt x="11911" y="15685"/>
                  </a:cubicBezTo>
                  <a:cubicBezTo>
                    <a:pt x="9327" y="19275"/>
                    <a:pt x="6990" y="23045"/>
                    <a:pt x="4918" y="26967"/>
                  </a:cubicBezTo>
                  <a:cubicBezTo>
                    <a:pt x="4326" y="28249"/>
                    <a:pt x="2830" y="28798"/>
                    <a:pt x="1576" y="28192"/>
                  </a:cubicBezTo>
                  <a:cubicBezTo>
                    <a:pt x="1554" y="28181"/>
                    <a:pt x="1533" y="28170"/>
                    <a:pt x="1511" y="28159"/>
                  </a:cubicBezTo>
                  <a:cubicBezTo>
                    <a:pt x="240" y="27595"/>
                    <a:pt x="-344" y="26082"/>
                    <a:pt x="208" y="24781"/>
                  </a:cubicBezTo>
                  <a:cubicBezTo>
                    <a:pt x="223" y="24745"/>
                    <a:pt x="240" y="24709"/>
                    <a:pt x="256" y="24674"/>
                  </a:cubicBezTo>
                  <a:cubicBezTo>
                    <a:pt x="2474" y="20406"/>
                    <a:pt x="5022" y="16326"/>
                    <a:pt x="7876" y="12475"/>
                  </a:cubicBezTo>
                  <a:cubicBezTo>
                    <a:pt x="13894" y="4552"/>
                    <a:pt x="23171" y="-58"/>
                    <a:pt x="32978" y="1"/>
                  </a:cubicBezTo>
                  <a:cubicBezTo>
                    <a:pt x="50618" y="51"/>
                    <a:pt x="64892" y="14697"/>
                    <a:pt x="64892" y="32745"/>
                  </a:cubicBezTo>
                  <a:lnTo>
                    <a:pt x="64892" y="34029"/>
                  </a:lnTo>
                  <a:cubicBezTo>
                    <a:pt x="64941" y="35447"/>
                    <a:pt x="63859" y="36637"/>
                    <a:pt x="62473" y="36688"/>
                  </a:cubicBezTo>
                  <a:cubicBezTo>
                    <a:pt x="62443" y="36689"/>
                    <a:pt x="62412" y="36689"/>
                    <a:pt x="62382" y="36689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形状 17"/>
            <p:cNvSpPr/>
            <p:nvPr/>
          </p:nvSpPr>
          <p:spPr>
            <a:xfrm>
              <a:off x="6067850" y="3478253"/>
              <a:ext cx="58001" cy="31920"/>
            </a:xfrm>
            <a:custGeom>
              <a:avLst/>
              <a:gdLst>
                <a:gd name="connsiteX0" fmla="*/ 55402 w 58001"/>
                <a:gd name="connsiteY0" fmla="*/ 31921 h 31920"/>
                <a:gd name="connsiteX1" fmla="*/ 2600 w 58001"/>
                <a:gd name="connsiteY1" fmla="*/ 31921 h 31920"/>
                <a:gd name="connsiteX2" fmla="*/ 0 w 58001"/>
                <a:gd name="connsiteY2" fmla="*/ 29261 h 31920"/>
                <a:gd name="connsiteX3" fmla="*/ 0 w 58001"/>
                <a:gd name="connsiteY3" fmla="*/ 28068 h 31920"/>
                <a:gd name="connsiteX4" fmla="*/ 30614 w 58001"/>
                <a:gd name="connsiteY4" fmla="*/ 47 h 31920"/>
                <a:gd name="connsiteX5" fmla="*/ 58002 w 58001"/>
                <a:gd name="connsiteY5" fmla="*/ 28068 h 31920"/>
                <a:gd name="connsiteX6" fmla="*/ 58002 w 58001"/>
                <a:gd name="connsiteY6" fmla="*/ 29261 h 31920"/>
                <a:gd name="connsiteX7" fmla="*/ 55402 w 58001"/>
                <a:gd name="connsiteY7" fmla="*/ 31921 h 31920"/>
                <a:gd name="connsiteX8" fmla="*/ 5200 w 58001"/>
                <a:gd name="connsiteY8" fmla="*/ 26601 h 31920"/>
                <a:gd name="connsiteX9" fmla="*/ 52802 w 58001"/>
                <a:gd name="connsiteY9" fmla="*/ 26601 h 31920"/>
                <a:gd name="connsiteX10" fmla="*/ 27539 w 58001"/>
                <a:gd name="connsiteY10" fmla="*/ 3744 h 31920"/>
                <a:gd name="connsiteX11" fmla="*/ 5200 w 58001"/>
                <a:gd name="connsiteY11" fmla="*/ 26601 h 3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001" h="31919">
                  <a:moveTo>
                    <a:pt x="55402" y="31921"/>
                  </a:moveTo>
                  <a:lnTo>
                    <a:pt x="2600" y="31921"/>
                  </a:lnTo>
                  <a:cubicBezTo>
                    <a:pt x="1164" y="31921"/>
                    <a:pt x="0" y="30730"/>
                    <a:pt x="0" y="29261"/>
                  </a:cubicBezTo>
                  <a:lnTo>
                    <a:pt x="0" y="28068"/>
                  </a:lnTo>
                  <a:cubicBezTo>
                    <a:pt x="891" y="11681"/>
                    <a:pt x="14597" y="-865"/>
                    <a:pt x="30614" y="47"/>
                  </a:cubicBezTo>
                  <a:cubicBezTo>
                    <a:pt x="45386" y="887"/>
                    <a:pt x="57180" y="12954"/>
                    <a:pt x="58002" y="28068"/>
                  </a:cubicBezTo>
                  <a:lnTo>
                    <a:pt x="58002" y="29261"/>
                  </a:lnTo>
                  <a:cubicBezTo>
                    <a:pt x="58002" y="30730"/>
                    <a:pt x="56838" y="31921"/>
                    <a:pt x="55402" y="31921"/>
                  </a:cubicBezTo>
                  <a:close/>
                  <a:moveTo>
                    <a:pt x="5200" y="26601"/>
                  </a:moveTo>
                  <a:lnTo>
                    <a:pt x="52802" y="26601"/>
                  </a:lnTo>
                  <a:cubicBezTo>
                    <a:pt x="51995" y="13152"/>
                    <a:pt x="40685" y="2918"/>
                    <a:pt x="27539" y="3744"/>
                  </a:cubicBezTo>
                  <a:cubicBezTo>
                    <a:pt x="15520" y="4499"/>
                    <a:pt x="5938" y="14304"/>
                    <a:pt x="5200" y="26601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形状 18"/>
            <p:cNvSpPr/>
            <p:nvPr/>
          </p:nvSpPr>
          <p:spPr>
            <a:xfrm>
              <a:off x="6082820" y="3441702"/>
              <a:ext cx="30302" cy="31002"/>
            </a:xfrm>
            <a:custGeom>
              <a:avLst/>
              <a:gdLst>
                <a:gd name="connsiteX0" fmla="*/ 13987 w 30302"/>
                <a:gd name="connsiteY0" fmla="*/ 30957 h 31002"/>
                <a:gd name="connsiteX1" fmla="*/ 46 w 30302"/>
                <a:gd name="connsiteY1" fmla="*/ 14310 h 31002"/>
                <a:gd name="connsiteX2" fmla="*/ 13987 w 30302"/>
                <a:gd name="connsiteY2" fmla="*/ 47 h 31002"/>
                <a:gd name="connsiteX3" fmla="*/ 30257 w 30302"/>
                <a:gd name="connsiteY3" fmla="*/ 14310 h 31002"/>
                <a:gd name="connsiteX4" fmla="*/ 16316 w 30302"/>
                <a:gd name="connsiteY4" fmla="*/ 30957 h 31002"/>
                <a:gd name="connsiteX5" fmla="*/ 13987 w 30302"/>
                <a:gd name="connsiteY5" fmla="*/ 30957 h 31002"/>
                <a:gd name="connsiteX6" fmla="*/ 13987 w 30302"/>
                <a:gd name="connsiteY6" fmla="*/ 5367 h 31002"/>
                <a:gd name="connsiteX7" fmla="*/ 4036 w 30302"/>
                <a:gd name="connsiteY7" fmla="*/ 15548 h 31002"/>
                <a:gd name="connsiteX8" fmla="*/ 13987 w 30302"/>
                <a:gd name="connsiteY8" fmla="*/ 25729 h 31002"/>
                <a:gd name="connsiteX9" fmla="*/ 23937 w 30302"/>
                <a:gd name="connsiteY9" fmla="*/ 15548 h 31002"/>
                <a:gd name="connsiteX10" fmla="*/ 13987 w 30302"/>
                <a:gd name="connsiteY10" fmla="*/ 5642 h 3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302" h="31002">
                  <a:moveTo>
                    <a:pt x="13987" y="30957"/>
                  </a:moveTo>
                  <a:cubicBezTo>
                    <a:pt x="5644" y="30299"/>
                    <a:pt x="-598" y="22846"/>
                    <a:pt x="46" y="14310"/>
                  </a:cubicBezTo>
                  <a:cubicBezTo>
                    <a:pt x="620" y="6689"/>
                    <a:pt x="6538" y="634"/>
                    <a:pt x="13987" y="47"/>
                  </a:cubicBezTo>
                  <a:cubicBezTo>
                    <a:pt x="22329" y="-611"/>
                    <a:pt x="29613" y="5775"/>
                    <a:pt x="30257" y="14310"/>
                  </a:cubicBezTo>
                  <a:cubicBezTo>
                    <a:pt x="30900" y="22846"/>
                    <a:pt x="24658" y="30299"/>
                    <a:pt x="16316" y="30957"/>
                  </a:cubicBezTo>
                  <a:cubicBezTo>
                    <a:pt x="15540" y="31018"/>
                    <a:pt x="14762" y="31018"/>
                    <a:pt x="13987" y="30957"/>
                  </a:cubicBezTo>
                  <a:close/>
                  <a:moveTo>
                    <a:pt x="13987" y="5367"/>
                  </a:moveTo>
                  <a:cubicBezTo>
                    <a:pt x="8491" y="5367"/>
                    <a:pt x="4036" y="9925"/>
                    <a:pt x="4036" y="15548"/>
                  </a:cubicBezTo>
                  <a:cubicBezTo>
                    <a:pt x="4036" y="21171"/>
                    <a:pt x="8491" y="25729"/>
                    <a:pt x="13987" y="25729"/>
                  </a:cubicBezTo>
                  <a:cubicBezTo>
                    <a:pt x="19482" y="25729"/>
                    <a:pt x="23937" y="21171"/>
                    <a:pt x="23937" y="15548"/>
                  </a:cubicBezTo>
                  <a:cubicBezTo>
                    <a:pt x="23792" y="10033"/>
                    <a:pt x="19379" y="5640"/>
                    <a:pt x="13987" y="564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/>
            <p:cNvSpPr/>
            <p:nvPr/>
          </p:nvSpPr>
          <p:spPr>
            <a:xfrm>
              <a:off x="6125404" y="3419277"/>
              <a:ext cx="32990" cy="33753"/>
            </a:xfrm>
            <a:custGeom>
              <a:avLst/>
              <a:gdLst>
                <a:gd name="connsiteX0" fmla="*/ 16495 w 32990"/>
                <a:gd name="connsiteY0" fmla="*/ 33754 h 33753"/>
                <a:gd name="connsiteX1" fmla="*/ 0 w 32990"/>
                <a:gd name="connsiteY1" fmla="*/ 16877 h 33753"/>
                <a:gd name="connsiteX2" fmla="*/ 16495 w 32990"/>
                <a:gd name="connsiteY2" fmla="*/ 0 h 33753"/>
                <a:gd name="connsiteX3" fmla="*/ 32990 w 32990"/>
                <a:gd name="connsiteY3" fmla="*/ 16877 h 33753"/>
                <a:gd name="connsiteX4" fmla="*/ 16495 w 32990"/>
                <a:gd name="connsiteY4" fmla="*/ 33754 h 33753"/>
                <a:gd name="connsiteX5" fmla="*/ 16495 w 32990"/>
                <a:gd name="connsiteY5" fmla="*/ 5228 h 33753"/>
                <a:gd name="connsiteX6" fmla="*/ 5110 w 32990"/>
                <a:gd name="connsiteY6" fmla="*/ 16877 h 33753"/>
                <a:gd name="connsiteX7" fmla="*/ 16495 w 32990"/>
                <a:gd name="connsiteY7" fmla="*/ 28526 h 33753"/>
                <a:gd name="connsiteX8" fmla="*/ 27880 w 32990"/>
                <a:gd name="connsiteY8" fmla="*/ 16877 h 33753"/>
                <a:gd name="connsiteX9" fmla="*/ 16495 w 32990"/>
                <a:gd name="connsiteY9" fmla="*/ 5228 h 3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990" h="33753">
                  <a:moveTo>
                    <a:pt x="16495" y="33754"/>
                  </a:moveTo>
                  <a:cubicBezTo>
                    <a:pt x="7385" y="33754"/>
                    <a:pt x="0" y="26198"/>
                    <a:pt x="0" y="16877"/>
                  </a:cubicBezTo>
                  <a:cubicBezTo>
                    <a:pt x="0" y="7556"/>
                    <a:pt x="7385" y="0"/>
                    <a:pt x="16495" y="0"/>
                  </a:cubicBezTo>
                  <a:cubicBezTo>
                    <a:pt x="25605" y="0"/>
                    <a:pt x="32990" y="7556"/>
                    <a:pt x="32990" y="16877"/>
                  </a:cubicBezTo>
                  <a:cubicBezTo>
                    <a:pt x="32990" y="26198"/>
                    <a:pt x="25605" y="33754"/>
                    <a:pt x="16495" y="33754"/>
                  </a:cubicBezTo>
                  <a:close/>
                  <a:moveTo>
                    <a:pt x="16495" y="5228"/>
                  </a:moveTo>
                  <a:cubicBezTo>
                    <a:pt x="10207" y="5228"/>
                    <a:pt x="5110" y="10443"/>
                    <a:pt x="5110" y="16877"/>
                  </a:cubicBezTo>
                  <a:cubicBezTo>
                    <a:pt x="5110" y="23310"/>
                    <a:pt x="10207" y="28526"/>
                    <a:pt x="16495" y="28526"/>
                  </a:cubicBezTo>
                  <a:cubicBezTo>
                    <a:pt x="22783" y="28526"/>
                    <a:pt x="27880" y="23310"/>
                    <a:pt x="27880" y="16877"/>
                  </a:cubicBezTo>
                  <a:cubicBezTo>
                    <a:pt x="27880" y="10443"/>
                    <a:pt x="22783" y="5228"/>
                    <a:pt x="16495" y="522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形状 20"/>
            <p:cNvSpPr/>
            <p:nvPr/>
          </p:nvSpPr>
          <p:spPr>
            <a:xfrm>
              <a:off x="6019799" y="3458027"/>
              <a:ext cx="64790" cy="36737"/>
            </a:xfrm>
            <a:custGeom>
              <a:avLst/>
              <a:gdLst>
                <a:gd name="connsiteX0" fmla="*/ 42134 w 64790"/>
                <a:gd name="connsiteY0" fmla="*/ 36738 h 36737"/>
                <a:gd name="connsiteX1" fmla="*/ 2600 w 64790"/>
                <a:gd name="connsiteY1" fmla="*/ 36738 h 36737"/>
                <a:gd name="connsiteX2" fmla="*/ 0 w 64790"/>
                <a:gd name="connsiteY2" fmla="*/ 34078 h 36737"/>
                <a:gd name="connsiteX3" fmla="*/ 0 w 64790"/>
                <a:gd name="connsiteY3" fmla="*/ 32793 h 36737"/>
                <a:gd name="connsiteX4" fmla="*/ 31956 w 64790"/>
                <a:gd name="connsiteY4" fmla="*/ 0 h 36737"/>
                <a:gd name="connsiteX5" fmla="*/ 57105 w 64790"/>
                <a:gd name="connsiteY5" fmla="*/ 12431 h 36737"/>
                <a:gd name="connsiteX6" fmla="*/ 64636 w 64790"/>
                <a:gd name="connsiteY6" fmla="*/ 24722 h 36737"/>
                <a:gd name="connsiteX7" fmla="*/ 63071 w 64790"/>
                <a:gd name="connsiteY7" fmla="*/ 28126 h 36737"/>
                <a:gd name="connsiteX8" fmla="*/ 59974 w 64790"/>
                <a:gd name="connsiteY8" fmla="*/ 27015 h 36737"/>
                <a:gd name="connsiteX9" fmla="*/ 52981 w 64790"/>
                <a:gd name="connsiteY9" fmla="*/ 15733 h 36737"/>
                <a:gd name="connsiteX10" fmla="*/ 32004 w 64790"/>
                <a:gd name="connsiteY10" fmla="*/ 5369 h 36737"/>
                <a:gd name="connsiteX11" fmla="*/ 5110 w 64790"/>
                <a:gd name="connsiteY11" fmla="*/ 31418 h 36737"/>
                <a:gd name="connsiteX12" fmla="*/ 42134 w 64790"/>
                <a:gd name="connsiteY12" fmla="*/ 31418 h 36737"/>
                <a:gd name="connsiteX13" fmla="*/ 44734 w 64790"/>
                <a:gd name="connsiteY13" fmla="*/ 34078 h 36737"/>
                <a:gd name="connsiteX14" fmla="*/ 42134 w 64790"/>
                <a:gd name="connsiteY14" fmla="*/ 36738 h 3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790" h="36737">
                  <a:moveTo>
                    <a:pt x="42134" y="36738"/>
                  </a:moveTo>
                  <a:lnTo>
                    <a:pt x="2600" y="36738"/>
                  </a:lnTo>
                  <a:cubicBezTo>
                    <a:pt x="1164" y="36738"/>
                    <a:pt x="0" y="35547"/>
                    <a:pt x="0" y="34078"/>
                  </a:cubicBezTo>
                  <a:lnTo>
                    <a:pt x="0" y="32793"/>
                  </a:lnTo>
                  <a:cubicBezTo>
                    <a:pt x="-26" y="14709"/>
                    <a:pt x="14281" y="27"/>
                    <a:pt x="31956" y="0"/>
                  </a:cubicBezTo>
                  <a:cubicBezTo>
                    <a:pt x="41758" y="-15"/>
                    <a:pt x="51025" y="4566"/>
                    <a:pt x="57105" y="12431"/>
                  </a:cubicBezTo>
                  <a:cubicBezTo>
                    <a:pt x="59919" y="16325"/>
                    <a:pt x="62436" y="20434"/>
                    <a:pt x="64636" y="24722"/>
                  </a:cubicBezTo>
                  <a:cubicBezTo>
                    <a:pt x="65122" y="26104"/>
                    <a:pt x="64422" y="27628"/>
                    <a:pt x="63071" y="28126"/>
                  </a:cubicBezTo>
                  <a:cubicBezTo>
                    <a:pt x="61912" y="28554"/>
                    <a:pt x="60618" y="28090"/>
                    <a:pt x="59974" y="27015"/>
                  </a:cubicBezTo>
                  <a:cubicBezTo>
                    <a:pt x="57974" y="23050"/>
                    <a:pt x="55634" y="19275"/>
                    <a:pt x="52981" y="15733"/>
                  </a:cubicBezTo>
                  <a:cubicBezTo>
                    <a:pt x="47890" y="9198"/>
                    <a:pt x="40172" y="5385"/>
                    <a:pt x="32004" y="5369"/>
                  </a:cubicBezTo>
                  <a:cubicBezTo>
                    <a:pt x="17693" y="5348"/>
                    <a:pt x="5873" y="16797"/>
                    <a:pt x="5110" y="31418"/>
                  </a:cubicBezTo>
                  <a:lnTo>
                    <a:pt x="42134" y="31418"/>
                  </a:lnTo>
                  <a:cubicBezTo>
                    <a:pt x="43570" y="31418"/>
                    <a:pt x="44734" y="32609"/>
                    <a:pt x="44734" y="34078"/>
                  </a:cubicBezTo>
                  <a:cubicBezTo>
                    <a:pt x="44734" y="35547"/>
                    <a:pt x="43570" y="36738"/>
                    <a:pt x="42134" y="3673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6035308" y="3419277"/>
              <a:ext cx="32990" cy="33753"/>
            </a:xfrm>
            <a:custGeom>
              <a:avLst/>
              <a:gdLst>
                <a:gd name="connsiteX0" fmla="*/ 16495 w 32990"/>
                <a:gd name="connsiteY0" fmla="*/ 33754 h 33753"/>
                <a:gd name="connsiteX1" fmla="*/ 0 w 32990"/>
                <a:gd name="connsiteY1" fmla="*/ 16877 h 33753"/>
                <a:gd name="connsiteX2" fmla="*/ 16495 w 32990"/>
                <a:gd name="connsiteY2" fmla="*/ 0 h 33753"/>
                <a:gd name="connsiteX3" fmla="*/ 32990 w 32990"/>
                <a:gd name="connsiteY3" fmla="*/ 16877 h 33753"/>
                <a:gd name="connsiteX4" fmla="*/ 16495 w 32990"/>
                <a:gd name="connsiteY4" fmla="*/ 33754 h 33753"/>
                <a:gd name="connsiteX5" fmla="*/ 16495 w 32990"/>
                <a:gd name="connsiteY5" fmla="*/ 5228 h 33753"/>
                <a:gd name="connsiteX6" fmla="*/ 5021 w 32990"/>
                <a:gd name="connsiteY6" fmla="*/ 16785 h 33753"/>
                <a:gd name="connsiteX7" fmla="*/ 16316 w 32990"/>
                <a:gd name="connsiteY7" fmla="*/ 28525 h 33753"/>
                <a:gd name="connsiteX8" fmla="*/ 27790 w 32990"/>
                <a:gd name="connsiteY8" fmla="*/ 16968 h 33753"/>
                <a:gd name="connsiteX9" fmla="*/ 27791 w 32990"/>
                <a:gd name="connsiteY9" fmla="*/ 16877 h 33753"/>
                <a:gd name="connsiteX10" fmla="*/ 16495 w 32990"/>
                <a:gd name="connsiteY10" fmla="*/ 5228 h 3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990" h="33753">
                  <a:moveTo>
                    <a:pt x="16495" y="33754"/>
                  </a:moveTo>
                  <a:cubicBezTo>
                    <a:pt x="7385" y="33754"/>
                    <a:pt x="0" y="26198"/>
                    <a:pt x="0" y="16877"/>
                  </a:cubicBezTo>
                  <a:cubicBezTo>
                    <a:pt x="0" y="7556"/>
                    <a:pt x="7385" y="0"/>
                    <a:pt x="16495" y="0"/>
                  </a:cubicBezTo>
                  <a:cubicBezTo>
                    <a:pt x="25605" y="0"/>
                    <a:pt x="32990" y="7556"/>
                    <a:pt x="32990" y="16877"/>
                  </a:cubicBezTo>
                  <a:cubicBezTo>
                    <a:pt x="32990" y="26198"/>
                    <a:pt x="25605" y="33754"/>
                    <a:pt x="16495" y="33754"/>
                  </a:cubicBezTo>
                  <a:close/>
                  <a:moveTo>
                    <a:pt x="16495" y="5228"/>
                  </a:moveTo>
                  <a:cubicBezTo>
                    <a:pt x="10207" y="5178"/>
                    <a:pt x="5070" y="10352"/>
                    <a:pt x="5021" y="16785"/>
                  </a:cubicBezTo>
                  <a:cubicBezTo>
                    <a:pt x="4971" y="23218"/>
                    <a:pt x="10028" y="28474"/>
                    <a:pt x="16316" y="28525"/>
                  </a:cubicBezTo>
                  <a:cubicBezTo>
                    <a:pt x="22603" y="28576"/>
                    <a:pt x="27741" y="23401"/>
                    <a:pt x="27790" y="16968"/>
                  </a:cubicBezTo>
                  <a:cubicBezTo>
                    <a:pt x="27790" y="16938"/>
                    <a:pt x="27791" y="16907"/>
                    <a:pt x="27791" y="16877"/>
                  </a:cubicBezTo>
                  <a:cubicBezTo>
                    <a:pt x="27791" y="10479"/>
                    <a:pt x="22748" y="5279"/>
                    <a:pt x="16495" y="522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/>
            <p:cNvSpPr/>
            <p:nvPr/>
          </p:nvSpPr>
          <p:spPr>
            <a:xfrm>
              <a:off x="6056645" y="3346816"/>
              <a:ext cx="80323" cy="82183"/>
            </a:xfrm>
            <a:custGeom>
              <a:avLst/>
              <a:gdLst>
                <a:gd name="connsiteX0" fmla="*/ 40162 w 80323"/>
                <a:gd name="connsiteY0" fmla="*/ 82183 h 82183"/>
                <a:gd name="connsiteX1" fmla="*/ 0 w 80323"/>
                <a:gd name="connsiteY1" fmla="*/ 41091 h 82183"/>
                <a:gd name="connsiteX2" fmla="*/ 40162 w 80323"/>
                <a:gd name="connsiteY2" fmla="*/ 0 h 82183"/>
                <a:gd name="connsiteX3" fmla="*/ 80324 w 80323"/>
                <a:gd name="connsiteY3" fmla="*/ 41092 h 82183"/>
                <a:gd name="connsiteX4" fmla="*/ 80324 w 80323"/>
                <a:gd name="connsiteY4" fmla="*/ 41183 h 82183"/>
                <a:gd name="connsiteX5" fmla="*/ 40252 w 80323"/>
                <a:gd name="connsiteY5" fmla="*/ 82183 h 82183"/>
                <a:gd name="connsiteX6" fmla="*/ 40162 w 80323"/>
                <a:gd name="connsiteY6" fmla="*/ 82183 h 82183"/>
                <a:gd name="connsiteX7" fmla="*/ 40162 w 80323"/>
                <a:gd name="connsiteY7" fmla="*/ 5412 h 82183"/>
                <a:gd name="connsiteX8" fmla="*/ 5199 w 80323"/>
                <a:gd name="connsiteY8" fmla="*/ 41183 h 82183"/>
                <a:gd name="connsiteX9" fmla="*/ 40162 w 80323"/>
                <a:gd name="connsiteY9" fmla="*/ 76955 h 82183"/>
                <a:gd name="connsiteX10" fmla="*/ 75124 w 80323"/>
                <a:gd name="connsiteY10" fmla="*/ 41183 h 82183"/>
                <a:gd name="connsiteX11" fmla="*/ 40433 w 80323"/>
                <a:gd name="connsiteY11" fmla="*/ 4955 h 82183"/>
                <a:gd name="connsiteX12" fmla="*/ 40162 w 80323"/>
                <a:gd name="connsiteY12" fmla="*/ 4953 h 8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0323" h="82183">
                  <a:moveTo>
                    <a:pt x="40162" y="82183"/>
                  </a:moveTo>
                  <a:cubicBezTo>
                    <a:pt x="17981" y="82183"/>
                    <a:pt x="0" y="63786"/>
                    <a:pt x="0" y="41091"/>
                  </a:cubicBezTo>
                  <a:cubicBezTo>
                    <a:pt x="0" y="18397"/>
                    <a:pt x="17981" y="0"/>
                    <a:pt x="40162" y="0"/>
                  </a:cubicBezTo>
                  <a:cubicBezTo>
                    <a:pt x="62343" y="0"/>
                    <a:pt x="80324" y="18397"/>
                    <a:pt x="80324" y="41092"/>
                  </a:cubicBezTo>
                  <a:cubicBezTo>
                    <a:pt x="80324" y="41122"/>
                    <a:pt x="80324" y="41153"/>
                    <a:pt x="80324" y="41183"/>
                  </a:cubicBezTo>
                  <a:cubicBezTo>
                    <a:pt x="80324" y="63827"/>
                    <a:pt x="62383" y="82183"/>
                    <a:pt x="40252" y="82183"/>
                  </a:cubicBezTo>
                  <a:cubicBezTo>
                    <a:pt x="40222" y="82183"/>
                    <a:pt x="40192" y="82183"/>
                    <a:pt x="40162" y="82183"/>
                  </a:cubicBezTo>
                  <a:close/>
                  <a:moveTo>
                    <a:pt x="40162" y="5412"/>
                  </a:moveTo>
                  <a:cubicBezTo>
                    <a:pt x="20853" y="5412"/>
                    <a:pt x="5199" y="21427"/>
                    <a:pt x="5199" y="41183"/>
                  </a:cubicBezTo>
                  <a:cubicBezTo>
                    <a:pt x="5199" y="60939"/>
                    <a:pt x="20853" y="76955"/>
                    <a:pt x="40162" y="76955"/>
                  </a:cubicBezTo>
                  <a:cubicBezTo>
                    <a:pt x="59471" y="76955"/>
                    <a:pt x="75124" y="60939"/>
                    <a:pt x="75124" y="41183"/>
                  </a:cubicBezTo>
                  <a:cubicBezTo>
                    <a:pt x="75322" y="21378"/>
                    <a:pt x="59790" y="5157"/>
                    <a:pt x="40433" y="4955"/>
                  </a:cubicBezTo>
                  <a:cubicBezTo>
                    <a:pt x="40342" y="4954"/>
                    <a:pt x="40252" y="4953"/>
                    <a:pt x="40162" y="4953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/>
            <p:cNvSpPr/>
            <p:nvPr/>
          </p:nvSpPr>
          <p:spPr>
            <a:xfrm>
              <a:off x="6066237" y="3356172"/>
              <a:ext cx="61139" cy="62554"/>
            </a:xfrm>
            <a:custGeom>
              <a:avLst/>
              <a:gdLst>
                <a:gd name="connsiteX0" fmla="*/ 30570 w 61139"/>
                <a:gd name="connsiteY0" fmla="*/ 62555 h 62554"/>
                <a:gd name="connsiteX1" fmla="*/ 0 w 61139"/>
                <a:gd name="connsiteY1" fmla="*/ 31277 h 62554"/>
                <a:gd name="connsiteX2" fmla="*/ 30570 w 61139"/>
                <a:gd name="connsiteY2" fmla="*/ 0 h 62554"/>
                <a:gd name="connsiteX3" fmla="*/ 61139 w 61139"/>
                <a:gd name="connsiteY3" fmla="*/ 31277 h 62554"/>
                <a:gd name="connsiteX4" fmla="*/ 61139 w 61139"/>
                <a:gd name="connsiteY4" fmla="*/ 31369 h 62554"/>
                <a:gd name="connsiteX5" fmla="*/ 30570 w 61139"/>
                <a:gd name="connsiteY5" fmla="*/ 62555 h 62554"/>
                <a:gd name="connsiteX6" fmla="*/ 30570 w 61139"/>
                <a:gd name="connsiteY6" fmla="*/ 5412 h 62554"/>
                <a:gd name="connsiteX7" fmla="*/ 5199 w 61139"/>
                <a:gd name="connsiteY7" fmla="*/ 31369 h 62554"/>
                <a:gd name="connsiteX8" fmla="*/ 30570 w 61139"/>
                <a:gd name="connsiteY8" fmla="*/ 57326 h 62554"/>
                <a:gd name="connsiteX9" fmla="*/ 55940 w 61139"/>
                <a:gd name="connsiteY9" fmla="*/ 31369 h 62554"/>
                <a:gd name="connsiteX10" fmla="*/ 30570 w 61139"/>
                <a:gd name="connsiteY10" fmla="*/ 5412 h 62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139" h="62554">
                  <a:moveTo>
                    <a:pt x="30570" y="62555"/>
                  </a:moveTo>
                  <a:cubicBezTo>
                    <a:pt x="13686" y="62554"/>
                    <a:pt x="0" y="48551"/>
                    <a:pt x="0" y="31277"/>
                  </a:cubicBezTo>
                  <a:cubicBezTo>
                    <a:pt x="0" y="14003"/>
                    <a:pt x="13687" y="0"/>
                    <a:pt x="30570" y="0"/>
                  </a:cubicBezTo>
                  <a:cubicBezTo>
                    <a:pt x="47453" y="0"/>
                    <a:pt x="61139" y="14003"/>
                    <a:pt x="61139" y="31277"/>
                  </a:cubicBezTo>
                  <a:cubicBezTo>
                    <a:pt x="61139" y="31308"/>
                    <a:pt x="61139" y="31338"/>
                    <a:pt x="61139" y="31369"/>
                  </a:cubicBezTo>
                  <a:cubicBezTo>
                    <a:pt x="61090" y="48607"/>
                    <a:pt x="47418" y="62555"/>
                    <a:pt x="30570" y="62555"/>
                  </a:cubicBezTo>
                  <a:close/>
                  <a:moveTo>
                    <a:pt x="30570" y="5412"/>
                  </a:moveTo>
                  <a:cubicBezTo>
                    <a:pt x="16558" y="5412"/>
                    <a:pt x="5199" y="17033"/>
                    <a:pt x="5199" y="31369"/>
                  </a:cubicBezTo>
                  <a:cubicBezTo>
                    <a:pt x="5199" y="45705"/>
                    <a:pt x="16558" y="57326"/>
                    <a:pt x="30570" y="57326"/>
                  </a:cubicBezTo>
                  <a:cubicBezTo>
                    <a:pt x="44581" y="57326"/>
                    <a:pt x="55940" y="45705"/>
                    <a:pt x="55940" y="31369"/>
                  </a:cubicBezTo>
                  <a:cubicBezTo>
                    <a:pt x="55940" y="17033"/>
                    <a:pt x="44581" y="5412"/>
                    <a:pt x="30570" y="541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/>
            <p:cNvSpPr/>
            <p:nvPr/>
          </p:nvSpPr>
          <p:spPr>
            <a:xfrm>
              <a:off x="6078337" y="3368555"/>
              <a:ext cx="37025" cy="37881"/>
            </a:xfrm>
            <a:custGeom>
              <a:avLst/>
              <a:gdLst>
                <a:gd name="connsiteX0" fmla="*/ 24565 w 37025"/>
                <a:gd name="connsiteY0" fmla="*/ 37881 h 37881"/>
                <a:gd name="connsiteX1" fmla="*/ 12463 w 37025"/>
                <a:gd name="connsiteY1" fmla="*/ 37881 h 37881"/>
                <a:gd name="connsiteX2" fmla="*/ 9863 w 37025"/>
                <a:gd name="connsiteY2" fmla="*/ 35221 h 37881"/>
                <a:gd name="connsiteX3" fmla="*/ 9863 w 37025"/>
                <a:gd name="connsiteY3" fmla="*/ 27792 h 37881"/>
                <a:gd name="connsiteX4" fmla="*/ 2512 w 37025"/>
                <a:gd name="connsiteY4" fmla="*/ 27792 h 37881"/>
                <a:gd name="connsiteX5" fmla="*/ 0 w 37025"/>
                <a:gd name="connsiteY5" fmla="*/ 25225 h 37881"/>
                <a:gd name="connsiteX6" fmla="*/ 2 w 37025"/>
                <a:gd name="connsiteY6" fmla="*/ 25132 h 37881"/>
                <a:gd name="connsiteX7" fmla="*/ 2 w 37025"/>
                <a:gd name="connsiteY7" fmla="*/ 12749 h 37881"/>
                <a:gd name="connsiteX8" fmla="*/ 2420 w 37025"/>
                <a:gd name="connsiteY8" fmla="*/ 10091 h 37881"/>
                <a:gd name="connsiteX9" fmla="*/ 2512 w 37025"/>
                <a:gd name="connsiteY9" fmla="*/ 10089 h 37881"/>
                <a:gd name="connsiteX10" fmla="*/ 9863 w 37025"/>
                <a:gd name="connsiteY10" fmla="*/ 10089 h 37881"/>
                <a:gd name="connsiteX11" fmla="*/ 9863 w 37025"/>
                <a:gd name="connsiteY11" fmla="*/ 2660 h 37881"/>
                <a:gd name="connsiteX12" fmla="*/ 12463 w 37025"/>
                <a:gd name="connsiteY12" fmla="*/ 0 h 37881"/>
                <a:gd name="connsiteX13" fmla="*/ 24565 w 37025"/>
                <a:gd name="connsiteY13" fmla="*/ 0 h 37881"/>
                <a:gd name="connsiteX14" fmla="*/ 27075 w 37025"/>
                <a:gd name="connsiteY14" fmla="*/ 2660 h 37881"/>
                <a:gd name="connsiteX15" fmla="*/ 27075 w 37025"/>
                <a:gd name="connsiteY15" fmla="*/ 10089 h 37881"/>
                <a:gd name="connsiteX16" fmla="*/ 34426 w 37025"/>
                <a:gd name="connsiteY16" fmla="*/ 10089 h 37881"/>
                <a:gd name="connsiteX17" fmla="*/ 37026 w 37025"/>
                <a:gd name="connsiteY17" fmla="*/ 12749 h 37881"/>
                <a:gd name="connsiteX18" fmla="*/ 37026 w 37025"/>
                <a:gd name="connsiteY18" fmla="*/ 25132 h 37881"/>
                <a:gd name="connsiteX19" fmla="*/ 34426 w 37025"/>
                <a:gd name="connsiteY19" fmla="*/ 27792 h 37881"/>
                <a:gd name="connsiteX20" fmla="*/ 27075 w 37025"/>
                <a:gd name="connsiteY20" fmla="*/ 27792 h 37881"/>
                <a:gd name="connsiteX21" fmla="*/ 27075 w 37025"/>
                <a:gd name="connsiteY21" fmla="*/ 35221 h 37881"/>
                <a:gd name="connsiteX22" fmla="*/ 24565 w 37025"/>
                <a:gd name="connsiteY22" fmla="*/ 37881 h 37881"/>
                <a:gd name="connsiteX23" fmla="*/ 15062 w 37025"/>
                <a:gd name="connsiteY23" fmla="*/ 32928 h 37881"/>
                <a:gd name="connsiteX24" fmla="*/ 22144 w 37025"/>
                <a:gd name="connsiteY24" fmla="*/ 32928 h 37881"/>
                <a:gd name="connsiteX25" fmla="*/ 22144 w 37025"/>
                <a:gd name="connsiteY25" fmla="*/ 25132 h 37881"/>
                <a:gd name="connsiteX26" fmla="*/ 24744 w 37025"/>
                <a:gd name="connsiteY26" fmla="*/ 22472 h 37881"/>
                <a:gd name="connsiteX27" fmla="*/ 32006 w 37025"/>
                <a:gd name="connsiteY27" fmla="*/ 22472 h 37881"/>
                <a:gd name="connsiteX28" fmla="*/ 32006 w 37025"/>
                <a:gd name="connsiteY28" fmla="*/ 15409 h 37881"/>
                <a:gd name="connsiteX29" fmla="*/ 24565 w 37025"/>
                <a:gd name="connsiteY29" fmla="*/ 15409 h 37881"/>
                <a:gd name="connsiteX30" fmla="*/ 22144 w 37025"/>
                <a:gd name="connsiteY30" fmla="*/ 12749 h 37881"/>
                <a:gd name="connsiteX31" fmla="*/ 22144 w 37025"/>
                <a:gd name="connsiteY31" fmla="*/ 5412 h 37881"/>
                <a:gd name="connsiteX32" fmla="*/ 15062 w 37025"/>
                <a:gd name="connsiteY32" fmla="*/ 5412 h 37881"/>
                <a:gd name="connsiteX33" fmla="*/ 15062 w 37025"/>
                <a:gd name="connsiteY33" fmla="*/ 12749 h 37881"/>
                <a:gd name="connsiteX34" fmla="*/ 12463 w 37025"/>
                <a:gd name="connsiteY34" fmla="*/ 15409 h 37881"/>
                <a:gd name="connsiteX35" fmla="*/ 5112 w 37025"/>
                <a:gd name="connsiteY35" fmla="*/ 15409 h 37881"/>
                <a:gd name="connsiteX36" fmla="*/ 5112 w 37025"/>
                <a:gd name="connsiteY36" fmla="*/ 22472 h 37881"/>
                <a:gd name="connsiteX37" fmla="*/ 12463 w 37025"/>
                <a:gd name="connsiteY37" fmla="*/ 22472 h 37881"/>
                <a:gd name="connsiteX38" fmla="*/ 15062 w 37025"/>
                <a:gd name="connsiteY38" fmla="*/ 25132 h 37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7025" h="37881">
                  <a:moveTo>
                    <a:pt x="24565" y="37881"/>
                  </a:moveTo>
                  <a:lnTo>
                    <a:pt x="12463" y="37881"/>
                  </a:lnTo>
                  <a:cubicBezTo>
                    <a:pt x="11027" y="37881"/>
                    <a:pt x="9863" y="36690"/>
                    <a:pt x="9863" y="35221"/>
                  </a:cubicBezTo>
                  <a:lnTo>
                    <a:pt x="9863" y="27792"/>
                  </a:lnTo>
                  <a:lnTo>
                    <a:pt x="2512" y="27792"/>
                  </a:lnTo>
                  <a:cubicBezTo>
                    <a:pt x="1125" y="27793"/>
                    <a:pt x="1" y="26644"/>
                    <a:pt x="0" y="25225"/>
                  </a:cubicBezTo>
                  <a:cubicBezTo>
                    <a:pt x="0" y="25194"/>
                    <a:pt x="1" y="25163"/>
                    <a:pt x="2" y="25132"/>
                  </a:cubicBezTo>
                  <a:lnTo>
                    <a:pt x="2" y="12749"/>
                  </a:lnTo>
                  <a:cubicBezTo>
                    <a:pt x="-48" y="11332"/>
                    <a:pt x="1035" y="10142"/>
                    <a:pt x="2420" y="10091"/>
                  </a:cubicBezTo>
                  <a:cubicBezTo>
                    <a:pt x="2451" y="10090"/>
                    <a:pt x="2481" y="10089"/>
                    <a:pt x="2512" y="10089"/>
                  </a:cubicBezTo>
                  <a:lnTo>
                    <a:pt x="9863" y="10089"/>
                  </a:lnTo>
                  <a:lnTo>
                    <a:pt x="9863" y="2660"/>
                  </a:lnTo>
                  <a:cubicBezTo>
                    <a:pt x="9863" y="1191"/>
                    <a:pt x="11027" y="0"/>
                    <a:pt x="12463" y="0"/>
                  </a:cubicBezTo>
                  <a:lnTo>
                    <a:pt x="24565" y="0"/>
                  </a:lnTo>
                  <a:cubicBezTo>
                    <a:pt x="25966" y="49"/>
                    <a:pt x="27076" y="1226"/>
                    <a:pt x="27075" y="2660"/>
                  </a:cubicBezTo>
                  <a:lnTo>
                    <a:pt x="27075" y="10089"/>
                  </a:lnTo>
                  <a:lnTo>
                    <a:pt x="34426" y="10089"/>
                  </a:lnTo>
                  <a:cubicBezTo>
                    <a:pt x="35862" y="10089"/>
                    <a:pt x="37026" y="11280"/>
                    <a:pt x="37026" y="12749"/>
                  </a:cubicBezTo>
                  <a:lnTo>
                    <a:pt x="37026" y="25132"/>
                  </a:lnTo>
                  <a:cubicBezTo>
                    <a:pt x="37026" y="26601"/>
                    <a:pt x="35862" y="27792"/>
                    <a:pt x="34426" y="27792"/>
                  </a:cubicBezTo>
                  <a:lnTo>
                    <a:pt x="27075" y="27792"/>
                  </a:lnTo>
                  <a:lnTo>
                    <a:pt x="27075" y="35221"/>
                  </a:lnTo>
                  <a:cubicBezTo>
                    <a:pt x="27076" y="36655"/>
                    <a:pt x="25966" y="37832"/>
                    <a:pt x="24565" y="37881"/>
                  </a:cubicBezTo>
                  <a:close/>
                  <a:moveTo>
                    <a:pt x="15062" y="32928"/>
                  </a:moveTo>
                  <a:lnTo>
                    <a:pt x="22144" y="32928"/>
                  </a:lnTo>
                  <a:lnTo>
                    <a:pt x="22144" y="25132"/>
                  </a:lnTo>
                  <a:cubicBezTo>
                    <a:pt x="22144" y="23663"/>
                    <a:pt x="23308" y="22472"/>
                    <a:pt x="24744" y="22472"/>
                  </a:cubicBezTo>
                  <a:lnTo>
                    <a:pt x="32006" y="22472"/>
                  </a:lnTo>
                  <a:lnTo>
                    <a:pt x="32006" y="15409"/>
                  </a:lnTo>
                  <a:lnTo>
                    <a:pt x="24565" y="15409"/>
                  </a:lnTo>
                  <a:cubicBezTo>
                    <a:pt x="23200" y="15313"/>
                    <a:pt x="22141" y="14150"/>
                    <a:pt x="22144" y="12749"/>
                  </a:cubicBezTo>
                  <a:lnTo>
                    <a:pt x="22144" y="5412"/>
                  </a:lnTo>
                  <a:lnTo>
                    <a:pt x="15062" y="5412"/>
                  </a:lnTo>
                  <a:lnTo>
                    <a:pt x="15062" y="12749"/>
                  </a:lnTo>
                  <a:cubicBezTo>
                    <a:pt x="15062" y="14218"/>
                    <a:pt x="13898" y="15409"/>
                    <a:pt x="12463" y="15409"/>
                  </a:cubicBezTo>
                  <a:lnTo>
                    <a:pt x="5112" y="15409"/>
                  </a:lnTo>
                  <a:lnTo>
                    <a:pt x="5112" y="22472"/>
                  </a:lnTo>
                  <a:lnTo>
                    <a:pt x="12463" y="22472"/>
                  </a:lnTo>
                  <a:cubicBezTo>
                    <a:pt x="13898" y="22472"/>
                    <a:pt x="15062" y="23663"/>
                    <a:pt x="15062" y="2513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2450" y="1603538"/>
            <a:ext cx="6694170" cy="1368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6910" y="2078100"/>
            <a:ext cx="581965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6" name="文本框 5"/>
          <p:cNvSpPr txBox="1"/>
          <p:nvPr/>
        </p:nvSpPr>
        <p:spPr>
          <a:xfrm flipH="1">
            <a:off x="946910" y="1812616"/>
            <a:ext cx="2810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552450" y="4758218"/>
            <a:ext cx="6694170" cy="1368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46910" y="5232780"/>
            <a:ext cx="581965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5" name="文本框 14"/>
          <p:cNvSpPr txBox="1"/>
          <p:nvPr/>
        </p:nvSpPr>
        <p:spPr>
          <a:xfrm flipH="1">
            <a:off x="946910" y="4967296"/>
            <a:ext cx="2810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9" name="矩形 8"/>
          <p:cNvSpPr/>
          <p:nvPr/>
        </p:nvSpPr>
        <p:spPr>
          <a:xfrm>
            <a:off x="552450" y="3180878"/>
            <a:ext cx="6694170" cy="1368262"/>
          </a:xfrm>
          <a:prstGeom prst="rect">
            <a:avLst/>
          </a:prstGeom>
          <a:solidFill>
            <a:srgbClr val="09ABAD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6910" y="3655440"/>
            <a:ext cx="581965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1" name="文本框 10"/>
          <p:cNvSpPr txBox="1"/>
          <p:nvPr/>
        </p:nvSpPr>
        <p:spPr>
          <a:xfrm flipH="1">
            <a:off x="946910" y="3389956"/>
            <a:ext cx="2810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7714" y="407964"/>
            <a:ext cx="2915214" cy="523220"/>
            <a:chOff x="217714" y="407964"/>
            <a:chExt cx="2915214" cy="523220"/>
          </a:xfrm>
        </p:grpSpPr>
        <p:sp>
          <p:nvSpPr>
            <p:cNvPr id="3" name="文本框 2"/>
            <p:cNvSpPr txBox="1"/>
            <p:nvPr/>
          </p:nvSpPr>
          <p:spPr>
            <a:xfrm>
              <a:off x="714103" y="407964"/>
              <a:ext cx="2418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2800" b="0" i="0" u="none" strike="noStrike" cap="none" spc="0" normalizeH="0" baseline="0">
                  <a:ln>
                    <a:noFill/>
                  </a:ln>
                  <a:solidFill>
                    <a:srgbClr val="09ABAD"/>
                  </a:solidFill>
                  <a:effectLst/>
                  <a:uLnTx/>
                  <a:uFillTx/>
                  <a:latin typeface="钉钉进步体" panose="00020600040101010101" pitchFamily="18" charset="-122"/>
                  <a:ea typeface="钉钉进步体" panose="00020600040101010101" pitchFamily="18" charset="-122"/>
                </a:defRPr>
              </a:lvl1pPr>
            </a:lstStyle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请添加标题</a:t>
              </a:r>
            </a:p>
          </p:txBody>
        </p:sp>
        <p:sp>
          <p:nvSpPr>
            <p:cNvPr id="7" name="平行四边形 6"/>
            <p:cNvSpPr/>
            <p:nvPr/>
          </p:nvSpPr>
          <p:spPr>
            <a:xfrm>
              <a:off x="217714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383177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>
              <a:off x="548640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03538"/>
            <a:ext cx="4114800" cy="4522942"/>
          </a:xfrm>
          <a:custGeom>
            <a:avLst/>
            <a:gdLst>
              <a:gd name="connsiteX0" fmla="*/ 0 w 4114800"/>
              <a:gd name="connsiteY0" fmla="*/ 0 h 4522942"/>
              <a:gd name="connsiteX1" fmla="*/ 4114800 w 4114800"/>
              <a:gd name="connsiteY1" fmla="*/ 0 h 4522942"/>
              <a:gd name="connsiteX2" fmla="*/ 4114800 w 4114800"/>
              <a:gd name="connsiteY2" fmla="*/ 4522942 h 4522942"/>
              <a:gd name="connsiteX3" fmla="*/ 0 w 4114800"/>
              <a:gd name="connsiteY3" fmla="*/ 4522942 h 4522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4522942">
                <a:moveTo>
                  <a:pt x="0" y="0"/>
                </a:moveTo>
                <a:lnTo>
                  <a:pt x="4114800" y="0"/>
                </a:lnTo>
                <a:lnTo>
                  <a:pt x="4114800" y="4522942"/>
                </a:lnTo>
                <a:lnTo>
                  <a:pt x="0" y="4522942"/>
                </a:lnTo>
                <a:close/>
              </a:path>
            </a:pathLst>
          </a:cu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65965" y="3175672"/>
            <a:ext cx="4875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5400" b="1" spc="6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老年市场调研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65965" y="4051234"/>
            <a:ext cx="5383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单击此处输入你的正文，文字是您思想的提炼，为了最终演示发布的良好效果，请尽量言简意赅的阐述观点。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65965" y="2266783"/>
            <a:ext cx="4131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PART</a:t>
            </a:r>
            <a:r>
              <a:rPr kumimoji="1" lang="zh-CN" altLang="en-US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02</a:t>
            </a:r>
            <a:endParaRPr kumimoji="1" lang="zh-CN" altLang="en-US" sz="5400" dirty="0">
              <a:solidFill>
                <a:srgbClr val="09ABAD"/>
              </a:solidFill>
              <a:effectLst>
                <a:outerShdw blurRad="36322" dist="63500" dir="1800000" algn="tl" rotWithShape="0">
                  <a:srgbClr val="09ABAD">
                    <a:alpha val="46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线连接符 6"/>
          <p:cNvCxnSpPr/>
          <p:nvPr/>
        </p:nvCxnSpPr>
        <p:spPr>
          <a:xfrm>
            <a:off x="5394571" y="4609949"/>
            <a:ext cx="2295835" cy="0"/>
          </a:xfrm>
          <a:prstGeom prst="line">
            <a:avLst/>
          </a:prstGeom>
          <a:ln w="28575">
            <a:solidFill>
              <a:srgbClr val="09AB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形状 8"/>
          <p:cNvSpPr/>
          <p:nvPr/>
        </p:nvSpPr>
        <p:spPr>
          <a:xfrm flipH="1">
            <a:off x="352843" y="0"/>
            <a:ext cx="4362236" cy="6858000"/>
          </a:xfrm>
          <a:custGeom>
            <a:avLst/>
            <a:gdLst>
              <a:gd name="connsiteX0" fmla="*/ 4362236 w 4362236"/>
              <a:gd name="connsiteY0" fmla="*/ 0 h 6858000"/>
              <a:gd name="connsiteX1" fmla="*/ 1290761 w 4362236"/>
              <a:gd name="connsiteY1" fmla="*/ 0 h 6858000"/>
              <a:gd name="connsiteX2" fmla="*/ 0 w 4362236"/>
              <a:gd name="connsiteY2" fmla="*/ 3477454 h 6858000"/>
              <a:gd name="connsiteX3" fmla="*/ 1254791 w 4362236"/>
              <a:gd name="connsiteY3" fmla="*/ 6858000 h 6858000"/>
              <a:gd name="connsiteX4" fmla="*/ 4362236 w 436223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236" h="6858000">
                <a:moveTo>
                  <a:pt x="4362236" y="0"/>
                </a:moveTo>
                <a:lnTo>
                  <a:pt x="1290761" y="0"/>
                </a:lnTo>
                <a:lnTo>
                  <a:pt x="0" y="3477454"/>
                </a:lnTo>
                <a:lnTo>
                  <a:pt x="1254791" y="6858000"/>
                </a:lnTo>
                <a:lnTo>
                  <a:pt x="4362236" y="6858000"/>
                </a:lnTo>
                <a:close/>
              </a:path>
            </a:pathLst>
          </a:custGeom>
          <a:solidFill>
            <a:srgbClr val="09ABAD">
              <a:alpha val="281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29" y="0"/>
            <a:ext cx="4353770" cy="6858000"/>
          </a:xfrm>
          <a:custGeom>
            <a:avLst/>
            <a:gdLst>
              <a:gd name="connsiteX0" fmla="*/ 0 w 4353770"/>
              <a:gd name="connsiteY0" fmla="*/ 0 h 6858000"/>
              <a:gd name="connsiteX1" fmla="*/ 3071475 w 4353770"/>
              <a:gd name="connsiteY1" fmla="*/ 0 h 6858000"/>
              <a:gd name="connsiteX2" fmla="*/ 4353770 w 4353770"/>
              <a:gd name="connsiteY2" fmla="*/ 3454644 h 6858000"/>
              <a:gd name="connsiteX3" fmla="*/ 3090512 w 4353770"/>
              <a:gd name="connsiteY3" fmla="*/ 6858000 h 6858000"/>
              <a:gd name="connsiteX4" fmla="*/ 0 w 435377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3770" h="6858000">
                <a:moveTo>
                  <a:pt x="0" y="0"/>
                </a:moveTo>
                <a:lnTo>
                  <a:pt x="3071475" y="0"/>
                </a:lnTo>
                <a:lnTo>
                  <a:pt x="4353770" y="3454644"/>
                </a:lnTo>
                <a:lnTo>
                  <a:pt x="309051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任意形状 10"/>
          <p:cNvSpPr/>
          <p:nvPr/>
        </p:nvSpPr>
        <p:spPr>
          <a:xfrm flipH="1">
            <a:off x="-11029" y="0"/>
            <a:ext cx="4353769" cy="6858000"/>
          </a:xfrm>
          <a:custGeom>
            <a:avLst/>
            <a:gdLst>
              <a:gd name="connsiteX0" fmla="*/ 4353769 w 4353769"/>
              <a:gd name="connsiteY0" fmla="*/ 0 h 6858000"/>
              <a:gd name="connsiteX1" fmla="*/ 1282294 w 4353769"/>
              <a:gd name="connsiteY1" fmla="*/ 0 h 6858000"/>
              <a:gd name="connsiteX2" fmla="*/ 0 w 4353769"/>
              <a:gd name="connsiteY2" fmla="*/ 3454644 h 6858000"/>
              <a:gd name="connsiteX3" fmla="*/ 1263257 w 4353769"/>
              <a:gd name="connsiteY3" fmla="*/ 6858000 h 6858000"/>
              <a:gd name="connsiteX4" fmla="*/ 4353769 w 4353769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3769" h="6858000">
                <a:moveTo>
                  <a:pt x="4353769" y="0"/>
                </a:moveTo>
                <a:lnTo>
                  <a:pt x="1282294" y="0"/>
                </a:lnTo>
                <a:lnTo>
                  <a:pt x="0" y="3454644"/>
                </a:lnTo>
                <a:lnTo>
                  <a:pt x="1263257" y="6858000"/>
                </a:lnTo>
                <a:lnTo>
                  <a:pt x="4353769" y="6858000"/>
                </a:lnTo>
                <a:close/>
              </a:path>
            </a:pathLst>
          </a:custGeom>
          <a:solidFill>
            <a:srgbClr val="09ABAD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2323"/>
            <a:ext cx="12192000" cy="2628900"/>
          </a:xfrm>
          <a:custGeom>
            <a:avLst/>
            <a:gdLst>
              <a:gd name="connsiteX0" fmla="*/ 0 w 12192000"/>
              <a:gd name="connsiteY0" fmla="*/ 0 h 2628900"/>
              <a:gd name="connsiteX1" fmla="*/ 12192000 w 12192000"/>
              <a:gd name="connsiteY1" fmla="*/ 0 h 2628900"/>
              <a:gd name="connsiteX2" fmla="*/ 12192000 w 12192000"/>
              <a:gd name="connsiteY2" fmla="*/ 2628900 h 2628900"/>
              <a:gd name="connsiteX3" fmla="*/ 0 w 12192000"/>
              <a:gd name="connsiteY3" fmla="*/ 2628900 h 262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628900">
                <a:moveTo>
                  <a:pt x="0" y="0"/>
                </a:moveTo>
                <a:lnTo>
                  <a:pt x="12192000" y="0"/>
                </a:lnTo>
                <a:lnTo>
                  <a:pt x="12192000" y="2628900"/>
                </a:lnTo>
                <a:lnTo>
                  <a:pt x="0" y="262890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649325"/>
            <a:ext cx="12192000" cy="2628900"/>
          </a:xfrm>
          <a:prstGeom prst="rect">
            <a:avLst/>
          </a:prstGeom>
          <a:solidFill>
            <a:srgbClr val="09ABAD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602105" y="3363825"/>
            <a:ext cx="1463040" cy="14630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64030" y="5330751"/>
            <a:ext cx="2739390" cy="10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7" name="文本框 6"/>
          <p:cNvSpPr txBox="1"/>
          <p:nvPr/>
        </p:nvSpPr>
        <p:spPr>
          <a:xfrm flipH="1">
            <a:off x="1764030" y="5065267"/>
            <a:ext cx="211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19" name="椭圆 18"/>
          <p:cNvSpPr/>
          <p:nvPr/>
        </p:nvSpPr>
        <p:spPr>
          <a:xfrm>
            <a:off x="5187381" y="3363825"/>
            <a:ext cx="1463040" cy="14630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349306" y="5330751"/>
            <a:ext cx="2739390" cy="10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21" name="文本框 20"/>
          <p:cNvSpPr txBox="1"/>
          <p:nvPr/>
        </p:nvSpPr>
        <p:spPr>
          <a:xfrm flipH="1">
            <a:off x="5349306" y="5065267"/>
            <a:ext cx="211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23" name="椭圆 22"/>
          <p:cNvSpPr/>
          <p:nvPr/>
        </p:nvSpPr>
        <p:spPr>
          <a:xfrm>
            <a:off x="8772656" y="3363825"/>
            <a:ext cx="1463040" cy="14630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934581" y="5330751"/>
            <a:ext cx="2739390" cy="1030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25" name="文本框 24"/>
          <p:cNvSpPr txBox="1"/>
          <p:nvPr/>
        </p:nvSpPr>
        <p:spPr>
          <a:xfrm flipH="1">
            <a:off x="8934581" y="5065267"/>
            <a:ext cx="211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7714" y="407964"/>
            <a:ext cx="2915214" cy="523220"/>
            <a:chOff x="217714" y="407964"/>
            <a:chExt cx="2915214" cy="523220"/>
          </a:xfrm>
        </p:grpSpPr>
        <p:sp>
          <p:nvSpPr>
            <p:cNvPr id="3" name="文本框 2"/>
            <p:cNvSpPr txBox="1"/>
            <p:nvPr/>
          </p:nvSpPr>
          <p:spPr>
            <a:xfrm>
              <a:off x="714103" y="407964"/>
              <a:ext cx="2418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2800" b="0" i="0" u="none" strike="noStrike" cap="none" spc="0" normalizeH="0" baseline="0">
                  <a:ln>
                    <a:noFill/>
                  </a:ln>
                  <a:solidFill>
                    <a:srgbClr val="09ABAD"/>
                  </a:solidFill>
                  <a:effectLst/>
                  <a:uLnTx/>
                  <a:uFillTx/>
                  <a:latin typeface="钉钉进步体" panose="00020600040101010101" pitchFamily="18" charset="-122"/>
                  <a:ea typeface="钉钉进步体" panose="00020600040101010101" pitchFamily="18" charset="-122"/>
                </a:defRPr>
              </a:lvl1pPr>
            </a:lstStyle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请添加标题</a:t>
              </a:r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217714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383177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>
              <a:off x="548640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</p:grpSp>
      <p:grpSp>
        <p:nvGrpSpPr>
          <p:cNvPr id="11" name="图形 12"/>
          <p:cNvGrpSpPr/>
          <p:nvPr/>
        </p:nvGrpSpPr>
        <p:grpSpPr>
          <a:xfrm>
            <a:off x="5586521" y="3755787"/>
            <a:ext cx="664760" cy="672415"/>
            <a:chOff x="6019873" y="3352859"/>
            <a:chExt cx="149099" cy="150816"/>
          </a:xfrm>
          <a:solidFill>
            <a:srgbClr val="09ABAD"/>
          </a:solidFill>
        </p:grpSpPr>
        <p:sp>
          <p:nvSpPr>
            <p:cNvPr id="12" name="任意形状 11"/>
            <p:cNvSpPr/>
            <p:nvPr/>
          </p:nvSpPr>
          <p:spPr>
            <a:xfrm>
              <a:off x="6060499" y="3390709"/>
              <a:ext cx="34693" cy="5524"/>
            </a:xfrm>
            <a:custGeom>
              <a:avLst/>
              <a:gdLst>
                <a:gd name="connsiteX0" fmla="*/ 32094 w 34693"/>
                <a:gd name="connsiteY0" fmla="*/ 5524 h 5524"/>
                <a:gd name="connsiteX1" fmla="*/ 2600 w 34693"/>
                <a:gd name="connsiteY1" fmla="*/ 5524 h 5524"/>
                <a:gd name="connsiteX2" fmla="*/ 0 w 34693"/>
                <a:gd name="connsiteY2" fmla="*/ 2762 h 5524"/>
                <a:gd name="connsiteX3" fmla="*/ 2600 w 34693"/>
                <a:gd name="connsiteY3" fmla="*/ 0 h 5524"/>
                <a:gd name="connsiteX4" fmla="*/ 32094 w 34693"/>
                <a:gd name="connsiteY4" fmla="*/ 0 h 5524"/>
                <a:gd name="connsiteX5" fmla="*/ 34693 w 34693"/>
                <a:gd name="connsiteY5" fmla="*/ 2762 h 5524"/>
                <a:gd name="connsiteX6" fmla="*/ 32094 w 34693"/>
                <a:gd name="connsiteY6" fmla="*/ 5524 h 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693" h="5524">
                  <a:moveTo>
                    <a:pt x="32094" y="5524"/>
                  </a:moveTo>
                  <a:lnTo>
                    <a:pt x="2600" y="5524"/>
                  </a:lnTo>
                  <a:cubicBezTo>
                    <a:pt x="1164" y="5524"/>
                    <a:pt x="0" y="4288"/>
                    <a:pt x="0" y="2762"/>
                  </a:cubicBezTo>
                  <a:cubicBezTo>
                    <a:pt x="0" y="1237"/>
                    <a:pt x="1164" y="0"/>
                    <a:pt x="2600" y="0"/>
                  </a:cubicBezTo>
                  <a:lnTo>
                    <a:pt x="32094" y="0"/>
                  </a:lnTo>
                  <a:cubicBezTo>
                    <a:pt x="33529" y="0"/>
                    <a:pt x="34693" y="1237"/>
                    <a:pt x="34693" y="2762"/>
                  </a:cubicBezTo>
                  <a:cubicBezTo>
                    <a:pt x="34693" y="4288"/>
                    <a:pt x="33529" y="5524"/>
                    <a:pt x="32094" y="552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6047859" y="3412140"/>
              <a:ext cx="53519" cy="5524"/>
            </a:xfrm>
            <a:custGeom>
              <a:avLst/>
              <a:gdLst>
                <a:gd name="connsiteX0" fmla="*/ 50920 w 53519"/>
                <a:gd name="connsiteY0" fmla="*/ 5524 h 5524"/>
                <a:gd name="connsiteX1" fmla="*/ 2600 w 53519"/>
                <a:gd name="connsiteY1" fmla="*/ 5524 h 5524"/>
                <a:gd name="connsiteX2" fmla="*/ 0 w 53519"/>
                <a:gd name="connsiteY2" fmla="*/ 2762 h 5524"/>
                <a:gd name="connsiteX3" fmla="*/ 2600 w 53519"/>
                <a:gd name="connsiteY3" fmla="*/ 0 h 5524"/>
                <a:gd name="connsiteX4" fmla="*/ 50920 w 53519"/>
                <a:gd name="connsiteY4" fmla="*/ 0 h 5524"/>
                <a:gd name="connsiteX5" fmla="*/ 53519 w 53519"/>
                <a:gd name="connsiteY5" fmla="*/ 2762 h 5524"/>
                <a:gd name="connsiteX6" fmla="*/ 50920 w 53519"/>
                <a:gd name="connsiteY6" fmla="*/ 5524 h 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519" h="5524">
                  <a:moveTo>
                    <a:pt x="50920" y="5524"/>
                  </a:moveTo>
                  <a:lnTo>
                    <a:pt x="2600" y="5524"/>
                  </a:lnTo>
                  <a:cubicBezTo>
                    <a:pt x="1164" y="5524"/>
                    <a:pt x="0" y="4288"/>
                    <a:pt x="0" y="2762"/>
                  </a:cubicBezTo>
                  <a:cubicBezTo>
                    <a:pt x="0" y="1237"/>
                    <a:pt x="1164" y="0"/>
                    <a:pt x="2600" y="0"/>
                  </a:cubicBezTo>
                  <a:lnTo>
                    <a:pt x="50920" y="0"/>
                  </a:lnTo>
                  <a:cubicBezTo>
                    <a:pt x="52355" y="0"/>
                    <a:pt x="53519" y="1237"/>
                    <a:pt x="53519" y="2762"/>
                  </a:cubicBezTo>
                  <a:cubicBezTo>
                    <a:pt x="53519" y="4288"/>
                    <a:pt x="52355" y="5524"/>
                    <a:pt x="50920" y="552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/>
            <p:cNvSpPr/>
            <p:nvPr/>
          </p:nvSpPr>
          <p:spPr>
            <a:xfrm>
              <a:off x="6047859" y="3433667"/>
              <a:ext cx="85881" cy="5524"/>
            </a:xfrm>
            <a:custGeom>
              <a:avLst/>
              <a:gdLst>
                <a:gd name="connsiteX0" fmla="*/ 83282 w 85881"/>
                <a:gd name="connsiteY0" fmla="*/ 5524 h 5524"/>
                <a:gd name="connsiteX1" fmla="*/ 2600 w 85881"/>
                <a:gd name="connsiteY1" fmla="*/ 5524 h 5524"/>
                <a:gd name="connsiteX2" fmla="*/ 0 w 85881"/>
                <a:gd name="connsiteY2" fmla="*/ 2762 h 5524"/>
                <a:gd name="connsiteX3" fmla="*/ 2600 w 85881"/>
                <a:gd name="connsiteY3" fmla="*/ 0 h 5524"/>
                <a:gd name="connsiteX4" fmla="*/ 83282 w 85881"/>
                <a:gd name="connsiteY4" fmla="*/ 0 h 5524"/>
                <a:gd name="connsiteX5" fmla="*/ 85882 w 85881"/>
                <a:gd name="connsiteY5" fmla="*/ 2762 h 5524"/>
                <a:gd name="connsiteX6" fmla="*/ 83282 w 85881"/>
                <a:gd name="connsiteY6" fmla="*/ 5524 h 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881" h="5524">
                  <a:moveTo>
                    <a:pt x="83282" y="5524"/>
                  </a:moveTo>
                  <a:lnTo>
                    <a:pt x="2600" y="5524"/>
                  </a:lnTo>
                  <a:cubicBezTo>
                    <a:pt x="1164" y="5524"/>
                    <a:pt x="0" y="4288"/>
                    <a:pt x="0" y="2762"/>
                  </a:cubicBezTo>
                  <a:cubicBezTo>
                    <a:pt x="0" y="1237"/>
                    <a:pt x="1164" y="0"/>
                    <a:pt x="2600" y="0"/>
                  </a:cubicBezTo>
                  <a:lnTo>
                    <a:pt x="83282" y="0"/>
                  </a:lnTo>
                  <a:cubicBezTo>
                    <a:pt x="84718" y="0"/>
                    <a:pt x="85882" y="1237"/>
                    <a:pt x="85882" y="2762"/>
                  </a:cubicBezTo>
                  <a:cubicBezTo>
                    <a:pt x="85882" y="4288"/>
                    <a:pt x="84718" y="5524"/>
                    <a:pt x="83282" y="552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/>
            <p:cNvSpPr/>
            <p:nvPr/>
          </p:nvSpPr>
          <p:spPr>
            <a:xfrm>
              <a:off x="6055120" y="3455098"/>
              <a:ext cx="71359" cy="5524"/>
            </a:xfrm>
            <a:custGeom>
              <a:avLst/>
              <a:gdLst>
                <a:gd name="connsiteX0" fmla="*/ 68759 w 71359"/>
                <a:gd name="connsiteY0" fmla="*/ 5524 h 5524"/>
                <a:gd name="connsiteX1" fmla="*/ 2600 w 71359"/>
                <a:gd name="connsiteY1" fmla="*/ 5524 h 5524"/>
                <a:gd name="connsiteX2" fmla="*/ 0 w 71359"/>
                <a:gd name="connsiteY2" fmla="*/ 2762 h 5524"/>
                <a:gd name="connsiteX3" fmla="*/ 2600 w 71359"/>
                <a:gd name="connsiteY3" fmla="*/ 0 h 5524"/>
                <a:gd name="connsiteX4" fmla="*/ 68759 w 71359"/>
                <a:gd name="connsiteY4" fmla="*/ 0 h 5524"/>
                <a:gd name="connsiteX5" fmla="*/ 71359 w 71359"/>
                <a:gd name="connsiteY5" fmla="*/ 2762 h 5524"/>
                <a:gd name="connsiteX6" fmla="*/ 68759 w 71359"/>
                <a:gd name="connsiteY6" fmla="*/ 5524 h 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359" h="5524">
                  <a:moveTo>
                    <a:pt x="68759" y="5524"/>
                  </a:moveTo>
                  <a:lnTo>
                    <a:pt x="2600" y="5524"/>
                  </a:lnTo>
                  <a:cubicBezTo>
                    <a:pt x="1164" y="5524"/>
                    <a:pt x="0" y="4288"/>
                    <a:pt x="0" y="2762"/>
                  </a:cubicBezTo>
                  <a:cubicBezTo>
                    <a:pt x="0" y="1237"/>
                    <a:pt x="1164" y="0"/>
                    <a:pt x="2600" y="0"/>
                  </a:cubicBezTo>
                  <a:lnTo>
                    <a:pt x="68759" y="0"/>
                  </a:lnTo>
                  <a:cubicBezTo>
                    <a:pt x="70195" y="0"/>
                    <a:pt x="71359" y="1237"/>
                    <a:pt x="71359" y="2762"/>
                  </a:cubicBezTo>
                  <a:cubicBezTo>
                    <a:pt x="71359" y="4288"/>
                    <a:pt x="70195" y="5524"/>
                    <a:pt x="68759" y="552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形状 15"/>
            <p:cNvSpPr/>
            <p:nvPr/>
          </p:nvSpPr>
          <p:spPr>
            <a:xfrm>
              <a:off x="6019873" y="3352859"/>
              <a:ext cx="141748" cy="150816"/>
            </a:xfrm>
            <a:custGeom>
              <a:avLst/>
              <a:gdLst>
                <a:gd name="connsiteX0" fmla="*/ 70837 w 141748"/>
                <a:gd name="connsiteY0" fmla="*/ 150817 h 150816"/>
                <a:gd name="connsiteX1" fmla="*/ 46184 w 141748"/>
                <a:gd name="connsiteY1" fmla="*/ 146054 h 150816"/>
                <a:gd name="connsiteX2" fmla="*/ 35247 w 141748"/>
                <a:gd name="connsiteY2" fmla="*/ 145007 h 150816"/>
                <a:gd name="connsiteX3" fmla="*/ 2885 w 141748"/>
                <a:gd name="connsiteY3" fmla="*/ 150722 h 150816"/>
                <a:gd name="connsiteX4" fmla="*/ 375 w 141748"/>
                <a:gd name="connsiteY4" fmla="*/ 149579 h 150816"/>
                <a:gd name="connsiteX5" fmla="*/ 375 w 141748"/>
                <a:gd name="connsiteY5" fmla="*/ 146721 h 150816"/>
                <a:gd name="connsiteX6" fmla="*/ 7905 w 141748"/>
                <a:gd name="connsiteY6" fmla="*/ 133386 h 150816"/>
                <a:gd name="connsiteX7" fmla="*/ 8891 w 141748"/>
                <a:gd name="connsiteY7" fmla="*/ 111860 h 150816"/>
                <a:gd name="connsiteX8" fmla="*/ 37031 w 141748"/>
                <a:gd name="connsiteY8" fmla="*/ 9309 h 150816"/>
                <a:gd name="connsiteX9" fmla="*/ 86436 w 141748"/>
                <a:gd name="connsiteY9" fmla="*/ 1751 h 150816"/>
                <a:gd name="connsiteX10" fmla="*/ 88432 w 141748"/>
                <a:gd name="connsiteY10" fmla="*/ 4869 h 150816"/>
                <a:gd name="connsiteX11" fmla="*/ 88408 w 141748"/>
                <a:gd name="connsiteY11" fmla="*/ 4989 h 150816"/>
                <a:gd name="connsiteX12" fmla="*/ 85473 w 141748"/>
                <a:gd name="connsiteY12" fmla="*/ 7110 h 150816"/>
                <a:gd name="connsiteX13" fmla="*/ 85360 w 141748"/>
                <a:gd name="connsiteY13" fmla="*/ 7085 h 150816"/>
                <a:gd name="connsiteX14" fmla="*/ 65459 w 141748"/>
                <a:gd name="connsiteY14" fmla="*/ 5656 h 150816"/>
                <a:gd name="connsiteX15" fmla="*/ 5342 w 141748"/>
                <a:gd name="connsiteY15" fmla="*/ 81303 h 150816"/>
                <a:gd name="connsiteX16" fmla="*/ 13284 w 141748"/>
                <a:gd name="connsiteY16" fmla="*/ 109193 h 150816"/>
                <a:gd name="connsiteX17" fmla="*/ 12119 w 141748"/>
                <a:gd name="connsiteY17" fmla="*/ 136339 h 150816"/>
                <a:gd name="connsiteX18" fmla="*/ 7367 w 141748"/>
                <a:gd name="connsiteY18" fmla="*/ 144530 h 150816"/>
                <a:gd name="connsiteX19" fmla="*/ 34261 w 141748"/>
                <a:gd name="connsiteY19" fmla="*/ 139577 h 150816"/>
                <a:gd name="connsiteX20" fmla="*/ 47977 w 141748"/>
                <a:gd name="connsiteY20" fmla="*/ 140911 h 150816"/>
                <a:gd name="connsiteX21" fmla="*/ 75589 w 141748"/>
                <a:gd name="connsiteY21" fmla="*/ 145102 h 150816"/>
                <a:gd name="connsiteX22" fmla="*/ 136549 w 141748"/>
                <a:gd name="connsiteY22" fmla="*/ 80999 h 150816"/>
                <a:gd name="connsiteX23" fmla="*/ 136549 w 141748"/>
                <a:gd name="connsiteY23" fmla="*/ 74141 h 150816"/>
                <a:gd name="connsiteX24" fmla="*/ 139059 w 141748"/>
                <a:gd name="connsiteY24" fmla="*/ 71283 h 150816"/>
                <a:gd name="connsiteX25" fmla="*/ 141748 w 141748"/>
                <a:gd name="connsiteY25" fmla="*/ 74045 h 150816"/>
                <a:gd name="connsiteX26" fmla="*/ 141748 w 141748"/>
                <a:gd name="connsiteY26" fmla="*/ 81475 h 150816"/>
                <a:gd name="connsiteX27" fmla="*/ 76037 w 141748"/>
                <a:gd name="connsiteY27" fmla="*/ 150626 h 15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41748" h="150816">
                  <a:moveTo>
                    <a:pt x="70837" y="150817"/>
                  </a:moveTo>
                  <a:cubicBezTo>
                    <a:pt x="62417" y="150813"/>
                    <a:pt x="54067" y="149200"/>
                    <a:pt x="46184" y="146054"/>
                  </a:cubicBezTo>
                  <a:cubicBezTo>
                    <a:pt x="42701" y="144632"/>
                    <a:pt x="38914" y="144269"/>
                    <a:pt x="35247" y="145007"/>
                  </a:cubicBezTo>
                  <a:cubicBezTo>
                    <a:pt x="17946" y="148531"/>
                    <a:pt x="3064" y="150722"/>
                    <a:pt x="2885" y="150722"/>
                  </a:cubicBezTo>
                  <a:cubicBezTo>
                    <a:pt x="1909" y="150900"/>
                    <a:pt x="926" y="150452"/>
                    <a:pt x="375" y="149579"/>
                  </a:cubicBezTo>
                  <a:cubicBezTo>
                    <a:pt x="-125" y="148700"/>
                    <a:pt x="-125" y="147600"/>
                    <a:pt x="375" y="146721"/>
                  </a:cubicBezTo>
                  <a:cubicBezTo>
                    <a:pt x="2437" y="142721"/>
                    <a:pt x="4947" y="138244"/>
                    <a:pt x="7905" y="133386"/>
                  </a:cubicBezTo>
                  <a:cubicBezTo>
                    <a:pt x="11967" y="126961"/>
                    <a:pt x="12347" y="118674"/>
                    <a:pt x="8891" y="111860"/>
                  </a:cubicBezTo>
                  <a:cubicBezTo>
                    <a:pt x="-9991" y="75285"/>
                    <a:pt x="2608" y="29371"/>
                    <a:pt x="37031" y="9309"/>
                  </a:cubicBezTo>
                  <a:cubicBezTo>
                    <a:pt x="52098" y="528"/>
                    <a:pt x="69649" y="-2158"/>
                    <a:pt x="86436" y="1751"/>
                  </a:cubicBezTo>
                  <a:cubicBezTo>
                    <a:pt x="87798" y="2026"/>
                    <a:pt x="88692" y="3422"/>
                    <a:pt x="88432" y="4869"/>
                  </a:cubicBezTo>
                  <a:cubicBezTo>
                    <a:pt x="88425" y="4909"/>
                    <a:pt x="88417" y="4949"/>
                    <a:pt x="88408" y="4989"/>
                  </a:cubicBezTo>
                  <a:cubicBezTo>
                    <a:pt x="88149" y="6436"/>
                    <a:pt x="86835" y="7386"/>
                    <a:pt x="85473" y="7110"/>
                  </a:cubicBezTo>
                  <a:cubicBezTo>
                    <a:pt x="85435" y="7103"/>
                    <a:pt x="85398" y="7094"/>
                    <a:pt x="85360" y="7085"/>
                  </a:cubicBezTo>
                  <a:cubicBezTo>
                    <a:pt x="78830" y="5558"/>
                    <a:pt x="72122" y="5077"/>
                    <a:pt x="65459" y="5656"/>
                  </a:cubicBezTo>
                  <a:cubicBezTo>
                    <a:pt x="29197" y="8907"/>
                    <a:pt x="2282" y="42775"/>
                    <a:pt x="5342" y="81303"/>
                  </a:cubicBezTo>
                  <a:cubicBezTo>
                    <a:pt x="6119" y="91089"/>
                    <a:pt x="8825" y="100591"/>
                    <a:pt x="13284" y="109193"/>
                  </a:cubicBezTo>
                  <a:cubicBezTo>
                    <a:pt x="17669" y="117770"/>
                    <a:pt x="17220" y="128222"/>
                    <a:pt x="12119" y="136339"/>
                  </a:cubicBezTo>
                  <a:cubicBezTo>
                    <a:pt x="10326" y="139196"/>
                    <a:pt x="8802" y="141959"/>
                    <a:pt x="7367" y="144530"/>
                  </a:cubicBezTo>
                  <a:cubicBezTo>
                    <a:pt x="13194" y="143578"/>
                    <a:pt x="23235" y="141768"/>
                    <a:pt x="34261" y="139577"/>
                  </a:cubicBezTo>
                  <a:cubicBezTo>
                    <a:pt x="38861" y="138649"/>
                    <a:pt x="43613" y="139111"/>
                    <a:pt x="47977" y="140911"/>
                  </a:cubicBezTo>
                  <a:cubicBezTo>
                    <a:pt x="56780" y="144444"/>
                    <a:pt x="66207" y="145875"/>
                    <a:pt x="75589" y="145102"/>
                  </a:cubicBezTo>
                  <a:cubicBezTo>
                    <a:pt x="107958" y="142517"/>
                    <a:pt x="133781" y="115362"/>
                    <a:pt x="136549" y="80999"/>
                  </a:cubicBezTo>
                  <a:cubicBezTo>
                    <a:pt x="136549" y="78713"/>
                    <a:pt x="136549" y="76427"/>
                    <a:pt x="136549" y="74141"/>
                  </a:cubicBezTo>
                  <a:cubicBezTo>
                    <a:pt x="136546" y="72634"/>
                    <a:pt x="137644" y="71383"/>
                    <a:pt x="139059" y="71283"/>
                  </a:cubicBezTo>
                  <a:cubicBezTo>
                    <a:pt x="140492" y="71329"/>
                    <a:pt x="141656" y="72525"/>
                    <a:pt x="141748" y="74045"/>
                  </a:cubicBezTo>
                  <a:cubicBezTo>
                    <a:pt x="141748" y="76522"/>
                    <a:pt x="141748" y="78998"/>
                    <a:pt x="141748" y="81475"/>
                  </a:cubicBezTo>
                  <a:cubicBezTo>
                    <a:pt x="138843" y="118565"/>
                    <a:pt x="110971" y="147895"/>
                    <a:pt x="76037" y="15062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形状 25"/>
            <p:cNvSpPr/>
            <p:nvPr/>
          </p:nvSpPr>
          <p:spPr>
            <a:xfrm>
              <a:off x="6102454" y="3354228"/>
              <a:ext cx="66518" cy="70675"/>
            </a:xfrm>
            <a:custGeom>
              <a:avLst/>
              <a:gdLst>
                <a:gd name="connsiteX0" fmla="*/ 33259 w 66518"/>
                <a:gd name="connsiteY0" fmla="*/ 70676 h 70675"/>
                <a:gd name="connsiteX1" fmla="*/ 0 w 66518"/>
                <a:gd name="connsiteY1" fmla="*/ 35338 h 70675"/>
                <a:gd name="connsiteX2" fmla="*/ 33259 w 66518"/>
                <a:gd name="connsiteY2" fmla="*/ 0 h 70675"/>
                <a:gd name="connsiteX3" fmla="*/ 66518 w 66518"/>
                <a:gd name="connsiteY3" fmla="*/ 35338 h 70675"/>
                <a:gd name="connsiteX4" fmla="*/ 33259 w 66518"/>
                <a:gd name="connsiteY4" fmla="*/ 70676 h 70675"/>
                <a:gd name="connsiteX5" fmla="*/ 33259 w 66518"/>
                <a:gd name="connsiteY5" fmla="*/ 5429 h 70675"/>
                <a:gd name="connsiteX6" fmla="*/ 5020 w 66518"/>
                <a:gd name="connsiteY6" fmla="*/ 35242 h 70675"/>
                <a:gd name="connsiteX7" fmla="*/ 33080 w 66518"/>
                <a:gd name="connsiteY7" fmla="*/ 65246 h 70675"/>
                <a:gd name="connsiteX8" fmla="*/ 61318 w 66518"/>
                <a:gd name="connsiteY8" fmla="*/ 35433 h 70675"/>
                <a:gd name="connsiteX9" fmla="*/ 61319 w 66518"/>
                <a:gd name="connsiteY9" fmla="*/ 35338 h 70675"/>
                <a:gd name="connsiteX10" fmla="*/ 33259 w 66518"/>
                <a:gd name="connsiteY10" fmla="*/ 5429 h 7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518" h="70675">
                  <a:moveTo>
                    <a:pt x="33259" y="70676"/>
                  </a:moveTo>
                  <a:cubicBezTo>
                    <a:pt x="14891" y="70676"/>
                    <a:pt x="0" y="54854"/>
                    <a:pt x="0" y="35338"/>
                  </a:cubicBezTo>
                  <a:cubicBezTo>
                    <a:pt x="0" y="15821"/>
                    <a:pt x="14891" y="0"/>
                    <a:pt x="33259" y="0"/>
                  </a:cubicBezTo>
                  <a:cubicBezTo>
                    <a:pt x="51628" y="0"/>
                    <a:pt x="66518" y="15821"/>
                    <a:pt x="66518" y="35338"/>
                  </a:cubicBezTo>
                  <a:cubicBezTo>
                    <a:pt x="66469" y="54833"/>
                    <a:pt x="51607" y="70623"/>
                    <a:pt x="33259" y="70676"/>
                  </a:cubicBezTo>
                  <a:close/>
                  <a:moveTo>
                    <a:pt x="33259" y="5429"/>
                  </a:moveTo>
                  <a:cubicBezTo>
                    <a:pt x="17713" y="5377"/>
                    <a:pt x="5070" y="18724"/>
                    <a:pt x="5020" y="35242"/>
                  </a:cubicBezTo>
                  <a:cubicBezTo>
                    <a:pt x="4971" y="51760"/>
                    <a:pt x="17533" y="65193"/>
                    <a:pt x="33080" y="65246"/>
                  </a:cubicBezTo>
                  <a:cubicBezTo>
                    <a:pt x="48626" y="65299"/>
                    <a:pt x="61269" y="51951"/>
                    <a:pt x="61318" y="35433"/>
                  </a:cubicBezTo>
                  <a:cubicBezTo>
                    <a:pt x="61319" y="35401"/>
                    <a:pt x="61319" y="35369"/>
                    <a:pt x="61319" y="35338"/>
                  </a:cubicBezTo>
                  <a:cubicBezTo>
                    <a:pt x="61270" y="18878"/>
                    <a:pt x="48750" y="5534"/>
                    <a:pt x="33259" y="5429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/>
            <p:cNvSpPr/>
            <p:nvPr/>
          </p:nvSpPr>
          <p:spPr>
            <a:xfrm>
              <a:off x="6031723" y="3365464"/>
              <a:ext cx="118062" cy="125544"/>
            </a:xfrm>
            <a:custGeom>
              <a:avLst/>
              <a:gdLst>
                <a:gd name="connsiteX0" fmla="*/ 59077 w 118062"/>
                <a:gd name="connsiteY0" fmla="*/ 125543 h 125544"/>
                <a:gd name="connsiteX1" fmla="*/ 0 w 118062"/>
                <a:gd name="connsiteY1" fmla="*/ 62773 h 125544"/>
                <a:gd name="connsiteX2" fmla="*/ 59077 w 118062"/>
                <a:gd name="connsiteY2" fmla="*/ 3 h 125544"/>
                <a:gd name="connsiteX3" fmla="*/ 64725 w 118062"/>
                <a:gd name="connsiteY3" fmla="*/ 3 h 125544"/>
                <a:gd name="connsiteX4" fmla="*/ 67449 w 118062"/>
                <a:gd name="connsiteY4" fmla="*/ 2627 h 125544"/>
                <a:gd name="connsiteX5" fmla="*/ 64980 w 118062"/>
                <a:gd name="connsiteY5" fmla="*/ 5521 h 125544"/>
                <a:gd name="connsiteX6" fmla="*/ 64187 w 118062"/>
                <a:gd name="connsiteY6" fmla="*/ 5433 h 125544"/>
                <a:gd name="connsiteX7" fmla="*/ 59077 w 118062"/>
                <a:gd name="connsiteY7" fmla="*/ 5433 h 125544"/>
                <a:gd name="connsiteX8" fmla="*/ 5533 w 118062"/>
                <a:gd name="connsiteY8" fmla="*/ 62841 h 125544"/>
                <a:gd name="connsiteX9" fmla="*/ 59564 w 118062"/>
                <a:gd name="connsiteY9" fmla="*/ 119731 h 125544"/>
                <a:gd name="connsiteX10" fmla="*/ 112866 w 118062"/>
                <a:gd name="connsiteY10" fmla="*/ 68012 h 125544"/>
                <a:gd name="connsiteX11" fmla="*/ 115335 w 118062"/>
                <a:gd name="connsiteY11" fmla="*/ 65118 h 125544"/>
                <a:gd name="connsiteX12" fmla="*/ 118059 w 118062"/>
                <a:gd name="connsiteY12" fmla="*/ 67741 h 125544"/>
                <a:gd name="connsiteX13" fmla="*/ 117976 w 118062"/>
                <a:gd name="connsiteY13" fmla="*/ 68583 h 125544"/>
                <a:gd name="connsiteX14" fmla="*/ 59077 w 118062"/>
                <a:gd name="connsiteY14" fmla="*/ 125543 h 12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062" h="125544">
                  <a:moveTo>
                    <a:pt x="59077" y="125543"/>
                  </a:moveTo>
                  <a:cubicBezTo>
                    <a:pt x="26450" y="125543"/>
                    <a:pt x="0" y="97440"/>
                    <a:pt x="0" y="62773"/>
                  </a:cubicBezTo>
                  <a:cubicBezTo>
                    <a:pt x="0" y="28106"/>
                    <a:pt x="26450" y="3"/>
                    <a:pt x="59077" y="3"/>
                  </a:cubicBezTo>
                  <a:cubicBezTo>
                    <a:pt x="60990" y="3"/>
                    <a:pt x="62872" y="3"/>
                    <a:pt x="64725" y="3"/>
                  </a:cubicBezTo>
                  <a:cubicBezTo>
                    <a:pt x="66159" y="-71"/>
                    <a:pt x="67379" y="1103"/>
                    <a:pt x="67449" y="2627"/>
                  </a:cubicBezTo>
                  <a:cubicBezTo>
                    <a:pt x="67519" y="4151"/>
                    <a:pt x="66414" y="5447"/>
                    <a:pt x="64980" y="5521"/>
                  </a:cubicBezTo>
                  <a:cubicBezTo>
                    <a:pt x="64713" y="5535"/>
                    <a:pt x="64446" y="5505"/>
                    <a:pt x="64187" y="5433"/>
                  </a:cubicBezTo>
                  <a:cubicBezTo>
                    <a:pt x="62485" y="5338"/>
                    <a:pt x="60780" y="5338"/>
                    <a:pt x="59077" y="5433"/>
                  </a:cubicBezTo>
                  <a:cubicBezTo>
                    <a:pt x="29371" y="5575"/>
                    <a:pt x="5399" y="31278"/>
                    <a:pt x="5533" y="62841"/>
                  </a:cubicBezTo>
                  <a:cubicBezTo>
                    <a:pt x="5667" y="94403"/>
                    <a:pt x="29858" y="119874"/>
                    <a:pt x="59564" y="119731"/>
                  </a:cubicBezTo>
                  <a:cubicBezTo>
                    <a:pt x="87197" y="119599"/>
                    <a:pt x="110240" y="97240"/>
                    <a:pt x="112866" y="68012"/>
                  </a:cubicBezTo>
                  <a:cubicBezTo>
                    <a:pt x="112795" y="66488"/>
                    <a:pt x="113901" y="65192"/>
                    <a:pt x="115335" y="65118"/>
                  </a:cubicBezTo>
                  <a:cubicBezTo>
                    <a:pt x="116769" y="65043"/>
                    <a:pt x="117989" y="66218"/>
                    <a:pt x="118059" y="67741"/>
                  </a:cubicBezTo>
                  <a:cubicBezTo>
                    <a:pt x="118072" y="68025"/>
                    <a:pt x="118044" y="68309"/>
                    <a:pt x="117976" y="68583"/>
                  </a:cubicBezTo>
                  <a:cubicBezTo>
                    <a:pt x="115313" y="100977"/>
                    <a:pt x="89681" y="125765"/>
                    <a:pt x="59077" y="125543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/>
            <p:cNvSpPr/>
            <p:nvPr/>
          </p:nvSpPr>
          <p:spPr>
            <a:xfrm>
              <a:off x="6116706" y="3369181"/>
              <a:ext cx="38011" cy="40768"/>
            </a:xfrm>
            <a:custGeom>
              <a:avLst/>
              <a:gdLst>
                <a:gd name="connsiteX0" fmla="*/ 25999 w 38011"/>
                <a:gd name="connsiteY0" fmla="*/ 40769 h 40768"/>
                <a:gd name="connsiteX1" fmla="*/ 11925 w 38011"/>
                <a:gd name="connsiteY1" fmla="*/ 40769 h 40768"/>
                <a:gd name="connsiteX2" fmla="*/ 9325 w 38011"/>
                <a:gd name="connsiteY2" fmla="*/ 38006 h 40768"/>
                <a:gd name="connsiteX3" fmla="*/ 9325 w 38011"/>
                <a:gd name="connsiteY3" fmla="*/ 30577 h 40768"/>
                <a:gd name="connsiteX4" fmla="*/ 2512 w 38011"/>
                <a:gd name="connsiteY4" fmla="*/ 30577 h 40768"/>
                <a:gd name="connsiteX5" fmla="*/ 0 w 38011"/>
                <a:gd name="connsiteY5" fmla="*/ 27912 h 40768"/>
                <a:gd name="connsiteX6" fmla="*/ 2 w 38011"/>
                <a:gd name="connsiteY6" fmla="*/ 27815 h 40768"/>
                <a:gd name="connsiteX7" fmla="*/ 2 w 38011"/>
                <a:gd name="connsiteY7" fmla="*/ 12860 h 40768"/>
                <a:gd name="connsiteX8" fmla="*/ 2420 w 38011"/>
                <a:gd name="connsiteY8" fmla="*/ 10100 h 40768"/>
                <a:gd name="connsiteX9" fmla="*/ 2512 w 38011"/>
                <a:gd name="connsiteY9" fmla="*/ 10098 h 40768"/>
                <a:gd name="connsiteX10" fmla="*/ 9325 w 38011"/>
                <a:gd name="connsiteY10" fmla="*/ 10098 h 40768"/>
                <a:gd name="connsiteX11" fmla="*/ 9325 w 38011"/>
                <a:gd name="connsiteY11" fmla="*/ 2669 h 40768"/>
                <a:gd name="connsiteX12" fmla="*/ 11833 w 38011"/>
                <a:gd name="connsiteY12" fmla="*/ 0 h 40768"/>
                <a:gd name="connsiteX13" fmla="*/ 11925 w 38011"/>
                <a:gd name="connsiteY13" fmla="*/ 2 h 40768"/>
                <a:gd name="connsiteX14" fmla="*/ 25999 w 38011"/>
                <a:gd name="connsiteY14" fmla="*/ 2 h 40768"/>
                <a:gd name="connsiteX15" fmla="*/ 28597 w 38011"/>
                <a:gd name="connsiteY15" fmla="*/ 2572 h 40768"/>
                <a:gd name="connsiteX16" fmla="*/ 28599 w 38011"/>
                <a:gd name="connsiteY16" fmla="*/ 2669 h 40768"/>
                <a:gd name="connsiteX17" fmla="*/ 28599 w 38011"/>
                <a:gd name="connsiteY17" fmla="*/ 9908 h 40768"/>
                <a:gd name="connsiteX18" fmla="*/ 35412 w 38011"/>
                <a:gd name="connsiteY18" fmla="*/ 9908 h 40768"/>
                <a:gd name="connsiteX19" fmla="*/ 38012 w 38011"/>
                <a:gd name="connsiteY19" fmla="*/ 12670 h 40768"/>
                <a:gd name="connsiteX20" fmla="*/ 38012 w 38011"/>
                <a:gd name="connsiteY20" fmla="*/ 27815 h 40768"/>
                <a:gd name="connsiteX21" fmla="*/ 35412 w 38011"/>
                <a:gd name="connsiteY21" fmla="*/ 30577 h 40768"/>
                <a:gd name="connsiteX22" fmla="*/ 28599 w 38011"/>
                <a:gd name="connsiteY22" fmla="*/ 30577 h 40768"/>
                <a:gd name="connsiteX23" fmla="*/ 28599 w 38011"/>
                <a:gd name="connsiteY23" fmla="*/ 37816 h 40768"/>
                <a:gd name="connsiteX24" fmla="*/ 26185 w 38011"/>
                <a:gd name="connsiteY24" fmla="*/ 40762 h 40768"/>
                <a:gd name="connsiteX25" fmla="*/ 25999 w 38011"/>
                <a:gd name="connsiteY25" fmla="*/ 40769 h 40768"/>
                <a:gd name="connsiteX26" fmla="*/ 14524 w 38011"/>
                <a:gd name="connsiteY26" fmla="*/ 35054 h 40768"/>
                <a:gd name="connsiteX27" fmla="*/ 23489 w 38011"/>
                <a:gd name="connsiteY27" fmla="*/ 35054 h 40768"/>
                <a:gd name="connsiteX28" fmla="*/ 23489 w 38011"/>
                <a:gd name="connsiteY28" fmla="*/ 27815 h 40768"/>
                <a:gd name="connsiteX29" fmla="*/ 25817 w 38011"/>
                <a:gd name="connsiteY29" fmla="*/ 25148 h 40768"/>
                <a:gd name="connsiteX30" fmla="*/ 25999 w 38011"/>
                <a:gd name="connsiteY30" fmla="*/ 25148 h 40768"/>
                <a:gd name="connsiteX31" fmla="*/ 32812 w 38011"/>
                <a:gd name="connsiteY31" fmla="*/ 25148 h 40768"/>
                <a:gd name="connsiteX32" fmla="*/ 32812 w 38011"/>
                <a:gd name="connsiteY32" fmla="*/ 15623 h 40768"/>
                <a:gd name="connsiteX33" fmla="*/ 25999 w 38011"/>
                <a:gd name="connsiteY33" fmla="*/ 15623 h 40768"/>
                <a:gd name="connsiteX34" fmla="*/ 23488 w 38011"/>
                <a:gd name="connsiteY34" fmla="*/ 12957 h 40768"/>
                <a:gd name="connsiteX35" fmla="*/ 23489 w 38011"/>
                <a:gd name="connsiteY35" fmla="*/ 12860 h 40768"/>
                <a:gd name="connsiteX36" fmla="*/ 23489 w 38011"/>
                <a:gd name="connsiteY36" fmla="*/ 5621 h 40768"/>
                <a:gd name="connsiteX37" fmla="*/ 14524 w 38011"/>
                <a:gd name="connsiteY37" fmla="*/ 5621 h 40768"/>
                <a:gd name="connsiteX38" fmla="*/ 14524 w 38011"/>
                <a:gd name="connsiteY38" fmla="*/ 12860 h 40768"/>
                <a:gd name="connsiteX39" fmla="*/ 11925 w 38011"/>
                <a:gd name="connsiteY39" fmla="*/ 15623 h 40768"/>
                <a:gd name="connsiteX40" fmla="*/ 5112 w 38011"/>
                <a:gd name="connsiteY40" fmla="*/ 15623 h 40768"/>
                <a:gd name="connsiteX41" fmla="*/ 5112 w 38011"/>
                <a:gd name="connsiteY41" fmla="*/ 25148 h 40768"/>
                <a:gd name="connsiteX42" fmla="*/ 11925 w 38011"/>
                <a:gd name="connsiteY42" fmla="*/ 25148 h 40768"/>
                <a:gd name="connsiteX43" fmla="*/ 14523 w 38011"/>
                <a:gd name="connsiteY43" fmla="*/ 27718 h 40768"/>
                <a:gd name="connsiteX44" fmla="*/ 14524 w 38011"/>
                <a:gd name="connsiteY44" fmla="*/ 27815 h 4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8011" h="40768">
                  <a:moveTo>
                    <a:pt x="25999" y="40769"/>
                  </a:moveTo>
                  <a:lnTo>
                    <a:pt x="11925" y="40769"/>
                  </a:lnTo>
                  <a:cubicBezTo>
                    <a:pt x="10489" y="40769"/>
                    <a:pt x="9325" y="39532"/>
                    <a:pt x="9325" y="38006"/>
                  </a:cubicBezTo>
                  <a:lnTo>
                    <a:pt x="9325" y="30577"/>
                  </a:lnTo>
                  <a:lnTo>
                    <a:pt x="2512" y="30577"/>
                  </a:lnTo>
                  <a:cubicBezTo>
                    <a:pt x="1125" y="30578"/>
                    <a:pt x="1" y="29385"/>
                    <a:pt x="0" y="27912"/>
                  </a:cubicBezTo>
                  <a:cubicBezTo>
                    <a:pt x="0" y="27879"/>
                    <a:pt x="1" y="27847"/>
                    <a:pt x="2" y="27815"/>
                  </a:cubicBezTo>
                  <a:lnTo>
                    <a:pt x="2" y="12860"/>
                  </a:lnTo>
                  <a:cubicBezTo>
                    <a:pt x="-48" y="11388"/>
                    <a:pt x="1035" y="10153"/>
                    <a:pt x="2420" y="10100"/>
                  </a:cubicBezTo>
                  <a:cubicBezTo>
                    <a:pt x="2451" y="10099"/>
                    <a:pt x="2481" y="10098"/>
                    <a:pt x="2512" y="10098"/>
                  </a:cubicBezTo>
                  <a:lnTo>
                    <a:pt x="9325" y="10098"/>
                  </a:lnTo>
                  <a:lnTo>
                    <a:pt x="9325" y="2669"/>
                  </a:lnTo>
                  <a:cubicBezTo>
                    <a:pt x="9324" y="1196"/>
                    <a:pt x="10447" y="1"/>
                    <a:pt x="11833" y="0"/>
                  </a:cubicBezTo>
                  <a:cubicBezTo>
                    <a:pt x="11864" y="0"/>
                    <a:pt x="11894" y="1"/>
                    <a:pt x="11925" y="2"/>
                  </a:cubicBezTo>
                  <a:lnTo>
                    <a:pt x="25999" y="2"/>
                  </a:lnTo>
                  <a:cubicBezTo>
                    <a:pt x="27385" y="-51"/>
                    <a:pt x="28548" y="1100"/>
                    <a:pt x="28597" y="2572"/>
                  </a:cubicBezTo>
                  <a:cubicBezTo>
                    <a:pt x="28599" y="2604"/>
                    <a:pt x="28599" y="2636"/>
                    <a:pt x="28599" y="2669"/>
                  </a:cubicBezTo>
                  <a:lnTo>
                    <a:pt x="28599" y="9908"/>
                  </a:lnTo>
                  <a:lnTo>
                    <a:pt x="35412" y="9908"/>
                  </a:lnTo>
                  <a:cubicBezTo>
                    <a:pt x="36848" y="9908"/>
                    <a:pt x="38012" y="11144"/>
                    <a:pt x="38012" y="12670"/>
                  </a:cubicBezTo>
                  <a:lnTo>
                    <a:pt x="38012" y="27815"/>
                  </a:lnTo>
                  <a:cubicBezTo>
                    <a:pt x="38012" y="29340"/>
                    <a:pt x="36848" y="30577"/>
                    <a:pt x="35412" y="30577"/>
                  </a:cubicBezTo>
                  <a:lnTo>
                    <a:pt x="28599" y="30577"/>
                  </a:lnTo>
                  <a:lnTo>
                    <a:pt x="28599" y="37816"/>
                  </a:lnTo>
                  <a:cubicBezTo>
                    <a:pt x="28698" y="39338"/>
                    <a:pt x="27617" y="40657"/>
                    <a:pt x="26185" y="40762"/>
                  </a:cubicBezTo>
                  <a:cubicBezTo>
                    <a:pt x="26123" y="40767"/>
                    <a:pt x="26061" y="40769"/>
                    <a:pt x="25999" y="40769"/>
                  </a:cubicBezTo>
                  <a:close/>
                  <a:moveTo>
                    <a:pt x="14524" y="35054"/>
                  </a:moveTo>
                  <a:lnTo>
                    <a:pt x="23489" y="35054"/>
                  </a:lnTo>
                  <a:lnTo>
                    <a:pt x="23489" y="27815"/>
                  </a:lnTo>
                  <a:cubicBezTo>
                    <a:pt x="23439" y="26395"/>
                    <a:pt x="24481" y="25201"/>
                    <a:pt x="25817" y="25148"/>
                  </a:cubicBezTo>
                  <a:cubicBezTo>
                    <a:pt x="25877" y="25145"/>
                    <a:pt x="25938" y="25145"/>
                    <a:pt x="25999" y="25148"/>
                  </a:cubicBezTo>
                  <a:lnTo>
                    <a:pt x="32812" y="25148"/>
                  </a:lnTo>
                  <a:lnTo>
                    <a:pt x="32812" y="15623"/>
                  </a:lnTo>
                  <a:lnTo>
                    <a:pt x="25999" y="15623"/>
                  </a:lnTo>
                  <a:cubicBezTo>
                    <a:pt x="24613" y="15624"/>
                    <a:pt x="23488" y="14430"/>
                    <a:pt x="23488" y="12957"/>
                  </a:cubicBezTo>
                  <a:cubicBezTo>
                    <a:pt x="23488" y="12925"/>
                    <a:pt x="23488" y="12893"/>
                    <a:pt x="23489" y="12860"/>
                  </a:cubicBezTo>
                  <a:lnTo>
                    <a:pt x="23489" y="5621"/>
                  </a:lnTo>
                  <a:lnTo>
                    <a:pt x="14524" y="5621"/>
                  </a:lnTo>
                  <a:lnTo>
                    <a:pt x="14524" y="12860"/>
                  </a:lnTo>
                  <a:cubicBezTo>
                    <a:pt x="14524" y="14386"/>
                    <a:pt x="13361" y="15623"/>
                    <a:pt x="11925" y="15623"/>
                  </a:cubicBezTo>
                  <a:lnTo>
                    <a:pt x="5112" y="15623"/>
                  </a:lnTo>
                  <a:lnTo>
                    <a:pt x="5112" y="25148"/>
                  </a:lnTo>
                  <a:lnTo>
                    <a:pt x="11925" y="25148"/>
                  </a:lnTo>
                  <a:cubicBezTo>
                    <a:pt x="13310" y="25095"/>
                    <a:pt x="14473" y="26246"/>
                    <a:pt x="14523" y="27718"/>
                  </a:cubicBezTo>
                  <a:cubicBezTo>
                    <a:pt x="14524" y="27750"/>
                    <a:pt x="14524" y="27782"/>
                    <a:pt x="14524" y="27815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9" name="图形 14"/>
          <p:cNvGrpSpPr/>
          <p:nvPr/>
        </p:nvGrpSpPr>
        <p:grpSpPr>
          <a:xfrm>
            <a:off x="1996891" y="3760092"/>
            <a:ext cx="676276" cy="696264"/>
            <a:chOff x="6019800" y="3352799"/>
            <a:chExt cx="151682" cy="156165"/>
          </a:xfrm>
          <a:solidFill>
            <a:srgbClr val="09ABAD"/>
          </a:solidFill>
        </p:grpSpPr>
        <p:sp>
          <p:nvSpPr>
            <p:cNvPr id="30" name="任意形状 29"/>
            <p:cNvSpPr/>
            <p:nvPr/>
          </p:nvSpPr>
          <p:spPr>
            <a:xfrm>
              <a:off x="6066531" y="3446410"/>
              <a:ext cx="58193" cy="19614"/>
            </a:xfrm>
            <a:custGeom>
              <a:avLst/>
              <a:gdLst>
                <a:gd name="connsiteX0" fmla="*/ 29110 w 58193"/>
                <a:gd name="connsiteY0" fmla="*/ 19614 h 19614"/>
                <a:gd name="connsiteX1" fmla="*/ 423 w 58193"/>
                <a:gd name="connsiteY1" fmla="*/ 3925 h 19614"/>
                <a:gd name="connsiteX2" fmla="*/ 1117 w 58193"/>
                <a:gd name="connsiteY2" fmla="*/ 444 h 19614"/>
                <a:gd name="connsiteX3" fmla="*/ 1140 w 58193"/>
                <a:gd name="connsiteY3" fmla="*/ 429 h 19614"/>
                <a:gd name="connsiteX4" fmla="*/ 4726 w 58193"/>
                <a:gd name="connsiteY4" fmla="*/ 1146 h 19614"/>
                <a:gd name="connsiteX5" fmla="*/ 44585 w 58193"/>
                <a:gd name="connsiteY5" fmla="*/ 9966 h 19614"/>
                <a:gd name="connsiteX6" fmla="*/ 53404 w 58193"/>
                <a:gd name="connsiteY6" fmla="*/ 1146 h 19614"/>
                <a:gd name="connsiteX7" fmla="*/ 56990 w 58193"/>
                <a:gd name="connsiteY7" fmla="*/ 429 h 19614"/>
                <a:gd name="connsiteX8" fmla="*/ 57825 w 58193"/>
                <a:gd name="connsiteY8" fmla="*/ 3879 h 19614"/>
                <a:gd name="connsiteX9" fmla="*/ 57797 w 58193"/>
                <a:gd name="connsiteY9" fmla="*/ 3925 h 19614"/>
                <a:gd name="connsiteX10" fmla="*/ 29110 w 58193"/>
                <a:gd name="connsiteY10" fmla="*/ 19614 h 1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193" h="19614">
                  <a:moveTo>
                    <a:pt x="29110" y="19614"/>
                  </a:moveTo>
                  <a:cubicBezTo>
                    <a:pt x="17486" y="19666"/>
                    <a:pt x="6651" y="13740"/>
                    <a:pt x="423" y="3925"/>
                  </a:cubicBezTo>
                  <a:cubicBezTo>
                    <a:pt x="-347" y="2772"/>
                    <a:pt x="-36" y="1214"/>
                    <a:pt x="1117" y="444"/>
                  </a:cubicBezTo>
                  <a:cubicBezTo>
                    <a:pt x="1125" y="439"/>
                    <a:pt x="1132" y="434"/>
                    <a:pt x="1140" y="429"/>
                  </a:cubicBezTo>
                  <a:cubicBezTo>
                    <a:pt x="2330" y="-355"/>
                    <a:pt x="3929" y="-35"/>
                    <a:pt x="4726" y="1146"/>
                  </a:cubicBezTo>
                  <a:cubicBezTo>
                    <a:pt x="13297" y="14589"/>
                    <a:pt x="31143" y="18537"/>
                    <a:pt x="44585" y="9966"/>
                  </a:cubicBezTo>
                  <a:cubicBezTo>
                    <a:pt x="48132" y="7704"/>
                    <a:pt x="51142" y="4694"/>
                    <a:pt x="53404" y="1146"/>
                  </a:cubicBezTo>
                  <a:cubicBezTo>
                    <a:pt x="54201" y="-35"/>
                    <a:pt x="55800" y="-355"/>
                    <a:pt x="56990" y="429"/>
                  </a:cubicBezTo>
                  <a:cubicBezTo>
                    <a:pt x="58173" y="1151"/>
                    <a:pt x="58547" y="2696"/>
                    <a:pt x="57825" y="3879"/>
                  </a:cubicBezTo>
                  <a:cubicBezTo>
                    <a:pt x="57816" y="3895"/>
                    <a:pt x="57806" y="3910"/>
                    <a:pt x="57797" y="3925"/>
                  </a:cubicBezTo>
                  <a:cubicBezTo>
                    <a:pt x="51545" y="13715"/>
                    <a:pt x="40725" y="19632"/>
                    <a:pt x="29110" y="1961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/>
            <p:cNvSpPr/>
            <p:nvPr/>
          </p:nvSpPr>
          <p:spPr>
            <a:xfrm>
              <a:off x="6029302" y="3446162"/>
              <a:ext cx="132498" cy="62802"/>
            </a:xfrm>
            <a:custGeom>
              <a:avLst/>
              <a:gdLst>
                <a:gd name="connsiteX0" fmla="*/ 123713 w 132498"/>
                <a:gd name="connsiteY0" fmla="*/ 62803 h 62802"/>
                <a:gd name="connsiteX1" fmla="*/ 8965 w 132498"/>
                <a:gd name="connsiteY1" fmla="*/ 62803 h 62802"/>
                <a:gd name="connsiteX2" fmla="*/ 0 w 132498"/>
                <a:gd name="connsiteY2" fmla="*/ 53838 h 62802"/>
                <a:gd name="connsiteX3" fmla="*/ 0 w 132498"/>
                <a:gd name="connsiteY3" fmla="*/ 2649 h 62802"/>
                <a:gd name="connsiteX4" fmla="*/ 986 w 132498"/>
                <a:gd name="connsiteY4" fmla="*/ 677 h 62802"/>
                <a:gd name="connsiteX5" fmla="*/ 3138 w 132498"/>
                <a:gd name="connsiteY5" fmla="*/ 139 h 62802"/>
                <a:gd name="connsiteX6" fmla="*/ 26984 w 132498"/>
                <a:gd name="connsiteY6" fmla="*/ 139 h 62802"/>
                <a:gd name="connsiteX7" fmla="*/ 29584 w 132498"/>
                <a:gd name="connsiteY7" fmla="*/ 2739 h 62802"/>
                <a:gd name="connsiteX8" fmla="*/ 26984 w 132498"/>
                <a:gd name="connsiteY8" fmla="*/ 5339 h 62802"/>
                <a:gd name="connsiteX9" fmla="*/ 5289 w 132498"/>
                <a:gd name="connsiteY9" fmla="*/ 5339 h 62802"/>
                <a:gd name="connsiteX10" fmla="*/ 5289 w 132498"/>
                <a:gd name="connsiteY10" fmla="*/ 53928 h 62802"/>
                <a:gd name="connsiteX11" fmla="*/ 8874 w 132498"/>
                <a:gd name="connsiteY11" fmla="*/ 57515 h 62802"/>
                <a:gd name="connsiteX12" fmla="*/ 8965 w 132498"/>
                <a:gd name="connsiteY12" fmla="*/ 57513 h 62802"/>
                <a:gd name="connsiteX13" fmla="*/ 123713 w 132498"/>
                <a:gd name="connsiteY13" fmla="*/ 57513 h 62802"/>
                <a:gd name="connsiteX14" fmla="*/ 127299 w 132498"/>
                <a:gd name="connsiteY14" fmla="*/ 53928 h 62802"/>
                <a:gd name="connsiteX15" fmla="*/ 127299 w 132498"/>
                <a:gd name="connsiteY15" fmla="*/ 5249 h 62802"/>
                <a:gd name="connsiteX16" fmla="*/ 105604 w 132498"/>
                <a:gd name="connsiteY16" fmla="*/ 5249 h 62802"/>
                <a:gd name="connsiteX17" fmla="*/ 103004 w 132498"/>
                <a:gd name="connsiteY17" fmla="*/ 2649 h 62802"/>
                <a:gd name="connsiteX18" fmla="*/ 105604 w 132498"/>
                <a:gd name="connsiteY18" fmla="*/ 50 h 62802"/>
                <a:gd name="connsiteX19" fmla="*/ 129361 w 132498"/>
                <a:gd name="connsiteY19" fmla="*/ 50 h 62802"/>
                <a:gd name="connsiteX20" fmla="*/ 131512 w 132498"/>
                <a:gd name="connsiteY20" fmla="*/ 588 h 62802"/>
                <a:gd name="connsiteX21" fmla="*/ 132498 w 132498"/>
                <a:gd name="connsiteY21" fmla="*/ 2560 h 62802"/>
                <a:gd name="connsiteX22" fmla="*/ 132498 w 132498"/>
                <a:gd name="connsiteY22" fmla="*/ 53928 h 62802"/>
                <a:gd name="connsiteX23" fmla="*/ 123713 w 132498"/>
                <a:gd name="connsiteY23" fmla="*/ 62803 h 62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2498" h="62802">
                  <a:moveTo>
                    <a:pt x="123713" y="62803"/>
                  </a:moveTo>
                  <a:lnTo>
                    <a:pt x="8965" y="62803"/>
                  </a:lnTo>
                  <a:cubicBezTo>
                    <a:pt x="4014" y="62803"/>
                    <a:pt x="0" y="58789"/>
                    <a:pt x="0" y="53838"/>
                  </a:cubicBezTo>
                  <a:lnTo>
                    <a:pt x="0" y="2649"/>
                  </a:lnTo>
                  <a:cubicBezTo>
                    <a:pt x="20" y="1878"/>
                    <a:pt x="381" y="1156"/>
                    <a:pt x="986" y="677"/>
                  </a:cubicBezTo>
                  <a:cubicBezTo>
                    <a:pt x="1593" y="197"/>
                    <a:pt x="2376" y="1"/>
                    <a:pt x="3138" y="139"/>
                  </a:cubicBezTo>
                  <a:lnTo>
                    <a:pt x="26984" y="139"/>
                  </a:lnTo>
                  <a:cubicBezTo>
                    <a:pt x="28420" y="139"/>
                    <a:pt x="29584" y="1303"/>
                    <a:pt x="29584" y="2739"/>
                  </a:cubicBezTo>
                  <a:cubicBezTo>
                    <a:pt x="29584" y="4175"/>
                    <a:pt x="28420" y="5339"/>
                    <a:pt x="26984" y="5339"/>
                  </a:cubicBezTo>
                  <a:lnTo>
                    <a:pt x="5289" y="5339"/>
                  </a:lnTo>
                  <a:lnTo>
                    <a:pt x="5289" y="53928"/>
                  </a:lnTo>
                  <a:cubicBezTo>
                    <a:pt x="5289" y="55908"/>
                    <a:pt x="6894" y="57514"/>
                    <a:pt x="8874" y="57515"/>
                  </a:cubicBezTo>
                  <a:cubicBezTo>
                    <a:pt x="8904" y="57515"/>
                    <a:pt x="8934" y="57514"/>
                    <a:pt x="8965" y="57513"/>
                  </a:cubicBezTo>
                  <a:lnTo>
                    <a:pt x="123713" y="57513"/>
                  </a:lnTo>
                  <a:cubicBezTo>
                    <a:pt x="125693" y="57513"/>
                    <a:pt x="127299" y="55908"/>
                    <a:pt x="127299" y="53928"/>
                  </a:cubicBezTo>
                  <a:lnTo>
                    <a:pt x="127299" y="5249"/>
                  </a:lnTo>
                  <a:lnTo>
                    <a:pt x="105604" y="5249"/>
                  </a:lnTo>
                  <a:cubicBezTo>
                    <a:pt x="104168" y="5249"/>
                    <a:pt x="103004" y="4085"/>
                    <a:pt x="103004" y="2649"/>
                  </a:cubicBezTo>
                  <a:cubicBezTo>
                    <a:pt x="103004" y="1214"/>
                    <a:pt x="104168" y="50"/>
                    <a:pt x="105604" y="50"/>
                  </a:cubicBezTo>
                  <a:lnTo>
                    <a:pt x="129361" y="50"/>
                  </a:lnTo>
                  <a:cubicBezTo>
                    <a:pt x="130122" y="-101"/>
                    <a:pt x="130911" y="96"/>
                    <a:pt x="131512" y="588"/>
                  </a:cubicBezTo>
                  <a:cubicBezTo>
                    <a:pt x="132117" y="1066"/>
                    <a:pt x="132479" y="1789"/>
                    <a:pt x="132498" y="2560"/>
                  </a:cubicBezTo>
                  <a:lnTo>
                    <a:pt x="132498" y="53928"/>
                  </a:lnTo>
                  <a:cubicBezTo>
                    <a:pt x="132451" y="58775"/>
                    <a:pt x="128559" y="62706"/>
                    <a:pt x="123713" y="62803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形状 31"/>
            <p:cNvSpPr/>
            <p:nvPr/>
          </p:nvSpPr>
          <p:spPr>
            <a:xfrm>
              <a:off x="6053759" y="3446372"/>
              <a:ext cx="84138" cy="30953"/>
            </a:xfrm>
            <a:custGeom>
              <a:avLst/>
              <a:gdLst>
                <a:gd name="connsiteX0" fmla="*/ 41882 w 84138"/>
                <a:gd name="connsiteY0" fmla="*/ 30947 h 30953"/>
                <a:gd name="connsiteX1" fmla="*/ 196 w 84138"/>
                <a:gd name="connsiteY1" fmla="*/ 3605 h 30953"/>
                <a:gd name="connsiteX2" fmla="*/ 1539 w 84138"/>
                <a:gd name="connsiteY2" fmla="*/ 318 h 30953"/>
                <a:gd name="connsiteX3" fmla="*/ 1900 w 84138"/>
                <a:gd name="connsiteY3" fmla="*/ 198 h 30953"/>
                <a:gd name="connsiteX4" fmla="*/ 5306 w 84138"/>
                <a:gd name="connsiteY4" fmla="*/ 1543 h 30953"/>
                <a:gd name="connsiteX5" fmla="*/ 42241 w 84138"/>
                <a:gd name="connsiteY5" fmla="*/ 25837 h 30953"/>
                <a:gd name="connsiteX6" fmla="*/ 79176 w 84138"/>
                <a:gd name="connsiteY6" fmla="*/ 1632 h 30953"/>
                <a:gd name="connsiteX7" fmla="*/ 82556 w 84138"/>
                <a:gd name="connsiteY7" fmla="*/ 188 h 30953"/>
                <a:gd name="connsiteX8" fmla="*/ 82582 w 84138"/>
                <a:gd name="connsiteY8" fmla="*/ 198 h 30953"/>
                <a:gd name="connsiteX9" fmla="*/ 83927 w 84138"/>
                <a:gd name="connsiteY9" fmla="*/ 3605 h 30953"/>
                <a:gd name="connsiteX10" fmla="*/ 41882 w 84138"/>
                <a:gd name="connsiteY10" fmla="*/ 30947 h 3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138" h="30953">
                  <a:moveTo>
                    <a:pt x="41882" y="30947"/>
                  </a:moveTo>
                  <a:cubicBezTo>
                    <a:pt x="23782" y="30946"/>
                    <a:pt x="7408" y="20206"/>
                    <a:pt x="196" y="3605"/>
                  </a:cubicBezTo>
                  <a:cubicBezTo>
                    <a:pt x="-340" y="2327"/>
                    <a:pt x="261" y="855"/>
                    <a:pt x="1539" y="318"/>
                  </a:cubicBezTo>
                  <a:cubicBezTo>
                    <a:pt x="1656" y="269"/>
                    <a:pt x="1777" y="229"/>
                    <a:pt x="1900" y="198"/>
                  </a:cubicBezTo>
                  <a:cubicBezTo>
                    <a:pt x="3212" y="-315"/>
                    <a:pt x="4699" y="271"/>
                    <a:pt x="5306" y="1543"/>
                  </a:cubicBezTo>
                  <a:cubicBezTo>
                    <a:pt x="11727" y="16235"/>
                    <a:pt x="26207" y="25760"/>
                    <a:pt x="42241" y="25837"/>
                  </a:cubicBezTo>
                  <a:cubicBezTo>
                    <a:pt x="58295" y="25916"/>
                    <a:pt x="72840" y="16384"/>
                    <a:pt x="79176" y="1632"/>
                  </a:cubicBezTo>
                  <a:cubicBezTo>
                    <a:pt x="79710" y="300"/>
                    <a:pt x="81224" y="-347"/>
                    <a:pt x="82556" y="188"/>
                  </a:cubicBezTo>
                  <a:cubicBezTo>
                    <a:pt x="82565" y="191"/>
                    <a:pt x="82574" y="195"/>
                    <a:pt x="82582" y="198"/>
                  </a:cubicBezTo>
                  <a:cubicBezTo>
                    <a:pt x="83890" y="772"/>
                    <a:pt x="84490" y="2293"/>
                    <a:pt x="83927" y="3605"/>
                  </a:cubicBezTo>
                  <a:cubicBezTo>
                    <a:pt x="76799" y="20440"/>
                    <a:pt x="60162" y="31260"/>
                    <a:pt x="41882" y="30947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形状 32"/>
            <p:cNvSpPr/>
            <p:nvPr/>
          </p:nvSpPr>
          <p:spPr>
            <a:xfrm>
              <a:off x="6061485" y="3397623"/>
              <a:ext cx="68311" cy="53788"/>
            </a:xfrm>
            <a:custGeom>
              <a:avLst/>
              <a:gdLst>
                <a:gd name="connsiteX0" fmla="*/ 60691 w 68311"/>
                <a:gd name="connsiteY0" fmla="*/ 53788 h 53788"/>
                <a:gd name="connsiteX1" fmla="*/ 58090 w 68311"/>
                <a:gd name="connsiteY1" fmla="*/ 51013 h 53788"/>
                <a:gd name="connsiteX2" fmla="*/ 58450 w 68311"/>
                <a:gd name="connsiteY2" fmla="*/ 49754 h 53788"/>
                <a:gd name="connsiteX3" fmla="*/ 63112 w 68311"/>
                <a:gd name="connsiteY3" fmla="*/ 34156 h 53788"/>
                <a:gd name="connsiteX4" fmla="*/ 34173 w 68311"/>
                <a:gd name="connsiteY4" fmla="*/ 5182 h 53788"/>
                <a:gd name="connsiteX5" fmla="*/ 5200 w 68311"/>
                <a:gd name="connsiteY5" fmla="*/ 34120 h 53788"/>
                <a:gd name="connsiteX6" fmla="*/ 9772 w 68311"/>
                <a:gd name="connsiteY6" fmla="*/ 49754 h 53788"/>
                <a:gd name="connsiteX7" fmla="*/ 9054 w 68311"/>
                <a:gd name="connsiteY7" fmla="*/ 53340 h 53788"/>
                <a:gd name="connsiteX8" fmla="*/ 5565 w 68311"/>
                <a:gd name="connsiteY8" fmla="*/ 52686 h 53788"/>
                <a:gd name="connsiteX9" fmla="*/ 5469 w 68311"/>
                <a:gd name="connsiteY9" fmla="*/ 52533 h 53788"/>
                <a:gd name="connsiteX10" fmla="*/ 0 w 68311"/>
                <a:gd name="connsiteY10" fmla="*/ 34156 h 53788"/>
                <a:gd name="connsiteX11" fmla="*/ 34156 w 68311"/>
                <a:gd name="connsiteY11" fmla="*/ 0 h 53788"/>
                <a:gd name="connsiteX12" fmla="*/ 68311 w 68311"/>
                <a:gd name="connsiteY12" fmla="*/ 34156 h 53788"/>
                <a:gd name="connsiteX13" fmla="*/ 62843 w 68311"/>
                <a:gd name="connsiteY13" fmla="*/ 52533 h 53788"/>
                <a:gd name="connsiteX14" fmla="*/ 60691 w 68311"/>
                <a:gd name="connsiteY14" fmla="*/ 53788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311" h="53788">
                  <a:moveTo>
                    <a:pt x="60691" y="53788"/>
                  </a:moveTo>
                  <a:cubicBezTo>
                    <a:pt x="59207" y="53740"/>
                    <a:pt x="58042" y="52498"/>
                    <a:pt x="58090" y="51013"/>
                  </a:cubicBezTo>
                  <a:cubicBezTo>
                    <a:pt x="58105" y="50570"/>
                    <a:pt x="58228" y="50138"/>
                    <a:pt x="58450" y="49754"/>
                  </a:cubicBezTo>
                  <a:cubicBezTo>
                    <a:pt x="61482" y="45116"/>
                    <a:pt x="63102" y="39697"/>
                    <a:pt x="63112" y="34156"/>
                  </a:cubicBezTo>
                  <a:cubicBezTo>
                    <a:pt x="63121" y="18164"/>
                    <a:pt x="50165" y="5192"/>
                    <a:pt x="34173" y="5182"/>
                  </a:cubicBezTo>
                  <a:cubicBezTo>
                    <a:pt x="18181" y="5172"/>
                    <a:pt x="5209" y="18128"/>
                    <a:pt x="5200" y="34120"/>
                  </a:cubicBezTo>
                  <a:cubicBezTo>
                    <a:pt x="5196" y="39662"/>
                    <a:pt x="6783" y="45088"/>
                    <a:pt x="9772" y="49754"/>
                  </a:cubicBezTo>
                  <a:cubicBezTo>
                    <a:pt x="10556" y="50944"/>
                    <a:pt x="10236" y="52543"/>
                    <a:pt x="9054" y="53340"/>
                  </a:cubicBezTo>
                  <a:cubicBezTo>
                    <a:pt x="7910" y="54123"/>
                    <a:pt x="6348" y="53830"/>
                    <a:pt x="5565" y="52686"/>
                  </a:cubicBezTo>
                  <a:cubicBezTo>
                    <a:pt x="5531" y="52636"/>
                    <a:pt x="5499" y="52585"/>
                    <a:pt x="5469" y="52533"/>
                  </a:cubicBezTo>
                  <a:cubicBezTo>
                    <a:pt x="1891" y="47072"/>
                    <a:pt x="-10" y="40684"/>
                    <a:pt x="0" y="34156"/>
                  </a:cubicBezTo>
                  <a:cubicBezTo>
                    <a:pt x="0" y="15292"/>
                    <a:pt x="15292" y="0"/>
                    <a:pt x="34156" y="0"/>
                  </a:cubicBezTo>
                  <a:cubicBezTo>
                    <a:pt x="53019" y="0"/>
                    <a:pt x="68311" y="15292"/>
                    <a:pt x="68311" y="34156"/>
                  </a:cubicBezTo>
                  <a:cubicBezTo>
                    <a:pt x="68321" y="40684"/>
                    <a:pt x="66420" y="47072"/>
                    <a:pt x="62843" y="52533"/>
                  </a:cubicBezTo>
                  <a:cubicBezTo>
                    <a:pt x="62386" y="53290"/>
                    <a:pt x="61575" y="53763"/>
                    <a:pt x="60691" y="5378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形状 33"/>
            <p:cNvSpPr/>
            <p:nvPr/>
          </p:nvSpPr>
          <p:spPr>
            <a:xfrm>
              <a:off x="6024282" y="3379156"/>
              <a:ext cx="142449" cy="72255"/>
            </a:xfrm>
            <a:custGeom>
              <a:avLst/>
              <a:gdLst>
                <a:gd name="connsiteX0" fmla="*/ 133664 w 142449"/>
                <a:gd name="connsiteY0" fmla="*/ 72256 h 72255"/>
                <a:gd name="connsiteX1" fmla="*/ 110624 w 142449"/>
                <a:gd name="connsiteY1" fmla="*/ 72256 h 72255"/>
                <a:gd name="connsiteX2" fmla="*/ 108025 w 142449"/>
                <a:gd name="connsiteY2" fmla="*/ 69656 h 72255"/>
                <a:gd name="connsiteX3" fmla="*/ 110624 w 142449"/>
                <a:gd name="connsiteY3" fmla="*/ 67056 h 72255"/>
                <a:gd name="connsiteX4" fmla="*/ 133664 w 142449"/>
                <a:gd name="connsiteY4" fmla="*/ 67056 h 72255"/>
                <a:gd name="connsiteX5" fmla="*/ 137338 w 142449"/>
                <a:gd name="connsiteY5" fmla="*/ 63561 h 72255"/>
                <a:gd name="connsiteX6" fmla="*/ 137339 w 142449"/>
                <a:gd name="connsiteY6" fmla="*/ 63470 h 72255"/>
                <a:gd name="connsiteX7" fmla="*/ 137339 w 142449"/>
                <a:gd name="connsiteY7" fmla="*/ 23308 h 72255"/>
                <a:gd name="connsiteX8" fmla="*/ 119410 w 142449"/>
                <a:gd name="connsiteY8" fmla="*/ 5379 h 72255"/>
                <a:gd name="connsiteX9" fmla="*/ 23488 w 142449"/>
                <a:gd name="connsiteY9" fmla="*/ 5379 h 72255"/>
                <a:gd name="connsiteX10" fmla="*/ 5558 w 142449"/>
                <a:gd name="connsiteY10" fmla="*/ 23308 h 72255"/>
                <a:gd name="connsiteX11" fmla="*/ 5558 w 142449"/>
                <a:gd name="connsiteY11" fmla="*/ 63291 h 72255"/>
                <a:gd name="connsiteX12" fmla="*/ 9144 w 142449"/>
                <a:gd name="connsiteY12" fmla="*/ 66877 h 72255"/>
                <a:gd name="connsiteX13" fmla="*/ 32004 w 142449"/>
                <a:gd name="connsiteY13" fmla="*/ 66877 h 72255"/>
                <a:gd name="connsiteX14" fmla="*/ 34604 w 142449"/>
                <a:gd name="connsiteY14" fmla="*/ 69476 h 72255"/>
                <a:gd name="connsiteX15" fmla="*/ 32004 w 142449"/>
                <a:gd name="connsiteY15" fmla="*/ 72076 h 72255"/>
                <a:gd name="connsiteX16" fmla="*/ 8965 w 142449"/>
                <a:gd name="connsiteY16" fmla="*/ 72076 h 72255"/>
                <a:gd name="connsiteX17" fmla="*/ 0 w 142449"/>
                <a:gd name="connsiteY17" fmla="*/ 63112 h 72255"/>
                <a:gd name="connsiteX18" fmla="*/ 0 w 142449"/>
                <a:gd name="connsiteY18" fmla="*/ 23308 h 72255"/>
                <a:gd name="connsiteX19" fmla="*/ 23308 w 142449"/>
                <a:gd name="connsiteY19" fmla="*/ 0 h 72255"/>
                <a:gd name="connsiteX20" fmla="*/ 119231 w 142449"/>
                <a:gd name="connsiteY20" fmla="*/ 0 h 72255"/>
                <a:gd name="connsiteX21" fmla="*/ 142449 w 142449"/>
                <a:gd name="connsiteY21" fmla="*/ 23308 h 72255"/>
                <a:gd name="connsiteX22" fmla="*/ 142449 w 142449"/>
                <a:gd name="connsiteY22" fmla="*/ 63291 h 72255"/>
                <a:gd name="connsiteX23" fmla="*/ 133664 w 142449"/>
                <a:gd name="connsiteY23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2449" h="72255">
                  <a:moveTo>
                    <a:pt x="133664" y="72256"/>
                  </a:moveTo>
                  <a:lnTo>
                    <a:pt x="110624" y="72256"/>
                  </a:lnTo>
                  <a:cubicBezTo>
                    <a:pt x="109189" y="72256"/>
                    <a:pt x="108025" y="71092"/>
                    <a:pt x="108025" y="69656"/>
                  </a:cubicBezTo>
                  <a:cubicBezTo>
                    <a:pt x="108025" y="68220"/>
                    <a:pt x="109189" y="67056"/>
                    <a:pt x="110624" y="67056"/>
                  </a:cubicBezTo>
                  <a:lnTo>
                    <a:pt x="133664" y="67056"/>
                  </a:lnTo>
                  <a:cubicBezTo>
                    <a:pt x="135644" y="67106"/>
                    <a:pt x="137289" y="65541"/>
                    <a:pt x="137338" y="63561"/>
                  </a:cubicBezTo>
                  <a:cubicBezTo>
                    <a:pt x="137339" y="63531"/>
                    <a:pt x="137339" y="63500"/>
                    <a:pt x="137339" y="63470"/>
                  </a:cubicBezTo>
                  <a:lnTo>
                    <a:pt x="137339" y="23308"/>
                  </a:lnTo>
                  <a:cubicBezTo>
                    <a:pt x="137339" y="13406"/>
                    <a:pt x="129312" y="5379"/>
                    <a:pt x="119410" y="5379"/>
                  </a:cubicBezTo>
                  <a:lnTo>
                    <a:pt x="23488" y="5379"/>
                  </a:lnTo>
                  <a:cubicBezTo>
                    <a:pt x="13585" y="5379"/>
                    <a:pt x="5558" y="13406"/>
                    <a:pt x="5558" y="23308"/>
                  </a:cubicBezTo>
                  <a:lnTo>
                    <a:pt x="5558" y="63291"/>
                  </a:lnTo>
                  <a:cubicBezTo>
                    <a:pt x="5558" y="65271"/>
                    <a:pt x="7164" y="66877"/>
                    <a:pt x="9144" y="66877"/>
                  </a:cubicBezTo>
                  <a:lnTo>
                    <a:pt x="32004" y="66877"/>
                  </a:lnTo>
                  <a:cubicBezTo>
                    <a:pt x="33440" y="66877"/>
                    <a:pt x="34604" y="68041"/>
                    <a:pt x="34604" y="69476"/>
                  </a:cubicBezTo>
                  <a:cubicBezTo>
                    <a:pt x="34604" y="70912"/>
                    <a:pt x="33440" y="72076"/>
                    <a:pt x="32004" y="72076"/>
                  </a:cubicBezTo>
                  <a:lnTo>
                    <a:pt x="8965" y="72076"/>
                  </a:lnTo>
                  <a:cubicBezTo>
                    <a:pt x="4014" y="72076"/>
                    <a:pt x="0" y="68063"/>
                    <a:pt x="0" y="63112"/>
                  </a:cubicBezTo>
                  <a:lnTo>
                    <a:pt x="0" y="23308"/>
                  </a:lnTo>
                  <a:cubicBezTo>
                    <a:pt x="49" y="10456"/>
                    <a:pt x="10456" y="49"/>
                    <a:pt x="23308" y="0"/>
                  </a:cubicBezTo>
                  <a:lnTo>
                    <a:pt x="119231" y="0"/>
                  </a:lnTo>
                  <a:cubicBezTo>
                    <a:pt x="132068" y="49"/>
                    <a:pt x="142449" y="10470"/>
                    <a:pt x="142449" y="23308"/>
                  </a:cubicBezTo>
                  <a:lnTo>
                    <a:pt x="142449" y="63291"/>
                  </a:lnTo>
                  <a:cubicBezTo>
                    <a:pt x="142450" y="68173"/>
                    <a:pt x="138545" y="72158"/>
                    <a:pt x="133664" y="7225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形状 34"/>
            <p:cNvSpPr/>
            <p:nvPr/>
          </p:nvSpPr>
          <p:spPr>
            <a:xfrm>
              <a:off x="6075739" y="3411967"/>
              <a:ext cx="39982" cy="39892"/>
            </a:xfrm>
            <a:custGeom>
              <a:avLst/>
              <a:gdLst>
                <a:gd name="connsiteX0" fmla="*/ 24743 w 39982"/>
                <a:gd name="connsiteY0" fmla="*/ 39893 h 39892"/>
                <a:gd name="connsiteX1" fmla="*/ 15778 w 39982"/>
                <a:gd name="connsiteY1" fmla="*/ 39893 h 39892"/>
                <a:gd name="connsiteX2" fmla="*/ 11564 w 39982"/>
                <a:gd name="connsiteY2" fmla="*/ 35680 h 39892"/>
                <a:gd name="connsiteX3" fmla="*/ 11564 w 39982"/>
                <a:gd name="connsiteY3" fmla="*/ 28777 h 39892"/>
                <a:gd name="connsiteX4" fmla="*/ 4124 w 39982"/>
                <a:gd name="connsiteY4" fmla="*/ 28777 h 39892"/>
                <a:gd name="connsiteX5" fmla="*/ 0 w 39982"/>
                <a:gd name="connsiteY5" fmla="*/ 24563 h 39892"/>
                <a:gd name="connsiteX6" fmla="*/ 0 w 39982"/>
                <a:gd name="connsiteY6" fmla="*/ 15599 h 39892"/>
                <a:gd name="connsiteX7" fmla="*/ 4124 w 39982"/>
                <a:gd name="connsiteY7" fmla="*/ 11385 h 39892"/>
                <a:gd name="connsiteX8" fmla="*/ 11027 w 39982"/>
                <a:gd name="connsiteY8" fmla="*/ 11385 h 39892"/>
                <a:gd name="connsiteX9" fmla="*/ 11027 w 39982"/>
                <a:gd name="connsiteY9" fmla="*/ 4213 h 39892"/>
                <a:gd name="connsiteX10" fmla="*/ 15240 w 39982"/>
                <a:gd name="connsiteY10" fmla="*/ 0 h 39892"/>
                <a:gd name="connsiteX11" fmla="*/ 24743 w 39982"/>
                <a:gd name="connsiteY11" fmla="*/ 0 h 39892"/>
                <a:gd name="connsiteX12" fmla="*/ 28866 w 39982"/>
                <a:gd name="connsiteY12" fmla="*/ 4213 h 39892"/>
                <a:gd name="connsiteX13" fmla="*/ 28866 w 39982"/>
                <a:gd name="connsiteY13" fmla="*/ 11116 h 39892"/>
                <a:gd name="connsiteX14" fmla="*/ 35769 w 39982"/>
                <a:gd name="connsiteY14" fmla="*/ 11116 h 39892"/>
                <a:gd name="connsiteX15" fmla="*/ 39983 w 39982"/>
                <a:gd name="connsiteY15" fmla="*/ 15330 h 39892"/>
                <a:gd name="connsiteX16" fmla="*/ 39983 w 39982"/>
                <a:gd name="connsiteY16" fmla="*/ 24294 h 39892"/>
                <a:gd name="connsiteX17" fmla="*/ 35769 w 39982"/>
                <a:gd name="connsiteY17" fmla="*/ 28508 h 39892"/>
                <a:gd name="connsiteX18" fmla="*/ 28687 w 39982"/>
                <a:gd name="connsiteY18" fmla="*/ 28508 h 39892"/>
                <a:gd name="connsiteX19" fmla="*/ 28687 w 39982"/>
                <a:gd name="connsiteY19" fmla="*/ 35411 h 39892"/>
                <a:gd name="connsiteX20" fmla="*/ 24760 w 39982"/>
                <a:gd name="connsiteY20" fmla="*/ 39892 h 39892"/>
                <a:gd name="connsiteX21" fmla="*/ 24743 w 39982"/>
                <a:gd name="connsiteY21" fmla="*/ 39893 h 39892"/>
                <a:gd name="connsiteX22" fmla="*/ 16405 w 39982"/>
                <a:gd name="connsiteY22" fmla="*/ 34693 h 39892"/>
                <a:gd name="connsiteX23" fmla="*/ 23667 w 39982"/>
                <a:gd name="connsiteY23" fmla="*/ 34693 h 39892"/>
                <a:gd name="connsiteX24" fmla="*/ 23667 w 39982"/>
                <a:gd name="connsiteY24" fmla="*/ 25729 h 39892"/>
                <a:gd name="connsiteX25" fmla="*/ 26267 w 39982"/>
                <a:gd name="connsiteY25" fmla="*/ 23129 h 39892"/>
                <a:gd name="connsiteX26" fmla="*/ 34783 w 39982"/>
                <a:gd name="connsiteY26" fmla="*/ 23129 h 39892"/>
                <a:gd name="connsiteX27" fmla="*/ 34783 w 39982"/>
                <a:gd name="connsiteY27" fmla="*/ 16316 h 39892"/>
                <a:gd name="connsiteX28" fmla="*/ 26087 w 39982"/>
                <a:gd name="connsiteY28" fmla="*/ 16316 h 39892"/>
                <a:gd name="connsiteX29" fmla="*/ 23488 w 39982"/>
                <a:gd name="connsiteY29" fmla="*/ 13716 h 39892"/>
                <a:gd name="connsiteX30" fmla="*/ 23488 w 39982"/>
                <a:gd name="connsiteY30" fmla="*/ 4751 h 39892"/>
                <a:gd name="connsiteX31" fmla="*/ 16226 w 39982"/>
                <a:gd name="connsiteY31" fmla="*/ 4751 h 39892"/>
                <a:gd name="connsiteX32" fmla="*/ 16226 w 39982"/>
                <a:gd name="connsiteY32" fmla="*/ 13716 h 39892"/>
                <a:gd name="connsiteX33" fmla="*/ 13626 w 39982"/>
                <a:gd name="connsiteY33" fmla="*/ 16316 h 39892"/>
                <a:gd name="connsiteX34" fmla="*/ 4662 w 39982"/>
                <a:gd name="connsiteY34" fmla="*/ 16316 h 39892"/>
                <a:gd name="connsiteX35" fmla="*/ 4662 w 39982"/>
                <a:gd name="connsiteY35" fmla="*/ 23577 h 39892"/>
                <a:gd name="connsiteX36" fmla="*/ 13626 w 39982"/>
                <a:gd name="connsiteY36" fmla="*/ 23577 h 39892"/>
                <a:gd name="connsiteX37" fmla="*/ 16226 w 39982"/>
                <a:gd name="connsiteY37" fmla="*/ 26177 h 39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9982" h="39892">
                  <a:moveTo>
                    <a:pt x="24743" y="39893"/>
                  </a:moveTo>
                  <a:lnTo>
                    <a:pt x="15778" y="39893"/>
                  </a:lnTo>
                  <a:cubicBezTo>
                    <a:pt x="13451" y="39893"/>
                    <a:pt x="11564" y="38007"/>
                    <a:pt x="11564" y="35680"/>
                  </a:cubicBezTo>
                  <a:lnTo>
                    <a:pt x="11564" y="28777"/>
                  </a:lnTo>
                  <a:lnTo>
                    <a:pt x="4124" y="28777"/>
                  </a:lnTo>
                  <a:cubicBezTo>
                    <a:pt x="1832" y="28728"/>
                    <a:pt x="-1" y="26856"/>
                    <a:pt x="0" y="24563"/>
                  </a:cubicBezTo>
                  <a:lnTo>
                    <a:pt x="0" y="15599"/>
                  </a:lnTo>
                  <a:cubicBezTo>
                    <a:pt x="-1" y="13306"/>
                    <a:pt x="1832" y="11434"/>
                    <a:pt x="4124" y="11385"/>
                  </a:cubicBezTo>
                  <a:lnTo>
                    <a:pt x="11027" y="11385"/>
                  </a:lnTo>
                  <a:lnTo>
                    <a:pt x="11027" y="4213"/>
                  </a:lnTo>
                  <a:cubicBezTo>
                    <a:pt x="11027" y="1886"/>
                    <a:pt x="12913" y="0"/>
                    <a:pt x="15240" y="0"/>
                  </a:cubicBezTo>
                  <a:lnTo>
                    <a:pt x="24743" y="0"/>
                  </a:lnTo>
                  <a:cubicBezTo>
                    <a:pt x="27035" y="49"/>
                    <a:pt x="28867" y="1921"/>
                    <a:pt x="28866" y="4213"/>
                  </a:cubicBezTo>
                  <a:lnTo>
                    <a:pt x="28866" y="11116"/>
                  </a:lnTo>
                  <a:lnTo>
                    <a:pt x="35769" y="11116"/>
                  </a:lnTo>
                  <a:cubicBezTo>
                    <a:pt x="38096" y="11116"/>
                    <a:pt x="39983" y="13003"/>
                    <a:pt x="39983" y="15330"/>
                  </a:cubicBezTo>
                  <a:lnTo>
                    <a:pt x="39983" y="24294"/>
                  </a:lnTo>
                  <a:cubicBezTo>
                    <a:pt x="39983" y="26621"/>
                    <a:pt x="38096" y="28508"/>
                    <a:pt x="35769" y="28508"/>
                  </a:cubicBezTo>
                  <a:lnTo>
                    <a:pt x="28687" y="28508"/>
                  </a:lnTo>
                  <a:lnTo>
                    <a:pt x="28687" y="35411"/>
                  </a:lnTo>
                  <a:cubicBezTo>
                    <a:pt x="28840" y="37733"/>
                    <a:pt x="27082" y="39739"/>
                    <a:pt x="24760" y="39892"/>
                  </a:cubicBezTo>
                  <a:cubicBezTo>
                    <a:pt x="24754" y="39892"/>
                    <a:pt x="24748" y="39893"/>
                    <a:pt x="24743" y="39893"/>
                  </a:cubicBezTo>
                  <a:close/>
                  <a:moveTo>
                    <a:pt x="16405" y="34693"/>
                  </a:moveTo>
                  <a:lnTo>
                    <a:pt x="23667" y="34693"/>
                  </a:lnTo>
                  <a:lnTo>
                    <a:pt x="23667" y="25729"/>
                  </a:lnTo>
                  <a:cubicBezTo>
                    <a:pt x="23667" y="24293"/>
                    <a:pt x="24831" y="23129"/>
                    <a:pt x="26267" y="23129"/>
                  </a:cubicBezTo>
                  <a:lnTo>
                    <a:pt x="34783" y="23129"/>
                  </a:lnTo>
                  <a:lnTo>
                    <a:pt x="34783" y="16316"/>
                  </a:lnTo>
                  <a:lnTo>
                    <a:pt x="26087" y="16316"/>
                  </a:lnTo>
                  <a:cubicBezTo>
                    <a:pt x="24651" y="16316"/>
                    <a:pt x="23488" y="15152"/>
                    <a:pt x="23488" y="13716"/>
                  </a:cubicBezTo>
                  <a:lnTo>
                    <a:pt x="23488" y="4751"/>
                  </a:lnTo>
                  <a:lnTo>
                    <a:pt x="16226" y="4751"/>
                  </a:lnTo>
                  <a:lnTo>
                    <a:pt x="16226" y="13716"/>
                  </a:lnTo>
                  <a:cubicBezTo>
                    <a:pt x="16226" y="15152"/>
                    <a:pt x="15062" y="16316"/>
                    <a:pt x="13626" y="16316"/>
                  </a:cubicBezTo>
                  <a:lnTo>
                    <a:pt x="4662" y="16316"/>
                  </a:lnTo>
                  <a:lnTo>
                    <a:pt x="4662" y="23577"/>
                  </a:lnTo>
                  <a:lnTo>
                    <a:pt x="13626" y="23577"/>
                  </a:lnTo>
                  <a:cubicBezTo>
                    <a:pt x="15062" y="23577"/>
                    <a:pt x="16226" y="24741"/>
                    <a:pt x="16226" y="26177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形状 35"/>
            <p:cNvSpPr/>
            <p:nvPr/>
          </p:nvSpPr>
          <p:spPr>
            <a:xfrm>
              <a:off x="6037550" y="3434020"/>
              <a:ext cx="29673" cy="5199"/>
            </a:xfrm>
            <a:custGeom>
              <a:avLst/>
              <a:gdLst>
                <a:gd name="connsiteX0" fmla="*/ 27073 w 29673"/>
                <a:gd name="connsiteY0" fmla="*/ 5200 h 5199"/>
                <a:gd name="connsiteX1" fmla="*/ 2600 w 29673"/>
                <a:gd name="connsiteY1" fmla="*/ 5200 h 5199"/>
                <a:gd name="connsiteX2" fmla="*/ 0 w 29673"/>
                <a:gd name="connsiteY2" fmla="*/ 2600 h 5199"/>
                <a:gd name="connsiteX3" fmla="*/ 2600 w 29673"/>
                <a:gd name="connsiteY3" fmla="*/ 0 h 5199"/>
                <a:gd name="connsiteX4" fmla="*/ 27073 w 29673"/>
                <a:gd name="connsiteY4" fmla="*/ 0 h 5199"/>
                <a:gd name="connsiteX5" fmla="*/ 29673 w 29673"/>
                <a:gd name="connsiteY5" fmla="*/ 2600 h 5199"/>
                <a:gd name="connsiteX6" fmla="*/ 27073 w 29673"/>
                <a:gd name="connsiteY6" fmla="*/ 5200 h 5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673" h="5199">
                  <a:moveTo>
                    <a:pt x="27073" y="5200"/>
                  </a:moveTo>
                  <a:lnTo>
                    <a:pt x="2600" y="5200"/>
                  </a:lnTo>
                  <a:cubicBezTo>
                    <a:pt x="1164" y="5200"/>
                    <a:pt x="0" y="4036"/>
                    <a:pt x="0" y="2600"/>
                  </a:cubicBezTo>
                  <a:cubicBezTo>
                    <a:pt x="0" y="1164"/>
                    <a:pt x="1164" y="0"/>
                    <a:pt x="2600" y="0"/>
                  </a:cubicBezTo>
                  <a:lnTo>
                    <a:pt x="27073" y="0"/>
                  </a:lnTo>
                  <a:cubicBezTo>
                    <a:pt x="28509" y="0"/>
                    <a:pt x="29673" y="1164"/>
                    <a:pt x="29673" y="2600"/>
                  </a:cubicBezTo>
                  <a:cubicBezTo>
                    <a:pt x="29673" y="4036"/>
                    <a:pt x="28509" y="5200"/>
                    <a:pt x="27073" y="520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形状 36"/>
            <p:cNvSpPr/>
            <p:nvPr/>
          </p:nvSpPr>
          <p:spPr>
            <a:xfrm>
              <a:off x="6124238" y="3434020"/>
              <a:ext cx="29493" cy="5199"/>
            </a:xfrm>
            <a:custGeom>
              <a:avLst/>
              <a:gdLst>
                <a:gd name="connsiteX0" fmla="*/ 26894 w 29493"/>
                <a:gd name="connsiteY0" fmla="*/ 5200 h 5199"/>
                <a:gd name="connsiteX1" fmla="*/ 2600 w 29493"/>
                <a:gd name="connsiteY1" fmla="*/ 5200 h 5199"/>
                <a:gd name="connsiteX2" fmla="*/ 0 w 29493"/>
                <a:gd name="connsiteY2" fmla="*/ 2600 h 5199"/>
                <a:gd name="connsiteX3" fmla="*/ 2600 w 29493"/>
                <a:gd name="connsiteY3" fmla="*/ 0 h 5199"/>
                <a:gd name="connsiteX4" fmla="*/ 26894 w 29493"/>
                <a:gd name="connsiteY4" fmla="*/ 0 h 5199"/>
                <a:gd name="connsiteX5" fmla="*/ 29494 w 29493"/>
                <a:gd name="connsiteY5" fmla="*/ 2600 h 5199"/>
                <a:gd name="connsiteX6" fmla="*/ 26894 w 29493"/>
                <a:gd name="connsiteY6" fmla="*/ 5200 h 5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493" h="5199">
                  <a:moveTo>
                    <a:pt x="26894" y="5200"/>
                  </a:moveTo>
                  <a:lnTo>
                    <a:pt x="2600" y="5200"/>
                  </a:lnTo>
                  <a:cubicBezTo>
                    <a:pt x="1164" y="5200"/>
                    <a:pt x="0" y="4036"/>
                    <a:pt x="0" y="2600"/>
                  </a:cubicBezTo>
                  <a:cubicBezTo>
                    <a:pt x="0" y="1164"/>
                    <a:pt x="1164" y="0"/>
                    <a:pt x="2600" y="0"/>
                  </a:cubicBezTo>
                  <a:lnTo>
                    <a:pt x="26894" y="0"/>
                  </a:lnTo>
                  <a:cubicBezTo>
                    <a:pt x="28330" y="0"/>
                    <a:pt x="29494" y="1164"/>
                    <a:pt x="29494" y="2600"/>
                  </a:cubicBezTo>
                  <a:cubicBezTo>
                    <a:pt x="29494" y="4036"/>
                    <a:pt x="28330" y="5200"/>
                    <a:pt x="26894" y="520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形状 37"/>
            <p:cNvSpPr/>
            <p:nvPr/>
          </p:nvSpPr>
          <p:spPr>
            <a:xfrm>
              <a:off x="6062830" y="3363378"/>
              <a:ext cx="63111" cy="20977"/>
            </a:xfrm>
            <a:custGeom>
              <a:avLst/>
              <a:gdLst>
                <a:gd name="connsiteX0" fmla="*/ 60960 w 63111"/>
                <a:gd name="connsiteY0" fmla="*/ 20977 h 20977"/>
                <a:gd name="connsiteX1" fmla="*/ 2600 w 63111"/>
                <a:gd name="connsiteY1" fmla="*/ 20977 h 20977"/>
                <a:gd name="connsiteX2" fmla="*/ 0 w 63111"/>
                <a:gd name="connsiteY2" fmla="*/ 18378 h 20977"/>
                <a:gd name="connsiteX3" fmla="*/ 0 w 63111"/>
                <a:gd name="connsiteY3" fmla="*/ 4662 h 20977"/>
                <a:gd name="connsiteX4" fmla="*/ 4662 w 63111"/>
                <a:gd name="connsiteY4" fmla="*/ 0 h 20977"/>
                <a:gd name="connsiteX5" fmla="*/ 58450 w 63111"/>
                <a:gd name="connsiteY5" fmla="*/ 0 h 20977"/>
                <a:gd name="connsiteX6" fmla="*/ 63112 w 63111"/>
                <a:gd name="connsiteY6" fmla="*/ 4662 h 20977"/>
                <a:gd name="connsiteX7" fmla="*/ 63112 w 63111"/>
                <a:gd name="connsiteY7" fmla="*/ 18378 h 20977"/>
                <a:gd name="connsiteX8" fmla="*/ 60960 w 63111"/>
                <a:gd name="connsiteY8" fmla="*/ 20977 h 20977"/>
                <a:gd name="connsiteX9" fmla="*/ 5110 w 63111"/>
                <a:gd name="connsiteY9" fmla="*/ 15778 h 20977"/>
                <a:gd name="connsiteX10" fmla="*/ 58898 w 63111"/>
                <a:gd name="connsiteY10" fmla="*/ 15778 h 20977"/>
                <a:gd name="connsiteX11" fmla="*/ 58898 w 63111"/>
                <a:gd name="connsiteY11" fmla="*/ 5200 h 20977"/>
                <a:gd name="connsiteX12" fmla="*/ 5110 w 63111"/>
                <a:gd name="connsiteY12" fmla="*/ 5200 h 2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110" h="20977">
                  <a:moveTo>
                    <a:pt x="60960" y="20977"/>
                  </a:moveTo>
                  <a:lnTo>
                    <a:pt x="2600" y="20977"/>
                  </a:lnTo>
                  <a:cubicBezTo>
                    <a:pt x="1164" y="20977"/>
                    <a:pt x="0" y="19813"/>
                    <a:pt x="0" y="18378"/>
                  </a:cubicBezTo>
                  <a:lnTo>
                    <a:pt x="0" y="4662"/>
                  </a:lnTo>
                  <a:cubicBezTo>
                    <a:pt x="0" y="2087"/>
                    <a:pt x="2087" y="0"/>
                    <a:pt x="4662" y="0"/>
                  </a:cubicBezTo>
                  <a:lnTo>
                    <a:pt x="58450" y="0"/>
                  </a:lnTo>
                  <a:cubicBezTo>
                    <a:pt x="61024" y="0"/>
                    <a:pt x="63112" y="2087"/>
                    <a:pt x="63112" y="4662"/>
                  </a:cubicBezTo>
                  <a:lnTo>
                    <a:pt x="63112" y="18378"/>
                  </a:lnTo>
                  <a:cubicBezTo>
                    <a:pt x="63131" y="19655"/>
                    <a:pt x="62219" y="20757"/>
                    <a:pt x="60960" y="20977"/>
                  </a:cubicBezTo>
                  <a:close/>
                  <a:moveTo>
                    <a:pt x="5110" y="15778"/>
                  </a:moveTo>
                  <a:lnTo>
                    <a:pt x="58898" y="15778"/>
                  </a:lnTo>
                  <a:lnTo>
                    <a:pt x="58898" y="5200"/>
                  </a:lnTo>
                  <a:lnTo>
                    <a:pt x="5110" y="5200"/>
                  </a:ln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形状 38"/>
            <p:cNvSpPr/>
            <p:nvPr/>
          </p:nvSpPr>
          <p:spPr>
            <a:xfrm>
              <a:off x="6051623" y="3352799"/>
              <a:ext cx="85889" cy="31556"/>
            </a:xfrm>
            <a:custGeom>
              <a:avLst/>
              <a:gdLst>
                <a:gd name="connsiteX0" fmla="*/ 83284 w 85889"/>
                <a:gd name="connsiteY0" fmla="*/ 31556 h 31556"/>
                <a:gd name="connsiteX1" fmla="*/ 2601 w 85889"/>
                <a:gd name="connsiteY1" fmla="*/ 31556 h 31556"/>
                <a:gd name="connsiteX2" fmla="*/ 2 w 85889"/>
                <a:gd name="connsiteY2" fmla="*/ 28956 h 31556"/>
                <a:gd name="connsiteX3" fmla="*/ 2 w 85889"/>
                <a:gd name="connsiteY3" fmla="*/ 11027 h 31556"/>
                <a:gd name="connsiteX4" fmla="*/ 10668 w 85889"/>
                <a:gd name="connsiteY4" fmla="*/ 1 h 31556"/>
                <a:gd name="connsiteX5" fmla="*/ 10938 w 85889"/>
                <a:gd name="connsiteY5" fmla="*/ 0 h 31556"/>
                <a:gd name="connsiteX6" fmla="*/ 75036 w 85889"/>
                <a:gd name="connsiteY6" fmla="*/ 0 h 31556"/>
                <a:gd name="connsiteX7" fmla="*/ 85883 w 85889"/>
                <a:gd name="connsiteY7" fmla="*/ 10848 h 31556"/>
                <a:gd name="connsiteX8" fmla="*/ 85883 w 85889"/>
                <a:gd name="connsiteY8" fmla="*/ 28777 h 31556"/>
                <a:gd name="connsiteX9" fmla="*/ 83469 w 85889"/>
                <a:gd name="connsiteY9" fmla="*/ 31550 h 31556"/>
                <a:gd name="connsiteX10" fmla="*/ 83284 w 85889"/>
                <a:gd name="connsiteY10" fmla="*/ 31556 h 31556"/>
                <a:gd name="connsiteX11" fmla="*/ 5291 w 85889"/>
                <a:gd name="connsiteY11" fmla="*/ 26357 h 31556"/>
                <a:gd name="connsiteX12" fmla="*/ 80684 w 85889"/>
                <a:gd name="connsiteY12" fmla="*/ 26357 h 31556"/>
                <a:gd name="connsiteX13" fmla="*/ 80684 w 85889"/>
                <a:gd name="connsiteY13" fmla="*/ 10848 h 31556"/>
                <a:gd name="connsiteX14" fmla="*/ 75036 w 85889"/>
                <a:gd name="connsiteY14" fmla="*/ 5200 h 31556"/>
                <a:gd name="connsiteX15" fmla="*/ 10938 w 85889"/>
                <a:gd name="connsiteY15" fmla="*/ 5200 h 31556"/>
                <a:gd name="connsiteX16" fmla="*/ 5291 w 85889"/>
                <a:gd name="connsiteY16" fmla="*/ 10848 h 31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889" h="31556">
                  <a:moveTo>
                    <a:pt x="83284" y="31556"/>
                  </a:moveTo>
                  <a:lnTo>
                    <a:pt x="2601" y="31556"/>
                  </a:lnTo>
                  <a:cubicBezTo>
                    <a:pt x="1165" y="31556"/>
                    <a:pt x="2" y="30392"/>
                    <a:pt x="2" y="28956"/>
                  </a:cubicBezTo>
                  <a:lnTo>
                    <a:pt x="2" y="11027"/>
                  </a:lnTo>
                  <a:cubicBezTo>
                    <a:pt x="-98" y="5037"/>
                    <a:pt x="4678" y="101"/>
                    <a:pt x="10668" y="1"/>
                  </a:cubicBezTo>
                  <a:cubicBezTo>
                    <a:pt x="10758" y="0"/>
                    <a:pt x="10848" y="0"/>
                    <a:pt x="10938" y="0"/>
                  </a:cubicBezTo>
                  <a:lnTo>
                    <a:pt x="75036" y="0"/>
                  </a:lnTo>
                  <a:cubicBezTo>
                    <a:pt x="81027" y="0"/>
                    <a:pt x="85883" y="4857"/>
                    <a:pt x="85883" y="10848"/>
                  </a:cubicBezTo>
                  <a:lnTo>
                    <a:pt x="85883" y="28777"/>
                  </a:lnTo>
                  <a:cubicBezTo>
                    <a:pt x="85982" y="30209"/>
                    <a:pt x="84902" y="31451"/>
                    <a:pt x="83469" y="31550"/>
                  </a:cubicBezTo>
                  <a:cubicBezTo>
                    <a:pt x="83407" y="31554"/>
                    <a:pt x="83346" y="31556"/>
                    <a:pt x="83284" y="31556"/>
                  </a:cubicBezTo>
                  <a:close/>
                  <a:moveTo>
                    <a:pt x="5291" y="26357"/>
                  </a:moveTo>
                  <a:lnTo>
                    <a:pt x="80684" y="26357"/>
                  </a:lnTo>
                  <a:lnTo>
                    <a:pt x="80684" y="10848"/>
                  </a:lnTo>
                  <a:cubicBezTo>
                    <a:pt x="80684" y="7729"/>
                    <a:pt x="78155" y="5200"/>
                    <a:pt x="75036" y="5200"/>
                  </a:cubicBezTo>
                  <a:lnTo>
                    <a:pt x="10938" y="5200"/>
                  </a:lnTo>
                  <a:cubicBezTo>
                    <a:pt x="7819" y="5200"/>
                    <a:pt x="5291" y="7729"/>
                    <a:pt x="5291" y="1084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形状 39"/>
            <p:cNvSpPr/>
            <p:nvPr/>
          </p:nvSpPr>
          <p:spPr>
            <a:xfrm>
              <a:off x="6029377" y="3487268"/>
              <a:ext cx="132437" cy="5381"/>
            </a:xfrm>
            <a:custGeom>
              <a:avLst/>
              <a:gdLst>
                <a:gd name="connsiteX0" fmla="*/ 129824 w 132437"/>
                <a:gd name="connsiteY0" fmla="*/ 5381 h 5381"/>
                <a:gd name="connsiteX1" fmla="*/ 2615 w 132437"/>
                <a:gd name="connsiteY1" fmla="*/ 5381 h 5381"/>
                <a:gd name="connsiteX2" fmla="*/ 15 w 132437"/>
                <a:gd name="connsiteY2" fmla="*/ 2781 h 5381"/>
                <a:gd name="connsiteX3" fmla="*/ 2239 w 132437"/>
                <a:gd name="connsiteY3" fmla="*/ 15 h 5381"/>
                <a:gd name="connsiteX4" fmla="*/ 2615 w 132437"/>
                <a:gd name="connsiteY4" fmla="*/ 2 h 5381"/>
                <a:gd name="connsiteX5" fmla="*/ 129824 w 132437"/>
                <a:gd name="connsiteY5" fmla="*/ 2 h 5381"/>
                <a:gd name="connsiteX6" fmla="*/ 132422 w 132437"/>
                <a:gd name="connsiteY6" fmla="*/ 2421 h 5381"/>
                <a:gd name="connsiteX7" fmla="*/ 132424 w 132437"/>
                <a:gd name="connsiteY7" fmla="*/ 2512 h 5381"/>
                <a:gd name="connsiteX8" fmla="*/ 130107 w 132437"/>
                <a:gd name="connsiteY8" fmla="*/ 5367 h 5381"/>
                <a:gd name="connsiteX9" fmla="*/ 129824 w 132437"/>
                <a:gd name="connsiteY9" fmla="*/ 5381 h 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437" h="5381">
                  <a:moveTo>
                    <a:pt x="129824" y="5381"/>
                  </a:moveTo>
                  <a:lnTo>
                    <a:pt x="2615" y="5381"/>
                  </a:lnTo>
                  <a:cubicBezTo>
                    <a:pt x="1179" y="5381"/>
                    <a:pt x="15" y="4217"/>
                    <a:pt x="15" y="2781"/>
                  </a:cubicBezTo>
                  <a:cubicBezTo>
                    <a:pt x="-135" y="1403"/>
                    <a:pt x="861" y="164"/>
                    <a:pt x="2239" y="15"/>
                  </a:cubicBezTo>
                  <a:cubicBezTo>
                    <a:pt x="2364" y="1"/>
                    <a:pt x="2489" y="-3"/>
                    <a:pt x="2615" y="2"/>
                  </a:cubicBezTo>
                  <a:lnTo>
                    <a:pt x="129824" y="2"/>
                  </a:lnTo>
                  <a:cubicBezTo>
                    <a:pt x="131209" y="-47"/>
                    <a:pt x="132373" y="1036"/>
                    <a:pt x="132422" y="2421"/>
                  </a:cubicBezTo>
                  <a:cubicBezTo>
                    <a:pt x="132423" y="2451"/>
                    <a:pt x="132424" y="2482"/>
                    <a:pt x="132424" y="2512"/>
                  </a:cubicBezTo>
                  <a:cubicBezTo>
                    <a:pt x="132572" y="3940"/>
                    <a:pt x="131535" y="5219"/>
                    <a:pt x="130107" y="5367"/>
                  </a:cubicBezTo>
                  <a:cubicBezTo>
                    <a:pt x="130013" y="5377"/>
                    <a:pt x="129918" y="5381"/>
                    <a:pt x="129824" y="5381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形状 40"/>
            <p:cNvSpPr/>
            <p:nvPr/>
          </p:nvSpPr>
          <p:spPr>
            <a:xfrm>
              <a:off x="6019800" y="3503765"/>
              <a:ext cx="151682" cy="5199"/>
            </a:xfrm>
            <a:custGeom>
              <a:avLst/>
              <a:gdLst>
                <a:gd name="connsiteX0" fmla="*/ 149083 w 151682"/>
                <a:gd name="connsiteY0" fmla="*/ 5200 h 5199"/>
                <a:gd name="connsiteX1" fmla="*/ 2600 w 151682"/>
                <a:gd name="connsiteY1" fmla="*/ 5200 h 5199"/>
                <a:gd name="connsiteX2" fmla="*/ 0 w 151682"/>
                <a:gd name="connsiteY2" fmla="*/ 2600 h 5199"/>
                <a:gd name="connsiteX3" fmla="*/ 2600 w 151682"/>
                <a:gd name="connsiteY3" fmla="*/ 0 h 5199"/>
                <a:gd name="connsiteX4" fmla="*/ 149083 w 151682"/>
                <a:gd name="connsiteY4" fmla="*/ 0 h 5199"/>
                <a:gd name="connsiteX5" fmla="*/ 151683 w 151682"/>
                <a:gd name="connsiteY5" fmla="*/ 2600 h 5199"/>
                <a:gd name="connsiteX6" fmla="*/ 149083 w 151682"/>
                <a:gd name="connsiteY6" fmla="*/ 5200 h 5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682" h="5199">
                  <a:moveTo>
                    <a:pt x="149083" y="5200"/>
                  </a:moveTo>
                  <a:lnTo>
                    <a:pt x="2600" y="5200"/>
                  </a:lnTo>
                  <a:cubicBezTo>
                    <a:pt x="1164" y="5200"/>
                    <a:pt x="0" y="4036"/>
                    <a:pt x="0" y="2600"/>
                  </a:cubicBezTo>
                  <a:cubicBezTo>
                    <a:pt x="0" y="1164"/>
                    <a:pt x="1164" y="0"/>
                    <a:pt x="2600" y="0"/>
                  </a:cubicBezTo>
                  <a:lnTo>
                    <a:pt x="149083" y="0"/>
                  </a:lnTo>
                  <a:cubicBezTo>
                    <a:pt x="150519" y="0"/>
                    <a:pt x="151683" y="1164"/>
                    <a:pt x="151683" y="2600"/>
                  </a:cubicBezTo>
                  <a:cubicBezTo>
                    <a:pt x="151683" y="4036"/>
                    <a:pt x="150519" y="5200"/>
                    <a:pt x="149083" y="520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2" name="图形 22"/>
          <p:cNvGrpSpPr/>
          <p:nvPr/>
        </p:nvGrpSpPr>
        <p:grpSpPr>
          <a:xfrm>
            <a:off x="9252134" y="3703868"/>
            <a:ext cx="504084" cy="733279"/>
            <a:chOff x="6038849" y="3346257"/>
            <a:chExt cx="113061" cy="164467"/>
          </a:xfrm>
          <a:solidFill>
            <a:srgbClr val="09ABAD"/>
          </a:solidFill>
        </p:grpSpPr>
        <p:sp>
          <p:nvSpPr>
            <p:cNvPr id="43" name="任意形状 42"/>
            <p:cNvSpPr/>
            <p:nvPr/>
          </p:nvSpPr>
          <p:spPr>
            <a:xfrm>
              <a:off x="6038849" y="3369839"/>
              <a:ext cx="113061" cy="140885"/>
            </a:xfrm>
            <a:custGeom>
              <a:avLst/>
              <a:gdLst>
                <a:gd name="connsiteX0" fmla="*/ 104108 w 113061"/>
                <a:gd name="connsiteY0" fmla="*/ 140885 h 140885"/>
                <a:gd name="connsiteX1" fmla="*/ 8954 w 113061"/>
                <a:gd name="connsiteY1" fmla="*/ 140885 h 140885"/>
                <a:gd name="connsiteX2" fmla="*/ 0 w 113061"/>
                <a:gd name="connsiteY2" fmla="*/ 132539 h 140885"/>
                <a:gd name="connsiteX3" fmla="*/ 0 w 113061"/>
                <a:gd name="connsiteY3" fmla="*/ 8622 h 140885"/>
                <a:gd name="connsiteX4" fmla="*/ 8954 w 113061"/>
                <a:gd name="connsiteY4" fmla="*/ 0 h 140885"/>
                <a:gd name="connsiteX5" fmla="*/ 28575 w 113061"/>
                <a:gd name="connsiteY5" fmla="*/ 0 h 140885"/>
                <a:gd name="connsiteX6" fmla="*/ 31337 w 113061"/>
                <a:gd name="connsiteY6" fmla="*/ 2660 h 140885"/>
                <a:gd name="connsiteX7" fmla="*/ 31337 w 113061"/>
                <a:gd name="connsiteY7" fmla="*/ 11832 h 140885"/>
                <a:gd name="connsiteX8" fmla="*/ 34766 w 113061"/>
                <a:gd name="connsiteY8" fmla="*/ 15226 h 140885"/>
                <a:gd name="connsiteX9" fmla="*/ 78772 w 113061"/>
                <a:gd name="connsiteY9" fmla="*/ 15226 h 140885"/>
                <a:gd name="connsiteX10" fmla="*/ 82296 w 113061"/>
                <a:gd name="connsiteY10" fmla="*/ 11832 h 140885"/>
                <a:gd name="connsiteX11" fmla="*/ 82296 w 113061"/>
                <a:gd name="connsiteY11" fmla="*/ 2660 h 140885"/>
                <a:gd name="connsiteX12" fmla="*/ 85058 w 113061"/>
                <a:gd name="connsiteY12" fmla="*/ 0 h 140885"/>
                <a:gd name="connsiteX13" fmla="*/ 104108 w 113061"/>
                <a:gd name="connsiteY13" fmla="*/ 0 h 140885"/>
                <a:gd name="connsiteX14" fmla="*/ 113062 w 113061"/>
                <a:gd name="connsiteY14" fmla="*/ 8622 h 140885"/>
                <a:gd name="connsiteX15" fmla="*/ 113062 w 113061"/>
                <a:gd name="connsiteY15" fmla="*/ 132539 h 140885"/>
                <a:gd name="connsiteX16" fmla="*/ 104108 w 113061"/>
                <a:gd name="connsiteY16" fmla="*/ 140885 h 140885"/>
                <a:gd name="connsiteX17" fmla="*/ 8954 w 113061"/>
                <a:gd name="connsiteY17" fmla="*/ 5320 h 140885"/>
                <a:gd name="connsiteX18" fmla="*/ 5525 w 113061"/>
                <a:gd name="connsiteY18" fmla="*/ 8622 h 140885"/>
                <a:gd name="connsiteX19" fmla="*/ 5525 w 113061"/>
                <a:gd name="connsiteY19" fmla="*/ 132539 h 140885"/>
                <a:gd name="connsiteX20" fmla="*/ 8954 w 113061"/>
                <a:gd name="connsiteY20" fmla="*/ 135932 h 140885"/>
                <a:gd name="connsiteX21" fmla="*/ 104203 w 113061"/>
                <a:gd name="connsiteY21" fmla="*/ 135932 h 140885"/>
                <a:gd name="connsiteX22" fmla="*/ 107632 w 113061"/>
                <a:gd name="connsiteY22" fmla="*/ 132539 h 140885"/>
                <a:gd name="connsiteX23" fmla="*/ 107633 w 113061"/>
                <a:gd name="connsiteY23" fmla="*/ 8622 h 140885"/>
                <a:gd name="connsiteX24" fmla="*/ 104108 w 113061"/>
                <a:gd name="connsiteY24" fmla="*/ 5320 h 140885"/>
                <a:gd name="connsiteX25" fmla="*/ 87725 w 113061"/>
                <a:gd name="connsiteY25" fmla="*/ 5320 h 140885"/>
                <a:gd name="connsiteX26" fmla="*/ 87725 w 113061"/>
                <a:gd name="connsiteY26" fmla="*/ 11924 h 140885"/>
                <a:gd name="connsiteX27" fmla="*/ 78772 w 113061"/>
                <a:gd name="connsiteY27" fmla="*/ 20546 h 140885"/>
                <a:gd name="connsiteX28" fmla="*/ 34290 w 113061"/>
                <a:gd name="connsiteY28" fmla="*/ 20546 h 140885"/>
                <a:gd name="connsiteX29" fmla="*/ 25336 w 113061"/>
                <a:gd name="connsiteY29" fmla="*/ 11924 h 140885"/>
                <a:gd name="connsiteX30" fmla="*/ 25337 w 113061"/>
                <a:gd name="connsiteY30" fmla="*/ 5320 h 140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3061" h="140885">
                  <a:moveTo>
                    <a:pt x="104108" y="140885"/>
                  </a:moveTo>
                  <a:lnTo>
                    <a:pt x="8954" y="140885"/>
                  </a:lnTo>
                  <a:cubicBezTo>
                    <a:pt x="4118" y="140888"/>
                    <a:pt x="154" y="137193"/>
                    <a:pt x="0" y="132539"/>
                  </a:cubicBezTo>
                  <a:lnTo>
                    <a:pt x="0" y="8622"/>
                  </a:lnTo>
                  <a:cubicBezTo>
                    <a:pt x="0" y="3860"/>
                    <a:pt x="4009" y="0"/>
                    <a:pt x="8954" y="0"/>
                  </a:cubicBezTo>
                  <a:lnTo>
                    <a:pt x="28575" y="0"/>
                  </a:lnTo>
                  <a:cubicBezTo>
                    <a:pt x="30101" y="0"/>
                    <a:pt x="31337" y="1191"/>
                    <a:pt x="31337" y="2660"/>
                  </a:cubicBezTo>
                  <a:lnTo>
                    <a:pt x="31337" y="11832"/>
                  </a:lnTo>
                  <a:cubicBezTo>
                    <a:pt x="31337" y="13671"/>
                    <a:pt x="32857" y="15176"/>
                    <a:pt x="34766" y="15226"/>
                  </a:cubicBezTo>
                  <a:lnTo>
                    <a:pt x="78772" y="15226"/>
                  </a:lnTo>
                  <a:cubicBezTo>
                    <a:pt x="80697" y="15178"/>
                    <a:pt x="82246" y="13686"/>
                    <a:pt x="82296" y="11832"/>
                  </a:cubicBezTo>
                  <a:lnTo>
                    <a:pt x="82296" y="2660"/>
                  </a:lnTo>
                  <a:cubicBezTo>
                    <a:pt x="82296" y="1191"/>
                    <a:pt x="83533" y="0"/>
                    <a:pt x="85058" y="0"/>
                  </a:cubicBezTo>
                  <a:lnTo>
                    <a:pt x="104108" y="0"/>
                  </a:lnTo>
                  <a:cubicBezTo>
                    <a:pt x="109053" y="0"/>
                    <a:pt x="113062" y="3860"/>
                    <a:pt x="113062" y="8622"/>
                  </a:cubicBezTo>
                  <a:lnTo>
                    <a:pt x="113062" y="132539"/>
                  </a:lnTo>
                  <a:cubicBezTo>
                    <a:pt x="112907" y="137193"/>
                    <a:pt x="108944" y="140888"/>
                    <a:pt x="104108" y="140885"/>
                  </a:cubicBezTo>
                  <a:close/>
                  <a:moveTo>
                    <a:pt x="8954" y="5320"/>
                  </a:moveTo>
                  <a:cubicBezTo>
                    <a:pt x="7060" y="5320"/>
                    <a:pt x="5525" y="6798"/>
                    <a:pt x="5525" y="8622"/>
                  </a:cubicBezTo>
                  <a:lnTo>
                    <a:pt x="5525" y="132539"/>
                  </a:lnTo>
                  <a:cubicBezTo>
                    <a:pt x="5524" y="134378"/>
                    <a:pt x="7044" y="135883"/>
                    <a:pt x="8954" y="135932"/>
                  </a:cubicBezTo>
                  <a:lnTo>
                    <a:pt x="104203" y="135932"/>
                  </a:lnTo>
                  <a:cubicBezTo>
                    <a:pt x="106092" y="135837"/>
                    <a:pt x="107585" y="134359"/>
                    <a:pt x="107632" y="132539"/>
                  </a:cubicBezTo>
                  <a:lnTo>
                    <a:pt x="107633" y="8622"/>
                  </a:lnTo>
                  <a:cubicBezTo>
                    <a:pt x="107581" y="6784"/>
                    <a:pt x="106018" y="5319"/>
                    <a:pt x="104108" y="5320"/>
                  </a:cubicBezTo>
                  <a:lnTo>
                    <a:pt x="87725" y="5320"/>
                  </a:lnTo>
                  <a:lnTo>
                    <a:pt x="87725" y="11924"/>
                  </a:lnTo>
                  <a:cubicBezTo>
                    <a:pt x="87725" y="16686"/>
                    <a:pt x="83717" y="20546"/>
                    <a:pt x="78772" y="20546"/>
                  </a:cubicBezTo>
                  <a:lnTo>
                    <a:pt x="34290" y="20546"/>
                  </a:lnTo>
                  <a:cubicBezTo>
                    <a:pt x="29345" y="20546"/>
                    <a:pt x="25336" y="16686"/>
                    <a:pt x="25336" y="11924"/>
                  </a:cubicBezTo>
                  <a:lnTo>
                    <a:pt x="25337" y="53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形状 43"/>
            <p:cNvSpPr/>
            <p:nvPr/>
          </p:nvSpPr>
          <p:spPr>
            <a:xfrm>
              <a:off x="6050279" y="3380568"/>
              <a:ext cx="90297" cy="115848"/>
            </a:xfrm>
            <a:custGeom>
              <a:avLst/>
              <a:gdLst>
                <a:gd name="connsiteX0" fmla="*/ 87535 w 90297"/>
                <a:gd name="connsiteY0" fmla="*/ 115847 h 115848"/>
                <a:gd name="connsiteX1" fmla="*/ 2762 w 90297"/>
                <a:gd name="connsiteY1" fmla="*/ 115847 h 115848"/>
                <a:gd name="connsiteX2" fmla="*/ 2 w 90297"/>
                <a:gd name="connsiteY2" fmla="*/ 113372 h 115848"/>
                <a:gd name="connsiteX3" fmla="*/ 0 w 90297"/>
                <a:gd name="connsiteY3" fmla="*/ 113279 h 115848"/>
                <a:gd name="connsiteX4" fmla="*/ 0 w 90297"/>
                <a:gd name="connsiteY4" fmla="*/ 2570 h 115848"/>
                <a:gd name="connsiteX5" fmla="*/ 2665 w 90297"/>
                <a:gd name="connsiteY5" fmla="*/ 0 h 115848"/>
                <a:gd name="connsiteX6" fmla="*/ 2762 w 90297"/>
                <a:gd name="connsiteY6" fmla="*/ 2 h 115848"/>
                <a:gd name="connsiteX7" fmla="*/ 17145 w 90297"/>
                <a:gd name="connsiteY7" fmla="*/ 2 h 115848"/>
                <a:gd name="connsiteX8" fmla="*/ 19431 w 90297"/>
                <a:gd name="connsiteY8" fmla="*/ 2570 h 115848"/>
                <a:gd name="connsiteX9" fmla="*/ 17145 w 90297"/>
                <a:gd name="connsiteY9" fmla="*/ 5230 h 115848"/>
                <a:gd name="connsiteX10" fmla="*/ 5525 w 90297"/>
                <a:gd name="connsiteY10" fmla="*/ 5230 h 115848"/>
                <a:gd name="connsiteX11" fmla="*/ 5525 w 90297"/>
                <a:gd name="connsiteY11" fmla="*/ 110619 h 115848"/>
                <a:gd name="connsiteX12" fmla="*/ 84773 w 90297"/>
                <a:gd name="connsiteY12" fmla="*/ 110619 h 115848"/>
                <a:gd name="connsiteX13" fmla="*/ 84773 w 90297"/>
                <a:gd name="connsiteY13" fmla="*/ 5230 h 115848"/>
                <a:gd name="connsiteX14" fmla="*/ 73628 w 90297"/>
                <a:gd name="connsiteY14" fmla="*/ 5230 h 115848"/>
                <a:gd name="connsiteX15" fmla="*/ 70866 w 90297"/>
                <a:gd name="connsiteY15" fmla="*/ 2570 h 115848"/>
                <a:gd name="connsiteX16" fmla="*/ 73531 w 90297"/>
                <a:gd name="connsiteY16" fmla="*/ 0 h 115848"/>
                <a:gd name="connsiteX17" fmla="*/ 73628 w 90297"/>
                <a:gd name="connsiteY17" fmla="*/ 2 h 115848"/>
                <a:gd name="connsiteX18" fmla="*/ 87535 w 90297"/>
                <a:gd name="connsiteY18" fmla="*/ 2 h 115848"/>
                <a:gd name="connsiteX19" fmla="*/ 90295 w 90297"/>
                <a:gd name="connsiteY19" fmla="*/ 2477 h 115848"/>
                <a:gd name="connsiteX20" fmla="*/ 90297 w 90297"/>
                <a:gd name="connsiteY20" fmla="*/ 2570 h 115848"/>
                <a:gd name="connsiteX21" fmla="*/ 90297 w 90297"/>
                <a:gd name="connsiteY21" fmla="*/ 113279 h 115848"/>
                <a:gd name="connsiteX22" fmla="*/ 87632 w 90297"/>
                <a:gd name="connsiteY22" fmla="*/ 115848 h 115848"/>
                <a:gd name="connsiteX23" fmla="*/ 87535 w 90297"/>
                <a:gd name="connsiteY23" fmla="*/ 115847 h 115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0297" h="115848">
                  <a:moveTo>
                    <a:pt x="87535" y="115847"/>
                  </a:moveTo>
                  <a:lnTo>
                    <a:pt x="2762" y="115847"/>
                  </a:lnTo>
                  <a:cubicBezTo>
                    <a:pt x="1290" y="115898"/>
                    <a:pt x="54" y="114789"/>
                    <a:pt x="2" y="113372"/>
                  </a:cubicBezTo>
                  <a:cubicBezTo>
                    <a:pt x="1" y="113341"/>
                    <a:pt x="0" y="113310"/>
                    <a:pt x="0" y="113279"/>
                  </a:cubicBezTo>
                  <a:lnTo>
                    <a:pt x="0" y="2570"/>
                  </a:lnTo>
                  <a:cubicBezTo>
                    <a:pt x="-1" y="1152"/>
                    <a:pt x="1192" y="1"/>
                    <a:pt x="2665" y="0"/>
                  </a:cubicBezTo>
                  <a:cubicBezTo>
                    <a:pt x="2698" y="0"/>
                    <a:pt x="2730" y="1"/>
                    <a:pt x="2762" y="2"/>
                  </a:cubicBezTo>
                  <a:lnTo>
                    <a:pt x="17145" y="2"/>
                  </a:lnTo>
                  <a:cubicBezTo>
                    <a:pt x="18468" y="185"/>
                    <a:pt x="19445" y="1283"/>
                    <a:pt x="19431" y="2570"/>
                  </a:cubicBezTo>
                  <a:cubicBezTo>
                    <a:pt x="19451" y="3877"/>
                    <a:pt x="18482" y="5005"/>
                    <a:pt x="17145" y="5230"/>
                  </a:cubicBezTo>
                  <a:lnTo>
                    <a:pt x="5525" y="5230"/>
                  </a:lnTo>
                  <a:lnTo>
                    <a:pt x="5525" y="110619"/>
                  </a:lnTo>
                  <a:lnTo>
                    <a:pt x="84773" y="110619"/>
                  </a:lnTo>
                  <a:lnTo>
                    <a:pt x="84773" y="5230"/>
                  </a:lnTo>
                  <a:lnTo>
                    <a:pt x="73628" y="5230"/>
                  </a:lnTo>
                  <a:cubicBezTo>
                    <a:pt x="72103" y="5230"/>
                    <a:pt x="70866" y="4039"/>
                    <a:pt x="70866" y="2570"/>
                  </a:cubicBezTo>
                  <a:cubicBezTo>
                    <a:pt x="70865" y="1152"/>
                    <a:pt x="72058" y="1"/>
                    <a:pt x="73531" y="0"/>
                  </a:cubicBezTo>
                  <a:cubicBezTo>
                    <a:pt x="73564" y="0"/>
                    <a:pt x="73596" y="1"/>
                    <a:pt x="73628" y="2"/>
                  </a:cubicBezTo>
                  <a:lnTo>
                    <a:pt x="87535" y="2"/>
                  </a:lnTo>
                  <a:cubicBezTo>
                    <a:pt x="89007" y="-49"/>
                    <a:pt x="90243" y="1059"/>
                    <a:pt x="90295" y="2477"/>
                  </a:cubicBezTo>
                  <a:cubicBezTo>
                    <a:pt x="90296" y="2508"/>
                    <a:pt x="90297" y="2539"/>
                    <a:pt x="90297" y="2570"/>
                  </a:cubicBezTo>
                  <a:lnTo>
                    <a:pt x="90297" y="113279"/>
                  </a:lnTo>
                  <a:cubicBezTo>
                    <a:pt x="90298" y="114697"/>
                    <a:pt x="89105" y="115848"/>
                    <a:pt x="87632" y="115848"/>
                  </a:cubicBezTo>
                  <a:cubicBezTo>
                    <a:pt x="87599" y="115848"/>
                    <a:pt x="87567" y="115848"/>
                    <a:pt x="87535" y="115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6064186" y="3346257"/>
              <a:ext cx="62388" cy="44127"/>
            </a:xfrm>
            <a:custGeom>
              <a:avLst/>
              <a:gdLst>
                <a:gd name="connsiteX0" fmla="*/ 53435 w 62388"/>
                <a:gd name="connsiteY0" fmla="*/ 44128 h 44127"/>
                <a:gd name="connsiteX1" fmla="*/ 8954 w 62388"/>
                <a:gd name="connsiteY1" fmla="*/ 44128 h 44127"/>
                <a:gd name="connsiteX2" fmla="*/ 0 w 62388"/>
                <a:gd name="connsiteY2" fmla="*/ 35506 h 44127"/>
                <a:gd name="connsiteX3" fmla="*/ 0 w 62388"/>
                <a:gd name="connsiteY3" fmla="*/ 21747 h 44127"/>
                <a:gd name="connsiteX4" fmla="*/ 8954 w 62388"/>
                <a:gd name="connsiteY4" fmla="*/ 13126 h 44127"/>
                <a:gd name="connsiteX5" fmla="*/ 15335 w 62388"/>
                <a:gd name="connsiteY5" fmla="*/ 13126 h 44127"/>
                <a:gd name="connsiteX6" fmla="*/ 33711 w 62388"/>
                <a:gd name="connsiteY6" fmla="*/ 186 h 44127"/>
                <a:gd name="connsiteX7" fmla="*/ 47149 w 62388"/>
                <a:gd name="connsiteY7" fmla="*/ 13126 h 44127"/>
                <a:gd name="connsiteX8" fmla="*/ 53435 w 62388"/>
                <a:gd name="connsiteY8" fmla="*/ 13126 h 44127"/>
                <a:gd name="connsiteX9" fmla="*/ 62389 w 62388"/>
                <a:gd name="connsiteY9" fmla="*/ 21747 h 44127"/>
                <a:gd name="connsiteX10" fmla="*/ 62389 w 62388"/>
                <a:gd name="connsiteY10" fmla="*/ 35506 h 44127"/>
                <a:gd name="connsiteX11" fmla="*/ 53435 w 62388"/>
                <a:gd name="connsiteY11" fmla="*/ 44128 h 44127"/>
                <a:gd name="connsiteX12" fmla="*/ 8954 w 62388"/>
                <a:gd name="connsiteY12" fmla="*/ 18537 h 44127"/>
                <a:gd name="connsiteX13" fmla="*/ 5525 w 62388"/>
                <a:gd name="connsiteY13" fmla="*/ 21931 h 44127"/>
                <a:gd name="connsiteX14" fmla="*/ 5525 w 62388"/>
                <a:gd name="connsiteY14" fmla="*/ 35689 h 44127"/>
                <a:gd name="connsiteX15" fmla="*/ 8954 w 62388"/>
                <a:gd name="connsiteY15" fmla="*/ 39083 h 44127"/>
                <a:gd name="connsiteX16" fmla="*/ 53435 w 62388"/>
                <a:gd name="connsiteY16" fmla="*/ 39083 h 44127"/>
                <a:gd name="connsiteX17" fmla="*/ 56960 w 62388"/>
                <a:gd name="connsiteY17" fmla="*/ 35689 h 44127"/>
                <a:gd name="connsiteX18" fmla="*/ 56960 w 62388"/>
                <a:gd name="connsiteY18" fmla="*/ 21747 h 44127"/>
                <a:gd name="connsiteX19" fmla="*/ 53435 w 62388"/>
                <a:gd name="connsiteY19" fmla="*/ 18537 h 44127"/>
                <a:gd name="connsiteX20" fmla="*/ 44577 w 62388"/>
                <a:gd name="connsiteY20" fmla="*/ 18537 h 44127"/>
                <a:gd name="connsiteX21" fmla="*/ 41815 w 62388"/>
                <a:gd name="connsiteY21" fmla="*/ 15877 h 44127"/>
                <a:gd name="connsiteX22" fmla="*/ 30187 w 62388"/>
                <a:gd name="connsiteY22" fmla="*/ 6620 h 44127"/>
                <a:gd name="connsiteX23" fmla="*/ 20574 w 62388"/>
                <a:gd name="connsiteY23" fmla="*/ 15877 h 44127"/>
                <a:gd name="connsiteX24" fmla="*/ 17812 w 62388"/>
                <a:gd name="connsiteY24" fmla="*/ 18537 h 4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2388" h="44127">
                  <a:moveTo>
                    <a:pt x="53435" y="44128"/>
                  </a:moveTo>
                  <a:lnTo>
                    <a:pt x="8954" y="44128"/>
                  </a:lnTo>
                  <a:cubicBezTo>
                    <a:pt x="4009" y="44128"/>
                    <a:pt x="0" y="40268"/>
                    <a:pt x="0" y="35506"/>
                  </a:cubicBezTo>
                  <a:lnTo>
                    <a:pt x="0" y="21747"/>
                  </a:lnTo>
                  <a:cubicBezTo>
                    <a:pt x="0" y="16986"/>
                    <a:pt x="4009" y="13126"/>
                    <a:pt x="8954" y="13126"/>
                  </a:cubicBezTo>
                  <a:lnTo>
                    <a:pt x="15335" y="13126"/>
                  </a:lnTo>
                  <a:cubicBezTo>
                    <a:pt x="16699" y="4666"/>
                    <a:pt x="24926" y="-1128"/>
                    <a:pt x="33711" y="186"/>
                  </a:cubicBezTo>
                  <a:cubicBezTo>
                    <a:pt x="40639" y="1221"/>
                    <a:pt x="46073" y="6455"/>
                    <a:pt x="47149" y="13126"/>
                  </a:cubicBezTo>
                  <a:lnTo>
                    <a:pt x="53435" y="13126"/>
                  </a:lnTo>
                  <a:cubicBezTo>
                    <a:pt x="58380" y="13126"/>
                    <a:pt x="62389" y="16986"/>
                    <a:pt x="62389" y="21747"/>
                  </a:cubicBezTo>
                  <a:lnTo>
                    <a:pt x="62389" y="35506"/>
                  </a:lnTo>
                  <a:cubicBezTo>
                    <a:pt x="62389" y="40268"/>
                    <a:pt x="58380" y="44128"/>
                    <a:pt x="53435" y="44128"/>
                  </a:cubicBezTo>
                  <a:close/>
                  <a:moveTo>
                    <a:pt x="8954" y="18537"/>
                  </a:moveTo>
                  <a:cubicBezTo>
                    <a:pt x="7044" y="18587"/>
                    <a:pt x="5524" y="20092"/>
                    <a:pt x="5525" y="21931"/>
                  </a:cubicBezTo>
                  <a:lnTo>
                    <a:pt x="5525" y="35689"/>
                  </a:lnTo>
                  <a:cubicBezTo>
                    <a:pt x="5524" y="37528"/>
                    <a:pt x="7044" y="39033"/>
                    <a:pt x="8954" y="39083"/>
                  </a:cubicBezTo>
                  <a:lnTo>
                    <a:pt x="53435" y="39083"/>
                  </a:lnTo>
                  <a:cubicBezTo>
                    <a:pt x="55361" y="39035"/>
                    <a:pt x="56909" y="37543"/>
                    <a:pt x="56960" y="35689"/>
                  </a:cubicBezTo>
                  <a:lnTo>
                    <a:pt x="56960" y="21747"/>
                  </a:lnTo>
                  <a:cubicBezTo>
                    <a:pt x="56813" y="19965"/>
                    <a:pt x="55291" y="18579"/>
                    <a:pt x="53435" y="18537"/>
                  </a:cubicBezTo>
                  <a:lnTo>
                    <a:pt x="44577" y="18537"/>
                  </a:lnTo>
                  <a:cubicBezTo>
                    <a:pt x="43051" y="18537"/>
                    <a:pt x="41815" y="17346"/>
                    <a:pt x="41815" y="15877"/>
                  </a:cubicBezTo>
                  <a:cubicBezTo>
                    <a:pt x="41259" y="10229"/>
                    <a:pt x="36053" y="6084"/>
                    <a:pt x="30187" y="6620"/>
                  </a:cubicBezTo>
                  <a:cubicBezTo>
                    <a:pt x="25092" y="7085"/>
                    <a:pt x="21057" y="10970"/>
                    <a:pt x="20574" y="15877"/>
                  </a:cubicBezTo>
                  <a:cubicBezTo>
                    <a:pt x="20574" y="17346"/>
                    <a:pt x="19337" y="18537"/>
                    <a:pt x="17812" y="185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6077867" y="3371260"/>
              <a:ext cx="35121" cy="5320"/>
            </a:xfrm>
            <a:custGeom>
              <a:avLst/>
              <a:gdLst>
                <a:gd name="connsiteX0" fmla="*/ 31848 w 35121"/>
                <a:gd name="connsiteY0" fmla="*/ 5275 h 5320"/>
                <a:gd name="connsiteX1" fmla="*/ 3273 w 35121"/>
                <a:gd name="connsiteY1" fmla="*/ 5275 h 5320"/>
                <a:gd name="connsiteX2" fmla="*/ 48 w 35121"/>
                <a:gd name="connsiteY2" fmla="*/ 3152 h 5320"/>
                <a:gd name="connsiteX3" fmla="*/ 2252 w 35121"/>
                <a:gd name="connsiteY3" fmla="*/ 46 h 5320"/>
                <a:gd name="connsiteX4" fmla="*/ 3273 w 35121"/>
                <a:gd name="connsiteY4" fmla="*/ 46 h 5320"/>
                <a:gd name="connsiteX5" fmla="*/ 31848 w 35121"/>
                <a:gd name="connsiteY5" fmla="*/ 46 h 5320"/>
                <a:gd name="connsiteX6" fmla="*/ 35074 w 35121"/>
                <a:gd name="connsiteY6" fmla="*/ 2169 h 5320"/>
                <a:gd name="connsiteX7" fmla="*/ 32870 w 35121"/>
                <a:gd name="connsiteY7" fmla="*/ 5275 h 5320"/>
                <a:gd name="connsiteX8" fmla="*/ 31848 w 35121"/>
                <a:gd name="connsiteY8" fmla="*/ 5275 h 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121" h="5320">
                  <a:moveTo>
                    <a:pt x="31848" y="5275"/>
                  </a:moveTo>
                  <a:lnTo>
                    <a:pt x="3273" y="5275"/>
                  </a:lnTo>
                  <a:cubicBezTo>
                    <a:pt x="1774" y="5546"/>
                    <a:pt x="330" y="4596"/>
                    <a:pt x="48" y="3152"/>
                  </a:cubicBezTo>
                  <a:cubicBezTo>
                    <a:pt x="-234" y="1709"/>
                    <a:pt x="753" y="318"/>
                    <a:pt x="2252" y="46"/>
                  </a:cubicBezTo>
                  <a:cubicBezTo>
                    <a:pt x="2590" y="-15"/>
                    <a:pt x="2936" y="-15"/>
                    <a:pt x="3273" y="46"/>
                  </a:cubicBezTo>
                  <a:lnTo>
                    <a:pt x="31848" y="46"/>
                  </a:lnTo>
                  <a:cubicBezTo>
                    <a:pt x="33348" y="-225"/>
                    <a:pt x="34792" y="725"/>
                    <a:pt x="35074" y="2169"/>
                  </a:cubicBezTo>
                  <a:cubicBezTo>
                    <a:pt x="35356" y="3612"/>
                    <a:pt x="34369" y="5003"/>
                    <a:pt x="32870" y="5275"/>
                  </a:cubicBezTo>
                  <a:cubicBezTo>
                    <a:pt x="32532" y="5336"/>
                    <a:pt x="32186" y="5336"/>
                    <a:pt x="31848" y="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060567" y="3396622"/>
              <a:ext cx="38100" cy="36688"/>
            </a:xfrm>
            <a:custGeom>
              <a:avLst/>
              <a:gdLst>
                <a:gd name="connsiteX0" fmla="*/ 19050 w 38100"/>
                <a:gd name="connsiteY0" fmla="*/ 36689 h 36688"/>
                <a:gd name="connsiteX1" fmla="*/ 0 w 38100"/>
                <a:gd name="connsiteY1" fmla="*/ 18344 h 36688"/>
                <a:gd name="connsiteX2" fmla="*/ 19050 w 38100"/>
                <a:gd name="connsiteY2" fmla="*/ 0 h 36688"/>
                <a:gd name="connsiteX3" fmla="*/ 38100 w 38100"/>
                <a:gd name="connsiteY3" fmla="*/ 18344 h 36688"/>
                <a:gd name="connsiteX4" fmla="*/ 19050 w 38100"/>
                <a:gd name="connsiteY4" fmla="*/ 36689 h 36688"/>
                <a:gd name="connsiteX5" fmla="*/ 19050 w 38100"/>
                <a:gd name="connsiteY5" fmla="*/ 6145 h 36688"/>
                <a:gd name="connsiteX6" fmla="*/ 5905 w 38100"/>
                <a:gd name="connsiteY6" fmla="*/ 18803 h 36688"/>
                <a:gd name="connsiteX7" fmla="*/ 19050 w 38100"/>
                <a:gd name="connsiteY7" fmla="*/ 31461 h 36688"/>
                <a:gd name="connsiteX8" fmla="*/ 32195 w 38100"/>
                <a:gd name="connsiteY8" fmla="*/ 18803 h 36688"/>
                <a:gd name="connsiteX9" fmla="*/ 19050 w 38100"/>
                <a:gd name="connsiteY9" fmla="*/ 6145 h 3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100" h="36688">
                  <a:moveTo>
                    <a:pt x="19050" y="36689"/>
                  </a:moveTo>
                  <a:cubicBezTo>
                    <a:pt x="8529" y="36689"/>
                    <a:pt x="0" y="28476"/>
                    <a:pt x="0" y="18344"/>
                  </a:cubicBezTo>
                  <a:cubicBezTo>
                    <a:pt x="0" y="8213"/>
                    <a:pt x="8529" y="0"/>
                    <a:pt x="19050" y="0"/>
                  </a:cubicBezTo>
                  <a:cubicBezTo>
                    <a:pt x="29571" y="0"/>
                    <a:pt x="38100" y="8213"/>
                    <a:pt x="38100" y="18344"/>
                  </a:cubicBezTo>
                  <a:cubicBezTo>
                    <a:pt x="38100" y="28476"/>
                    <a:pt x="29571" y="36689"/>
                    <a:pt x="19050" y="36689"/>
                  </a:cubicBezTo>
                  <a:close/>
                  <a:moveTo>
                    <a:pt x="19050" y="6145"/>
                  </a:moveTo>
                  <a:cubicBezTo>
                    <a:pt x="11790" y="6145"/>
                    <a:pt x="5905" y="11812"/>
                    <a:pt x="5905" y="18803"/>
                  </a:cubicBezTo>
                  <a:cubicBezTo>
                    <a:pt x="5905" y="25794"/>
                    <a:pt x="11790" y="31461"/>
                    <a:pt x="19050" y="31461"/>
                  </a:cubicBezTo>
                  <a:cubicBezTo>
                    <a:pt x="26310" y="31461"/>
                    <a:pt x="32195" y="25794"/>
                    <a:pt x="32195" y="18803"/>
                  </a:cubicBezTo>
                  <a:cubicBezTo>
                    <a:pt x="32195" y="11812"/>
                    <a:pt x="26310" y="6145"/>
                    <a:pt x="19050" y="6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形状 47"/>
            <p:cNvSpPr/>
            <p:nvPr/>
          </p:nvSpPr>
          <p:spPr>
            <a:xfrm>
              <a:off x="6069199" y="3412718"/>
              <a:ext cx="20548" cy="5320"/>
            </a:xfrm>
            <a:custGeom>
              <a:avLst/>
              <a:gdLst>
                <a:gd name="connsiteX0" fmla="*/ 17275 w 20548"/>
                <a:gd name="connsiteY0" fmla="*/ 5275 h 5320"/>
                <a:gd name="connsiteX1" fmla="*/ 3273 w 20548"/>
                <a:gd name="connsiteY1" fmla="*/ 5275 h 5320"/>
                <a:gd name="connsiteX2" fmla="*/ 48 w 20548"/>
                <a:gd name="connsiteY2" fmla="*/ 3152 h 5320"/>
                <a:gd name="connsiteX3" fmla="*/ 2252 w 20548"/>
                <a:gd name="connsiteY3" fmla="*/ 46 h 5320"/>
                <a:gd name="connsiteX4" fmla="*/ 3273 w 20548"/>
                <a:gd name="connsiteY4" fmla="*/ 46 h 5320"/>
                <a:gd name="connsiteX5" fmla="*/ 17275 w 20548"/>
                <a:gd name="connsiteY5" fmla="*/ 46 h 5320"/>
                <a:gd name="connsiteX6" fmla="*/ 20501 w 20548"/>
                <a:gd name="connsiteY6" fmla="*/ 2169 h 5320"/>
                <a:gd name="connsiteX7" fmla="*/ 18297 w 20548"/>
                <a:gd name="connsiteY7" fmla="*/ 5275 h 5320"/>
                <a:gd name="connsiteX8" fmla="*/ 17275 w 20548"/>
                <a:gd name="connsiteY8" fmla="*/ 5275 h 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48" h="5320">
                  <a:moveTo>
                    <a:pt x="17275" y="5275"/>
                  </a:moveTo>
                  <a:lnTo>
                    <a:pt x="3273" y="5275"/>
                  </a:lnTo>
                  <a:cubicBezTo>
                    <a:pt x="1774" y="5546"/>
                    <a:pt x="330" y="4596"/>
                    <a:pt x="48" y="3152"/>
                  </a:cubicBezTo>
                  <a:cubicBezTo>
                    <a:pt x="-234" y="1709"/>
                    <a:pt x="753" y="318"/>
                    <a:pt x="2252" y="46"/>
                  </a:cubicBezTo>
                  <a:cubicBezTo>
                    <a:pt x="2590" y="-15"/>
                    <a:pt x="2936" y="-15"/>
                    <a:pt x="3273" y="46"/>
                  </a:cubicBezTo>
                  <a:lnTo>
                    <a:pt x="17275" y="46"/>
                  </a:lnTo>
                  <a:cubicBezTo>
                    <a:pt x="18774" y="-225"/>
                    <a:pt x="20219" y="725"/>
                    <a:pt x="20501" y="2169"/>
                  </a:cubicBezTo>
                  <a:cubicBezTo>
                    <a:pt x="20783" y="3612"/>
                    <a:pt x="19796" y="5003"/>
                    <a:pt x="18297" y="5275"/>
                  </a:cubicBezTo>
                  <a:cubicBezTo>
                    <a:pt x="17959" y="5336"/>
                    <a:pt x="17613" y="5336"/>
                    <a:pt x="17275" y="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形状 48"/>
            <p:cNvSpPr/>
            <p:nvPr/>
          </p:nvSpPr>
          <p:spPr>
            <a:xfrm>
              <a:off x="6076949" y="3405794"/>
              <a:ext cx="5524" cy="19171"/>
            </a:xfrm>
            <a:custGeom>
              <a:avLst/>
              <a:gdLst>
                <a:gd name="connsiteX0" fmla="*/ 2667 w 5524"/>
                <a:gd name="connsiteY0" fmla="*/ 19170 h 19171"/>
                <a:gd name="connsiteX1" fmla="*/ 0 w 5524"/>
                <a:gd name="connsiteY1" fmla="*/ 16510 h 19171"/>
                <a:gd name="connsiteX2" fmla="*/ 0 w 5524"/>
                <a:gd name="connsiteY2" fmla="*/ 2660 h 19171"/>
                <a:gd name="connsiteX3" fmla="*/ 2762 w 5524"/>
                <a:gd name="connsiteY3" fmla="*/ 0 h 19171"/>
                <a:gd name="connsiteX4" fmla="*/ 5525 w 5524"/>
                <a:gd name="connsiteY4" fmla="*/ 2660 h 19171"/>
                <a:gd name="connsiteX5" fmla="*/ 5525 w 5524"/>
                <a:gd name="connsiteY5" fmla="*/ 16510 h 19171"/>
                <a:gd name="connsiteX6" fmla="*/ 2764 w 5524"/>
                <a:gd name="connsiteY6" fmla="*/ 19172 h 19171"/>
                <a:gd name="connsiteX7" fmla="*/ 2667 w 5524"/>
                <a:gd name="connsiteY7" fmla="*/ 19170 h 19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24" h="19171">
                  <a:moveTo>
                    <a:pt x="2667" y="19170"/>
                  </a:moveTo>
                  <a:cubicBezTo>
                    <a:pt x="1179" y="19120"/>
                    <a:pt x="-1" y="17944"/>
                    <a:pt x="0" y="16510"/>
                  </a:cubicBezTo>
                  <a:lnTo>
                    <a:pt x="0" y="2660"/>
                  </a:lnTo>
                  <a:cubicBezTo>
                    <a:pt x="0" y="1191"/>
                    <a:pt x="1237" y="0"/>
                    <a:pt x="2762" y="0"/>
                  </a:cubicBezTo>
                  <a:cubicBezTo>
                    <a:pt x="4288" y="0"/>
                    <a:pt x="5525" y="1191"/>
                    <a:pt x="5525" y="2660"/>
                  </a:cubicBezTo>
                  <a:lnTo>
                    <a:pt x="5525" y="16510"/>
                  </a:lnTo>
                  <a:cubicBezTo>
                    <a:pt x="5525" y="17979"/>
                    <a:pt x="4289" y="19171"/>
                    <a:pt x="2764" y="19172"/>
                  </a:cubicBezTo>
                  <a:cubicBezTo>
                    <a:pt x="2732" y="19172"/>
                    <a:pt x="2699" y="19171"/>
                    <a:pt x="2667" y="191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形状 49"/>
            <p:cNvSpPr/>
            <p:nvPr/>
          </p:nvSpPr>
          <p:spPr>
            <a:xfrm>
              <a:off x="6102918" y="3412718"/>
              <a:ext cx="27025" cy="5320"/>
            </a:xfrm>
            <a:custGeom>
              <a:avLst/>
              <a:gdLst>
                <a:gd name="connsiteX0" fmla="*/ 23752 w 27025"/>
                <a:gd name="connsiteY0" fmla="*/ 5275 h 5320"/>
                <a:gd name="connsiteX1" fmla="*/ 3273 w 27025"/>
                <a:gd name="connsiteY1" fmla="*/ 5275 h 5320"/>
                <a:gd name="connsiteX2" fmla="*/ 48 w 27025"/>
                <a:gd name="connsiteY2" fmla="*/ 3152 h 5320"/>
                <a:gd name="connsiteX3" fmla="*/ 2252 w 27025"/>
                <a:gd name="connsiteY3" fmla="*/ 46 h 5320"/>
                <a:gd name="connsiteX4" fmla="*/ 3273 w 27025"/>
                <a:gd name="connsiteY4" fmla="*/ 46 h 5320"/>
                <a:gd name="connsiteX5" fmla="*/ 23752 w 27025"/>
                <a:gd name="connsiteY5" fmla="*/ 46 h 5320"/>
                <a:gd name="connsiteX6" fmla="*/ 26978 w 27025"/>
                <a:gd name="connsiteY6" fmla="*/ 2169 h 5320"/>
                <a:gd name="connsiteX7" fmla="*/ 24774 w 27025"/>
                <a:gd name="connsiteY7" fmla="*/ 5275 h 5320"/>
                <a:gd name="connsiteX8" fmla="*/ 23752 w 27025"/>
                <a:gd name="connsiteY8" fmla="*/ 5275 h 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25" h="5320">
                  <a:moveTo>
                    <a:pt x="23752" y="5275"/>
                  </a:moveTo>
                  <a:lnTo>
                    <a:pt x="3273" y="5275"/>
                  </a:lnTo>
                  <a:cubicBezTo>
                    <a:pt x="1774" y="5546"/>
                    <a:pt x="330" y="4596"/>
                    <a:pt x="48" y="3152"/>
                  </a:cubicBezTo>
                  <a:cubicBezTo>
                    <a:pt x="-234" y="1709"/>
                    <a:pt x="753" y="318"/>
                    <a:pt x="2252" y="46"/>
                  </a:cubicBezTo>
                  <a:cubicBezTo>
                    <a:pt x="2590" y="-15"/>
                    <a:pt x="2936" y="-15"/>
                    <a:pt x="3273" y="46"/>
                  </a:cubicBezTo>
                  <a:lnTo>
                    <a:pt x="23752" y="46"/>
                  </a:lnTo>
                  <a:cubicBezTo>
                    <a:pt x="25251" y="-225"/>
                    <a:pt x="26696" y="725"/>
                    <a:pt x="26978" y="2169"/>
                  </a:cubicBezTo>
                  <a:cubicBezTo>
                    <a:pt x="27260" y="3612"/>
                    <a:pt x="26273" y="5003"/>
                    <a:pt x="24774" y="5275"/>
                  </a:cubicBezTo>
                  <a:cubicBezTo>
                    <a:pt x="24436" y="5336"/>
                    <a:pt x="24090" y="5336"/>
                    <a:pt x="23752" y="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形状 50"/>
            <p:cNvSpPr/>
            <p:nvPr/>
          </p:nvSpPr>
          <p:spPr>
            <a:xfrm>
              <a:off x="6099619" y="3424230"/>
              <a:ext cx="29813" cy="5319"/>
            </a:xfrm>
            <a:custGeom>
              <a:avLst/>
              <a:gdLst>
                <a:gd name="connsiteX0" fmla="*/ 27051 w 29813"/>
                <a:gd name="connsiteY0" fmla="*/ 5320 h 5319"/>
                <a:gd name="connsiteX1" fmla="*/ 2762 w 29813"/>
                <a:gd name="connsiteY1" fmla="*/ 5320 h 5319"/>
                <a:gd name="connsiteX2" fmla="*/ 0 w 29813"/>
                <a:gd name="connsiteY2" fmla="*/ 2660 h 5319"/>
                <a:gd name="connsiteX3" fmla="*/ 2762 w 29813"/>
                <a:gd name="connsiteY3" fmla="*/ 0 h 5319"/>
                <a:gd name="connsiteX4" fmla="*/ 27051 w 29813"/>
                <a:gd name="connsiteY4" fmla="*/ 0 h 5319"/>
                <a:gd name="connsiteX5" fmla="*/ 29813 w 29813"/>
                <a:gd name="connsiteY5" fmla="*/ 2660 h 5319"/>
                <a:gd name="connsiteX6" fmla="*/ 27051 w 29813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813" h="5319">
                  <a:moveTo>
                    <a:pt x="27051" y="5320"/>
                  </a:moveTo>
                  <a:lnTo>
                    <a:pt x="2762" y="5320"/>
                  </a:lnTo>
                  <a:cubicBezTo>
                    <a:pt x="1237" y="5320"/>
                    <a:pt x="0" y="4129"/>
                    <a:pt x="0" y="2660"/>
                  </a:cubicBezTo>
                  <a:cubicBezTo>
                    <a:pt x="0" y="1191"/>
                    <a:pt x="1237" y="0"/>
                    <a:pt x="2762" y="0"/>
                  </a:cubicBezTo>
                  <a:lnTo>
                    <a:pt x="27051" y="0"/>
                  </a:lnTo>
                  <a:cubicBezTo>
                    <a:pt x="28577" y="0"/>
                    <a:pt x="29813" y="1191"/>
                    <a:pt x="29813" y="2660"/>
                  </a:cubicBezTo>
                  <a:cubicBezTo>
                    <a:pt x="29813" y="4129"/>
                    <a:pt x="28577" y="5320"/>
                    <a:pt x="27051" y="53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形状 51"/>
            <p:cNvSpPr/>
            <p:nvPr/>
          </p:nvSpPr>
          <p:spPr>
            <a:xfrm>
              <a:off x="6060947" y="3439731"/>
              <a:ext cx="68484" cy="5319"/>
            </a:xfrm>
            <a:custGeom>
              <a:avLst/>
              <a:gdLst>
                <a:gd name="connsiteX0" fmla="*/ 65723 w 68484"/>
                <a:gd name="connsiteY0" fmla="*/ 5320 h 5319"/>
                <a:gd name="connsiteX1" fmla="*/ 2762 w 68484"/>
                <a:gd name="connsiteY1" fmla="*/ 5320 h 5319"/>
                <a:gd name="connsiteX2" fmla="*/ 0 w 68484"/>
                <a:gd name="connsiteY2" fmla="*/ 2660 h 5319"/>
                <a:gd name="connsiteX3" fmla="*/ 2762 w 68484"/>
                <a:gd name="connsiteY3" fmla="*/ 0 h 5319"/>
                <a:gd name="connsiteX4" fmla="*/ 65723 w 68484"/>
                <a:gd name="connsiteY4" fmla="*/ 0 h 5319"/>
                <a:gd name="connsiteX5" fmla="*/ 68485 w 68484"/>
                <a:gd name="connsiteY5" fmla="*/ 2660 h 5319"/>
                <a:gd name="connsiteX6" fmla="*/ 65723 w 68484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84" h="5319">
                  <a:moveTo>
                    <a:pt x="65723" y="5320"/>
                  </a:moveTo>
                  <a:lnTo>
                    <a:pt x="2762" y="5320"/>
                  </a:lnTo>
                  <a:cubicBezTo>
                    <a:pt x="1237" y="5320"/>
                    <a:pt x="0" y="4129"/>
                    <a:pt x="0" y="2660"/>
                  </a:cubicBezTo>
                  <a:cubicBezTo>
                    <a:pt x="0" y="1191"/>
                    <a:pt x="1237" y="0"/>
                    <a:pt x="2762" y="0"/>
                  </a:cubicBezTo>
                  <a:lnTo>
                    <a:pt x="65723" y="0"/>
                  </a:lnTo>
                  <a:cubicBezTo>
                    <a:pt x="67248" y="0"/>
                    <a:pt x="68485" y="1191"/>
                    <a:pt x="68485" y="2660"/>
                  </a:cubicBezTo>
                  <a:cubicBezTo>
                    <a:pt x="68485" y="4129"/>
                    <a:pt x="67248" y="5320"/>
                    <a:pt x="65723" y="53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形状 52"/>
            <p:cNvSpPr/>
            <p:nvPr/>
          </p:nvSpPr>
          <p:spPr>
            <a:xfrm>
              <a:off x="6060947" y="3451196"/>
              <a:ext cx="68484" cy="5319"/>
            </a:xfrm>
            <a:custGeom>
              <a:avLst/>
              <a:gdLst>
                <a:gd name="connsiteX0" fmla="*/ 65723 w 68484"/>
                <a:gd name="connsiteY0" fmla="*/ 5320 h 5319"/>
                <a:gd name="connsiteX1" fmla="*/ 2762 w 68484"/>
                <a:gd name="connsiteY1" fmla="*/ 5320 h 5319"/>
                <a:gd name="connsiteX2" fmla="*/ 0 w 68484"/>
                <a:gd name="connsiteY2" fmla="*/ 2660 h 5319"/>
                <a:gd name="connsiteX3" fmla="*/ 2762 w 68484"/>
                <a:gd name="connsiteY3" fmla="*/ 0 h 5319"/>
                <a:gd name="connsiteX4" fmla="*/ 65723 w 68484"/>
                <a:gd name="connsiteY4" fmla="*/ 0 h 5319"/>
                <a:gd name="connsiteX5" fmla="*/ 68485 w 68484"/>
                <a:gd name="connsiteY5" fmla="*/ 2660 h 5319"/>
                <a:gd name="connsiteX6" fmla="*/ 65723 w 68484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84" h="5319">
                  <a:moveTo>
                    <a:pt x="65723" y="5320"/>
                  </a:moveTo>
                  <a:lnTo>
                    <a:pt x="2762" y="5320"/>
                  </a:lnTo>
                  <a:cubicBezTo>
                    <a:pt x="1237" y="5320"/>
                    <a:pt x="0" y="4129"/>
                    <a:pt x="0" y="2660"/>
                  </a:cubicBezTo>
                  <a:cubicBezTo>
                    <a:pt x="0" y="1191"/>
                    <a:pt x="1237" y="0"/>
                    <a:pt x="2762" y="0"/>
                  </a:cubicBezTo>
                  <a:lnTo>
                    <a:pt x="65723" y="0"/>
                  </a:lnTo>
                  <a:cubicBezTo>
                    <a:pt x="67248" y="0"/>
                    <a:pt x="68485" y="1191"/>
                    <a:pt x="68485" y="2660"/>
                  </a:cubicBezTo>
                  <a:cubicBezTo>
                    <a:pt x="68485" y="4129"/>
                    <a:pt x="67248" y="5320"/>
                    <a:pt x="65723" y="53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6060947" y="3462753"/>
              <a:ext cx="68484" cy="5319"/>
            </a:xfrm>
            <a:custGeom>
              <a:avLst/>
              <a:gdLst>
                <a:gd name="connsiteX0" fmla="*/ 65723 w 68484"/>
                <a:gd name="connsiteY0" fmla="*/ 5320 h 5319"/>
                <a:gd name="connsiteX1" fmla="*/ 2762 w 68484"/>
                <a:gd name="connsiteY1" fmla="*/ 5320 h 5319"/>
                <a:gd name="connsiteX2" fmla="*/ 0 w 68484"/>
                <a:gd name="connsiteY2" fmla="*/ 2660 h 5319"/>
                <a:gd name="connsiteX3" fmla="*/ 2762 w 68484"/>
                <a:gd name="connsiteY3" fmla="*/ 0 h 5319"/>
                <a:gd name="connsiteX4" fmla="*/ 65723 w 68484"/>
                <a:gd name="connsiteY4" fmla="*/ 0 h 5319"/>
                <a:gd name="connsiteX5" fmla="*/ 68485 w 68484"/>
                <a:gd name="connsiteY5" fmla="*/ 2660 h 5319"/>
                <a:gd name="connsiteX6" fmla="*/ 65723 w 68484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84" h="5319">
                  <a:moveTo>
                    <a:pt x="65723" y="5320"/>
                  </a:moveTo>
                  <a:lnTo>
                    <a:pt x="2762" y="5320"/>
                  </a:lnTo>
                  <a:cubicBezTo>
                    <a:pt x="1237" y="5320"/>
                    <a:pt x="0" y="4129"/>
                    <a:pt x="0" y="2660"/>
                  </a:cubicBezTo>
                  <a:cubicBezTo>
                    <a:pt x="0" y="1191"/>
                    <a:pt x="1237" y="0"/>
                    <a:pt x="2762" y="0"/>
                  </a:cubicBezTo>
                  <a:lnTo>
                    <a:pt x="65723" y="0"/>
                  </a:lnTo>
                  <a:cubicBezTo>
                    <a:pt x="67248" y="0"/>
                    <a:pt x="68485" y="1191"/>
                    <a:pt x="68485" y="2660"/>
                  </a:cubicBezTo>
                  <a:cubicBezTo>
                    <a:pt x="68485" y="4129"/>
                    <a:pt x="67248" y="5320"/>
                    <a:pt x="65723" y="53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形状 54"/>
            <p:cNvSpPr/>
            <p:nvPr/>
          </p:nvSpPr>
          <p:spPr>
            <a:xfrm>
              <a:off x="6060947" y="3474310"/>
              <a:ext cx="68484" cy="5319"/>
            </a:xfrm>
            <a:custGeom>
              <a:avLst/>
              <a:gdLst>
                <a:gd name="connsiteX0" fmla="*/ 65723 w 68484"/>
                <a:gd name="connsiteY0" fmla="*/ 5320 h 5319"/>
                <a:gd name="connsiteX1" fmla="*/ 2762 w 68484"/>
                <a:gd name="connsiteY1" fmla="*/ 5320 h 5319"/>
                <a:gd name="connsiteX2" fmla="*/ 0 w 68484"/>
                <a:gd name="connsiteY2" fmla="*/ 2660 h 5319"/>
                <a:gd name="connsiteX3" fmla="*/ 2762 w 68484"/>
                <a:gd name="connsiteY3" fmla="*/ 0 h 5319"/>
                <a:gd name="connsiteX4" fmla="*/ 65723 w 68484"/>
                <a:gd name="connsiteY4" fmla="*/ 0 h 5319"/>
                <a:gd name="connsiteX5" fmla="*/ 68485 w 68484"/>
                <a:gd name="connsiteY5" fmla="*/ 2660 h 5319"/>
                <a:gd name="connsiteX6" fmla="*/ 65723 w 68484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484" h="5319">
                  <a:moveTo>
                    <a:pt x="65723" y="5320"/>
                  </a:moveTo>
                  <a:lnTo>
                    <a:pt x="2762" y="5320"/>
                  </a:lnTo>
                  <a:cubicBezTo>
                    <a:pt x="1237" y="5320"/>
                    <a:pt x="0" y="4129"/>
                    <a:pt x="0" y="2660"/>
                  </a:cubicBezTo>
                  <a:cubicBezTo>
                    <a:pt x="0" y="1191"/>
                    <a:pt x="1237" y="0"/>
                    <a:pt x="2762" y="0"/>
                  </a:cubicBezTo>
                  <a:lnTo>
                    <a:pt x="65723" y="0"/>
                  </a:lnTo>
                  <a:cubicBezTo>
                    <a:pt x="67248" y="0"/>
                    <a:pt x="68485" y="1191"/>
                    <a:pt x="68485" y="2660"/>
                  </a:cubicBezTo>
                  <a:cubicBezTo>
                    <a:pt x="68485" y="4129"/>
                    <a:pt x="67248" y="5320"/>
                    <a:pt x="65723" y="53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80060" y="1874520"/>
            <a:ext cx="5897880" cy="4983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25639" y="2140004"/>
            <a:ext cx="3901439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6" name="文本框 5"/>
          <p:cNvSpPr txBox="1"/>
          <p:nvPr/>
        </p:nvSpPr>
        <p:spPr>
          <a:xfrm flipH="1">
            <a:off x="7025641" y="1874520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025639" y="3465884"/>
            <a:ext cx="3901439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8" name="文本框 7"/>
          <p:cNvSpPr txBox="1"/>
          <p:nvPr/>
        </p:nvSpPr>
        <p:spPr>
          <a:xfrm flipH="1">
            <a:off x="7025641" y="3200400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025639" y="4974644"/>
            <a:ext cx="3901439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0" name="文本框 9"/>
          <p:cNvSpPr txBox="1"/>
          <p:nvPr/>
        </p:nvSpPr>
        <p:spPr>
          <a:xfrm flipH="1">
            <a:off x="7025641" y="4709160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7714" y="407964"/>
            <a:ext cx="2915214" cy="523220"/>
            <a:chOff x="217714" y="407964"/>
            <a:chExt cx="2915214" cy="523220"/>
          </a:xfrm>
        </p:grpSpPr>
        <p:sp>
          <p:nvSpPr>
            <p:cNvPr id="12" name="文本框 11"/>
            <p:cNvSpPr txBox="1"/>
            <p:nvPr/>
          </p:nvSpPr>
          <p:spPr>
            <a:xfrm>
              <a:off x="714103" y="407964"/>
              <a:ext cx="2418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2800" b="0" i="0" u="none" strike="noStrike" cap="none" spc="0" normalizeH="0" baseline="0">
                  <a:ln>
                    <a:noFill/>
                  </a:ln>
                  <a:solidFill>
                    <a:srgbClr val="09ABAD"/>
                  </a:solidFill>
                  <a:effectLst/>
                  <a:uLnTx/>
                  <a:uFillTx/>
                  <a:latin typeface="钉钉进步体" panose="00020600040101010101" pitchFamily="18" charset="-122"/>
                  <a:ea typeface="钉钉进步体" panose="00020600040101010101" pitchFamily="18" charset="-122"/>
                </a:defRPr>
              </a:lvl1pPr>
            </a:lstStyle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请添加标题</a:t>
              </a: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217714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383177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>
              <a:off x="548640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1874520"/>
            <a:ext cx="2857500" cy="4411980"/>
          </a:xfrm>
          <a:custGeom>
            <a:avLst/>
            <a:gdLst>
              <a:gd name="connsiteX0" fmla="*/ 0 w 2857500"/>
              <a:gd name="connsiteY0" fmla="*/ 0 h 4411980"/>
              <a:gd name="connsiteX1" fmla="*/ 2857500 w 2857500"/>
              <a:gd name="connsiteY1" fmla="*/ 0 h 4411980"/>
              <a:gd name="connsiteX2" fmla="*/ 2857500 w 2857500"/>
              <a:gd name="connsiteY2" fmla="*/ 2983230 h 4411980"/>
              <a:gd name="connsiteX3" fmla="*/ 1428750 w 2857500"/>
              <a:gd name="connsiteY3" fmla="*/ 4411980 h 4411980"/>
              <a:gd name="connsiteX4" fmla="*/ 0 w 2857500"/>
              <a:gd name="connsiteY4" fmla="*/ 2983230 h 441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500" h="4411980">
                <a:moveTo>
                  <a:pt x="0" y="0"/>
                </a:moveTo>
                <a:lnTo>
                  <a:pt x="2857500" y="0"/>
                </a:lnTo>
                <a:lnTo>
                  <a:pt x="2857500" y="2983230"/>
                </a:lnTo>
                <a:cubicBezTo>
                  <a:pt x="2857500" y="3772307"/>
                  <a:pt x="2217827" y="4411980"/>
                  <a:pt x="1428750" y="4411980"/>
                </a:cubicBezTo>
                <a:cubicBezTo>
                  <a:pt x="639673" y="4411980"/>
                  <a:pt x="0" y="3772307"/>
                  <a:pt x="0" y="2983230"/>
                </a:cubicBezTo>
                <a:close/>
              </a:path>
            </a:pathLst>
          </a:cu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874520"/>
            <a:ext cx="2857500" cy="4411980"/>
          </a:xfrm>
          <a:custGeom>
            <a:avLst/>
            <a:gdLst>
              <a:gd name="connsiteX0" fmla="*/ 0 w 2857500"/>
              <a:gd name="connsiteY0" fmla="*/ 0 h 4411980"/>
              <a:gd name="connsiteX1" fmla="*/ 2857500 w 2857500"/>
              <a:gd name="connsiteY1" fmla="*/ 0 h 4411980"/>
              <a:gd name="connsiteX2" fmla="*/ 2857500 w 2857500"/>
              <a:gd name="connsiteY2" fmla="*/ 2983230 h 4411980"/>
              <a:gd name="connsiteX3" fmla="*/ 1428750 w 2857500"/>
              <a:gd name="connsiteY3" fmla="*/ 4411980 h 4411980"/>
              <a:gd name="connsiteX4" fmla="*/ 0 w 2857500"/>
              <a:gd name="connsiteY4" fmla="*/ 2983230 h 441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500" h="4411980">
                <a:moveTo>
                  <a:pt x="0" y="0"/>
                </a:moveTo>
                <a:lnTo>
                  <a:pt x="2857500" y="0"/>
                </a:lnTo>
                <a:lnTo>
                  <a:pt x="2857500" y="2983230"/>
                </a:lnTo>
                <a:cubicBezTo>
                  <a:pt x="2857500" y="3772307"/>
                  <a:pt x="2217827" y="4411980"/>
                  <a:pt x="1428750" y="4411980"/>
                </a:cubicBezTo>
                <a:cubicBezTo>
                  <a:pt x="639673" y="4411980"/>
                  <a:pt x="0" y="3772307"/>
                  <a:pt x="0" y="2983230"/>
                </a:cubicBezTo>
                <a:close/>
              </a:path>
            </a:pathLst>
          </a:cu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780" y="1552786"/>
            <a:ext cx="11132820" cy="2308860"/>
          </a:xfrm>
          <a:prstGeom prst="rect">
            <a:avLst/>
          </a:prstGeom>
          <a:solidFill>
            <a:srgbClr val="09A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648" y="1127184"/>
            <a:ext cx="4193633" cy="546892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77148" y="2468152"/>
            <a:ext cx="491020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8" name="文本框 7"/>
          <p:cNvSpPr txBox="1"/>
          <p:nvPr/>
        </p:nvSpPr>
        <p:spPr>
          <a:xfrm flipH="1">
            <a:off x="6077149" y="2202668"/>
            <a:ext cx="379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77148" y="5051332"/>
            <a:ext cx="491020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0" name="文本框 9"/>
          <p:cNvSpPr txBox="1"/>
          <p:nvPr/>
        </p:nvSpPr>
        <p:spPr>
          <a:xfrm flipH="1">
            <a:off x="6077149" y="4785848"/>
            <a:ext cx="379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7714" y="407964"/>
            <a:ext cx="2915214" cy="523220"/>
            <a:chOff x="217714" y="407964"/>
            <a:chExt cx="2915214" cy="523220"/>
          </a:xfrm>
        </p:grpSpPr>
        <p:sp>
          <p:nvSpPr>
            <p:cNvPr id="11" name="文本框 10"/>
            <p:cNvSpPr txBox="1"/>
            <p:nvPr/>
          </p:nvSpPr>
          <p:spPr>
            <a:xfrm>
              <a:off x="714103" y="407964"/>
              <a:ext cx="2418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2800" b="0" i="0" u="none" strike="noStrike" cap="none" spc="0" normalizeH="0" baseline="0">
                  <a:ln>
                    <a:noFill/>
                  </a:ln>
                  <a:solidFill>
                    <a:srgbClr val="09ABAD"/>
                  </a:solidFill>
                  <a:effectLst/>
                  <a:uLnTx/>
                  <a:uFillTx/>
                  <a:latin typeface="钉钉进步体" panose="00020600040101010101" pitchFamily="18" charset="-122"/>
                  <a:ea typeface="钉钉进步体" panose="00020600040101010101" pitchFamily="18" charset="-122"/>
                </a:defRPr>
              </a:lvl1pPr>
            </a:lstStyle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请添加标题</a:t>
              </a:r>
            </a:p>
          </p:txBody>
        </p:sp>
        <p:sp>
          <p:nvSpPr>
            <p:cNvPr id="12" name="平行四边形 11"/>
            <p:cNvSpPr/>
            <p:nvPr/>
          </p:nvSpPr>
          <p:spPr>
            <a:xfrm>
              <a:off x="217714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383177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548640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445" y="1311512"/>
            <a:ext cx="3846043" cy="5100268"/>
          </a:xfrm>
          <a:custGeom>
            <a:avLst/>
            <a:gdLst>
              <a:gd name="connsiteX0" fmla="*/ 3723820 w 3846043"/>
              <a:gd name="connsiteY0" fmla="*/ 0 h 5100268"/>
              <a:gd name="connsiteX1" fmla="*/ 3806550 w 3846043"/>
              <a:gd name="connsiteY1" fmla="*/ 23444 h 5100268"/>
              <a:gd name="connsiteX2" fmla="*/ 3845505 w 3846043"/>
              <a:gd name="connsiteY2" fmla="*/ 103879 h 5100268"/>
              <a:gd name="connsiteX3" fmla="*/ 3845593 w 3846043"/>
              <a:gd name="connsiteY3" fmla="*/ 2554841 h 5100268"/>
              <a:gd name="connsiteX4" fmla="*/ 3846043 w 3846043"/>
              <a:gd name="connsiteY4" fmla="*/ 5001337 h 5100268"/>
              <a:gd name="connsiteX5" fmla="*/ 3750159 w 3846043"/>
              <a:gd name="connsiteY5" fmla="*/ 5100268 h 5100268"/>
              <a:gd name="connsiteX6" fmla="*/ 3729184 w 3846043"/>
              <a:gd name="connsiteY6" fmla="*/ 5100268 h 5100268"/>
              <a:gd name="connsiteX7" fmla="*/ 124322 w 3846043"/>
              <a:gd name="connsiteY7" fmla="*/ 5100268 h 5100268"/>
              <a:gd name="connsiteX8" fmla="*/ 49411 w 3846043"/>
              <a:gd name="connsiteY8" fmla="*/ 5085579 h 5100268"/>
              <a:gd name="connsiteX9" fmla="*/ 1 w 3846043"/>
              <a:gd name="connsiteY9" fmla="*/ 4990814 h 5100268"/>
              <a:gd name="connsiteX10" fmla="*/ 331 w 3846043"/>
              <a:gd name="connsiteY10" fmla="*/ 4625276 h 5100268"/>
              <a:gd name="connsiteX11" fmla="*/ 870 w 3846043"/>
              <a:gd name="connsiteY11" fmla="*/ 2264190 h 5100268"/>
              <a:gd name="connsiteX12" fmla="*/ 870 w 3846043"/>
              <a:gd name="connsiteY12" fmla="*/ 127832 h 5100268"/>
              <a:gd name="connsiteX13" fmla="*/ 19177 w 3846043"/>
              <a:gd name="connsiteY13" fmla="*/ 46289 h 5100268"/>
              <a:gd name="connsiteX14" fmla="*/ 99511 w 3846043"/>
              <a:gd name="connsiteY14" fmla="*/ 541 h 5100268"/>
              <a:gd name="connsiteX15" fmla="*/ 126478 w 3846043"/>
              <a:gd name="connsiteY15" fmla="*/ 391 h 5100268"/>
              <a:gd name="connsiteX16" fmla="*/ 3723820 w 3846043"/>
              <a:gd name="connsiteY16" fmla="*/ 0 h 5100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46042" h="5100268">
                <a:moveTo>
                  <a:pt x="3723820" y="0"/>
                </a:moveTo>
                <a:cubicBezTo>
                  <a:pt x="3754444" y="0"/>
                  <a:pt x="3782489" y="4197"/>
                  <a:pt x="3806550" y="23444"/>
                </a:cubicBezTo>
                <a:cubicBezTo>
                  <a:pt x="3831589" y="42526"/>
                  <a:pt x="3846054" y="72393"/>
                  <a:pt x="3845505" y="103879"/>
                </a:cubicBezTo>
                <a:cubicBezTo>
                  <a:pt x="3845563" y="920877"/>
                  <a:pt x="3845593" y="1737864"/>
                  <a:pt x="3845593" y="2554841"/>
                </a:cubicBezTo>
                <a:cubicBezTo>
                  <a:pt x="3845593" y="3370280"/>
                  <a:pt x="3845743" y="4185778"/>
                  <a:pt x="3846043" y="5001337"/>
                </a:cubicBezTo>
                <a:cubicBezTo>
                  <a:pt x="3846043" y="5042290"/>
                  <a:pt x="3810986" y="5099159"/>
                  <a:pt x="3750159" y="5100268"/>
                </a:cubicBezTo>
                <a:cubicBezTo>
                  <a:pt x="3743177" y="5100268"/>
                  <a:pt x="3736196" y="5100268"/>
                  <a:pt x="3729184" y="5100268"/>
                </a:cubicBezTo>
                <a:cubicBezTo>
                  <a:pt x="2527574" y="5100268"/>
                  <a:pt x="1325952" y="5100268"/>
                  <a:pt x="124322" y="5100268"/>
                </a:cubicBezTo>
                <a:cubicBezTo>
                  <a:pt x="98163" y="5100268"/>
                  <a:pt x="72124" y="5100059"/>
                  <a:pt x="49411" y="5085579"/>
                </a:cubicBezTo>
                <a:cubicBezTo>
                  <a:pt x="14982" y="5063724"/>
                  <a:pt x="-119" y="5031317"/>
                  <a:pt x="1" y="4990814"/>
                </a:cubicBezTo>
                <a:cubicBezTo>
                  <a:pt x="321" y="4868898"/>
                  <a:pt x="431" y="4747052"/>
                  <a:pt x="331" y="4625276"/>
                </a:cubicBezTo>
                <a:cubicBezTo>
                  <a:pt x="551" y="3838258"/>
                  <a:pt x="731" y="3051230"/>
                  <a:pt x="870" y="2264190"/>
                </a:cubicBezTo>
                <a:cubicBezTo>
                  <a:pt x="989" y="1552102"/>
                  <a:pt x="989" y="839981"/>
                  <a:pt x="870" y="127832"/>
                </a:cubicBezTo>
                <a:cubicBezTo>
                  <a:pt x="870" y="99023"/>
                  <a:pt x="1709" y="70872"/>
                  <a:pt x="19177" y="46289"/>
                </a:cubicBezTo>
                <a:cubicBezTo>
                  <a:pt x="38924" y="18798"/>
                  <a:pt x="66311" y="4317"/>
                  <a:pt x="99511" y="541"/>
                </a:cubicBezTo>
                <a:cubicBezTo>
                  <a:pt x="108490" y="-21"/>
                  <a:pt x="117494" y="-71"/>
                  <a:pt x="126478" y="391"/>
                </a:cubicBezTo>
                <a:cubicBezTo>
                  <a:pt x="1325573" y="391"/>
                  <a:pt x="2524686" y="261"/>
                  <a:pt x="3723820" y="0"/>
                </a:cubicBezTo>
                <a:close/>
              </a:path>
            </a:pathLst>
          </a:cu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65966" y="3175672"/>
            <a:ext cx="4875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5400" b="1" spc="6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老年医疗保健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65966" y="4051234"/>
            <a:ext cx="5383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单击此处输入你的正文，文字是您思想的提炼，为了最终演示发布的良好效果，请尽量言简意赅的阐述观点。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65966" y="2266783"/>
            <a:ext cx="4131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PART</a:t>
            </a:r>
            <a:r>
              <a:rPr kumimoji="1" lang="zh-CN" altLang="en-US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03</a:t>
            </a:r>
            <a:endParaRPr kumimoji="1" lang="zh-CN" altLang="en-US" sz="5400" dirty="0">
              <a:solidFill>
                <a:srgbClr val="09ABAD"/>
              </a:solidFill>
              <a:effectLst>
                <a:outerShdw blurRad="36322" dist="63500" dir="1800000" algn="tl" rotWithShape="0">
                  <a:srgbClr val="09ABAD">
                    <a:alpha val="46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线连接符 6"/>
          <p:cNvCxnSpPr/>
          <p:nvPr/>
        </p:nvCxnSpPr>
        <p:spPr>
          <a:xfrm>
            <a:off x="5394572" y="4609949"/>
            <a:ext cx="2295835" cy="0"/>
          </a:xfrm>
          <a:prstGeom prst="line">
            <a:avLst/>
          </a:prstGeom>
          <a:ln w="28575">
            <a:solidFill>
              <a:srgbClr val="09AB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形状 11"/>
          <p:cNvSpPr/>
          <p:nvPr/>
        </p:nvSpPr>
        <p:spPr>
          <a:xfrm flipH="1">
            <a:off x="352843" y="0"/>
            <a:ext cx="4362236" cy="6858000"/>
          </a:xfrm>
          <a:custGeom>
            <a:avLst/>
            <a:gdLst>
              <a:gd name="connsiteX0" fmla="*/ 4362236 w 4362236"/>
              <a:gd name="connsiteY0" fmla="*/ 0 h 6858000"/>
              <a:gd name="connsiteX1" fmla="*/ 1290761 w 4362236"/>
              <a:gd name="connsiteY1" fmla="*/ 0 h 6858000"/>
              <a:gd name="connsiteX2" fmla="*/ 0 w 4362236"/>
              <a:gd name="connsiteY2" fmla="*/ 3477454 h 6858000"/>
              <a:gd name="connsiteX3" fmla="*/ 1254791 w 4362236"/>
              <a:gd name="connsiteY3" fmla="*/ 6858000 h 6858000"/>
              <a:gd name="connsiteX4" fmla="*/ 4362236 w 436223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236" h="6858000">
                <a:moveTo>
                  <a:pt x="4362236" y="0"/>
                </a:moveTo>
                <a:lnTo>
                  <a:pt x="1290761" y="0"/>
                </a:lnTo>
                <a:lnTo>
                  <a:pt x="0" y="3477454"/>
                </a:lnTo>
                <a:lnTo>
                  <a:pt x="1254791" y="6858000"/>
                </a:lnTo>
                <a:lnTo>
                  <a:pt x="4362236" y="6858000"/>
                </a:lnTo>
                <a:close/>
              </a:path>
            </a:pathLst>
          </a:custGeom>
          <a:solidFill>
            <a:srgbClr val="09ABAD">
              <a:alpha val="281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29" y="0"/>
            <a:ext cx="4353770" cy="6858000"/>
          </a:xfrm>
          <a:custGeom>
            <a:avLst/>
            <a:gdLst>
              <a:gd name="connsiteX0" fmla="*/ 0 w 4353770"/>
              <a:gd name="connsiteY0" fmla="*/ 0 h 6858000"/>
              <a:gd name="connsiteX1" fmla="*/ 3071475 w 4353770"/>
              <a:gd name="connsiteY1" fmla="*/ 0 h 6858000"/>
              <a:gd name="connsiteX2" fmla="*/ 4353770 w 4353770"/>
              <a:gd name="connsiteY2" fmla="*/ 3454644 h 6858000"/>
              <a:gd name="connsiteX3" fmla="*/ 3090512 w 4353770"/>
              <a:gd name="connsiteY3" fmla="*/ 6858000 h 6858000"/>
              <a:gd name="connsiteX4" fmla="*/ 0 w 435377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3770" h="6858000">
                <a:moveTo>
                  <a:pt x="0" y="0"/>
                </a:moveTo>
                <a:lnTo>
                  <a:pt x="3071475" y="0"/>
                </a:lnTo>
                <a:lnTo>
                  <a:pt x="4353770" y="3454644"/>
                </a:lnTo>
                <a:lnTo>
                  <a:pt x="309051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任意形状 14"/>
          <p:cNvSpPr/>
          <p:nvPr/>
        </p:nvSpPr>
        <p:spPr>
          <a:xfrm flipH="1">
            <a:off x="-11029" y="0"/>
            <a:ext cx="4353769" cy="6858000"/>
          </a:xfrm>
          <a:custGeom>
            <a:avLst/>
            <a:gdLst>
              <a:gd name="connsiteX0" fmla="*/ 4353769 w 4353769"/>
              <a:gd name="connsiteY0" fmla="*/ 0 h 6858000"/>
              <a:gd name="connsiteX1" fmla="*/ 1282294 w 4353769"/>
              <a:gd name="connsiteY1" fmla="*/ 0 h 6858000"/>
              <a:gd name="connsiteX2" fmla="*/ 0 w 4353769"/>
              <a:gd name="connsiteY2" fmla="*/ 3454644 h 6858000"/>
              <a:gd name="connsiteX3" fmla="*/ 1263257 w 4353769"/>
              <a:gd name="connsiteY3" fmla="*/ 6858000 h 6858000"/>
              <a:gd name="connsiteX4" fmla="*/ 4353769 w 4353769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3769" h="6858000">
                <a:moveTo>
                  <a:pt x="4353769" y="0"/>
                </a:moveTo>
                <a:lnTo>
                  <a:pt x="1282294" y="0"/>
                </a:lnTo>
                <a:lnTo>
                  <a:pt x="0" y="3454644"/>
                </a:lnTo>
                <a:lnTo>
                  <a:pt x="1263257" y="6858000"/>
                </a:lnTo>
                <a:lnTo>
                  <a:pt x="4353769" y="6858000"/>
                </a:lnTo>
                <a:close/>
              </a:path>
            </a:pathLst>
          </a:custGeom>
          <a:solidFill>
            <a:srgbClr val="09ABAD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2446020" cy="6858000"/>
          </a:xfrm>
          <a:prstGeom prst="rect">
            <a:avLst/>
          </a:prstGeom>
          <a:solidFill>
            <a:srgbClr val="09A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834390" y="1543050"/>
            <a:ext cx="4183380" cy="4183380"/>
          </a:xfrm>
          <a:prstGeom prst="ellipse">
            <a:avLst/>
          </a:prstGeom>
          <a:noFill/>
          <a:ln w="31750">
            <a:solidFill>
              <a:srgbClr val="09AB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852160" y="1543050"/>
            <a:ext cx="4914901" cy="14401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86501" y="2069796"/>
            <a:ext cx="426720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9" name="文本框 8"/>
          <p:cNvSpPr txBox="1"/>
          <p:nvPr/>
        </p:nvSpPr>
        <p:spPr>
          <a:xfrm flipH="1">
            <a:off x="6286503" y="1804312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10" name="矩形 9"/>
          <p:cNvSpPr/>
          <p:nvPr/>
        </p:nvSpPr>
        <p:spPr>
          <a:xfrm>
            <a:off x="5852160" y="3074670"/>
            <a:ext cx="4914901" cy="1440180"/>
          </a:xfrm>
          <a:prstGeom prst="rect">
            <a:avLst/>
          </a:prstGeom>
          <a:solidFill>
            <a:srgbClr val="09ABAD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86501" y="3601416"/>
            <a:ext cx="426720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2" name="文本框 11"/>
          <p:cNvSpPr txBox="1"/>
          <p:nvPr/>
        </p:nvSpPr>
        <p:spPr>
          <a:xfrm flipH="1">
            <a:off x="6286503" y="3335932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5852160" y="4606290"/>
            <a:ext cx="4914901" cy="14401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86501" y="5133036"/>
            <a:ext cx="4267200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5" name="文本框 14"/>
          <p:cNvSpPr txBox="1"/>
          <p:nvPr/>
        </p:nvSpPr>
        <p:spPr>
          <a:xfrm flipH="1">
            <a:off x="6286503" y="4867552"/>
            <a:ext cx="390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628775"/>
            <a:ext cx="4011930" cy="4011930"/>
          </a:xfrm>
          <a:custGeom>
            <a:avLst/>
            <a:gdLst>
              <a:gd name="connsiteX0" fmla="*/ 2005965 w 4011930"/>
              <a:gd name="connsiteY0" fmla="*/ 0 h 4011930"/>
              <a:gd name="connsiteX1" fmla="*/ 4011930 w 4011930"/>
              <a:gd name="connsiteY1" fmla="*/ 2005965 h 4011930"/>
              <a:gd name="connsiteX2" fmla="*/ 2005965 w 4011930"/>
              <a:gd name="connsiteY2" fmla="*/ 4011930 h 4011930"/>
              <a:gd name="connsiteX3" fmla="*/ 0 w 4011930"/>
              <a:gd name="connsiteY3" fmla="*/ 2005965 h 4011930"/>
              <a:gd name="connsiteX4" fmla="*/ 2005965 w 4011930"/>
              <a:gd name="connsiteY4" fmla="*/ 0 h 4011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1929" h="4011929">
                <a:moveTo>
                  <a:pt x="2005965" y="0"/>
                </a:moveTo>
                <a:cubicBezTo>
                  <a:pt x="3113829" y="0"/>
                  <a:pt x="4011930" y="898101"/>
                  <a:pt x="4011930" y="2005965"/>
                </a:cubicBezTo>
                <a:cubicBezTo>
                  <a:pt x="4011930" y="3113829"/>
                  <a:pt x="3113829" y="4011930"/>
                  <a:pt x="2005965" y="4011930"/>
                </a:cubicBezTo>
                <a:cubicBezTo>
                  <a:pt x="898101" y="4011930"/>
                  <a:pt x="0" y="3113829"/>
                  <a:pt x="0" y="2005965"/>
                </a:cubicBezTo>
                <a:cubicBezTo>
                  <a:pt x="0" y="898101"/>
                  <a:pt x="898101" y="0"/>
                  <a:pt x="2005965" y="0"/>
                </a:cubicBezTo>
                <a:close/>
              </a:path>
            </a:pathLst>
          </a:cu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图片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315" y="1577340"/>
            <a:ext cx="3268980" cy="4960620"/>
          </a:xfrm>
          <a:custGeom>
            <a:avLst/>
            <a:gdLst>
              <a:gd name="connsiteX0" fmla="*/ 1634490 w 3268980"/>
              <a:gd name="connsiteY0" fmla="*/ 0 h 4960620"/>
              <a:gd name="connsiteX1" fmla="*/ 3268980 w 3268980"/>
              <a:gd name="connsiteY1" fmla="*/ 1634490 h 4960620"/>
              <a:gd name="connsiteX2" fmla="*/ 3268980 w 3268980"/>
              <a:gd name="connsiteY2" fmla="*/ 4960620 h 4960620"/>
              <a:gd name="connsiteX3" fmla="*/ 0 w 3268980"/>
              <a:gd name="connsiteY3" fmla="*/ 4960620 h 4960620"/>
              <a:gd name="connsiteX4" fmla="*/ 0 w 3268980"/>
              <a:gd name="connsiteY4" fmla="*/ 1634490 h 4960620"/>
              <a:gd name="connsiteX5" fmla="*/ 1634490 w 3268980"/>
              <a:gd name="connsiteY5" fmla="*/ 0 h 496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8979" h="4960620">
                <a:moveTo>
                  <a:pt x="1634490" y="0"/>
                </a:moveTo>
                <a:cubicBezTo>
                  <a:pt x="2537194" y="0"/>
                  <a:pt x="3268980" y="731786"/>
                  <a:pt x="3268980" y="1634490"/>
                </a:cubicBezTo>
                <a:lnTo>
                  <a:pt x="3268980" y="4960620"/>
                </a:lnTo>
                <a:lnTo>
                  <a:pt x="0" y="4960620"/>
                </a:lnTo>
                <a:lnTo>
                  <a:pt x="0" y="1634490"/>
                </a:lnTo>
                <a:cubicBezTo>
                  <a:pt x="0" y="731786"/>
                  <a:pt x="731786" y="0"/>
                  <a:pt x="1634490" y="0"/>
                </a:cubicBezTo>
                <a:close/>
              </a:path>
            </a:pathLst>
          </a:custGeom>
        </p:spPr>
      </p:pic>
      <p:sp>
        <p:nvSpPr>
          <p:cNvPr id="3" name="同侧圆角矩形 2"/>
          <p:cNvSpPr/>
          <p:nvPr/>
        </p:nvSpPr>
        <p:spPr>
          <a:xfrm>
            <a:off x="4396740" y="1577340"/>
            <a:ext cx="3268980" cy="49606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9ABAD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391400" y="2446020"/>
            <a:ext cx="822960" cy="8229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391400" y="3726180"/>
            <a:ext cx="822960" cy="8229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391400" y="5006340"/>
            <a:ext cx="822960" cy="8229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290559" y="2561286"/>
            <a:ext cx="314706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单击此处输入你的正文，文字是您思想的提炼。</a:t>
            </a:r>
          </a:p>
        </p:txBody>
      </p:sp>
      <p:sp>
        <p:nvSpPr>
          <p:cNvPr id="10" name="文本框 9"/>
          <p:cNvSpPr txBox="1"/>
          <p:nvPr/>
        </p:nvSpPr>
        <p:spPr>
          <a:xfrm flipH="1">
            <a:off x="8290561" y="2295802"/>
            <a:ext cx="333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21" name="椭圆 20"/>
          <p:cNvSpPr/>
          <p:nvPr/>
        </p:nvSpPr>
        <p:spPr>
          <a:xfrm flipH="1">
            <a:off x="3848100" y="2446020"/>
            <a:ext cx="822960" cy="8229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/>
          <p:cNvSpPr/>
          <p:nvPr/>
        </p:nvSpPr>
        <p:spPr>
          <a:xfrm flipH="1">
            <a:off x="3848100" y="3726180"/>
            <a:ext cx="822960" cy="8229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/>
          <p:cNvSpPr/>
          <p:nvPr/>
        </p:nvSpPr>
        <p:spPr>
          <a:xfrm flipH="1">
            <a:off x="3848100" y="5006340"/>
            <a:ext cx="822960" cy="8229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290559" y="3932886"/>
            <a:ext cx="314706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单击此处输入你的正文，文字是您思想的提炼。</a:t>
            </a:r>
          </a:p>
        </p:txBody>
      </p:sp>
      <p:sp>
        <p:nvSpPr>
          <p:cNvPr id="32" name="文本框 31"/>
          <p:cNvSpPr txBox="1"/>
          <p:nvPr/>
        </p:nvSpPr>
        <p:spPr>
          <a:xfrm flipH="1">
            <a:off x="8290561" y="3667402"/>
            <a:ext cx="333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8290559" y="5304486"/>
            <a:ext cx="314706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单击此处输入你的正文，文字是您思想的提炼。</a:t>
            </a:r>
          </a:p>
        </p:txBody>
      </p:sp>
      <p:sp>
        <p:nvSpPr>
          <p:cNvPr id="34" name="文本框 33"/>
          <p:cNvSpPr txBox="1"/>
          <p:nvPr/>
        </p:nvSpPr>
        <p:spPr>
          <a:xfrm flipH="1">
            <a:off x="8290561" y="5039002"/>
            <a:ext cx="333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63879" y="2561286"/>
            <a:ext cx="314706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单击此处输入你的正文，文字是您思想的提炼。</a:t>
            </a:r>
          </a:p>
        </p:txBody>
      </p:sp>
      <p:sp>
        <p:nvSpPr>
          <p:cNvPr id="36" name="文本框 35"/>
          <p:cNvSpPr txBox="1"/>
          <p:nvPr/>
        </p:nvSpPr>
        <p:spPr>
          <a:xfrm flipH="1">
            <a:off x="348342" y="2295802"/>
            <a:ext cx="3362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63879" y="3932886"/>
            <a:ext cx="314706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单击此处输入你的正文，文字是您思想的提炼。</a:t>
            </a:r>
          </a:p>
        </p:txBody>
      </p:sp>
      <p:sp>
        <p:nvSpPr>
          <p:cNvPr id="38" name="文本框 37"/>
          <p:cNvSpPr txBox="1"/>
          <p:nvPr/>
        </p:nvSpPr>
        <p:spPr>
          <a:xfrm flipH="1">
            <a:off x="348342" y="3667402"/>
            <a:ext cx="3362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63879" y="5304486"/>
            <a:ext cx="314706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单击此处输入你的正文，文字是您思想的提炼。</a:t>
            </a:r>
          </a:p>
        </p:txBody>
      </p:sp>
      <p:sp>
        <p:nvSpPr>
          <p:cNvPr id="40" name="文本框 39"/>
          <p:cNvSpPr txBox="1"/>
          <p:nvPr/>
        </p:nvSpPr>
        <p:spPr>
          <a:xfrm flipH="1">
            <a:off x="348342" y="5039002"/>
            <a:ext cx="3362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7714" y="407964"/>
            <a:ext cx="2915214" cy="523220"/>
            <a:chOff x="217714" y="407964"/>
            <a:chExt cx="2915214" cy="523220"/>
          </a:xfrm>
        </p:grpSpPr>
        <p:sp>
          <p:nvSpPr>
            <p:cNvPr id="5" name="文本框 4"/>
            <p:cNvSpPr txBox="1"/>
            <p:nvPr/>
          </p:nvSpPr>
          <p:spPr>
            <a:xfrm>
              <a:off x="714103" y="407964"/>
              <a:ext cx="2418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2800" b="0" i="0" u="none" strike="noStrike" cap="none" spc="0" normalizeH="0" baseline="0">
                  <a:ln>
                    <a:noFill/>
                  </a:ln>
                  <a:solidFill>
                    <a:srgbClr val="09ABAD"/>
                  </a:solidFill>
                  <a:effectLst/>
                  <a:uLnTx/>
                  <a:uFillTx/>
                  <a:latin typeface="钉钉进步体" panose="00020600040101010101" pitchFamily="18" charset="-122"/>
                  <a:ea typeface="钉钉进步体" panose="00020600040101010101" pitchFamily="18" charset="-122"/>
                </a:defRPr>
              </a:lvl1pPr>
            </a:lstStyle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请添加标题</a:t>
              </a: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217714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>
              <a:off x="383177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548640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</p:grpSp>
      <p:grpSp>
        <p:nvGrpSpPr>
          <p:cNvPr id="14" name="图形 2"/>
          <p:cNvGrpSpPr/>
          <p:nvPr/>
        </p:nvGrpSpPr>
        <p:grpSpPr>
          <a:xfrm>
            <a:off x="4092848" y="3932886"/>
            <a:ext cx="322793" cy="355794"/>
            <a:chOff x="6019800" y="3346434"/>
            <a:chExt cx="150965" cy="166399"/>
          </a:xfrm>
          <a:solidFill>
            <a:schemeClr val="bg1"/>
          </a:solidFill>
        </p:grpSpPr>
        <p:sp>
          <p:nvSpPr>
            <p:cNvPr id="15" name="任意形状 14"/>
            <p:cNvSpPr/>
            <p:nvPr/>
          </p:nvSpPr>
          <p:spPr>
            <a:xfrm>
              <a:off x="6045907" y="3368602"/>
              <a:ext cx="38626" cy="69575"/>
            </a:xfrm>
            <a:custGeom>
              <a:avLst/>
              <a:gdLst>
                <a:gd name="connsiteX0" fmla="*/ 14413 w 38626"/>
                <a:gd name="connsiteY0" fmla="*/ 69570 h 69575"/>
                <a:gd name="connsiteX1" fmla="*/ 1684 w 38626"/>
                <a:gd name="connsiteY1" fmla="*/ 67277 h 69575"/>
                <a:gd name="connsiteX2" fmla="*/ 70 w 38626"/>
                <a:gd name="connsiteY2" fmla="*/ 65259 h 69575"/>
                <a:gd name="connsiteX3" fmla="*/ 787 w 38626"/>
                <a:gd name="connsiteY3" fmla="*/ 62691 h 69575"/>
                <a:gd name="connsiteX4" fmla="*/ 4194 w 38626"/>
                <a:gd name="connsiteY4" fmla="*/ 58288 h 69575"/>
                <a:gd name="connsiteX5" fmla="*/ 8945 w 38626"/>
                <a:gd name="connsiteY5" fmla="*/ 39944 h 69575"/>
                <a:gd name="connsiteX6" fmla="*/ 8945 w 38626"/>
                <a:gd name="connsiteY6" fmla="*/ 30221 h 69575"/>
                <a:gd name="connsiteX7" fmla="*/ 21137 w 38626"/>
                <a:gd name="connsiteY7" fmla="*/ 779 h 69575"/>
                <a:gd name="connsiteX8" fmla="*/ 24813 w 38626"/>
                <a:gd name="connsiteY8" fmla="*/ 779 h 69575"/>
                <a:gd name="connsiteX9" fmla="*/ 24813 w 38626"/>
                <a:gd name="connsiteY9" fmla="*/ 4539 h 69575"/>
                <a:gd name="connsiteX10" fmla="*/ 14234 w 38626"/>
                <a:gd name="connsiteY10" fmla="*/ 30313 h 69575"/>
                <a:gd name="connsiteX11" fmla="*/ 14234 w 38626"/>
                <a:gd name="connsiteY11" fmla="*/ 40036 h 69575"/>
                <a:gd name="connsiteX12" fmla="*/ 8766 w 38626"/>
                <a:gd name="connsiteY12" fmla="*/ 60948 h 69575"/>
                <a:gd name="connsiteX13" fmla="*/ 7331 w 38626"/>
                <a:gd name="connsiteY13" fmla="*/ 63241 h 69575"/>
                <a:gd name="connsiteX14" fmla="*/ 34225 w 38626"/>
                <a:gd name="connsiteY14" fmla="*/ 55904 h 69575"/>
                <a:gd name="connsiteX15" fmla="*/ 37901 w 38626"/>
                <a:gd name="connsiteY15" fmla="*/ 55904 h 69575"/>
                <a:gd name="connsiteX16" fmla="*/ 37901 w 38626"/>
                <a:gd name="connsiteY16" fmla="*/ 59664 h 69575"/>
                <a:gd name="connsiteX17" fmla="*/ 14413 w 38626"/>
                <a:gd name="connsiteY17" fmla="*/ 69570 h 6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626" h="69575">
                  <a:moveTo>
                    <a:pt x="14413" y="69570"/>
                  </a:moveTo>
                  <a:cubicBezTo>
                    <a:pt x="10083" y="69454"/>
                    <a:pt x="5793" y="68681"/>
                    <a:pt x="1684" y="67277"/>
                  </a:cubicBezTo>
                  <a:cubicBezTo>
                    <a:pt x="858" y="66911"/>
                    <a:pt x="257" y="66159"/>
                    <a:pt x="70" y="65259"/>
                  </a:cubicBezTo>
                  <a:cubicBezTo>
                    <a:pt x="-140" y="64334"/>
                    <a:pt x="131" y="63363"/>
                    <a:pt x="787" y="62691"/>
                  </a:cubicBezTo>
                  <a:cubicBezTo>
                    <a:pt x="2153" y="61426"/>
                    <a:pt x="3304" y="59938"/>
                    <a:pt x="4194" y="58288"/>
                  </a:cubicBezTo>
                  <a:cubicBezTo>
                    <a:pt x="7384" y="52732"/>
                    <a:pt x="9027" y="46388"/>
                    <a:pt x="8945" y="39944"/>
                  </a:cubicBezTo>
                  <a:lnTo>
                    <a:pt x="8945" y="30221"/>
                  </a:lnTo>
                  <a:cubicBezTo>
                    <a:pt x="8841" y="19102"/>
                    <a:pt x="13257" y="8438"/>
                    <a:pt x="21137" y="779"/>
                  </a:cubicBezTo>
                  <a:cubicBezTo>
                    <a:pt x="22152" y="-260"/>
                    <a:pt x="23797" y="-260"/>
                    <a:pt x="24813" y="779"/>
                  </a:cubicBezTo>
                  <a:cubicBezTo>
                    <a:pt x="25780" y="1837"/>
                    <a:pt x="25780" y="3481"/>
                    <a:pt x="24813" y="4539"/>
                  </a:cubicBezTo>
                  <a:cubicBezTo>
                    <a:pt x="17898" y="11224"/>
                    <a:pt x="14058" y="20581"/>
                    <a:pt x="14234" y="30313"/>
                  </a:cubicBezTo>
                  <a:lnTo>
                    <a:pt x="14234" y="40036"/>
                  </a:lnTo>
                  <a:cubicBezTo>
                    <a:pt x="14311" y="47387"/>
                    <a:pt x="12420" y="54619"/>
                    <a:pt x="8766" y="60948"/>
                  </a:cubicBezTo>
                  <a:cubicBezTo>
                    <a:pt x="8317" y="61774"/>
                    <a:pt x="7780" y="62508"/>
                    <a:pt x="7331" y="63241"/>
                  </a:cubicBezTo>
                  <a:cubicBezTo>
                    <a:pt x="16931" y="65516"/>
                    <a:pt x="27008" y="62766"/>
                    <a:pt x="34225" y="55904"/>
                  </a:cubicBezTo>
                  <a:cubicBezTo>
                    <a:pt x="35241" y="54866"/>
                    <a:pt x="36886" y="54866"/>
                    <a:pt x="37901" y="55904"/>
                  </a:cubicBezTo>
                  <a:cubicBezTo>
                    <a:pt x="38869" y="56962"/>
                    <a:pt x="38869" y="58606"/>
                    <a:pt x="37901" y="59664"/>
                  </a:cubicBezTo>
                  <a:cubicBezTo>
                    <a:pt x="31743" y="66140"/>
                    <a:pt x="23243" y="69725"/>
                    <a:pt x="14413" y="6957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形状 15"/>
            <p:cNvSpPr/>
            <p:nvPr/>
          </p:nvSpPr>
          <p:spPr>
            <a:xfrm>
              <a:off x="6119846" y="3490545"/>
              <a:ext cx="5199" cy="22288"/>
            </a:xfrm>
            <a:custGeom>
              <a:avLst/>
              <a:gdLst>
                <a:gd name="connsiteX0" fmla="*/ 2600 w 5199"/>
                <a:gd name="connsiteY0" fmla="*/ 22288 h 22288"/>
                <a:gd name="connsiteX1" fmla="*/ 0 w 5199"/>
                <a:gd name="connsiteY1" fmla="*/ 19629 h 22288"/>
                <a:gd name="connsiteX2" fmla="*/ 0 w 5199"/>
                <a:gd name="connsiteY2" fmla="*/ 2660 h 22288"/>
                <a:gd name="connsiteX3" fmla="*/ 2600 w 5199"/>
                <a:gd name="connsiteY3" fmla="*/ 0 h 22288"/>
                <a:gd name="connsiteX4" fmla="*/ 5200 w 5199"/>
                <a:gd name="connsiteY4" fmla="*/ 2660 h 22288"/>
                <a:gd name="connsiteX5" fmla="*/ 5200 w 5199"/>
                <a:gd name="connsiteY5" fmla="*/ 19995 h 22288"/>
                <a:gd name="connsiteX6" fmla="*/ 2600 w 5199"/>
                <a:gd name="connsiteY6" fmla="*/ 22288 h 22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9" h="22288">
                  <a:moveTo>
                    <a:pt x="2600" y="22288"/>
                  </a:moveTo>
                  <a:cubicBezTo>
                    <a:pt x="1164" y="22288"/>
                    <a:pt x="0" y="21098"/>
                    <a:pt x="0" y="19629"/>
                  </a:cubicBezTo>
                  <a:lnTo>
                    <a:pt x="0" y="2660"/>
                  </a:lnTo>
                  <a:cubicBezTo>
                    <a:pt x="0" y="1191"/>
                    <a:pt x="1164" y="0"/>
                    <a:pt x="2600" y="0"/>
                  </a:cubicBezTo>
                  <a:cubicBezTo>
                    <a:pt x="4036" y="0"/>
                    <a:pt x="5200" y="1191"/>
                    <a:pt x="5200" y="2660"/>
                  </a:cubicBezTo>
                  <a:lnTo>
                    <a:pt x="5200" y="19995"/>
                  </a:lnTo>
                  <a:cubicBezTo>
                    <a:pt x="5019" y="21320"/>
                    <a:pt x="3906" y="22301"/>
                    <a:pt x="2600" y="2228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形状 16"/>
            <p:cNvSpPr/>
            <p:nvPr/>
          </p:nvSpPr>
          <p:spPr>
            <a:xfrm>
              <a:off x="6066685" y="3490545"/>
              <a:ext cx="5199" cy="22288"/>
            </a:xfrm>
            <a:custGeom>
              <a:avLst/>
              <a:gdLst>
                <a:gd name="connsiteX0" fmla="*/ 2600 w 5199"/>
                <a:gd name="connsiteY0" fmla="*/ 22288 h 22288"/>
                <a:gd name="connsiteX1" fmla="*/ 0 w 5199"/>
                <a:gd name="connsiteY1" fmla="*/ 19629 h 22288"/>
                <a:gd name="connsiteX2" fmla="*/ 0 w 5199"/>
                <a:gd name="connsiteY2" fmla="*/ 2660 h 22288"/>
                <a:gd name="connsiteX3" fmla="*/ 2600 w 5199"/>
                <a:gd name="connsiteY3" fmla="*/ 0 h 22288"/>
                <a:gd name="connsiteX4" fmla="*/ 5200 w 5199"/>
                <a:gd name="connsiteY4" fmla="*/ 2660 h 22288"/>
                <a:gd name="connsiteX5" fmla="*/ 5200 w 5199"/>
                <a:gd name="connsiteY5" fmla="*/ 19995 h 22288"/>
                <a:gd name="connsiteX6" fmla="*/ 2600 w 5199"/>
                <a:gd name="connsiteY6" fmla="*/ 22288 h 22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9" h="22288">
                  <a:moveTo>
                    <a:pt x="2600" y="22288"/>
                  </a:moveTo>
                  <a:cubicBezTo>
                    <a:pt x="1164" y="22288"/>
                    <a:pt x="0" y="21098"/>
                    <a:pt x="0" y="19629"/>
                  </a:cubicBezTo>
                  <a:lnTo>
                    <a:pt x="0" y="2660"/>
                  </a:lnTo>
                  <a:cubicBezTo>
                    <a:pt x="0" y="1191"/>
                    <a:pt x="1164" y="0"/>
                    <a:pt x="2600" y="0"/>
                  </a:cubicBezTo>
                  <a:cubicBezTo>
                    <a:pt x="4036" y="0"/>
                    <a:pt x="5200" y="1191"/>
                    <a:pt x="5200" y="2660"/>
                  </a:cubicBezTo>
                  <a:lnTo>
                    <a:pt x="5200" y="19995"/>
                  </a:lnTo>
                  <a:cubicBezTo>
                    <a:pt x="5019" y="21320"/>
                    <a:pt x="3906" y="22301"/>
                    <a:pt x="2600" y="2228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形状 17"/>
            <p:cNvSpPr/>
            <p:nvPr/>
          </p:nvSpPr>
          <p:spPr>
            <a:xfrm>
              <a:off x="6073548" y="3391266"/>
              <a:ext cx="44906" cy="44062"/>
            </a:xfrm>
            <a:custGeom>
              <a:avLst/>
              <a:gdLst>
                <a:gd name="connsiteX0" fmla="*/ 22541 w 44906"/>
                <a:gd name="connsiteY0" fmla="*/ 44063 h 44062"/>
                <a:gd name="connsiteX1" fmla="*/ 3267 w 44906"/>
                <a:gd name="connsiteY1" fmla="*/ 32139 h 44062"/>
                <a:gd name="connsiteX2" fmla="*/ 1384 w 44906"/>
                <a:gd name="connsiteY2" fmla="*/ 28562 h 44062"/>
                <a:gd name="connsiteX3" fmla="*/ 1384 w 44906"/>
                <a:gd name="connsiteY3" fmla="*/ 27828 h 44062"/>
                <a:gd name="connsiteX4" fmla="*/ 40 w 44906"/>
                <a:gd name="connsiteY4" fmla="*/ 12969 h 44062"/>
                <a:gd name="connsiteX5" fmla="*/ 2460 w 44906"/>
                <a:gd name="connsiteY5" fmla="*/ 10217 h 44062"/>
                <a:gd name="connsiteX6" fmla="*/ 15638 w 44906"/>
                <a:gd name="connsiteY6" fmla="*/ 1045 h 44062"/>
                <a:gd name="connsiteX7" fmla="*/ 17969 w 44906"/>
                <a:gd name="connsiteY7" fmla="*/ 36 h 44062"/>
                <a:gd name="connsiteX8" fmla="*/ 20121 w 44906"/>
                <a:gd name="connsiteY8" fmla="*/ 1504 h 44062"/>
                <a:gd name="connsiteX9" fmla="*/ 41815 w 44906"/>
                <a:gd name="connsiteY9" fmla="*/ 7924 h 44062"/>
                <a:gd name="connsiteX10" fmla="*/ 44812 w 44906"/>
                <a:gd name="connsiteY10" fmla="*/ 9871 h 44062"/>
                <a:gd name="connsiteX11" fmla="*/ 44863 w 44906"/>
                <a:gd name="connsiteY11" fmla="*/ 10217 h 44062"/>
                <a:gd name="connsiteX12" fmla="*/ 43967 w 44906"/>
                <a:gd name="connsiteY12" fmla="*/ 27186 h 44062"/>
                <a:gd name="connsiteX13" fmla="*/ 43967 w 44906"/>
                <a:gd name="connsiteY13" fmla="*/ 27736 h 44062"/>
                <a:gd name="connsiteX14" fmla="*/ 43967 w 44906"/>
                <a:gd name="connsiteY14" fmla="*/ 28745 h 44062"/>
                <a:gd name="connsiteX15" fmla="*/ 25141 w 44906"/>
                <a:gd name="connsiteY15" fmla="*/ 43787 h 44062"/>
                <a:gd name="connsiteX16" fmla="*/ 6225 w 44906"/>
                <a:gd name="connsiteY16" fmla="*/ 26269 h 44062"/>
                <a:gd name="connsiteX17" fmla="*/ 7839 w 44906"/>
                <a:gd name="connsiteY17" fmla="*/ 29662 h 44062"/>
                <a:gd name="connsiteX18" fmla="*/ 24065 w 44906"/>
                <a:gd name="connsiteY18" fmla="*/ 38834 h 44062"/>
                <a:gd name="connsiteX19" fmla="*/ 38319 w 44906"/>
                <a:gd name="connsiteY19" fmla="*/ 27369 h 44062"/>
                <a:gd name="connsiteX20" fmla="*/ 38319 w 44906"/>
                <a:gd name="connsiteY20" fmla="*/ 26635 h 44062"/>
                <a:gd name="connsiteX21" fmla="*/ 39215 w 44906"/>
                <a:gd name="connsiteY21" fmla="*/ 13336 h 44062"/>
                <a:gd name="connsiteX22" fmla="*/ 17969 w 44906"/>
                <a:gd name="connsiteY22" fmla="*/ 6915 h 44062"/>
                <a:gd name="connsiteX23" fmla="*/ 5329 w 44906"/>
                <a:gd name="connsiteY23" fmla="*/ 15354 h 44062"/>
                <a:gd name="connsiteX24" fmla="*/ 6225 w 44906"/>
                <a:gd name="connsiteY24" fmla="*/ 26269 h 4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4906" h="44062">
                  <a:moveTo>
                    <a:pt x="22541" y="44063"/>
                  </a:moveTo>
                  <a:cubicBezTo>
                    <a:pt x="14440" y="44100"/>
                    <a:pt x="6998" y="39496"/>
                    <a:pt x="3267" y="32139"/>
                  </a:cubicBezTo>
                  <a:lnTo>
                    <a:pt x="1384" y="28562"/>
                  </a:lnTo>
                  <a:cubicBezTo>
                    <a:pt x="1344" y="28319"/>
                    <a:pt x="1344" y="28071"/>
                    <a:pt x="1384" y="27828"/>
                  </a:cubicBezTo>
                  <a:cubicBezTo>
                    <a:pt x="308" y="22955"/>
                    <a:pt x="-144" y="17960"/>
                    <a:pt x="40" y="12969"/>
                  </a:cubicBezTo>
                  <a:cubicBezTo>
                    <a:pt x="33" y="11550"/>
                    <a:pt x="1081" y="10359"/>
                    <a:pt x="2460" y="10217"/>
                  </a:cubicBezTo>
                  <a:cubicBezTo>
                    <a:pt x="7906" y="9161"/>
                    <a:pt x="12678" y="5839"/>
                    <a:pt x="15638" y="1045"/>
                  </a:cubicBezTo>
                  <a:cubicBezTo>
                    <a:pt x="16154" y="269"/>
                    <a:pt x="17066" y="-126"/>
                    <a:pt x="17969" y="36"/>
                  </a:cubicBezTo>
                  <a:cubicBezTo>
                    <a:pt x="18884" y="117"/>
                    <a:pt x="19695" y="671"/>
                    <a:pt x="20121" y="1504"/>
                  </a:cubicBezTo>
                  <a:cubicBezTo>
                    <a:pt x="20121" y="1504"/>
                    <a:pt x="23975" y="8474"/>
                    <a:pt x="41815" y="7924"/>
                  </a:cubicBezTo>
                  <a:cubicBezTo>
                    <a:pt x="43168" y="7615"/>
                    <a:pt x="44510" y="8487"/>
                    <a:pt x="44812" y="9871"/>
                  </a:cubicBezTo>
                  <a:cubicBezTo>
                    <a:pt x="44837" y="9985"/>
                    <a:pt x="44854" y="10101"/>
                    <a:pt x="44863" y="10217"/>
                  </a:cubicBezTo>
                  <a:cubicBezTo>
                    <a:pt x="45028" y="15889"/>
                    <a:pt x="44728" y="21565"/>
                    <a:pt x="43967" y="27186"/>
                  </a:cubicBezTo>
                  <a:cubicBezTo>
                    <a:pt x="44009" y="27367"/>
                    <a:pt x="44009" y="27555"/>
                    <a:pt x="43967" y="27736"/>
                  </a:cubicBezTo>
                  <a:lnTo>
                    <a:pt x="43967" y="28745"/>
                  </a:lnTo>
                  <a:cubicBezTo>
                    <a:pt x="41280" y="37220"/>
                    <a:pt x="33828" y="43174"/>
                    <a:pt x="25141" y="43787"/>
                  </a:cubicBezTo>
                  <a:close/>
                  <a:moveTo>
                    <a:pt x="6225" y="26269"/>
                  </a:moveTo>
                  <a:lnTo>
                    <a:pt x="7839" y="29662"/>
                  </a:lnTo>
                  <a:cubicBezTo>
                    <a:pt x="10917" y="35816"/>
                    <a:pt x="17335" y="39444"/>
                    <a:pt x="24065" y="38834"/>
                  </a:cubicBezTo>
                  <a:cubicBezTo>
                    <a:pt x="30636" y="38290"/>
                    <a:pt x="36251" y="33774"/>
                    <a:pt x="38319" y="27369"/>
                  </a:cubicBezTo>
                  <a:lnTo>
                    <a:pt x="38319" y="26635"/>
                  </a:lnTo>
                  <a:cubicBezTo>
                    <a:pt x="38935" y="22230"/>
                    <a:pt x="39234" y="17785"/>
                    <a:pt x="39215" y="13336"/>
                  </a:cubicBezTo>
                  <a:cubicBezTo>
                    <a:pt x="31608" y="13893"/>
                    <a:pt x="24060" y="11612"/>
                    <a:pt x="17969" y="6915"/>
                  </a:cubicBezTo>
                  <a:cubicBezTo>
                    <a:pt x="14675" y="10958"/>
                    <a:pt x="10272" y="13897"/>
                    <a:pt x="5329" y="15354"/>
                  </a:cubicBezTo>
                  <a:cubicBezTo>
                    <a:pt x="5338" y="19011"/>
                    <a:pt x="5638" y="22661"/>
                    <a:pt x="6225" y="26269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形状 18"/>
            <p:cNvSpPr/>
            <p:nvPr/>
          </p:nvSpPr>
          <p:spPr>
            <a:xfrm>
              <a:off x="6040149" y="3427226"/>
              <a:ext cx="111431" cy="85607"/>
            </a:xfrm>
            <a:custGeom>
              <a:avLst/>
              <a:gdLst>
                <a:gd name="connsiteX0" fmla="*/ 108832 w 111431"/>
                <a:gd name="connsiteY0" fmla="*/ 85608 h 85607"/>
                <a:gd name="connsiteX1" fmla="*/ 2600 w 111431"/>
                <a:gd name="connsiteY1" fmla="*/ 85608 h 85607"/>
                <a:gd name="connsiteX2" fmla="*/ 0 w 111431"/>
                <a:gd name="connsiteY2" fmla="*/ 82948 h 85607"/>
                <a:gd name="connsiteX3" fmla="*/ 0 w 111431"/>
                <a:gd name="connsiteY3" fmla="*/ 45800 h 85607"/>
                <a:gd name="connsiteX4" fmla="*/ 22412 w 111431"/>
                <a:gd name="connsiteY4" fmla="*/ 20118 h 85607"/>
                <a:gd name="connsiteX5" fmla="*/ 33438 w 111431"/>
                <a:gd name="connsiteY5" fmla="*/ 18650 h 85607"/>
                <a:gd name="connsiteX6" fmla="*/ 42403 w 111431"/>
                <a:gd name="connsiteY6" fmla="*/ 11404 h 85607"/>
                <a:gd name="connsiteX7" fmla="*/ 43837 w 111431"/>
                <a:gd name="connsiteY7" fmla="*/ 2232 h 85607"/>
                <a:gd name="connsiteX8" fmla="*/ 45272 w 111431"/>
                <a:gd name="connsiteY8" fmla="*/ 306 h 85607"/>
                <a:gd name="connsiteX9" fmla="*/ 47692 w 111431"/>
                <a:gd name="connsiteY9" fmla="*/ 306 h 85607"/>
                <a:gd name="connsiteX10" fmla="*/ 63918 w 111431"/>
                <a:gd name="connsiteY10" fmla="*/ 306 h 85607"/>
                <a:gd name="connsiteX11" fmla="*/ 66249 w 111431"/>
                <a:gd name="connsiteY11" fmla="*/ 306 h 85607"/>
                <a:gd name="connsiteX12" fmla="*/ 67684 w 111431"/>
                <a:gd name="connsiteY12" fmla="*/ 2232 h 85607"/>
                <a:gd name="connsiteX13" fmla="*/ 69118 w 111431"/>
                <a:gd name="connsiteY13" fmla="*/ 11404 h 85607"/>
                <a:gd name="connsiteX14" fmla="*/ 78083 w 111431"/>
                <a:gd name="connsiteY14" fmla="*/ 18559 h 85607"/>
                <a:gd name="connsiteX15" fmla="*/ 88751 w 111431"/>
                <a:gd name="connsiteY15" fmla="*/ 19935 h 85607"/>
                <a:gd name="connsiteX16" fmla="*/ 111431 w 111431"/>
                <a:gd name="connsiteY16" fmla="*/ 45800 h 85607"/>
                <a:gd name="connsiteX17" fmla="*/ 111431 w 111431"/>
                <a:gd name="connsiteY17" fmla="*/ 82948 h 85607"/>
                <a:gd name="connsiteX18" fmla="*/ 108832 w 111431"/>
                <a:gd name="connsiteY18" fmla="*/ 85608 h 85607"/>
                <a:gd name="connsiteX19" fmla="*/ 5200 w 111431"/>
                <a:gd name="connsiteY19" fmla="*/ 80288 h 85607"/>
                <a:gd name="connsiteX20" fmla="*/ 106232 w 111431"/>
                <a:gd name="connsiteY20" fmla="*/ 80288 h 85607"/>
                <a:gd name="connsiteX21" fmla="*/ 106232 w 111431"/>
                <a:gd name="connsiteY21" fmla="*/ 45800 h 85607"/>
                <a:gd name="connsiteX22" fmla="*/ 88302 w 111431"/>
                <a:gd name="connsiteY22" fmla="*/ 25254 h 85607"/>
                <a:gd name="connsiteX23" fmla="*/ 78262 w 111431"/>
                <a:gd name="connsiteY23" fmla="*/ 23879 h 85607"/>
                <a:gd name="connsiteX24" fmla="*/ 64456 w 111431"/>
                <a:gd name="connsiteY24" fmla="*/ 12505 h 85607"/>
                <a:gd name="connsiteX25" fmla="*/ 63560 w 111431"/>
                <a:gd name="connsiteY25" fmla="*/ 6910 h 85607"/>
                <a:gd name="connsiteX26" fmla="*/ 48858 w 111431"/>
                <a:gd name="connsiteY26" fmla="*/ 6910 h 85607"/>
                <a:gd name="connsiteX27" fmla="*/ 47872 w 111431"/>
                <a:gd name="connsiteY27" fmla="*/ 12597 h 85607"/>
                <a:gd name="connsiteX28" fmla="*/ 33438 w 111431"/>
                <a:gd name="connsiteY28" fmla="*/ 23879 h 85607"/>
                <a:gd name="connsiteX29" fmla="*/ 22770 w 111431"/>
                <a:gd name="connsiteY29" fmla="*/ 25254 h 85607"/>
                <a:gd name="connsiteX30" fmla="*/ 4841 w 111431"/>
                <a:gd name="connsiteY30" fmla="*/ 45800 h 85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1431" h="85607">
                  <a:moveTo>
                    <a:pt x="108832" y="85608"/>
                  </a:moveTo>
                  <a:lnTo>
                    <a:pt x="2600" y="85608"/>
                  </a:lnTo>
                  <a:cubicBezTo>
                    <a:pt x="1164" y="85608"/>
                    <a:pt x="0" y="84417"/>
                    <a:pt x="0" y="82948"/>
                  </a:cubicBezTo>
                  <a:lnTo>
                    <a:pt x="0" y="45800"/>
                  </a:lnTo>
                  <a:cubicBezTo>
                    <a:pt x="88" y="32688"/>
                    <a:pt x="9688" y="21687"/>
                    <a:pt x="22412" y="20118"/>
                  </a:cubicBezTo>
                  <a:lnTo>
                    <a:pt x="33438" y="18650"/>
                  </a:lnTo>
                  <a:cubicBezTo>
                    <a:pt x="37512" y="18131"/>
                    <a:pt x="40966" y="15339"/>
                    <a:pt x="42403" y="11404"/>
                  </a:cubicBezTo>
                  <a:lnTo>
                    <a:pt x="43837" y="2232"/>
                  </a:lnTo>
                  <a:cubicBezTo>
                    <a:pt x="44011" y="1403"/>
                    <a:pt x="44537" y="697"/>
                    <a:pt x="45272" y="306"/>
                  </a:cubicBezTo>
                  <a:cubicBezTo>
                    <a:pt x="46029" y="-102"/>
                    <a:pt x="46935" y="-102"/>
                    <a:pt x="47692" y="306"/>
                  </a:cubicBezTo>
                  <a:cubicBezTo>
                    <a:pt x="52766" y="3062"/>
                    <a:pt x="58845" y="3062"/>
                    <a:pt x="63918" y="306"/>
                  </a:cubicBezTo>
                  <a:cubicBezTo>
                    <a:pt x="64644" y="-102"/>
                    <a:pt x="65523" y="-102"/>
                    <a:pt x="66249" y="306"/>
                  </a:cubicBezTo>
                  <a:cubicBezTo>
                    <a:pt x="66984" y="697"/>
                    <a:pt x="67510" y="1403"/>
                    <a:pt x="67684" y="2232"/>
                  </a:cubicBezTo>
                  <a:lnTo>
                    <a:pt x="69118" y="11404"/>
                  </a:lnTo>
                  <a:cubicBezTo>
                    <a:pt x="70582" y="15303"/>
                    <a:pt x="74030" y="18055"/>
                    <a:pt x="78083" y="18559"/>
                  </a:cubicBezTo>
                  <a:lnTo>
                    <a:pt x="88751" y="19935"/>
                  </a:lnTo>
                  <a:cubicBezTo>
                    <a:pt x="101668" y="21343"/>
                    <a:pt x="111459" y="32509"/>
                    <a:pt x="111431" y="45800"/>
                  </a:cubicBezTo>
                  <a:lnTo>
                    <a:pt x="111431" y="82948"/>
                  </a:lnTo>
                  <a:cubicBezTo>
                    <a:pt x="111431" y="84417"/>
                    <a:pt x="110267" y="85608"/>
                    <a:pt x="108832" y="85608"/>
                  </a:cubicBezTo>
                  <a:close/>
                  <a:moveTo>
                    <a:pt x="5200" y="80288"/>
                  </a:moveTo>
                  <a:lnTo>
                    <a:pt x="106232" y="80288"/>
                  </a:lnTo>
                  <a:lnTo>
                    <a:pt x="106232" y="45800"/>
                  </a:lnTo>
                  <a:cubicBezTo>
                    <a:pt x="106209" y="35292"/>
                    <a:pt x="98505" y="26463"/>
                    <a:pt x="88302" y="25254"/>
                  </a:cubicBezTo>
                  <a:lnTo>
                    <a:pt x="78262" y="23879"/>
                  </a:lnTo>
                  <a:cubicBezTo>
                    <a:pt x="71855" y="23244"/>
                    <a:pt x="66429" y="18774"/>
                    <a:pt x="64456" y="12505"/>
                  </a:cubicBezTo>
                  <a:lnTo>
                    <a:pt x="63560" y="6910"/>
                  </a:lnTo>
                  <a:cubicBezTo>
                    <a:pt x="58800" y="8609"/>
                    <a:pt x="53618" y="8609"/>
                    <a:pt x="48858" y="6910"/>
                  </a:cubicBezTo>
                  <a:lnTo>
                    <a:pt x="47872" y="12597"/>
                  </a:lnTo>
                  <a:cubicBezTo>
                    <a:pt x="45848" y="19081"/>
                    <a:pt x="40085" y="23586"/>
                    <a:pt x="33438" y="23879"/>
                  </a:cubicBezTo>
                  <a:lnTo>
                    <a:pt x="22770" y="25254"/>
                  </a:lnTo>
                  <a:cubicBezTo>
                    <a:pt x="12568" y="26463"/>
                    <a:pt x="4864" y="35292"/>
                    <a:pt x="4841" y="4580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/>
            <p:cNvSpPr/>
            <p:nvPr/>
          </p:nvSpPr>
          <p:spPr>
            <a:xfrm>
              <a:off x="6062896" y="3346434"/>
              <a:ext cx="64832" cy="34548"/>
            </a:xfrm>
            <a:custGeom>
              <a:avLst/>
              <a:gdLst>
                <a:gd name="connsiteX0" fmla="*/ 55515 w 64832"/>
                <a:gd name="connsiteY0" fmla="*/ 34411 h 34548"/>
                <a:gd name="connsiteX1" fmla="*/ 53991 w 64832"/>
                <a:gd name="connsiteY1" fmla="*/ 34411 h 34548"/>
                <a:gd name="connsiteX2" fmla="*/ 32655 w 64832"/>
                <a:gd name="connsiteY2" fmla="*/ 31384 h 34548"/>
                <a:gd name="connsiteX3" fmla="*/ 10692 w 64832"/>
                <a:gd name="connsiteY3" fmla="*/ 34136 h 34548"/>
                <a:gd name="connsiteX4" fmla="*/ 7016 w 64832"/>
                <a:gd name="connsiteY4" fmla="*/ 34136 h 34548"/>
                <a:gd name="connsiteX5" fmla="*/ 4685 w 64832"/>
                <a:gd name="connsiteY5" fmla="*/ 31201 h 34548"/>
                <a:gd name="connsiteX6" fmla="*/ 292 w 64832"/>
                <a:gd name="connsiteY6" fmla="*/ 13682 h 34548"/>
                <a:gd name="connsiteX7" fmla="*/ 3878 w 64832"/>
                <a:gd name="connsiteY7" fmla="*/ 5519 h 34548"/>
                <a:gd name="connsiteX8" fmla="*/ 32386 w 64832"/>
                <a:gd name="connsiteY8" fmla="*/ 15 h 34548"/>
                <a:gd name="connsiteX9" fmla="*/ 60894 w 64832"/>
                <a:gd name="connsiteY9" fmla="*/ 5519 h 34548"/>
                <a:gd name="connsiteX10" fmla="*/ 64569 w 64832"/>
                <a:gd name="connsiteY10" fmla="*/ 13682 h 34548"/>
                <a:gd name="connsiteX11" fmla="*/ 59728 w 64832"/>
                <a:gd name="connsiteY11" fmla="*/ 30926 h 34548"/>
                <a:gd name="connsiteX12" fmla="*/ 57398 w 64832"/>
                <a:gd name="connsiteY12" fmla="*/ 33861 h 34548"/>
                <a:gd name="connsiteX13" fmla="*/ 55515 w 64832"/>
                <a:gd name="connsiteY13" fmla="*/ 34411 h 34548"/>
                <a:gd name="connsiteX14" fmla="*/ 32386 w 64832"/>
                <a:gd name="connsiteY14" fmla="*/ 5335 h 34548"/>
                <a:gd name="connsiteX15" fmla="*/ 6030 w 64832"/>
                <a:gd name="connsiteY15" fmla="*/ 10380 h 34548"/>
                <a:gd name="connsiteX16" fmla="*/ 5223 w 64832"/>
                <a:gd name="connsiteY16" fmla="*/ 12214 h 34548"/>
                <a:gd name="connsiteX17" fmla="*/ 9885 w 64832"/>
                <a:gd name="connsiteY17" fmla="*/ 29000 h 34548"/>
                <a:gd name="connsiteX18" fmla="*/ 32386 w 64832"/>
                <a:gd name="connsiteY18" fmla="*/ 25789 h 34548"/>
                <a:gd name="connsiteX19" fmla="*/ 54888 w 64832"/>
                <a:gd name="connsiteY19" fmla="*/ 29000 h 34548"/>
                <a:gd name="connsiteX20" fmla="*/ 59549 w 64832"/>
                <a:gd name="connsiteY20" fmla="*/ 12214 h 34548"/>
                <a:gd name="connsiteX21" fmla="*/ 58742 w 64832"/>
                <a:gd name="connsiteY21" fmla="*/ 10380 h 34548"/>
                <a:gd name="connsiteX22" fmla="*/ 32386 w 64832"/>
                <a:gd name="connsiteY22" fmla="*/ 5335 h 34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832" h="34548">
                  <a:moveTo>
                    <a:pt x="55515" y="34411"/>
                  </a:moveTo>
                  <a:cubicBezTo>
                    <a:pt x="55011" y="34498"/>
                    <a:pt x="54495" y="34498"/>
                    <a:pt x="53991" y="34411"/>
                  </a:cubicBezTo>
                  <a:cubicBezTo>
                    <a:pt x="47032" y="32485"/>
                    <a:pt x="39863" y="31468"/>
                    <a:pt x="32655" y="31384"/>
                  </a:cubicBezTo>
                  <a:cubicBezTo>
                    <a:pt x="25251" y="31377"/>
                    <a:pt x="17875" y="32301"/>
                    <a:pt x="10692" y="34136"/>
                  </a:cubicBezTo>
                  <a:cubicBezTo>
                    <a:pt x="9525" y="34686"/>
                    <a:pt x="8182" y="34686"/>
                    <a:pt x="7016" y="34136"/>
                  </a:cubicBezTo>
                  <a:cubicBezTo>
                    <a:pt x="5877" y="33528"/>
                    <a:pt x="5034" y="32466"/>
                    <a:pt x="4685" y="31201"/>
                  </a:cubicBezTo>
                  <a:lnTo>
                    <a:pt x="292" y="13682"/>
                  </a:lnTo>
                  <a:cubicBezTo>
                    <a:pt x="-683" y="10426"/>
                    <a:pt x="851" y="6934"/>
                    <a:pt x="3878" y="5519"/>
                  </a:cubicBezTo>
                  <a:cubicBezTo>
                    <a:pt x="12906" y="1683"/>
                    <a:pt x="22614" y="-191"/>
                    <a:pt x="32386" y="15"/>
                  </a:cubicBezTo>
                  <a:cubicBezTo>
                    <a:pt x="42159" y="-191"/>
                    <a:pt x="51866" y="1683"/>
                    <a:pt x="60894" y="5519"/>
                  </a:cubicBezTo>
                  <a:cubicBezTo>
                    <a:pt x="63927" y="6932"/>
                    <a:pt x="65491" y="10405"/>
                    <a:pt x="64569" y="13682"/>
                  </a:cubicBezTo>
                  <a:lnTo>
                    <a:pt x="59728" y="30926"/>
                  </a:lnTo>
                  <a:cubicBezTo>
                    <a:pt x="59380" y="32191"/>
                    <a:pt x="58537" y="33253"/>
                    <a:pt x="57398" y="33861"/>
                  </a:cubicBezTo>
                  <a:cubicBezTo>
                    <a:pt x="56817" y="34184"/>
                    <a:pt x="56175" y="34372"/>
                    <a:pt x="55515" y="34411"/>
                  </a:cubicBezTo>
                  <a:close/>
                  <a:moveTo>
                    <a:pt x="32386" y="5335"/>
                  </a:moveTo>
                  <a:cubicBezTo>
                    <a:pt x="23351" y="5091"/>
                    <a:pt x="14368" y="6811"/>
                    <a:pt x="6030" y="10380"/>
                  </a:cubicBezTo>
                  <a:cubicBezTo>
                    <a:pt x="5329" y="10677"/>
                    <a:pt x="4976" y="11481"/>
                    <a:pt x="5223" y="12214"/>
                  </a:cubicBezTo>
                  <a:lnTo>
                    <a:pt x="9885" y="29000"/>
                  </a:lnTo>
                  <a:cubicBezTo>
                    <a:pt x="17229" y="26991"/>
                    <a:pt x="24786" y="25913"/>
                    <a:pt x="32386" y="25789"/>
                  </a:cubicBezTo>
                  <a:cubicBezTo>
                    <a:pt x="39987" y="25913"/>
                    <a:pt x="47544" y="26991"/>
                    <a:pt x="54888" y="29000"/>
                  </a:cubicBezTo>
                  <a:lnTo>
                    <a:pt x="59549" y="12214"/>
                  </a:lnTo>
                  <a:cubicBezTo>
                    <a:pt x="59797" y="11481"/>
                    <a:pt x="59443" y="10677"/>
                    <a:pt x="58742" y="10380"/>
                  </a:cubicBezTo>
                  <a:cubicBezTo>
                    <a:pt x="50408" y="6800"/>
                    <a:pt x="41422" y="5080"/>
                    <a:pt x="32386" y="5335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/>
            <p:cNvSpPr/>
            <p:nvPr/>
          </p:nvSpPr>
          <p:spPr>
            <a:xfrm>
              <a:off x="6106990" y="3368510"/>
              <a:ext cx="38069" cy="69664"/>
            </a:xfrm>
            <a:custGeom>
              <a:avLst/>
              <a:gdLst>
                <a:gd name="connsiteX0" fmla="*/ 23344 w 38069"/>
                <a:gd name="connsiteY0" fmla="*/ 69662 h 69664"/>
                <a:gd name="connsiteX1" fmla="*/ 753 w 38069"/>
                <a:gd name="connsiteY1" fmla="*/ 60490 h 69664"/>
                <a:gd name="connsiteX2" fmla="*/ 717 w 38069"/>
                <a:gd name="connsiteY2" fmla="*/ 56858 h 69664"/>
                <a:gd name="connsiteX3" fmla="*/ 753 w 38069"/>
                <a:gd name="connsiteY3" fmla="*/ 56821 h 69664"/>
                <a:gd name="connsiteX4" fmla="*/ 4429 w 38069"/>
                <a:gd name="connsiteY4" fmla="*/ 56821 h 69664"/>
                <a:gd name="connsiteX5" fmla="*/ 30427 w 38069"/>
                <a:gd name="connsiteY5" fmla="*/ 63333 h 69664"/>
                <a:gd name="connsiteX6" fmla="*/ 29351 w 38069"/>
                <a:gd name="connsiteY6" fmla="*/ 61040 h 69664"/>
                <a:gd name="connsiteX7" fmla="*/ 23972 w 38069"/>
                <a:gd name="connsiteY7" fmla="*/ 40127 h 69664"/>
                <a:gd name="connsiteX8" fmla="*/ 23972 w 38069"/>
                <a:gd name="connsiteY8" fmla="*/ 30313 h 69664"/>
                <a:gd name="connsiteX9" fmla="*/ 13214 w 38069"/>
                <a:gd name="connsiteY9" fmla="*/ 4539 h 69664"/>
                <a:gd name="connsiteX10" fmla="*/ 13214 w 38069"/>
                <a:gd name="connsiteY10" fmla="*/ 779 h 69664"/>
                <a:gd name="connsiteX11" fmla="*/ 16890 w 38069"/>
                <a:gd name="connsiteY11" fmla="*/ 779 h 69664"/>
                <a:gd name="connsiteX12" fmla="*/ 28992 w 38069"/>
                <a:gd name="connsiteY12" fmla="*/ 30038 h 69664"/>
                <a:gd name="connsiteX13" fmla="*/ 28992 w 38069"/>
                <a:gd name="connsiteY13" fmla="*/ 40127 h 69664"/>
                <a:gd name="connsiteX14" fmla="*/ 33744 w 38069"/>
                <a:gd name="connsiteY14" fmla="*/ 58472 h 69664"/>
                <a:gd name="connsiteX15" fmla="*/ 37150 w 38069"/>
                <a:gd name="connsiteY15" fmla="*/ 62874 h 69664"/>
                <a:gd name="connsiteX16" fmla="*/ 38047 w 38069"/>
                <a:gd name="connsiteY16" fmla="*/ 65443 h 69664"/>
                <a:gd name="connsiteX17" fmla="*/ 36343 w 38069"/>
                <a:gd name="connsiteY17" fmla="*/ 67461 h 69664"/>
                <a:gd name="connsiteX18" fmla="*/ 23344 w 38069"/>
                <a:gd name="connsiteY18" fmla="*/ 69662 h 6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8069" h="69664">
                  <a:moveTo>
                    <a:pt x="23344" y="69662"/>
                  </a:moveTo>
                  <a:cubicBezTo>
                    <a:pt x="14928" y="69763"/>
                    <a:pt x="6812" y="66468"/>
                    <a:pt x="753" y="60490"/>
                  </a:cubicBezTo>
                  <a:cubicBezTo>
                    <a:pt x="-237" y="59497"/>
                    <a:pt x="-253" y="57871"/>
                    <a:pt x="717" y="56858"/>
                  </a:cubicBezTo>
                  <a:cubicBezTo>
                    <a:pt x="729" y="56845"/>
                    <a:pt x="741" y="56833"/>
                    <a:pt x="753" y="56821"/>
                  </a:cubicBezTo>
                  <a:cubicBezTo>
                    <a:pt x="1769" y="55783"/>
                    <a:pt x="3414" y="55783"/>
                    <a:pt x="4429" y="56821"/>
                  </a:cubicBezTo>
                  <a:cubicBezTo>
                    <a:pt x="11605" y="63067"/>
                    <a:pt x="21242" y="65481"/>
                    <a:pt x="30427" y="63333"/>
                  </a:cubicBezTo>
                  <a:lnTo>
                    <a:pt x="29351" y="61040"/>
                  </a:lnTo>
                  <a:cubicBezTo>
                    <a:pt x="25765" y="54686"/>
                    <a:pt x="23908" y="47465"/>
                    <a:pt x="23972" y="40127"/>
                  </a:cubicBezTo>
                  <a:lnTo>
                    <a:pt x="23972" y="30313"/>
                  </a:lnTo>
                  <a:cubicBezTo>
                    <a:pt x="24113" y="20551"/>
                    <a:pt x="20204" y="11185"/>
                    <a:pt x="13214" y="4539"/>
                  </a:cubicBezTo>
                  <a:cubicBezTo>
                    <a:pt x="12247" y="3481"/>
                    <a:pt x="12247" y="1837"/>
                    <a:pt x="13214" y="779"/>
                  </a:cubicBezTo>
                  <a:cubicBezTo>
                    <a:pt x="14229" y="-260"/>
                    <a:pt x="15875" y="-260"/>
                    <a:pt x="16890" y="779"/>
                  </a:cubicBezTo>
                  <a:cubicBezTo>
                    <a:pt x="24736" y="8377"/>
                    <a:pt x="29124" y="18985"/>
                    <a:pt x="28992" y="30038"/>
                  </a:cubicBezTo>
                  <a:lnTo>
                    <a:pt x="28992" y="40127"/>
                  </a:lnTo>
                  <a:cubicBezTo>
                    <a:pt x="28910" y="46571"/>
                    <a:pt x="30553" y="52915"/>
                    <a:pt x="33744" y="58472"/>
                  </a:cubicBezTo>
                  <a:cubicBezTo>
                    <a:pt x="34634" y="60122"/>
                    <a:pt x="35785" y="61609"/>
                    <a:pt x="37150" y="62874"/>
                  </a:cubicBezTo>
                  <a:cubicBezTo>
                    <a:pt x="37830" y="63537"/>
                    <a:pt x="38163" y="64490"/>
                    <a:pt x="38047" y="65443"/>
                  </a:cubicBezTo>
                  <a:cubicBezTo>
                    <a:pt x="37857" y="66371"/>
                    <a:pt x="37213" y="67133"/>
                    <a:pt x="36343" y="67461"/>
                  </a:cubicBezTo>
                  <a:cubicBezTo>
                    <a:pt x="32144" y="68864"/>
                    <a:pt x="27761" y="69607"/>
                    <a:pt x="23344" y="6966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/>
            <p:cNvSpPr/>
            <p:nvPr/>
          </p:nvSpPr>
          <p:spPr>
            <a:xfrm>
              <a:off x="6093310" y="3355071"/>
              <a:ext cx="5199" cy="14402"/>
            </a:xfrm>
            <a:custGeom>
              <a:avLst/>
              <a:gdLst>
                <a:gd name="connsiteX0" fmla="*/ 2600 w 5199"/>
                <a:gd name="connsiteY0" fmla="*/ 14400 h 14402"/>
                <a:gd name="connsiteX1" fmla="*/ 2 w 5199"/>
                <a:gd name="connsiteY1" fmla="*/ 11926 h 14402"/>
                <a:gd name="connsiteX2" fmla="*/ 0 w 5199"/>
                <a:gd name="connsiteY2" fmla="*/ 11832 h 14402"/>
                <a:gd name="connsiteX3" fmla="*/ 0 w 5199"/>
                <a:gd name="connsiteY3" fmla="*/ 2660 h 14402"/>
                <a:gd name="connsiteX4" fmla="*/ 2600 w 5199"/>
                <a:gd name="connsiteY4" fmla="*/ 0 h 14402"/>
                <a:gd name="connsiteX5" fmla="*/ 5200 w 5199"/>
                <a:gd name="connsiteY5" fmla="*/ 2660 h 14402"/>
                <a:gd name="connsiteX6" fmla="*/ 5200 w 5199"/>
                <a:gd name="connsiteY6" fmla="*/ 11832 h 14402"/>
                <a:gd name="connsiteX7" fmla="*/ 2691 w 5199"/>
                <a:gd name="connsiteY7" fmla="*/ 14402 h 14402"/>
                <a:gd name="connsiteX8" fmla="*/ 2600 w 5199"/>
                <a:gd name="connsiteY8" fmla="*/ 14400 h 1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99" h="14402">
                  <a:moveTo>
                    <a:pt x="2600" y="14400"/>
                  </a:moveTo>
                  <a:cubicBezTo>
                    <a:pt x="1214" y="14451"/>
                    <a:pt x="51" y="13343"/>
                    <a:pt x="2" y="11926"/>
                  </a:cubicBezTo>
                  <a:cubicBezTo>
                    <a:pt x="1" y="11894"/>
                    <a:pt x="0" y="11863"/>
                    <a:pt x="0" y="11832"/>
                  </a:cubicBezTo>
                  <a:lnTo>
                    <a:pt x="0" y="2660"/>
                  </a:lnTo>
                  <a:cubicBezTo>
                    <a:pt x="0" y="1191"/>
                    <a:pt x="1164" y="0"/>
                    <a:pt x="2600" y="0"/>
                  </a:cubicBezTo>
                  <a:cubicBezTo>
                    <a:pt x="4036" y="0"/>
                    <a:pt x="5200" y="1191"/>
                    <a:pt x="5200" y="2660"/>
                  </a:cubicBezTo>
                  <a:lnTo>
                    <a:pt x="5200" y="11832"/>
                  </a:lnTo>
                  <a:cubicBezTo>
                    <a:pt x="5200" y="13251"/>
                    <a:pt x="4077" y="14401"/>
                    <a:pt x="2691" y="14402"/>
                  </a:cubicBezTo>
                  <a:cubicBezTo>
                    <a:pt x="2661" y="14402"/>
                    <a:pt x="2630" y="14402"/>
                    <a:pt x="2600" y="1440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形状 25"/>
            <p:cNvSpPr/>
            <p:nvPr/>
          </p:nvSpPr>
          <p:spPr>
            <a:xfrm>
              <a:off x="6088917" y="3359474"/>
              <a:ext cx="14164" cy="5319"/>
            </a:xfrm>
            <a:custGeom>
              <a:avLst/>
              <a:gdLst>
                <a:gd name="connsiteX0" fmla="*/ 11564 w 14164"/>
                <a:gd name="connsiteY0" fmla="*/ 5320 h 5319"/>
                <a:gd name="connsiteX1" fmla="*/ 2600 w 14164"/>
                <a:gd name="connsiteY1" fmla="*/ 5320 h 5319"/>
                <a:gd name="connsiteX2" fmla="*/ 0 w 14164"/>
                <a:gd name="connsiteY2" fmla="*/ 2660 h 5319"/>
                <a:gd name="connsiteX3" fmla="*/ 2600 w 14164"/>
                <a:gd name="connsiteY3" fmla="*/ 0 h 5319"/>
                <a:gd name="connsiteX4" fmla="*/ 11564 w 14164"/>
                <a:gd name="connsiteY4" fmla="*/ 0 h 5319"/>
                <a:gd name="connsiteX5" fmla="*/ 14164 w 14164"/>
                <a:gd name="connsiteY5" fmla="*/ 2660 h 5319"/>
                <a:gd name="connsiteX6" fmla="*/ 11564 w 14164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64" h="5319">
                  <a:moveTo>
                    <a:pt x="11564" y="5320"/>
                  </a:moveTo>
                  <a:lnTo>
                    <a:pt x="2600" y="5320"/>
                  </a:lnTo>
                  <a:cubicBezTo>
                    <a:pt x="1164" y="5320"/>
                    <a:pt x="0" y="4129"/>
                    <a:pt x="0" y="2660"/>
                  </a:cubicBezTo>
                  <a:cubicBezTo>
                    <a:pt x="0" y="1191"/>
                    <a:pt x="1164" y="0"/>
                    <a:pt x="2600" y="0"/>
                  </a:cubicBezTo>
                  <a:lnTo>
                    <a:pt x="11564" y="0"/>
                  </a:lnTo>
                  <a:cubicBezTo>
                    <a:pt x="13000" y="0"/>
                    <a:pt x="14164" y="1191"/>
                    <a:pt x="14164" y="2660"/>
                  </a:cubicBezTo>
                  <a:cubicBezTo>
                    <a:pt x="14164" y="4129"/>
                    <a:pt x="13000" y="5320"/>
                    <a:pt x="11564" y="532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/>
            <p:cNvSpPr/>
            <p:nvPr/>
          </p:nvSpPr>
          <p:spPr>
            <a:xfrm>
              <a:off x="6056196" y="3458901"/>
              <a:ext cx="25459" cy="26049"/>
            </a:xfrm>
            <a:custGeom>
              <a:avLst/>
              <a:gdLst>
                <a:gd name="connsiteX0" fmla="*/ 19184 w 25459"/>
                <a:gd name="connsiteY0" fmla="*/ 26049 h 26049"/>
                <a:gd name="connsiteX1" fmla="*/ 18378 w 25459"/>
                <a:gd name="connsiteY1" fmla="*/ 26049 h 26049"/>
                <a:gd name="connsiteX2" fmla="*/ 15778 w 25459"/>
                <a:gd name="connsiteY2" fmla="*/ 23389 h 26049"/>
                <a:gd name="connsiteX3" fmla="*/ 18378 w 25459"/>
                <a:gd name="connsiteY3" fmla="*/ 20729 h 26049"/>
                <a:gd name="connsiteX4" fmla="*/ 19184 w 25459"/>
                <a:gd name="connsiteY4" fmla="*/ 20729 h 26049"/>
                <a:gd name="connsiteX5" fmla="*/ 20260 w 25459"/>
                <a:gd name="connsiteY5" fmla="*/ 19629 h 26049"/>
                <a:gd name="connsiteX6" fmla="*/ 20260 w 25459"/>
                <a:gd name="connsiteY6" fmla="*/ 13025 h 26049"/>
                <a:gd name="connsiteX7" fmla="*/ 12730 w 25459"/>
                <a:gd name="connsiteY7" fmla="*/ 5320 h 26049"/>
                <a:gd name="connsiteX8" fmla="*/ 5200 w 25459"/>
                <a:gd name="connsiteY8" fmla="*/ 13025 h 26049"/>
                <a:gd name="connsiteX9" fmla="*/ 5200 w 25459"/>
                <a:gd name="connsiteY9" fmla="*/ 19629 h 26049"/>
                <a:gd name="connsiteX10" fmla="*/ 6275 w 25459"/>
                <a:gd name="connsiteY10" fmla="*/ 20729 h 26049"/>
                <a:gd name="connsiteX11" fmla="*/ 6992 w 25459"/>
                <a:gd name="connsiteY11" fmla="*/ 20729 h 26049"/>
                <a:gd name="connsiteX12" fmla="*/ 9592 w 25459"/>
                <a:gd name="connsiteY12" fmla="*/ 23389 h 26049"/>
                <a:gd name="connsiteX13" fmla="*/ 6992 w 25459"/>
                <a:gd name="connsiteY13" fmla="*/ 26049 h 26049"/>
                <a:gd name="connsiteX14" fmla="*/ 6275 w 25459"/>
                <a:gd name="connsiteY14" fmla="*/ 26049 h 26049"/>
                <a:gd name="connsiteX15" fmla="*/ 0 w 25459"/>
                <a:gd name="connsiteY15" fmla="*/ 19629 h 26049"/>
                <a:gd name="connsiteX16" fmla="*/ 0 w 25459"/>
                <a:gd name="connsiteY16" fmla="*/ 13025 h 26049"/>
                <a:gd name="connsiteX17" fmla="*/ 12730 w 25459"/>
                <a:gd name="connsiteY17" fmla="*/ 0 h 26049"/>
                <a:gd name="connsiteX18" fmla="*/ 25460 w 25459"/>
                <a:gd name="connsiteY18" fmla="*/ 13025 h 26049"/>
                <a:gd name="connsiteX19" fmla="*/ 25460 w 25459"/>
                <a:gd name="connsiteY19" fmla="*/ 19629 h 26049"/>
                <a:gd name="connsiteX20" fmla="*/ 19184 w 25459"/>
                <a:gd name="connsiteY20" fmla="*/ 26049 h 2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458" h="26048">
                  <a:moveTo>
                    <a:pt x="19184" y="26049"/>
                  </a:moveTo>
                  <a:lnTo>
                    <a:pt x="18378" y="26049"/>
                  </a:lnTo>
                  <a:cubicBezTo>
                    <a:pt x="16942" y="26049"/>
                    <a:pt x="15778" y="24858"/>
                    <a:pt x="15778" y="23389"/>
                  </a:cubicBezTo>
                  <a:cubicBezTo>
                    <a:pt x="15778" y="21920"/>
                    <a:pt x="16942" y="20729"/>
                    <a:pt x="18378" y="20729"/>
                  </a:cubicBezTo>
                  <a:lnTo>
                    <a:pt x="19184" y="20729"/>
                  </a:lnTo>
                  <a:cubicBezTo>
                    <a:pt x="19779" y="20729"/>
                    <a:pt x="20260" y="20236"/>
                    <a:pt x="20260" y="19629"/>
                  </a:cubicBezTo>
                  <a:lnTo>
                    <a:pt x="20260" y="13025"/>
                  </a:lnTo>
                  <a:cubicBezTo>
                    <a:pt x="20260" y="8769"/>
                    <a:pt x="16889" y="5320"/>
                    <a:pt x="12730" y="5320"/>
                  </a:cubicBezTo>
                  <a:cubicBezTo>
                    <a:pt x="8571" y="5320"/>
                    <a:pt x="5200" y="8769"/>
                    <a:pt x="5200" y="13025"/>
                  </a:cubicBezTo>
                  <a:lnTo>
                    <a:pt x="5200" y="19629"/>
                  </a:lnTo>
                  <a:cubicBezTo>
                    <a:pt x="5200" y="20236"/>
                    <a:pt x="5681" y="20729"/>
                    <a:pt x="6275" y="20729"/>
                  </a:cubicBezTo>
                  <a:lnTo>
                    <a:pt x="6992" y="20729"/>
                  </a:lnTo>
                  <a:cubicBezTo>
                    <a:pt x="8428" y="20729"/>
                    <a:pt x="9592" y="21920"/>
                    <a:pt x="9592" y="23389"/>
                  </a:cubicBezTo>
                  <a:cubicBezTo>
                    <a:pt x="9592" y="24858"/>
                    <a:pt x="8428" y="26049"/>
                    <a:pt x="6992" y="26049"/>
                  </a:cubicBezTo>
                  <a:lnTo>
                    <a:pt x="6275" y="26049"/>
                  </a:lnTo>
                  <a:cubicBezTo>
                    <a:pt x="2810" y="26049"/>
                    <a:pt x="0" y="23175"/>
                    <a:pt x="0" y="19629"/>
                  </a:cubicBezTo>
                  <a:lnTo>
                    <a:pt x="0" y="13025"/>
                  </a:lnTo>
                  <a:cubicBezTo>
                    <a:pt x="0" y="5831"/>
                    <a:pt x="5699" y="0"/>
                    <a:pt x="12730" y="0"/>
                  </a:cubicBezTo>
                  <a:cubicBezTo>
                    <a:pt x="19760" y="0"/>
                    <a:pt x="25460" y="5831"/>
                    <a:pt x="25460" y="13025"/>
                  </a:cubicBezTo>
                  <a:lnTo>
                    <a:pt x="25460" y="19629"/>
                  </a:lnTo>
                  <a:cubicBezTo>
                    <a:pt x="25460" y="23175"/>
                    <a:pt x="22650" y="26049"/>
                    <a:pt x="19184" y="26049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/>
            <p:cNvSpPr/>
            <p:nvPr/>
          </p:nvSpPr>
          <p:spPr>
            <a:xfrm>
              <a:off x="6066326" y="3446335"/>
              <a:ext cx="5199" cy="17885"/>
            </a:xfrm>
            <a:custGeom>
              <a:avLst/>
              <a:gdLst>
                <a:gd name="connsiteX0" fmla="*/ 2600 w 5199"/>
                <a:gd name="connsiteY0" fmla="*/ 17886 h 17885"/>
                <a:gd name="connsiteX1" fmla="*/ 0 w 5199"/>
                <a:gd name="connsiteY1" fmla="*/ 15226 h 17885"/>
                <a:gd name="connsiteX2" fmla="*/ 0 w 5199"/>
                <a:gd name="connsiteY2" fmla="*/ 2660 h 17885"/>
                <a:gd name="connsiteX3" fmla="*/ 2600 w 5199"/>
                <a:gd name="connsiteY3" fmla="*/ 0 h 17885"/>
                <a:gd name="connsiteX4" fmla="*/ 5200 w 5199"/>
                <a:gd name="connsiteY4" fmla="*/ 2660 h 17885"/>
                <a:gd name="connsiteX5" fmla="*/ 5200 w 5199"/>
                <a:gd name="connsiteY5" fmla="*/ 15226 h 17885"/>
                <a:gd name="connsiteX6" fmla="*/ 2600 w 5199"/>
                <a:gd name="connsiteY6" fmla="*/ 17886 h 1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9" h="17885">
                  <a:moveTo>
                    <a:pt x="2600" y="17886"/>
                  </a:moveTo>
                  <a:cubicBezTo>
                    <a:pt x="1164" y="17886"/>
                    <a:pt x="0" y="16695"/>
                    <a:pt x="0" y="15226"/>
                  </a:cubicBezTo>
                  <a:lnTo>
                    <a:pt x="0" y="2660"/>
                  </a:lnTo>
                  <a:cubicBezTo>
                    <a:pt x="0" y="1191"/>
                    <a:pt x="1164" y="0"/>
                    <a:pt x="2600" y="0"/>
                  </a:cubicBezTo>
                  <a:cubicBezTo>
                    <a:pt x="4036" y="0"/>
                    <a:pt x="5200" y="1191"/>
                    <a:pt x="5200" y="2660"/>
                  </a:cubicBezTo>
                  <a:lnTo>
                    <a:pt x="5200" y="15226"/>
                  </a:lnTo>
                  <a:cubicBezTo>
                    <a:pt x="5200" y="16695"/>
                    <a:pt x="4036" y="17886"/>
                    <a:pt x="2600" y="1788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/>
            <p:cNvSpPr/>
            <p:nvPr/>
          </p:nvSpPr>
          <p:spPr>
            <a:xfrm>
              <a:off x="6119846" y="3446335"/>
              <a:ext cx="5199" cy="20178"/>
            </a:xfrm>
            <a:custGeom>
              <a:avLst/>
              <a:gdLst>
                <a:gd name="connsiteX0" fmla="*/ 2600 w 5199"/>
                <a:gd name="connsiteY0" fmla="*/ 20179 h 20178"/>
                <a:gd name="connsiteX1" fmla="*/ 0 w 5199"/>
                <a:gd name="connsiteY1" fmla="*/ 17611 h 20178"/>
                <a:gd name="connsiteX2" fmla="*/ 0 w 5199"/>
                <a:gd name="connsiteY2" fmla="*/ 2660 h 20178"/>
                <a:gd name="connsiteX3" fmla="*/ 2600 w 5199"/>
                <a:gd name="connsiteY3" fmla="*/ 0 h 20178"/>
                <a:gd name="connsiteX4" fmla="*/ 5200 w 5199"/>
                <a:gd name="connsiteY4" fmla="*/ 2660 h 20178"/>
                <a:gd name="connsiteX5" fmla="*/ 5200 w 5199"/>
                <a:gd name="connsiteY5" fmla="*/ 17611 h 20178"/>
                <a:gd name="connsiteX6" fmla="*/ 2600 w 5199"/>
                <a:gd name="connsiteY6" fmla="*/ 20179 h 2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9" h="20178">
                  <a:moveTo>
                    <a:pt x="2600" y="20179"/>
                  </a:moveTo>
                  <a:cubicBezTo>
                    <a:pt x="1198" y="20180"/>
                    <a:pt x="48" y="19044"/>
                    <a:pt x="0" y="17611"/>
                  </a:cubicBezTo>
                  <a:lnTo>
                    <a:pt x="0" y="2660"/>
                  </a:lnTo>
                  <a:cubicBezTo>
                    <a:pt x="0" y="1191"/>
                    <a:pt x="1164" y="0"/>
                    <a:pt x="2600" y="0"/>
                  </a:cubicBezTo>
                  <a:cubicBezTo>
                    <a:pt x="4036" y="0"/>
                    <a:pt x="5200" y="1191"/>
                    <a:pt x="5200" y="2660"/>
                  </a:cubicBezTo>
                  <a:lnTo>
                    <a:pt x="5200" y="17611"/>
                  </a:lnTo>
                  <a:cubicBezTo>
                    <a:pt x="5151" y="19044"/>
                    <a:pt x="4001" y="20180"/>
                    <a:pt x="2600" y="20179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/>
            <p:cNvSpPr/>
            <p:nvPr/>
          </p:nvSpPr>
          <p:spPr>
            <a:xfrm>
              <a:off x="6115141" y="3461423"/>
              <a:ext cx="16317" cy="16694"/>
            </a:xfrm>
            <a:custGeom>
              <a:avLst/>
              <a:gdLst>
                <a:gd name="connsiteX0" fmla="*/ 7305 w 16317"/>
                <a:gd name="connsiteY0" fmla="*/ 16648 h 16694"/>
                <a:gd name="connsiteX1" fmla="*/ 45 w 16317"/>
                <a:gd name="connsiteY1" fmla="*/ 7474 h 16694"/>
                <a:gd name="connsiteX2" fmla="*/ 7305 w 16317"/>
                <a:gd name="connsiteY2" fmla="*/ 47 h 16694"/>
                <a:gd name="connsiteX3" fmla="*/ 16272 w 16317"/>
                <a:gd name="connsiteY3" fmla="*/ 7474 h 16694"/>
                <a:gd name="connsiteX4" fmla="*/ 9013 w 16317"/>
                <a:gd name="connsiteY4" fmla="*/ 16648 h 16694"/>
                <a:gd name="connsiteX5" fmla="*/ 7305 w 16317"/>
                <a:gd name="connsiteY5" fmla="*/ 16648 h 16694"/>
                <a:gd name="connsiteX6" fmla="*/ 7305 w 16317"/>
                <a:gd name="connsiteY6" fmla="*/ 5366 h 16694"/>
                <a:gd name="connsiteX7" fmla="*/ 4346 w 16317"/>
                <a:gd name="connsiteY7" fmla="*/ 8393 h 16694"/>
                <a:gd name="connsiteX8" fmla="*/ 7305 w 16317"/>
                <a:gd name="connsiteY8" fmla="*/ 11420 h 16694"/>
                <a:gd name="connsiteX9" fmla="*/ 10263 w 16317"/>
                <a:gd name="connsiteY9" fmla="*/ 8393 h 16694"/>
                <a:gd name="connsiteX10" fmla="*/ 7305 w 16317"/>
                <a:gd name="connsiteY10" fmla="*/ 5366 h 16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317" h="16694">
                  <a:moveTo>
                    <a:pt x="7305" y="16648"/>
                  </a:moveTo>
                  <a:cubicBezTo>
                    <a:pt x="2824" y="16166"/>
                    <a:pt x="-426" y="12058"/>
                    <a:pt x="45" y="7474"/>
                  </a:cubicBezTo>
                  <a:cubicBezTo>
                    <a:pt x="449" y="3555"/>
                    <a:pt x="3475" y="459"/>
                    <a:pt x="7305" y="47"/>
                  </a:cubicBezTo>
                  <a:cubicBezTo>
                    <a:pt x="11785" y="-436"/>
                    <a:pt x="15800" y="2889"/>
                    <a:pt x="16272" y="7474"/>
                  </a:cubicBezTo>
                  <a:cubicBezTo>
                    <a:pt x="16743" y="12058"/>
                    <a:pt x="13493" y="16166"/>
                    <a:pt x="9013" y="16648"/>
                  </a:cubicBezTo>
                  <a:cubicBezTo>
                    <a:pt x="8445" y="16709"/>
                    <a:pt x="7872" y="16709"/>
                    <a:pt x="7305" y="16648"/>
                  </a:cubicBezTo>
                  <a:close/>
                  <a:moveTo>
                    <a:pt x="7305" y="5366"/>
                  </a:moveTo>
                  <a:cubicBezTo>
                    <a:pt x="5671" y="5366"/>
                    <a:pt x="4346" y="6722"/>
                    <a:pt x="4346" y="8393"/>
                  </a:cubicBezTo>
                  <a:cubicBezTo>
                    <a:pt x="4346" y="10065"/>
                    <a:pt x="5671" y="11420"/>
                    <a:pt x="7305" y="11420"/>
                  </a:cubicBezTo>
                  <a:cubicBezTo>
                    <a:pt x="8938" y="11420"/>
                    <a:pt x="10263" y="10065"/>
                    <a:pt x="10263" y="8393"/>
                  </a:cubicBezTo>
                  <a:cubicBezTo>
                    <a:pt x="10263" y="6722"/>
                    <a:pt x="8938" y="5366"/>
                    <a:pt x="7305" y="536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形状 40"/>
            <p:cNvSpPr/>
            <p:nvPr/>
          </p:nvSpPr>
          <p:spPr>
            <a:xfrm>
              <a:off x="6019800" y="3507514"/>
              <a:ext cx="150965" cy="5319"/>
            </a:xfrm>
            <a:custGeom>
              <a:avLst/>
              <a:gdLst>
                <a:gd name="connsiteX0" fmla="*/ 148366 w 150965"/>
                <a:gd name="connsiteY0" fmla="*/ 5320 h 5319"/>
                <a:gd name="connsiteX1" fmla="*/ 2600 w 150965"/>
                <a:gd name="connsiteY1" fmla="*/ 5320 h 5319"/>
                <a:gd name="connsiteX2" fmla="*/ 0 w 150965"/>
                <a:gd name="connsiteY2" fmla="*/ 2660 h 5319"/>
                <a:gd name="connsiteX3" fmla="*/ 2600 w 150965"/>
                <a:gd name="connsiteY3" fmla="*/ 0 h 5319"/>
                <a:gd name="connsiteX4" fmla="*/ 148366 w 150965"/>
                <a:gd name="connsiteY4" fmla="*/ 0 h 5319"/>
                <a:gd name="connsiteX5" fmla="*/ 150966 w 150965"/>
                <a:gd name="connsiteY5" fmla="*/ 2660 h 5319"/>
                <a:gd name="connsiteX6" fmla="*/ 148366 w 150965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965" h="5319">
                  <a:moveTo>
                    <a:pt x="148366" y="5320"/>
                  </a:moveTo>
                  <a:lnTo>
                    <a:pt x="2600" y="5320"/>
                  </a:lnTo>
                  <a:cubicBezTo>
                    <a:pt x="1164" y="5320"/>
                    <a:pt x="0" y="4129"/>
                    <a:pt x="0" y="2660"/>
                  </a:cubicBezTo>
                  <a:cubicBezTo>
                    <a:pt x="0" y="1191"/>
                    <a:pt x="1164" y="0"/>
                    <a:pt x="2600" y="0"/>
                  </a:cubicBezTo>
                  <a:lnTo>
                    <a:pt x="148366" y="0"/>
                  </a:lnTo>
                  <a:cubicBezTo>
                    <a:pt x="149802" y="0"/>
                    <a:pt x="150966" y="1191"/>
                    <a:pt x="150966" y="2660"/>
                  </a:cubicBezTo>
                  <a:cubicBezTo>
                    <a:pt x="150966" y="4129"/>
                    <a:pt x="149802" y="5320"/>
                    <a:pt x="148366" y="532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2" name="图形 6"/>
          <p:cNvGrpSpPr/>
          <p:nvPr/>
        </p:nvGrpSpPr>
        <p:grpSpPr>
          <a:xfrm>
            <a:off x="4109252" y="2653309"/>
            <a:ext cx="329315" cy="349290"/>
            <a:chOff x="6019799" y="3346816"/>
            <a:chExt cx="154015" cy="163357"/>
          </a:xfrm>
          <a:solidFill>
            <a:schemeClr val="bg1"/>
          </a:solidFill>
        </p:grpSpPr>
        <p:sp>
          <p:nvSpPr>
            <p:cNvPr id="43" name="任意形状 42"/>
            <p:cNvSpPr/>
            <p:nvPr/>
          </p:nvSpPr>
          <p:spPr>
            <a:xfrm>
              <a:off x="6108921" y="3458075"/>
              <a:ext cx="64893" cy="36689"/>
            </a:xfrm>
            <a:custGeom>
              <a:avLst/>
              <a:gdLst>
                <a:gd name="connsiteX0" fmla="*/ 62382 w 64893"/>
                <a:gd name="connsiteY0" fmla="*/ 36689 h 36689"/>
                <a:gd name="connsiteX1" fmla="*/ 22847 w 64893"/>
                <a:gd name="connsiteY1" fmla="*/ 36689 h 36689"/>
                <a:gd name="connsiteX2" fmla="*/ 20248 w 64893"/>
                <a:gd name="connsiteY2" fmla="*/ 34029 h 36689"/>
                <a:gd name="connsiteX3" fmla="*/ 22847 w 64893"/>
                <a:gd name="connsiteY3" fmla="*/ 31370 h 36689"/>
                <a:gd name="connsiteX4" fmla="*/ 59692 w 64893"/>
                <a:gd name="connsiteY4" fmla="*/ 31370 h 36689"/>
                <a:gd name="connsiteX5" fmla="*/ 31288 w 64893"/>
                <a:gd name="connsiteY5" fmla="*/ 5491 h 36689"/>
                <a:gd name="connsiteX6" fmla="*/ 11911 w 64893"/>
                <a:gd name="connsiteY6" fmla="*/ 15685 h 36689"/>
                <a:gd name="connsiteX7" fmla="*/ 4918 w 64893"/>
                <a:gd name="connsiteY7" fmla="*/ 26967 h 36689"/>
                <a:gd name="connsiteX8" fmla="*/ 1576 w 64893"/>
                <a:gd name="connsiteY8" fmla="*/ 28192 h 36689"/>
                <a:gd name="connsiteX9" fmla="*/ 1511 w 64893"/>
                <a:gd name="connsiteY9" fmla="*/ 28159 h 36689"/>
                <a:gd name="connsiteX10" fmla="*/ 208 w 64893"/>
                <a:gd name="connsiteY10" fmla="*/ 24781 h 36689"/>
                <a:gd name="connsiteX11" fmla="*/ 256 w 64893"/>
                <a:gd name="connsiteY11" fmla="*/ 24674 h 36689"/>
                <a:gd name="connsiteX12" fmla="*/ 7876 w 64893"/>
                <a:gd name="connsiteY12" fmla="*/ 12475 h 36689"/>
                <a:gd name="connsiteX13" fmla="*/ 32978 w 64893"/>
                <a:gd name="connsiteY13" fmla="*/ 1 h 36689"/>
                <a:gd name="connsiteX14" fmla="*/ 64892 w 64893"/>
                <a:gd name="connsiteY14" fmla="*/ 32745 h 36689"/>
                <a:gd name="connsiteX15" fmla="*/ 64892 w 64893"/>
                <a:gd name="connsiteY15" fmla="*/ 34029 h 36689"/>
                <a:gd name="connsiteX16" fmla="*/ 62473 w 64893"/>
                <a:gd name="connsiteY16" fmla="*/ 36688 h 36689"/>
                <a:gd name="connsiteX17" fmla="*/ 62382 w 64893"/>
                <a:gd name="connsiteY17" fmla="*/ 36689 h 3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893" h="36689">
                  <a:moveTo>
                    <a:pt x="62382" y="36689"/>
                  </a:moveTo>
                  <a:lnTo>
                    <a:pt x="22847" y="36689"/>
                  </a:lnTo>
                  <a:cubicBezTo>
                    <a:pt x="21412" y="36689"/>
                    <a:pt x="20248" y="35499"/>
                    <a:pt x="20248" y="34029"/>
                  </a:cubicBezTo>
                  <a:cubicBezTo>
                    <a:pt x="20248" y="32560"/>
                    <a:pt x="21412" y="31370"/>
                    <a:pt x="22847" y="31370"/>
                  </a:cubicBezTo>
                  <a:lnTo>
                    <a:pt x="59692" y="31370"/>
                  </a:lnTo>
                  <a:cubicBezTo>
                    <a:pt x="58833" y="16198"/>
                    <a:pt x="46116" y="4612"/>
                    <a:pt x="31288" y="5491"/>
                  </a:cubicBezTo>
                  <a:cubicBezTo>
                    <a:pt x="23712" y="5940"/>
                    <a:pt x="16675" y="9642"/>
                    <a:pt x="11911" y="15685"/>
                  </a:cubicBezTo>
                  <a:cubicBezTo>
                    <a:pt x="9327" y="19275"/>
                    <a:pt x="6990" y="23045"/>
                    <a:pt x="4918" y="26967"/>
                  </a:cubicBezTo>
                  <a:cubicBezTo>
                    <a:pt x="4326" y="28249"/>
                    <a:pt x="2830" y="28798"/>
                    <a:pt x="1576" y="28192"/>
                  </a:cubicBezTo>
                  <a:cubicBezTo>
                    <a:pt x="1554" y="28181"/>
                    <a:pt x="1533" y="28170"/>
                    <a:pt x="1511" y="28159"/>
                  </a:cubicBezTo>
                  <a:cubicBezTo>
                    <a:pt x="240" y="27595"/>
                    <a:pt x="-344" y="26082"/>
                    <a:pt x="208" y="24781"/>
                  </a:cubicBezTo>
                  <a:cubicBezTo>
                    <a:pt x="223" y="24745"/>
                    <a:pt x="240" y="24709"/>
                    <a:pt x="256" y="24674"/>
                  </a:cubicBezTo>
                  <a:cubicBezTo>
                    <a:pt x="2474" y="20406"/>
                    <a:pt x="5022" y="16326"/>
                    <a:pt x="7876" y="12475"/>
                  </a:cubicBezTo>
                  <a:cubicBezTo>
                    <a:pt x="13894" y="4552"/>
                    <a:pt x="23171" y="-58"/>
                    <a:pt x="32978" y="1"/>
                  </a:cubicBezTo>
                  <a:cubicBezTo>
                    <a:pt x="50618" y="51"/>
                    <a:pt x="64892" y="14697"/>
                    <a:pt x="64892" y="32745"/>
                  </a:cubicBezTo>
                  <a:lnTo>
                    <a:pt x="64892" y="34029"/>
                  </a:lnTo>
                  <a:cubicBezTo>
                    <a:pt x="64941" y="35447"/>
                    <a:pt x="63859" y="36637"/>
                    <a:pt x="62473" y="36688"/>
                  </a:cubicBezTo>
                  <a:cubicBezTo>
                    <a:pt x="62443" y="36689"/>
                    <a:pt x="62412" y="36689"/>
                    <a:pt x="62382" y="36689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形状 43"/>
            <p:cNvSpPr/>
            <p:nvPr/>
          </p:nvSpPr>
          <p:spPr>
            <a:xfrm>
              <a:off x="6067850" y="3478253"/>
              <a:ext cx="58001" cy="31920"/>
            </a:xfrm>
            <a:custGeom>
              <a:avLst/>
              <a:gdLst>
                <a:gd name="connsiteX0" fmla="*/ 55402 w 58001"/>
                <a:gd name="connsiteY0" fmla="*/ 31921 h 31920"/>
                <a:gd name="connsiteX1" fmla="*/ 2600 w 58001"/>
                <a:gd name="connsiteY1" fmla="*/ 31921 h 31920"/>
                <a:gd name="connsiteX2" fmla="*/ 0 w 58001"/>
                <a:gd name="connsiteY2" fmla="*/ 29261 h 31920"/>
                <a:gd name="connsiteX3" fmla="*/ 0 w 58001"/>
                <a:gd name="connsiteY3" fmla="*/ 28068 h 31920"/>
                <a:gd name="connsiteX4" fmla="*/ 30614 w 58001"/>
                <a:gd name="connsiteY4" fmla="*/ 47 h 31920"/>
                <a:gd name="connsiteX5" fmla="*/ 58002 w 58001"/>
                <a:gd name="connsiteY5" fmla="*/ 28068 h 31920"/>
                <a:gd name="connsiteX6" fmla="*/ 58002 w 58001"/>
                <a:gd name="connsiteY6" fmla="*/ 29261 h 31920"/>
                <a:gd name="connsiteX7" fmla="*/ 55402 w 58001"/>
                <a:gd name="connsiteY7" fmla="*/ 31921 h 31920"/>
                <a:gd name="connsiteX8" fmla="*/ 5200 w 58001"/>
                <a:gd name="connsiteY8" fmla="*/ 26601 h 31920"/>
                <a:gd name="connsiteX9" fmla="*/ 52802 w 58001"/>
                <a:gd name="connsiteY9" fmla="*/ 26601 h 31920"/>
                <a:gd name="connsiteX10" fmla="*/ 27539 w 58001"/>
                <a:gd name="connsiteY10" fmla="*/ 3744 h 31920"/>
                <a:gd name="connsiteX11" fmla="*/ 5200 w 58001"/>
                <a:gd name="connsiteY11" fmla="*/ 26601 h 3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001" h="31919">
                  <a:moveTo>
                    <a:pt x="55402" y="31921"/>
                  </a:moveTo>
                  <a:lnTo>
                    <a:pt x="2600" y="31921"/>
                  </a:lnTo>
                  <a:cubicBezTo>
                    <a:pt x="1164" y="31921"/>
                    <a:pt x="0" y="30730"/>
                    <a:pt x="0" y="29261"/>
                  </a:cubicBezTo>
                  <a:lnTo>
                    <a:pt x="0" y="28068"/>
                  </a:lnTo>
                  <a:cubicBezTo>
                    <a:pt x="891" y="11681"/>
                    <a:pt x="14597" y="-865"/>
                    <a:pt x="30614" y="47"/>
                  </a:cubicBezTo>
                  <a:cubicBezTo>
                    <a:pt x="45386" y="887"/>
                    <a:pt x="57180" y="12954"/>
                    <a:pt x="58002" y="28068"/>
                  </a:cubicBezTo>
                  <a:lnTo>
                    <a:pt x="58002" y="29261"/>
                  </a:lnTo>
                  <a:cubicBezTo>
                    <a:pt x="58002" y="30730"/>
                    <a:pt x="56838" y="31921"/>
                    <a:pt x="55402" y="31921"/>
                  </a:cubicBezTo>
                  <a:close/>
                  <a:moveTo>
                    <a:pt x="5200" y="26601"/>
                  </a:moveTo>
                  <a:lnTo>
                    <a:pt x="52802" y="26601"/>
                  </a:lnTo>
                  <a:cubicBezTo>
                    <a:pt x="51995" y="13152"/>
                    <a:pt x="40685" y="2918"/>
                    <a:pt x="27539" y="3744"/>
                  </a:cubicBezTo>
                  <a:cubicBezTo>
                    <a:pt x="15520" y="4499"/>
                    <a:pt x="5938" y="14304"/>
                    <a:pt x="5200" y="26601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6082820" y="3441702"/>
              <a:ext cx="30302" cy="31002"/>
            </a:xfrm>
            <a:custGeom>
              <a:avLst/>
              <a:gdLst>
                <a:gd name="connsiteX0" fmla="*/ 13987 w 30302"/>
                <a:gd name="connsiteY0" fmla="*/ 30957 h 31002"/>
                <a:gd name="connsiteX1" fmla="*/ 46 w 30302"/>
                <a:gd name="connsiteY1" fmla="*/ 14310 h 31002"/>
                <a:gd name="connsiteX2" fmla="*/ 13987 w 30302"/>
                <a:gd name="connsiteY2" fmla="*/ 47 h 31002"/>
                <a:gd name="connsiteX3" fmla="*/ 30257 w 30302"/>
                <a:gd name="connsiteY3" fmla="*/ 14310 h 31002"/>
                <a:gd name="connsiteX4" fmla="*/ 16316 w 30302"/>
                <a:gd name="connsiteY4" fmla="*/ 30957 h 31002"/>
                <a:gd name="connsiteX5" fmla="*/ 13987 w 30302"/>
                <a:gd name="connsiteY5" fmla="*/ 30957 h 31002"/>
                <a:gd name="connsiteX6" fmla="*/ 13987 w 30302"/>
                <a:gd name="connsiteY6" fmla="*/ 5367 h 31002"/>
                <a:gd name="connsiteX7" fmla="*/ 4036 w 30302"/>
                <a:gd name="connsiteY7" fmla="*/ 15548 h 31002"/>
                <a:gd name="connsiteX8" fmla="*/ 13987 w 30302"/>
                <a:gd name="connsiteY8" fmla="*/ 25729 h 31002"/>
                <a:gd name="connsiteX9" fmla="*/ 23937 w 30302"/>
                <a:gd name="connsiteY9" fmla="*/ 15548 h 31002"/>
                <a:gd name="connsiteX10" fmla="*/ 13987 w 30302"/>
                <a:gd name="connsiteY10" fmla="*/ 5642 h 3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302" h="31002">
                  <a:moveTo>
                    <a:pt x="13987" y="30957"/>
                  </a:moveTo>
                  <a:cubicBezTo>
                    <a:pt x="5644" y="30299"/>
                    <a:pt x="-598" y="22846"/>
                    <a:pt x="46" y="14310"/>
                  </a:cubicBezTo>
                  <a:cubicBezTo>
                    <a:pt x="620" y="6689"/>
                    <a:pt x="6538" y="634"/>
                    <a:pt x="13987" y="47"/>
                  </a:cubicBezTo>
                  <a:cubicBezTo>
                    <a:pt x="22329" y="-611"/>
                    <a:pt x="29613" y="5775"/>
                    <a:pt x="30257" y="14310"/>
                  </a:cubicBezTo>
                  <a:cubicBezTo>
                    <a:pt x="30900" y="22846"/>
                    <a:pt x="24658" y="30299"/>
                    <a:pt x="16316" y="30957"/>
                  </a:cubicBezTo>
                  <a:cubicBezTo>
                    <a:pt x="15540" y="31018"/>
                    <a:pt x="14762" y="31018"/>
                    <a:pt x="13987" y="30957"/>
                  </a:cubicBezTo>
                  <a:close/>
                  <a:moveTo>
                    <a:pt x="13987" y="5367"/>
                  </a:moveTo>
                  <a:cubicBezTo>
                    <a:pt x="8491" y="5367"/>
                    <a:pt x="4036" y="9925"/>
                    <a:pt x="4036" y="15548"/>
                  </a:cubicBezTo>
                  <a:cubicBezTo>
                    <a:pt x="4036" y="21171"/>
                    <a:pt x="8491" y="25729"/>
                    <a:pt x="13987" y="25729"/>
                  </a:cubicBezTo>
                  <a:cubicBezTo>
                    <a:pt x="19482" y="25729"/>
                    <a:pt x="23937" y="21171"/>
                    <a:pt x="23937" y="15548"/>
                  </a:cubicBezTo>
                  <a:cubicBezTo>
                    <a:pt x="23792" y="10033"/>
                    <a:pt x="19379" y="5640"/>
                    <a:pt x="13987" y="564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6125404" y="3419277"/>
              <a:ext cx="32990" cy="33753"/>
            </a:xfrm>
            <a:custGeom>
              <a:avLst/>
              <a:gdLst>
                <a:gd name="connsiteX0" fmla="*/ 16495 w 32990"/>
                <a:gd name="connsiteY0" fmla="*/ 33754 h 33753"/>
                <a:gd name="connsiteX1" fmla="*/ 0 w 32990"/>
                <a:gd name="connsiteY1" fmla="*/ 16877 h 33753"/>
                <a:gd name="connsiteX2" fmla="*/ 16495 w 32990"/>
                <a:gd name="connsiteY2" fmla="*/ 0 h 33753"/>
                <a:gd name="connsiteX3" fmla="*/ 32990 w 32990"/>
                <a:gd name="connsiteY3" fmla="*/ 16877 h 33753"/>
                <a:gd name="connsiteX4" fmla="*/ 16495 w 32990"/>
                <a:gd name="connsiteY4" fmla="*/ 33754 h 33753"/>
                <a:gd name="connsiteX5" fmla="*/ 16495 w 32990"/>
                <a:gd name="connsiteY5" fmla="*/ 5228 h 33753"/>
                <a:gd name="connsiteX6" fmla="*/ 5110 w 32990"/>
                <a:gd name="connsiteY6" fmla="*/ 16877 h 33753"/>
                <a:gd name="connsiteX7" fmla="*/ 16495 w 32990"/>
                <a:gd name="connsiteY7" fmla="*/ 28526 h 33753"/>
                <a:gd name="connsiteX8" fmla="*/ 27880 w 32990"/>
                <a:gd name="connsiteY8" fmla="*/ 16877 h 33753"/>
                <a:gd name="connsiteX9" fmla="*/ 16495 w 32990"/>
                <a:gd name="connsiteY9" fmla="*/ 5228 h 3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990" h="33753">
                  <a:moveTo>
                    <a:pt x="16495" y="33754"/>
                  </a:moveTo>
                  <a:cubicBezTo>
                    <a:pt x="7385" y="33754"/>
                    <a:pt x="0" y="26198"/>
                    <a:pt x="0" y="16877"/>
                  </a:cubicBezTo>
                  <a:cubicBezTo>
                    <a:pt x="0" y="7556"/>
                    <a:pt x="7385" y="0"/>
                    <a:pt x="16495" y="0"/>
                  </a:cubicBezTo>
                  <a:cubicBezTo>
                    <a:pt x="25605" y="0"/>
                    <a:pt x="32990" y="7556"/>
                    <a:pt x="32990" y="16877"/>
                  </a:cubicBezTo>
                  <a:cubicBezTo>
                    <a:pt x="32990" y="26198"/>
                    <a:pt x="25605" y="33754"/>
                    <a:pt x="16495" y="33754"/>
                  </a:cubicBezTo>
                  <a:close/>
                  <a:moveTo>
                    <a:pt x="16495" y="5228"/>
                  </a:moveTo>
                  <a:cubicBezTo>
                    <a:pt x="10207" y="5228"/>
                    <a:pt x="5110" y="10443"/>
                    <a:pt x="5110" y="16877"/>
                  </a:cubicBezTo>
                  <a:cubicBezTo>
                    <a:pt x="5110" y="23310"/>
                    <a:pt x="10207" y="28526"/>
                    <a:pt x="16495" y="28526"/>
                  </a:cubicBezTo>
                  <a:cubicBezTo>
                    <a:pt x="22783" y="28526"/>
                    <a:pt x="27880" y="23310"/>
                    <a:pt x="27880" y="16877"/>
                  </a:cubicBezTo>
                  <a:cubicBezTo>
                    <a:pt x="27880" y="10443"/>
                    <a:pt x="22783" y="5228"/>
                    <a:pt x="16495" y="522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6019799" y="3458027"/>
              <a:ext cx="64790" cy="36737"/>
            </a:xfrm>
            <a:custGeom>
              <a:avLst/>
              <a:gdLst>
                <a:gd name="connsiteX0" fmla="*/ 42134 w 64790"/>
                <a:gd name="connsiteY0" fmla="*/ 36738 h 36737"/>
                <a:gd name="connsiteX1" fmla="*/ 2600 w 64790"/>
                <a:gd name="connsiteY1" fmla="*/ 36738 h 36737"/>
                <a:gd name="connsiteX2" fmla="*/ 0 w 64790"/>
                <a:gd name="connsiteY2" fmla="*/ 34078 h 36737"/>
                <a:gd name="connsiteX3" fmla="*/ 0 w 64790"/>
                <a:gd name="connsiteY3" fmla="*/ 32793 h 36737"/>
                <a:gd name="connsiteX4" fmla="*/ 31956 w 64790"/>
                <a:gd name="connsiteY4" fmla="*/ 0 h 36737"/>
                <a:gd name="connsiteX5" fmla="*/ 57105 w 64790"/>
                <a:gd name="connsiteY5" fmla="*/ 12431 h 36737"/>
                <a:gd name="connsiteX6" fmla="*/ 64636 w 64790"/>
                <a:gd name="connsiteY6" fmla="*/ 24722 h 36737"/>
                <a:gd name="connsiteX7" fmla="*/ 63071 w 64790"/>
                <a:gd name="connsiteY7" fmla="*/ 28126 h 36737"/>
                <a:gd name="connsiteX8" fmla="*/ 59974 w 64790"/>
                <a:gd name="connsiteY8" fmla="*/ 27015 h 36737"/>
                <a:gd name="connsiteX9" fmla="*/ 52981 w 64790"/>
                <a:gd name="connsiteY9" fmla="*/ 15733 h 36737"/>
                <a:gd name="connsiteX10" fmla="*/ 32004 w 64790"/>
                <a:gd name="connsiteY10" fmla="*/ 5369 h 36737"/>
                <a:gd name="connsiteX11" fmla="*/ 5110 w 64790"/>
                <a:gd name="connsiteY11" fmla="*/ 31418 h 36737"/>
                <a:gd name="connsiteX12" fmla="*/ 42134 w 64790"/>
                <a:gd name="connsiteY12" fmla="*/ 31418 h 36737"/>
                <a:gd name="connsiteX13" fmla="*/ 44734 w 64790"/>
                <a:gd name="connsiteY13" fmla="*/ 34078 h 36737"/>
                <a:gd name="connsiteX14" fmla="*/ 42134 w 64790"/>
                <a:gd name="connsiteY14" fmla="*/ 36738 h 3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790" h="36737">
                  <a:moveTo>
                    <a:pt x="42134" y="36738"/>
                  </a:moveTo>
                  <a:lnTo>
                    <a:pt x="2600" y="36738"/>
                  </a:lnTo>
                  <a:cubicBezTo>
                    <a:pt x="1164" y="36738"/>
                    <a:pt x="0" y="35547"/>
                    <a:pt x="0" y="34078"/>
                  </a:cubicBezTo>
                  <a:lnTo>
                    <a:pt x="0" y="32793"/>
                  </a:lnTo>
                  <a:cubicBezTo>
                    <a:pt x="-26" y="14709"/>
                    <a:pt x="14281" y="27"/>
                    <a:pt x="31956" y="0"/>
                  </a:cubicBezTo>
                  <a:cubicBezTo>
                    <a:pt x="41758" y="-15"/>
                    <a:pt x="51025" y="4566"/>
                    <a:pt x="57105" y="12431"/>
                  </a:cubicBezTo>
                  <a:cubicBezTo>
                    <a:pt x="59919" y="16325"/>
                    <a:pt x="62436" y="20434"/>
                    <a:pt x="64636" y="24722"/>
                  </a:cubicBezTo>
                  <a:cubicBezTo>
                    <a:pt x="65122" y="26104"/>
                    <a:pt x="64422" y="27628"/>
                    <a:pt x="63071" y="28126"/>
                  </a:cubicBezTo>
                  <a:cubicBezTo>
                    <a:pt x="61912" y="28554"/>
                    <a:pt x="60618" y="28090"/>
                    <a:pt x="59974" y="27015"/>
                  </a:cubicBezTo>
                  <a:cubicBezTo>
                    <a:pt x="57974" y="23050"/>
                    <a:pt x="55634" y="19275"/>
                    <a:pt x="52981" y="15733"/>
                  </a:cubicBezTo>
                  <a:cubicBezTo>
                    <a:pt x="47890" y="9198"/>
                    <a:pt x="40172" y="5385"/>
                    <a:pt x="32004" y="5369"/>
                  </a:cubicBezTo>
                  <a:cubicBezTo>
                    <a:pt x="17693" y="5348"/>
                    <a:pt x="5873" y="16797"/>
                    <a:pt x="5110" y="31418"/>
                  </a:cubicBezTo>
                  <a:lnTo>
                    <a:pt x="42134" y="31418"/>
                  </a:lnTo>
                  <a:cubicBezTo>
                    <a:pt x="43570" y="31418"/>
                    <a:pt x="44734" y="32609"/>
                    <a:pt x="44734" y="34078"/>
                  </a:cubicBezTo>
                  <a:cubicBezTo>
                    <a:pt x="44734" y="35547"/>
                    <a:pt x="43570" y="36738"/>
                    <a:pt x="42134" y="3673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形状 47"/>
            <p:cNvSpPr/>
            <p:nvPr/>
          </p:nvSpPr>
          <p:spPr>
            <a:xfrm>
              <a:off x="6035308" y="3419277"/>
              <a:ext cx="32990" cy="33753"/>
            </a:xfrm>
            <a:custGeom>
              <a:avLst/>
              <a:gdLst>
                <a:gd name="connsiteX0" fmla="*/ 16495 w 32990"/>
                <a:gd name="connsiteY0" fmla="*/ 33754 h 33753"/>
                <a:gd name="connsiteX1" fmla="*/ 0 w 32990"/>
                <a:gd name="connsiteY1" fmla="*/ 16877 h 33753"/>
                <a:gd name="connsiteX2" fmla="*/ 16495 w 32990"/>
                <a:gd name="connsiteY2" fmla="*/ 0 h 33753"/>
                <a:gd name="connsiteX3" fmla="*/ 32990 w 32990"/>
                <a:gd name="connsiteY3" fmla="*/ 16877 h 33753"/>
                <a:gd name="connsiteX4" fmla="*/ 16495 w 32990"/>
                <a:gd name="connsiteY4" fmla="*/ 33754 h 33753"/>
                <a:gd name="connsiteX5" fmla="*/ 16495 w 32990"/>
                <a:gd name="connsiteY5" fmla="*/ 5228 h 33753"/>
                <a:gd name="connsiteX6" fmla="*/ 5021 w 32990"/>
                <a:gd name="connsiteY6" fmla="*/ 16785 h 33753"/>
                <a:gd name="connsiteX7" fmla="*/ 16316 w 32990"/>
                <a:gd name="connsiteY7" fmla="*/ 28525 h 33753"/>
                <a:gd name="connsiteX8" fmla="*/ 27790 w 32990"/>
                <a:gd name="connsiteY8" fmla="*/ 16968 h 33753"/>
                <a:gd name="connsiteX9" fmla="*/ 27791 w 32990"/>
                <a:gd name="connsiteY9" fmla="*/ 16877 h 33753"/>
                <a:gd name="connsiteX10" fmla="*/ 16495 w 32990"/>
                <a:gd name="connsiteY10" fmla="*/ 5228 h 3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990" h="33753">
                  <a:moveTo>
                    <a:pt x="16495" y="33754"/>
                  </a:moveTo>
                  <a:cubicBezTo>
                    <a:pt x="7385" y="33754"/>
                    <a:pt x="0" y="26198"/>
                    <a:pt x="0" y="16877"/>
                  </a:cubicBezTo>
                  <a:cubicBezTo>
                    <a:pt x="0" y="7556"/>
                    <a:pt x="7385" y="0"/>
                    <a:pt x="16495" y="0"/>
                  </a:cubicBezTo>
                  <a:cubicBezTo>
                    <a:pt x="25605" y="0"/>
                    <a:pt x="32990" y="7556"/>
                    <a:pt x="32990" y="16877"/>
                  </a:cubicBezTo>
                  <a:cubicBezTo>
                    <a:pt x="32990" y="26198"/>
                    <a:pt x="25605" y="33754"/>
                    <a:pt x="16495" y="33754"/>
                  </a:cubicBezTo>
                  <a:close/>
                  <a:moveTo>
                    <a:pt x="16495" y="5228"/>
                  </a:moveTo>
                  <a:cubicBezTo>
                    <a:pt x="10207" y="5178"/>
                    <a:pt x="5070" y="10352"/>
                    <a:pt x="5021" y="16785"/>
                  </a:cubicBezTo>
                  <a:cubicBezTo>
                    <a:pt x="4971" y="23218"/>
                    <a:pt x="10028" y="28474"/>
                    <a:pt x="16316" y="28525"/>
                  </a:cubicBezTo>
                  <a:cubicBezTo>
                    <a:pt x="22603" y="28576"/>
                    <a:pt x="27741" y="23401"/>
                    <a:pt x="27790" y="16968"/>
                  </a:cubicBezTo>
                  <a:cubicBezTo>
                    <a:pt x="27790" y="16938"/>
                    <a:pt x="27791" y="16907"/>
                    <a:pt x="27791" y="16877"/>
                  </a:cubicBezTo>
                  <a:cubicBezTo>
                    <a:pt x="27791" y="10479"/>
                    <a:pt x="22748" y="5279"/>
                    <a:pt x="16495" y="522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形状 48"/>
            <p:cNvSpPr/>
            <p:nvPr/>
          </p:nvSpPr>
          <p:spPr>
            <a:xfrm>
              <a:off x="6056645" y="3346816"/>
              <a:ext cx="80323" cy="82183"/>
            </a:xfrm>
            <a:custGeom>
              <a:avLst/>
              <a:gdLst>
                <a:gd name="connsiteX0" fmla="*/ 40162 w 80323"/>
                <a:gd name="connsiteY0" fmla="*/ 82183 h 82183"/>
                <a:gd name="connsiteX1" fmla="*/ 0 w 80323"/>
                <a:gd name="connsiteY1" fmla="*/ 41091 h 82183"/>
                <a:gd name="connsiteX2" fmla="*/ 40162 w 80323"/>
                <a:gd name="connsiteY2" fmla="*/ 0 h 82183"/>
                <a:gd name="connsiteX3" fmla="*/ 80324 w 80323"/>
                <a:gd name="connsiteY3" fmla="*/ 41092 h 82183"/>
                <a:gd name="connsiteX4" fmla="*/ 80324 w 80323"/>
                <a:gd name="connsiteY4" fmla="*/ 41183 h 82183"/>
                <a:gd name="connsiteX5" fmla="*/ 40252 w 80323"/>
                <a:gd name="connsiteY5" fmla="*/ 82183 h 82183"/>
                <a:gd name="connsiteX6" fmla="*/ 40162 w 80323"/>
                <a:gd name="connsiteY6" fmla="*/ 82183 h 82183"/>
                <a:gd name="connsiteX7" fmla="*/ 40162 w 80323"/>
                <a:gd name="connsiteY7" fmla="*/ 5412 h 82183"/>
                <a:gd name="connsiteX8" fmla="*/ 5199 w 80323"/>
                <a:gd name="connsiteY8" fmla="*/ 41183 h 82183"/>
                <a:gd name="connsiteX9" fmla="*/ 40162 w 80323"/>
                <a:gd name="connsiteY9" fmla="*/ 76955 h 82183"/>
                <a:gd name="connsiteX10" fmla="*/ 75124 w 80323"/>
                <a:gd name="connsiteY10" fmla="*/ 41183 h 82183"/>
                <a:gd name="connsiteX11" fmla="*/ 40433 w 80323"/>
                <a:gd name="connsiteY11" fmla="*/ 4955 h 82183"/>
                <a:gd name="connsiteX12" fmla="*/ 40162 w 80323"/>
                <a:gd name="connsiteY12" fmla="*/ 4953 h 82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0323" h="82183">
                  <a:moveTo>
                    <a:pt x="40162" y="82183"/>
                  </a:moveTo>
                  <a:cubicBezTo>
                    <a:pt x="17981" y="82183"/>
                    <a:pt x="0" y="63786"/>
                    <a:pt x="0" y="41091"/>
                  </a:cubicBezTo>
                  <a:cubicBezTo>
                    <a:pt x="0" y="18397"/>
                    <a:pt x="17981" y="0"/>
                    <a:pt x="40162" y="0"/>
                  </a:cubicBezTo>
                  <a:cubicBezTo>
                    <a:pt x="62343" y="0"/>
                    <a:pt x="80324" y="18397"/>
                    <a:pt x="80324" y="41092"/>
                  </a:cubicBezTo>
                  <a:cubicBezTo>
                    <a:pt x="80324" y="41122"/>
                    <a:pt x="80324" y="41153"/>
                    <a:pt x="80324" y="41183"/>
                  </a:cubicBezTo>
                  <a:cubicBezTo>
                    <a:pt x="80324" y="63827"/>
                    <a:pt x="62383" y="82183"/>
                    <a:pt x="40252" y="82183"/>
                  </a:cubicBezTo>
                  <a:cubicBezTo>
                    <a:pt x="40222" y="82183"/>
                    <a:pt x="40192" y="82183"/>
                    <a:pt x="40162" y="82183"/>
                  </a:cubicBezTo>
                  <a:close/>
                  <a:moveTo>
                    <a:pt x="40162" y="5412"/>
                  </a:moveTo>
                  <a:cubicBezTo>
                    <a:pt x="20853" y="5412"/>
                    <a:pt x="5199" y="21427"/>
                    <a:pt x="5199" y="41183"/>
                  </a:cubicBezTo>
                  <a:cubicBezTo>
                    <a:pt x="5199" y="60939"/>
                    <a:pt x="20853" y="76955"/>
                    <a:pt x="40162" y="76955"/>
                  </a:cubicBezTo>
                  <a:cubicBezTo>
                    <a:pt x="59471" y="76955"/>
                    <a:pt x="75124" y="60939"/>
                    <a:pt x="75124" y="41183"/>
                  </a:cubicBezTo>
                  <a:cubicBezTo>
                    <a:pt x="75322" y="21378"/>
                    <a:pt x="59790" y="5157"/>
                    <a:pt x="40433" y="4955"/>
                  </a:cubicBezTo>
                  <a:cubicBezTo>
                    <a:pt x="40342" y="4954"/>
                    <a:pt x="40252" y="4953"/>
                    <a:pt x="40162" y="4953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形状 49"/>
            <p:cNvSpPr/>
            <p:nvPr/>
          </p:nvSpPr>
          <p:spPr>
            <a:xfrm>
              <a:off x="6066237" y="3356172"/>
              <a:ext cx="61139" cy="62554"/>
            </a:xfrm>
            <a:custGeom>
              <a:avLst/>
              <a:gdLst>
                <a:gd name="connsiteX0" fmla="*/ 30570 w 61139"/>
                <a:gd name="connsiteY0" fmla="*/ 62555 h 62554"/>
                <a:gd name="connsiteX1" fmla="*/ 0 w 61139"/>
                <a:gd name="connsiteY1" fmla="*/ 31277 h 62554"/>
                <a:gd name="connsiteX2" fmla="*/ 30570 w 61139"/>
                <a:gd name="connsiteY2" fmla="*/ 0 h 62554"/>
                <a:gd name="connsiteX3" fmla="*/ 61139 w 61139"/>
                <a:gd name="connsiteY3" fmla="*/ 31277 h 62554"/>
                <a:gd name="connsiteX4" fmla="*/ 61139 w 61139"/>
                <a:gd name="connsiteY4" fmla="*/ 31369 h 62554"/>
                <a:gd name="connsiteX5" fmla="*/ 30570 w 61139"/>
                <a:gd name="connsiteY5" fmla="*/ 62555 h 62554"/>
                <a:gd name="connsiteX6" fmla="*/ 30570 w 61139"/>
                <a:gd name="connsiteY6" fmla="*/ 5412 h 62554"/>
                <a:gd name="connsiteX7" fmla="*/ 5199 w 61139"/>
                <a:gd name="connsiteY7" fmla="*/ 31369 h 62554"/>
                <a:gd name="connsiteX8" fmla="*/ 30570 w 61139"/>
                <a:gd name="connsiteY8" fmla="*/ 57326 h 62554"/>
                <a:gd name="connsiteX9" fmla="*/ 55940 w 61139"/>
                <a:gd name="connsiteY9" fmla="*/ 31369 h 62554"/>
                <a:gd name="connsiteX10" fmla="*/ 30570 w 61139"/>
                <a:gd name="connsiteY10" fmla="*/ 5412 h 62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139" h="62554">
                  <a:moveTo>
                    <a:pt x="30570" y="62555"/>
                  </a:moveTo>
                  <a:cubicBezTo>
                    <a:pt x="13686" y="62554"/>
                    <a:pt x="0" y="48551"/>
                    <a:pt x="0" y="31277"/>
                  </a:cubicBezTo>
                  <a:cubicBezTo>
                    <a:pt x="0" y="14003"/>
                    <a:pt x="13687" y="0"/>
                    <a:pt x="30570" y="0"/>
                  </a:cubicBezTo>
                  <a:cubicBezTo>
                    <a:pt x="47453" y="0"/>
                    <a:pt x="61139" y="14003"/>
                    <a:pt x="61139" y="31277"/>
                  </a:cubicBezTo>
                  <a:cubicBezTo>
                    <a:pt x="61139" y="31308"/>
                    <a:pt x="61139" y="31338"/>
                    <a:pt x="61139" y="31369"/>
                  </a:cubicBezTo>
                  <a:cubicBezTo>
                    <a:pt x="61090" y="48607"/>
                    <a:pt x="47418" y="62555"/>
                    <a:pt x="30570" y="62555"/>
                  </a:cubicBezTo>
                  <a:close/>
                  <a:moveTo>
                    <a:pt x="30570" y="5412"/>
                  </a:moveTo>
                  <a:cubicBezTo>
                    <a:pt x="16558" y="5412"/>
                    <a:pt x="5199" y="17033"/>
                    <a:pt x="5199" y="31369"/>
                  </a:cubicBezTo>
                  <a:cubicBezTo>
                    <a:pt x="5199" y="45705"/>
                    <a:pt x="16558" y="57326"/>
                    <a:pt x="30570" y="57326"/>
                  </a:cubicBezTo>
                  <a:cubicBezTo>
                    <a:pt x="44581" y="57326"/>
                    <a:pt x="55940" y="45705"/>
                    <a:pt x="55940" y="31369"/>
                  </a:cubicBezTo>
                  <a:cubicBezTo>
                    <a:pt x="55940" y="17033"/>
                    <a:pt x="44581" y="5412"/>
                    <a:pt x="30570" y="541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形状 50"/>
            <p:cNvSpPr/>
            <p:nvPr/>
          </p:nvSpPr>
          <p:spPr>
            <a:xfrm>
              <a:off x="6078337" y="3368555"/>
              <a:ext cx="37025" cy="37881"/>
            </a:xfrm>
            <a:custGeom>
              <a:avLst/>
              <a:gdLst>
                <a:gd name="connsiteX0" fmla="*/ 24565 w 37025"/>
                <a:gd name="connsiteY0" fmla="*/ 37881 h 37881"/>
                <a:gd name="connsiteX1" fmla="*/ 12463 w 37025"/>
                <a:gd name="connsiteY1" fmla="*/ 37881 h 37881"/>
                <a:gd name="connsiteX2" fmla="*/ 9863 w 37025"/>
                <a:gd name="connsiteY2" fmla="*/ 35221 h 37881"/>
                <a:gd name="connsiteX3" fmla="*/ 9863 w 37025"/>
                <a:gd name="connsiteY3" fmla="*/ 27792 h 37881"/>
                <a:gd name="connsiteX4" fmla="*/ 2512 w 37025"/>
                <a:gd name="connsiteY4" fmla="*/ 27792 h 37881"/>
                <a:gd name="connsiteX5" fmla="*/ 0 w 37025"/>
                <a:gd name="connsiteY5" fmla="*/ 25225 h 37881"/>
                <a:gd name="connsiteX6" fmla="*/ 2 w 37025"/>
                <a:gd name="connsiteY6" fmla="*/ 25132 h 37881"/>
                <a:gd name="connsiteX7" fmla="*/ 2 w 37025"/>
                <a:gd name="connsiteY7" fmla="*/ 12749 h 37881"/>
                <a:gd name="connsiteX8" fmla="*/ 2420 w 37025"/>
                <a:gd name="connsiteY8" fmla="*/ 10091 h 37881"/>
                <a:gd name="connsiteX9" fmla="*/ 2512 w 37025"/>
                <a:gd name="connsiteY9" fmla="*/ 10089 h 37881"/>
                <a:gd name="connsiteX10" fmla="*/ 9863 w 37025"/>
                <a:gd name="connsiteY10" fmla="*/ 10089 h 37881"/>
                <a:gd name="connsiteX11" fmla="*/ 9863 w 37025"/>
                <a:gd name="connsiteY11" fmla="*/ 2660 h 37881"/>
                <a:gd name="connsiteX12" fmla="*/ 12463 w 37025"/>
                <a:gd name="connsiteY12" fmla="*/ 0 h 37881"/>
                <a:gd name="connsiteX13" fmla="*/ 24565 w 37025"/>
                <a:gd name="connsiteY13" fmla="*/ 0 h 37881"/>
                <a:gd name="connsiteX14" fmla="*/ 27075 w 37025"/>
                <a:gd name="connsiteY14" fmla="*/ 2660 h 37881"/>
                <a:gd name="connsiteX15" fmla="*/ 27075 w 37025"/>
                <a:gd name="connsiteY15" fmla="*/ 10089 h 37881"/>
                <a:gd name="connsiteX16" fmla="*/ 34426 w 37025"/>
                <a:gd name="connsiteY16" fmla="*/ 10089 h 37881"/>
                <a:gd name="connsiteX17" fmla="*/ 37026 w 37025"/>
                <a:gd name="connsiteY17" fmla="*/ 12749 h 37881"/>
                <a:gd name="connsiteX18" fmla="*/ 37026 w 37025"/>
                <a:gd name="connsiteY18" fmla="*/ 25132 h 37881"/>
                <a:gd name="connsiteX19" fmla="*/ 34426 w 37025"/>
                <a:gd name="connsiteY19" fmla="*/ 27792 h 37881"/>
                <a:gd name="connsiteX20" fmla="*/ 27075 w 37025"/>
                <a:gd name="connsiteY20" fmla="*/ 27792 h 37881"/>
                <a:gd name="connsiteX21" fmla="*/ 27075 w 37025"/>
                <a:gd name="connsiteY21" fmla="*/ 35221 h 37881"/>
                <a:gd name="connsiteX22" fmla="*/ 24565 w 37025"/>
                <a:gd name="connsiteY22" fmla="*/ 37881 h 37881"/>
                <a:gd name="connsiteX23" fmla="*/ 15062 w 37025"/>
                <a:gd name="connsiteY23" fmla="*/ 32928 h 37881"/>
                <a:gd name="connsiteX24" fmla="*/ 22144 w 37025"/>
                <a:gd name="connsiteY24" fmla="*/ 32928 h 37881"/>
                <a:gd name="connsiteX25" fmla="*/ 22144 w 37025"/>
                <a:gd name="connsiteY25" fmla="*/ 25132 h 37881"/>
                <a:gd name="connsiteX26" fmla="*/ 24744 w 37025"/>
                <a:gd name="connsiteY26" fmla="*/ 22472 h 37881"/>
                <a:gd name="connsiteX27" fmla="*/ 32006 w 37025"/>
                <a:gd name="connsiteY27" fmla="*/ 22472 h 37881"/>
                <a:gd name="connsiteX28" fmla="*/ 32006 w 37025"/>
                <a:gd name="connsiteY28" fmla="*/ 15409 h 37881"/>
                <a:gd name="connsiteX29" fmla="*/ 24565 w 37025"/>
                <a:gd name="connsiteY29" fmla="*/ 15409 h 37881"/>
                <a:gd name="connsiteX30" fmla="*/ 22144 w 37025"/>
                <a:gd name="connsiteY30" fmla="*/ 12749 h 37881"/>
                <a:gd name="connsiteX31" fmla="*/ 22144 w 37025"/>
                <a:gd name="connsiteY31" fmla="*/ 5412 h 37881"/>
                <a:gd name="connsiteX32" fmla="*/ 15062 w 37025"/>
                <a:gd name="connsiteY32" fmla="*/ 5412 h 37881"/>
                <a:gd name="connsiteX33" fmla="*/ 15062 w 37025"/>
                <a:gd name="connsiteY33" fmla="*/ 12749 h 37881"/>
                <a:gd name="connsiteX34" fmla="*/ 12463 w 37025"/>
                <a:gd name="connsiteY34" fmla="*/ 15409 h 37881"/>
                <a:gd name="connsiteX35" fmla="*/ 5112 w 37025"/>
                <a:gd name="connsiteY35" fmla="*/ 15409 h 37881"/>
                <a:gd name="connsiteX36" fmla="*/ 5112 w 37025"/>
                <a:gd name="connsiteY36" fmla="*/ 22472 h 37881"/>
                <a:gd name="connsiteX37" fmla="*/ 12463 w 37025"/>
                <a:gd name="connsiteY37" fmla="*/ 22472 h 37881"/>
                <a:gd name="connsiteX38" fmla="*/ 15062 w 37025"/>
                <a:gd name="connsiteY38" fmla="*/ 25132 h 37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7025" h="37881">
                  <a:moveTo>
                    <a:pt x="24565" y="37881"/>
                  </a:moveTo>
                  <a:lnTo>
                    <a:pt x="12463" y="37881"/>
                  </a:lnTo>
                  <a:cubicBezTo>
                    <a:pt x="11027" y="37881"/>
                    <a:pt x="9863" y="36690"/>
                    <a:pt x="9863" y="35221"/>
                  </a:cubicBezTo>
                  <a:lnTo>
                    <a:pt x="9863" y="27792"/>
                  </a:lnTo>
                  <a:lnTo>
                    <a:pt x="2512" y="27792"/>
                  </a:lnTo>
                  <a:cubicBezTo>
                    <a:pt x="1125" y="27793"/>
                    <a:pt x="1" y="26644"/>
                    <a:pt x="0" y="25225"/>
                  </a:cubicBezTo>
                  <a:cubicBezTo>
                    <a:pt x="0" y="25194"/>
                    <a:pt x="1" y="25163"/>
                    <a:pt x="2" y="25132"/>
                  </a:cubicBezTo>
                  <a:lnTo>
                    <a:pt x="2" y="12749"/>
                  </a:lnTo>
                  <a:cubicBezTo>
                    <a:pt x="-48" y="11332"/>
                    <a:pt x="1035" y="10142"/>
                    <a:pt x="2420" y="10091"/>
                  </a:cubicBezTo>
                  <a:cubicBezTo>
                    <a:pt x="2451" y="10090"/>
                    <a:pt x="2481" y="10089"/>
                    <a:pt x="2512" y="10089"/>
                  </a:cubicBezTo>
                  <a:lnTo>
                    <a:pt x="9863" y="10089"/>
                  </a:lnTo>
                  <a:lnTo>
                    <a:pt x="9863" y="2660"/>
                  </a:lnTo>
                  <a:cubicBezTo>
                    <a:pt x="9863" y="1191"/>
                    <a:pt x="11027" y="0"/>
                    <a:pt x="12463" y="0"/>
                  </a:cubicBezTo>
                  <a:lnTo>
                    <a:pt x="24565" y="0"/>
                  </a:lnTo>
                  <a:cubicBezTo>
                    <a:pt x="25966" y="49"/>
                    <a:pt x="27076" y="1226"/>
                    <a:pt x="27075" y="2660"/>
                  </a:cubicBezTo>
                  <a:lnTo>
                    <a:pt x="27075" y="10089"/>
                  </a:lnTo>
                  <a:lnTo>
                    <a:pt x="34426" y="10089"/>
                  </a:lnTo>
                  <a:cubicBezTo>
                    <a:pt x="35862" y="10089"/>
                    <a:pt x="37026" y="11280"/>
                    <a:pt x="37026" y="12749"/>
                  </a:cubicBezTo>
                  <a:lnTo>
                    <a:pt x="37026" y="25132"/>
                  </a:lnTo>
                  <a:cubicBezTo>
                    <a:pt x="37026" y="26601"/>
                    <a:pt x="35862" y="27792"/>
                    <a:pt x="34426" y="27792"/>
                  </a:cubicBezTo>
                  <a:lnTo>
                    <a:pt x="27075" y="27792"/>
                  </a:lnTo>
                  <a:lnTo>
                    <a:pt x="27075" y="35221"/>
                  </a:lnTo>
                  <a:cubicBezTo>
                    <a:pt x="27076" y="36655"/>
                    <a:pt x="25966" y="37832"/>
                    <a:pt x="24565" y="37881"/>
                  </a:cubicBezTo>
                  <a:close/>
                  <a:moveTo>
                    <a:pt x="15062" y="32928"/>
                  </a:moveTo>
                  <a:lnTo>
                    <a:pt x="22144" y="32928"/>
                  </a:lnTo>
                  <a:lnTo>
                    <a:pt x="22144" y="25132"/>
                  </a:lnTo>
                  <a:cubicBezTo>
                    <a:pt x="22144" y="23663"/>
                    <a:pt x="23308" y="22472"/>
                    <a:pt x="24744" y="22472"/>
                  </a:cubicBezTo>
                  <a:lnTo>
                    <a:pt x="32006" y="22472"/>
                  </a:lnTo>
                  <a:lnTo>
                    <a:pt x="32006" y="15409"/>
                  </a:lnTo>
                  <a:lnTo>
                    <a:pt x="24565" y="15409"/>
                  </a:lnTo>
                  <a:cubicBezTo>
                    <a:pt x="23200" y="15313"/>
                    <a:pt x="22141" y="14150"/>
                    <a:pt x="22144" y="12749"/>
                  </a:cubicBezTo>
                  <a:lnTo>
                    <a:pt x="22144" y="5412"/>
                  </a:lnTo>
                  <a:lnTo>
                    <a:pt x="15062" y="5412"/>
                  </a:lnTo>
                  <a:lnTo>
                    <a:pt x="15062" y="12749"/>
                  </a:lnTo>
                  <a:cubicBezTo>
                    <a:pt x="15062" y="14218"/>
                    <a:pt x="13898" y="15409"/>
                    <a:pt x="12463" y="15409"/>
                  </a:cubicBezTo>
                  <a:lnTo>
                    <a:pt x="5112" y="15409"/>
                  </a:lnTo>
                  <a:lnTo>
                    <a:pt x="5112" y="22472"/>
                  </a:lnTo>
                  <a:lnTo>
                    <a:pt x="12463" y="22472"/>
                  </a:lnTo>
                  <a:cubicBezTo>
                    <a:pt x="13898" y="22472"/>
                    <a:pt x="15062" y="23663"/>
                    <a:pt x="15062" y="25132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2" name="图形 14"/>
          <p:cNvGrpSpPr/>
          <p:nvPr/>
        </p:nvGrpSpPr>
        <p:grpSpPr>
          <a:xfrm>
            <a:off x="4098980" y="5250864"/>
            <a:ext cx="324326" cy="333912"/>
            <a:chOff x="6019800" y="3352799"/>
            <a:chExt cx="151682" cy="156165"/>
          </a:xfrm>
          <a:solidFill>
            <a:schemeClr val="bg1"/>
          </a:solidFill>
        </p:grpSpPr>
        <p:sp>
          <p:nvSpPr>
            <p:cNvPr id="53" name="任意形状 52"/>
            <p:cNvSpPr/>
            <p:nvPr/>
          </p:nvSpPr>
          <p:spPr>
            <a:xfrm>
              <a:off x="6066531" y="3446410"/>
              <a:ext cx="58193" cy="19614"/>
            </a:xfrm>
            <a:custGeom>
              <a:avLst/>
              <a:gdLst>
                <a:gd name="connsiteX0" fmla="*/ 29110 w 58193"/>
                <a:gd name="connsiteY0" fmla="*/ 19614 h 19614"/>
                <a:gd name="connsiteX1" fmla="*/ 423 w 58193"/>
                <a:gd name="connsiteY1" fmla="*/ 3925 h 19614"/>
                <a:gd name="connsiteX2" fmla="*/ 1117 w 58193"/>
                <a:gd name="connsiteY2" fmla="*/ 444 h 19614"/>
                <a:gd name="connsiteX3" fmla="*/ 1140 w 58193"/>
                <a:gd name="connsiteY3" fmla="*/ 429 h 19614"/>
                <a:gd name="connsiteX4" fmla="*/ 4726 w 58193"/>
                <a:gd name="connsiteY4" fmla="*/ 1146 h 19614"/>
                <a:gd name="connsiteX5" fmla="*/ 44585 w 58193"/>
                <a:gd name="connsiteY5" fmla="*/ 9966 h 19614"/>
                <a:gd name="connsiteX6" fmla="*/ 53404 w 58193"/>
                <a:gd name="connsiteY6" fmla="*/ 1146 h 19614"/>
                <a:gd name="connsiteX7" fmla="*/ 56990 w 58193"/>
                <a:gd name="connsiteY7" fmla="*/ 429 h 19614"/>
                <a:gd name="connsiteX8" fmla="*/ 57825 w 58193"/>
                <a:gd name="connsiteY8" fmla="*/ 3879 h 19614"/>
                <a:gd name="connsiteX9" fmla="*/ 57797 w 58193"/>
                <a:gd name="connsiteY9" fmla="*/ 3925 h 19614"/>
                <a:gd name="connsiteX10" fmla="*/ 29110 w 58193"/>
                <a:gd name="connsiteY10" fmla="*/ 19614 h 19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193" h="19614">
                  <a:moveTo>
                    <a:pt x="29110" y="19614"/>
                  </a:moveTo>
                  <a:cubicBezTo>
                    <a:pt x="17486" y="19666"/>
                    <a:pt x="6651" y="13740"/>
                    <a:pt x="423" y="3925"/>
                  </a:cubicBezTo>
                  <a:cubicBezTo>
                    <a:pt x="-347" y="2772"/>
                    <a:pt x="-36" y="1214"/>
                    <a:pt x="1117" y="444"/>
                  </a:cubicBezTo>
                  <a:cubicBezTo>
                    <a:pt x="1125" y="439"/>
                    <a:pt x="1132" y="434"/>
                    <a:pt x="1140" y="429"/>
                  </a:cubicBezTo>
                  <a:cubicBezTo>
                    <a:pt x="2330" y="-355"/>
                    <a:pt x="3929" y="-35"/>
                    <a:pt x="4726" y="1146"/>
                  </a:cubicBezTo>
                  <a:cubicBezTo>
                    <a:pt x="13297" y="14589"/>
                    <a:pt x="31143" y="18537"/>
                    <a:pt x="44585" y="9966"/>
                  </a:cubicBezTo>
                  <a:cubicBezTo>
                    <a:pt x="48132" y="7704"/>
                    <a:pt x="51142" y="4694"/>
                    <a:pt x="53404" y="1146"/>
                  </a:cubicBezTo>
                  <a:cubicBezTo>
                    <a:pt x="54201" y="-35"/>
                    <a:pt x="55800" y="-355"/>
                    <a:pt x="56990" y="429"/>
                  </a:cubicBezTo>
                  <a:cubicBezTo>
                    <a:pt x="58173" y="1151"/>
                    <a:pt x="58547" y="2696"/>
                    <a:pt x="57825" y="3879"/>
                  </a:cubicBezTo>
                  <a:cubicBezTo>
                    <a:pt x="57816" y="3895"/>
                    <a:pt x="57806" y="3910"/>
                    <a:pt x="57797" y="3925"/>
                  </a:cubicBezTo>
                  <a:cubicBezTo>
                    <a:pt x="51545" y="13715"/>
                    <a:pt x="40725" y="19632"/>
                    <a:pt x="29110" y="1961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形状 53"/>
            <p:cNvSpPr/>
            <p:nvPr/>
          </p:nvSpPr>
          <p:spPr>
            <a:xfrm>
              <a:off x="6029302" y="3446162"/>
              <a:ext cx="132498" cy="62802"/>
            </a:xfrm>
            <a:custGeom>
              <a:avLst/>
              <a:gdLst>
                <a:gd name="connsiteX0" fmla="*/ 123713 w 132498"/>
                <a:gd name="connsiteY0" fmla="*/ 62803 h 62802"/>
                <a:gd name="connsiteX1" fmla="*/ 8965 w 132498"/>
                <a:gd name="connsiteY1" fmla="*/ 62803 h 62802"/>
                <a:gd name="connsiteX2" fmla="*/ 0 w 132498"/>
                <a:gd name="connsiteY2" fmla="*/ 53838 h 62802"/>
                <a:gd name="connsiteX3" fmla="*/ 0 w 132498"/>
                <a:gd name="connsiteY3" fmla="*/ 2649 h 62802"/>
                <a:gd name="connsiteX4" fmla="*/ 986 w 132498"/>
                <a:gd name="connsiteY4" fmla="*/ 677 h 62802"/>
                <a:gd name="connsiteX5" fmla="*/ 3138 w 132498"/>
                <a:gd name="connsiteY5" fmla="*/ 139 h 62802"/>
                <a:gd name="connsiteX6" fmla="*/ 26984 w 132498"/>
                <a:gd name="connsiteY6" fmla="*/ 139 h 62802"/>
                <a:gd name="connsiteX7" fmla="*/ 29584 w 132498"/>
                <a:gd name="connsiteY7" fmla="*/ 2739 h 62802"/>
                <a:gd name="connsiteX8" fmla="*/ 26984 w 132498"/>
                <a:gd name="connsiteY8" fmla="*/ 5339 h 62802"/>
                <a:gd name="connsiteX9" fmla="*/ 5289 w 132498"/>
                <a:gd name="connsiteY9" fmla="*/ 5339 h 62802"/>
                <a:gd name="connsiteX10" fmla="*/ 5289 w 132498"/>
                <a:gd name="connsiteY10" fmla="*/ 53928 h 62802"/>
                <a:gd name="connsiteX11" fmla="*/ 8874 w 132498"/>
                <a:gd name="connsiteY11" fmla="*/ 57515 h 62802"/>
                <a:gd name="connsiteX12" fmla="*/ 8965 w 132498"/>
                <a:gd name="connsiteY12" fmla="*/ 57513 h 62802"/>
                <a:gd name="connsiteX13" fmla="*/ 123713 w 132498"/>
                <a:gd name="connsiteY13" fmla="*/ 57513 h 62802"/>
                <a:gd name="connsiteX14" fmla="*/ 127299 w 132498"/>
                <a:gd name="connsiteY14" fmla="*/ 53928 h 62802"/>
                <a:gd name="connsiteX15" fmla="*/ 127299 w 132498"/>
                <a:gd name="connsiteY15" fmla="*/ 5249 h 62802"/>
                <a:gd name="connsiteX16" fmla="*/ 105604 w 132498"/>
                <a:gd name="connsiteY16" fmla="*/ 5249 h 62802"/>
                <a:gd name="connsiteX17" fmla="*/ 103004 w 132498"/>
                <a:gd name="connsiteY17" fmla="*/ 2649 h 62802"/>
                <a:gd name="connsiteX18" fmla="*/ 105604 w 132498"/>
                <a:gd name="connsiteY18" fmla="*/ 50 h 62802"/>
                <a:gd name="connsiteX19" fmla="*/ 129361 w 132498"/>
                <a:gd name="connsiteY19" fmla="*/ 50 h 62802"/>
                <a:gd name="connsiteX20" fmla="*/ 131512 w 132498"/>
                <a:gd name="connsiteY20" fmla="*/ 588 h 62802"/>
                <a:gd name="connsiteX21" fmla="*/ 132498 w 132498"/>
                <a:gd name="connsiteY21" fmla="*/ 2560 h 62802"/>
                <a:gd name="connsiteX22" fmla="*/ 132498 w 132498"/>
                <a:gd name="connsiteY22" fmla="*/ 53928 h 62802"/>
                <a:gd name="connsiteX23" fmla="*/ 123713 w 132498"/>
                <a:gd name="connsiteY23" fmla="*/ 62803 h 62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2498" h="62802">
                  <a:moveTo>
                    <a:pt x="123713" y="62803"/>
                  </a:moveTo>
                  <a:lnTo>
                    <a:pt x="8965" y="62803"/>
                  </a:lnTo>
                  <a:cubicBezTo>
                    <a:pt x="4014" y="62803"/>
                    <a:pt x="0" y="58789"/>
                    <a:pt x="0" y="53838"/>
                  </a:cubicBezTo>
                  <a:lnTo>
                    <a:pt x="0" y="2649"/>
                  </a:lnTo>
                  <a:cubicBezTo>
                    <a:pt x="20" y="1878"/>
                    <a:pt x="381" y="1156"/>
                    <a:pt x="986" y="677"/>
                  </a:cubicBezTo>
                  <a:cubicBezTo>
                    <a:pt x="1593" y="197"/>
                    <a:pt x="2376" y="1"/>
                    <a:pt x="3138" y="139"/>
                  </a:cubicBezTo>
                  <a:lnTo>
                    <a:pt x="26984" y="139"/>
                  </a:lnTo>
                  <a:cubicBezTo>
                    <a:pt x="28420" y="139"/>
                    <a:pt x="29584" y="1303"/>
                    <a:pt x="29584" y="2739"/>
                  </a:cubicBezTo>
                  <a:cubicBezTo>
                    <a:pt x="29584" y="4175"/>
                    <a:pt x="28420" y="5339"/>
                    <a:pt x="26984" y="5339"/>
                  </a:cubicBezTo>
                  <a:lnTo>
                    <a:pt x="5289" y="5339"/>
                  </a:lnTo>
                  <a:lnTo>
                    <a:pt x="5289" y="53928"/>
                  </a:lnTo>
                  <a:cubicBezTo>
                    <a:pt x="5289" y="55908"/>
                    <a:pt x="6894" y="57514"/>
                    <a:pt x="8874" y="57515"/>
                  </a:cubicBezTo>
                  <a:cubicBezTo>
                    <a:pt x="8904" y="57515"/>
                    <a:pt x="8934" y="57514"/>
                    <a:pt x="8965" y="57513"/>
                  </a:cubicBezTo>
                  <a:lnTo>
                    <a:pt x="123713" y="57513"/>
                  </a:lnTo>
                  <a:cubicBezTo>
                    <a:pt x="125693" y="57513"/>
                    <a:pt x="127299" y="55908"/>
                    <a:pt x="127299" y="53928"/>
                  </a:cubicBezTo>
                  <a:lnTo>
                    <a:pt x="127299" y="5249"/>
                  </a:lnTo>
                  <a:lnTo>
                    <a:pt x="105604" y="5249"/>
                  </a:lnTo>
                  <a:cubicBezTo>
                    <a:pt x="104168" y="5249"/>
                    <a:pt x="103004" y="4085"/>
                    <a:pt x="103004" y="2649"/>
                  </a:cubicBezTo>
                  <a:cubicBezTo>
                    <a:pt x="103004" y="1214"/>
                    <a:pt x="104168" y="50"/>
                    <a:pt x="105604" y="50"/>
                  </a:cubicBezTo>
                  <a:lnTo>
                    <a:pt x="129361" y="50"/>
                  </a:lnTo>
                  <a:cubicBezTo>
                    <a:pt x="130122" y="-101"/>
                    <a:pt x="130911" y="96"/>
                    <a:pt x="131512" y="588"/>
                  </a:cubicBezTo>
                  <a:cubicBezTo>
                    <a:pt x="132117" y="1066"/>
                    <a:pt x="132479" y="1789"/>
                    <a:pt x="132498" y="2560"/>
                  </a:cubicBezTo>
                  <a:lnTo>
                    <a:pt x="132498" y="53928"/>
                  </a:lnTo>
                  <a:cubicBezTo>
                    <a:pt x="132451" y="58775"/>
                    <a:pt x="128559" y="62706"/>
                    <a:pt x="123713" y="62803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形状 54"/>
            <p:cNvSpPr/>
            <p:nvPr/>
          </p:nvSpPr>
          <p:spPr>
            <a:xfrm>
              <a:off x="6053759" y="3446372"/>
              <a:ext cx="84138" cy="30953"/>
            </a:xfrm>
            <a:custGeom>
              <a:avLst/>
              <a:gdLst>
                <a:gd name="connsiteX0" fmla="*/ 41882 w 84138"/>
                <a:gd name="connsiteY0" fmla="*/ 30947 h 30953"/>
                <a:gd name="connsiteX1" fmla="*/ 196 w 84138"/>
                <a:gd name="connsiteY1" fmla="*/ 3605 h 30953"/>
                <a:gd name="connsiteX2" fmla="*/ 1539 w 84138"/>
                <a:gd name="connsiteY2" fmla="*/ 318 h 30953"/>
                <a:gd name="connsiteX3" fmla="*/ 1900 w 84138"/>
                <a:gd name="connsiteY3" fmla="*/ 198 h 30953"/>
                <a:gd name="connsiteX4" fmla="*/ 5306 w 84138"/>
                <a:gd name="connsiteY4" fmla="*/ 1543 h 30953"/>
                <a:gd name="connsiteX5" fmla="*/ 42241 w 84138"/>
                <a:gd name="connsiteY5" fmla="*/ 25837 h 30953"/>
                <a:gd name="connsiteX6" fmla="*/ 79176 w 84138"/>
                <a:gd name="connsiteY6" fmla="*/ 1632 h 30953"/>
                <a:gd name="connsiteX7" fmla="*/ 82556 w 84138"/>
                <a:gd name="connsiteY7" fmla="*/ 188 h 30953"/>
                <a:gd name="connsiteX8" fmla="*/ 82582 w 84138"/>
                <a:gd name="connsiteY8" fmla="*/ 198 h 30953"/>
                <a:gd name="connsiteX9" fmla="*/ 83927 w 84138"/>
                <a:gd name="connsiteY9" fmla="*/ 3605 h 30953"/>
                <a:gd name="connsiteX10" fmla="*/ 41882 w 84138"/>
                <a:gd name="connsiteY10" fmla="*/ 30947 h 3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138" h="30953">
                  <a:moveTo>
                    <a:pt x="41882" y="30947"/>
                  </a:moveTo>
                  <a:cubicBezTo>
                    <a:pt x="23782" y="30946"/>
                    <a:pt x="7408" y="20206"/>
                    <a:pt x="196" y="3605"/>
                  </a:cubicBezTo>
                  <a:cubicBezTo>
                    <a:pt x="-340" y="2327"/>
                    <a:pt x="261" y="855"/>
                    <a:pt x="1539" y="318"/>
                  </a:cubicBezTo>
                  <a:cubicBezTo>
                    <a:pt x="1656" y="269"/>
                    <a:pt x="1777" y="229"/>
                    <a:pt x="1900" y="198"/>
                  </a:cubicBezTo>
                  <a:cubicBezTo>
                    <a:pt x="3212" y="-315"/>
                    <a:pt x="4699" y="271"/>
                    <a:pt x="5306" y="1543"/>
                  </a:cubicBezTo>
                  <a:cubicBezTo>
                    <a:pt x="11727" y="16235"/>
                    <a:pt x="26207" y="25760"/>
                    <a:pt x="42241" y="25837"/>
                  </a:cubicBezTo>
                  <a:cubicBezTo>
                    <a:pt x="58295" y="25916"/>
                    <a:pt x="72840" y="16384"/>
                    <a:pt x="79176" y="1632"/>
                  </a:cubicBezTo>
                  <a:cubicBezTo>
                    <a:pt x="79710" y="300"/>
                    <a:pt x="81224" y="-347"/>
                    <a:pt x="82556" y="188"/>
                  </a:cubicBezTo>
                  <a:cubicBezTo>
                    <a:pt x="82565" y="191"/>
                    <a:pt x="82574" y="195"/>
                    <a:pt x="82582" y="198"/>
                  </a:cubicBezTo>
                  <a:cubicBezTo>
                    <a:pt x="83890" y="772"/>
                    <a:pt x="84490" y="2293"/>
                    <a:pt x="83927" y="3605"/>
                  </a:cubicBezTo>
                  <a:cubicBezTo>
                    <a:pt x="76799" y="20440"/>
                    <a:pt x="60162" y="31260"/>
                    <a:pt x="41882" y="30947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形状 55"/>
            <p:cNvSpPr/>
            <p:nvPr/>
          </p:nvSpPr>
          <p:spPr>
            <a:xfrm>
              <a:off x="6061485" y="3397623"/>
              <a:ext cx="68311" cy="53788"/>
            </a:xfrm>
            <a:custGeom>
              <a:avLst/>
              <a:gdLst>
                <a:gd name="connsiteX0" fmla="*/ 60691 w 68311"/>
                <a:gd name="connsiteY0" fmla="*/ 53788 h 53788"/>
                <a:gd name="connsiteX1" fmla="*/ 58090 w 68311"/>
                <a:gd name="connsiteY1" fmla="*/ 51013 h 53788"/>
                <a:gd name="connsiteX2" fmla="*/ 58450 w 68311"/>
                <a:gd name="connsiteY2" fmla="*/ 49754 h 53788"/>
                <a:gd name="connsiteX3" fmla="*/ 63112 w 68311"/>
                <a:gd name="connsiteY3" fmla="*/ 34156 h 53788"/>
                <a:gd name="connsiteX4" fmla="*/ 34173 w 68311"/>
                <a:gd name="connsiteY4" fmla="*/ 5182 h 53788"/>
                <a:gd name="connsiteX5" fmla="*/ 5200 w 68311"/>
                <a:gd name="connsiteY5" fmla="*/ 34120 h 53788"/>
                <a:gd name="connsiteX6" fmla="*/ 9772 w 68311"/>
                <a:gd name="connsiteY6" fmla="*/ 49754 h 53788"/>
                <a:gd name="connsiteX7" fmla="*/ 9054 w 68311"/>
                <a:gd name="connsiteY7" fmla="*/ 53340 h 53788"/>
                <a:gd name="connsiteX8" fmla="*/ 5565 w 68311"/>
                <a:gd name="connsiteY8" fmla="*/ 52686 h 53788"/>
                <a:gd name="connsiteX9" fmla="*/ 5469 w 68311"/>
                <a:gd name="connsiteY9" fmla="*/ 52533 h 53788"/>
                <a:gd name="connsiteX10" fmla="*/ 0 w 68311"/>
                <a:gd name="connsiteY10" fmla="*/ 34156 h 53788"/>
                <a:gd name="connsiteX11" fmla="*/ 34156 w 68311"/>
                <a:gd name="connsiteY11" fmla="*/ 0 h 53788"/>
                <a:gd name="connsiteX12" fmla="*/ 68311 w 68311"/>
                <a:gd name="connsiteY12" fmla="*/ 34156 h 53788"/>
                <a:gd name="connsiteX13" fmla="*/ 62843 w 68311"/>
                <a:gd name="connsiteY13" fmla="*/ 52533 h 53788"/>
                <a:gd name="connsiteX14" fmla="*/ 60691 w 68311"/>
                <a:gd name="connsiteY14" fmla="*/ 53788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311" h="53788">
                  <a:moveTo>
                    <a:pt x="60691" y="53788"/>
                  </a:moveTo>
                  <a:cubicBezTo>
                    <a:pt x="59207" y="53740"/>
                    <a:pt x="58042" y="52498"/>
                    <a:pt x="58090" y="51013"/>
                  </a:cubicBezTo>
                  <a:cubicBezTo>
                    <a:pt x="58105" y="50570"/>
                    <a:pt x="58228" y="50138"/>
                    <a:pt x="58450" y="49754"/>
                  </a:cubicBezTo>
                  <a:cubicBezTo>
                    <a:pt x="61482" y="45116"/>
                    <a:pt x="63102" y="39697"/>
                    <a:pt x="63112" y="34156"/>
                  </a:cubicBezTo>
                  <a:cubicBezTo>
                    <a:pt x="63121" y="18164"/>
                    <a:pt x="50165" y="5192"/>
                    <a:pt x="34173" y="5182"/>
                  </a:cubicBezTo>
                  <a:cubicBezTo>
                    <a:pt x="18181" y="5172"/>
                    <a:pt x="5209" y="18128"/>
                    <a:pt x="5200" y="34120"/>
                  </a:cubicBezTo>
                  <a:cubicBezTo>
                    <a:pt x="5196" y="39662"/>
                    <a:pt x="6783" y="45088"/>
                    <a:pt x="9772" y="49754"/>
                  </a:cubicBezTo>
                  <a:cubicBezTo>
                    <a:pt x="10556" y="50944"/>
                    <a:pt x="10236" y="52543"/>
                    <a:pt x="9054" y="53340"/>
                  </a:cubicBezTo>
                  <a:cubicBezTo>
                    <a:pt x="7910" y="54123"/>
                    <a:pt x="6348" y="53830"/>
                    <a:pt x="5565" y="52686"/>
                  </a:cubicBezTo>
                  <a:cubicBezTo>
                    <a:pt x="5531" y="52636"/>
                    <a:pt x="5499" y="52585"/>
                    <a:pt x="5469" y="52533"/>
                  </a:cubicBezTo>
                  <a:cubicBezTo>
                    <a:pt x="1891" y="47072"/>
                    <a:pt x="-10" y="40684"/>
                    <a:pt x="0" y="34156"/>
                  </a:cubicBezTo>
                  <a:cubicBezTo>
                    <a:pt x="0" y="15292"/>
                    <a:pt x="15292" y="0"/>
                    <a:pt x="34156" y="0"/>
                  </a:cubicBezTo>
                  <a:cubicBezTo>
                    <a:pt x="53019" y="0"/>
                    <a:pt x="68311" y="15292"/>
                    <a:pt x="68311" y="34156"/>
                  </a:cubicBezTo>
                  <a:cubicBezTo>
                    <a:pt x="68321" y="40684"/>
                    <a:pt x="66420" y="47072"/>
                    <a:pt x="62843" y="52533"/>
                  </a:cubicBezTo>
                  <a:cubicBezTo>
                    <a:pt x="62386" y="53290"/>
                    <a:pt x="61575" y="53763"/>
                    <a:pt x="60691" y="5378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形状 56"/>
            <p:cNvSpPr/>
            <p:nvPr/>
          </p:nvSpPr>
          <p:spPr>
            <a:xfrm>
              <a:off x="6024282" y="3379156"/>
              <a:ext cx="142449" cy="72255"/>
            </a:xfrm>
            <a:custGeom>
              <a:avLst/>
              <a:gdLst>
                <a:gd name="connsiteX0" fmla="*/ 133664 w 142449"/>
                <a:gd name="connsiteY0" fmla="*/ 72256 h 72255"/>
                <a:gd name="connsiteX1" fmla="*/ 110624 w 142449"/>
                <a:gd name="connsiteY1" fmla="*/ 72256 h 72255"/>
                <a:gd name="connsiteX2" fmla="*/ 108025 w 142449"/>
                <a:gd name="connsiteY2" fmla="*/ 69656 h 72255"/>
                <a:gd name="connsiteX3" fmla="*/ 110624 w 142449"/>
                <a:gd name="connsiteY3" fmla="*/ 67056 h 72255"/>
                <a:gd name="connsiteX4" fmla="*/ 133664 w 142449"/>
                <a:gd name="connsiteY4" fmla="*/ 67056 h 72255"/>
                <a:gd name="connsiteX5" fmla="*/ 137338 w 142449"/>
                <a:gd name="connsiteY5" fmla="*/ 63561 h 72255"/>
                <a:gd name="connsiteX6" fmla="*/ 137339 w 142449"/>
                <a:gd name="connsiteY6" fmla="*/ 63470 h 72255"/>
                <a:gd name="connsiteX7" fmla="*/ 137339 w 142449"/>
                <a:gd name="connsiteY7" fmla="*/ 23308 h 72255"/>
                <a:gd name="connsiteX8" fmla="*/ 119410 w 142449"/>
                <a:gd name="connsiteY8" fmla="*/ 5379 h 72255"/>
                <a:gd name="connsiteX9" fmla="*/ 23488 w 142449"/>
                <a:gd name="connsiteY9" fmla="*/ 5379 h 72255"/>
                <a:gd name="connsiteX10" fmla="*/ 5558 w 142449"/>
                <a:gd name="connsiteY10" fmla="*/ 23308 h 72255"/>
                <a:gd name="connsiteX11" fmla="*/ 5558 w 142449"/>
                <a:gd name="connsiteY11" fmla="*/ 63291 h 72255"/>
                <a:gd name="connsiteX12" fmla="*/ 9144 w 142449"/>
                <a:gd name="connsiteY12" fmla="*/ 66877 h 72255"/>
                <a:gd name="connsiteX13" fmla="*/ 32004 w 142449"/>
                <a:gd name="connsiteY13" fmla="*/ 66877 h 72255"/>
                <a:gd name="connsiteX14" fmla="*/ 34604 w 142449"/>
                <a:gd name="connsiteY14" fmla="*/ 69476 h 72255"/>
                <a:gd name="connsiteX15" fmla="*/ 32004 w 142449"/>
                <a:gd name="connsiteY15" fmla="*/ 72076 h 72255"/>
                <a:gd name="connsiteX16" fmla="*/ 8965 w 142449"/>
                <a:gd name="connsiteY16" fmla="*/ 72076 h 72255"/>
                <a:gd name="connsiteX17" fmla="*/ 0 w 142449"/>
                <a:gd name="connsiteY17" fmla="*/ 63112 h 72255"/>
                <a:gd name="connsiteX18" fmla="*/ 0 w 142449"/>
                <a:gd name="connsiteY18" fmla="*/ 23308 h 72255"/>
                <a:gd name="connsiteX19" fmla="*/ 23308 w 142449"/>
                <a:gd name="connsiteY19" fmla="*/ 0 h 72255"/>
                <a:gd name="connsiteX20" fmla="*/ 119231 w 142449"/>
                <a:gd name="connsiteY20" fmla="*/ 0 h 72255"/>
                <a:gd name="connsiteX21" fmla="*/ 142449 w 142449"/>
                <a:gd name="connsiteY21" fmla="*/ 23308 h 72255"/>
                <a:gd name="connsiteX22" fmla="*/ 142449 w 142449"/>
                <a:gd name="connsiteY22" fmla="*/ 63291 h 72255"/>
                <a:gd name="connsiteX23" fmla="*/ 133664 w 142449"/>
                <a:gd name="connsiteY23" fmla="*/ 72256 h 7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2449" h="72255">
                  <a:moveTo>
                    <a:pt x="133664" y="72256"/>
                  </a:moveTo>
                  <a:lnTo>
                    <a:pt x="110624" y="72256"/>
                  </a:lnTo>
                  <a:cubicBezTo>
                    <a:pt x="109189" y="72256"/>
                    <a:pt x="108025" y="71092"/>
                    <a:pt x="108025" y="69656"/>
                  </a:cubicBezTo>
                  <a:cubicBezTo>
                    <a:pt x="108025" y="68220"/>
                    <a:pt x="109189" y="67056"/>
                    <a:pt x="110624" y="67056"/>
                  </a:cubicBezTo>
                  <a:lnTo>
                    <a:pt x="133664" y="67056"/>
                  </a:lnTo>
                  <a:cubicBezTo>
                    <a:pt x="135644" y="67106"/>
                    <a:pt x="137289" y="65541"/>
                    <a:pt x="137338" y="63561"/>
                  </a:cubicBezTo>
                  <a:cubicBezTo>
                    <a:pt x="137339" y="63531"/>
                    <a:pt x="137339" y="63500"/>
                    <a:pt x="137339" y="63470"/>
                  </a:cubicBezTo>
                  <a:lnTo>
                    <a:pt x="137339" y="23308"/>
                  </a:lnTo>
                  <a:cubicBezTo>
                    <a:pt x="137339" y="13406"/>
                    <a:pt x="129312" y="5379"/>
                    <a:pt x="119410" y="5379"/>
                  </a:cubicBezTo>
                  <a:lnTo>
                    <a:pt x="23488" y="5379"/>
                  </a:lnTo>
                  <a:cubicBezTo>
                    <a:pt x="13585" y="5379"/>
                    <a:pt x="5558" y="13406"/>
                    <a:pt x="5558" y="23308"/>
                  </a:cubicBezTo>
                  <a:lnTo>
                    <a:pt x="5558" y="63291"/>
                  </a:lnTo>
                  <a:cubicBezTo>
                    <a:pt x="5558" y="65271"/>
                    <a:pt x="7164" y="66877"/>
                    <a:pt x="9144" y="66877"/>
                  </a:cubicBezTo>
                  <a:lnTo>
                    <a:pt x="32004" y="66877"/>
                  </a:lnTo>
                  <a:cubicBezTo>
                    <a:pt x="33440" y="66877"/>
                    <a:pt x="34604" y="68041"/>
                    <a:pt x="34604" y="69476"/>
                  </a:cubicBezTo>
                  <a:cubicBezTo>
                    <a:pt x="34604" y="70912"/>
                    <a:pt x="33440" y="72076"/>
                    <a:pt x="32004" y="72076"/>
                  </a:cubicBezTo>
                  <a:lnTo>
                    <a:pt x="8965" y="72076"/>
                  </a:lnTo>
                  <a:cubicBezTo>
                    <a:pt x="4014" y="72076"/>
                    <a:pt x="0" y="68063"/>
                    <a:pt x="0" y="63112"/>
                  </a:cubicBezTo>
                  <a:lnTo>
                    <a:pt x="0" y="23308"/>
                  </a:lnTo>
                  <a:cubicBezTo>
                    <a:pt x="49" y="10456"/>
                    <a:pt x="10456" y="49"/>
                    <a:pt x="23308" y="0"/>
                  </a:cubicBezTo>
                  <a:lnTo>
                    <a:pt x="119231" y="0"/>
                  </a:lnTo>
                  <a:cubicBezTo>
                    <a:pt x="132068" y="49"/>
                    <a:pt x="142449" y="10470"/>
                    <a:pt x="142449" y="23308"/>
                  </a:cubicBezTo>
                  <a:lnTo>
                    <a:pt x="142449" y="63291"/>
                  </a:lnTo>
                  <a:cubicBezTo>
                    <a:pt x="142450" y="68173"/>
                    <a:pt x="138545" y="72158"/>
                    <a:pt x="133664" y="7225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形状 57"/>
            <p:cNvSpPr/>
            <p:nvPr/>
          </p:nvSpPr>
          <p:spPr>
            <a:xfrm>
              <a:off x="6075739" y="3411967"/>
              <a:ext cx="39982" cy="39892"/>
            </a:xfrm>
            <a:custGeom>
              <a:avLst/>
              <a:gdLst>
                <a:gd name="connsiteX0" fmla="*/ 24743 w 39982"/>
                <a:gd name="connsiteY0" fmla="*/ 39893 h 39892"/>
                <a:gd name="connsiteX1" fmla="*/ 15778 w 39982"/>
                <a:gd name="connsiteY1" fmla="*/ 39893 h 39892"/>
                <a:gd name="connsiteX2" fmla="*/ 11564 w 39982"/>
                <a:gd name="connsiteY2" fmla="*/ 35680 h 39892"/>
                <a:gd name="connsiteX3" fmla="*/ 11564 w 39982"/>
                <a:gd name="connsiteY3" fmla="*/ 28777 h 39892"/>
                <a:gd name="connsiteX4" fmla="*/ 4124 w 39982"/>
                <a:gd name="connsiteY4" fmla="*/ 28777 h 39892"/>
                <a:gd name="connsiteX5" fmla="*/ 0 w 39982"/>
                <a:gd name="connsiteY5" fmla="*/ 24563 h 39892"/>
                <a:gd name="connsiteX6" fmla="*/ 0 w 39982"/>
                <a:gd name="connsiteY6" fmla="*/ 15599 h 39892"/>
                <a:gd name="connsiteX7" fmla="*/ 4124 w 39982"/>
                <a:gd name="connsiteY7" fmla="*/ 11385 h 39892"/>
                <a:gd name="connsiteX8" fmla="*/ 11027 w 39982"/>
                <a:gd name="connsiteY8" fmla="*/ 11385 h 39892"/>
                <a:gd name="connsiteX9" fmla="*/ 11027 w 39982"/>
                <a:gd name="connsiteY9" fmla="*/ 4213 h 39892"/>
                <a:gd name="connsiteX10" fmla="*/ 15240 w 39982"/>
                <a:gd name="connsiteY10" fmla="*/ 0 h 39892"/>
                <a:gd name="connsiteX11" fmla="*/ 24743 w 39982"/>
                <a:gd name="connsiteY11" fmla="*/ 0 h 39892"/>
                <a:gd name="connsiteX12" fmla="*/ 28866 w 39982"/>
                <a:gd name="connsiteY12" fmla="*/ 4213 h 39892"/>
                <a:gd name="connsiteX13" fmla="*/ 28866 w 39982"/>
                <a:gd name="connsiteY13" fmla="*/ 11116 h 39892"/>
                <a:gd name="connsiteX14" fmla="*/ 35769 w 39982"/>
                <a:gd name="connsiteY14" fmla="*/ 11116 h 39892"/>
                <a:gd name="connsiteX15" fmla="*/ 39983 w 39982"/>
                <a:gd name="connsiteY15" fmla="*/ 15330 h 39892"/>
                <a:gd name="connsiteX16" fmla="*/ 39983 w 39982"/>
                <a:gd name="connsiteY16" fmla="*/ 24294 h 39892"/>
                <a:gd name="connsiteX17" fmla="*/ 35769 w 39982"/>
                <a:gd name="connsiteY17" fmla="*/ 28508 h 39892"/>
                <a:gd name="connsiteX18" fmla="*/ 28687 w 39982"/>
                <a:gd name="connsiteY18" fmla="*/ 28508 h 39892"/>
                <a:gd name="connsiteX19" fmla="*/ 28687 w 39982"/>
                <a:gd name="connsiteY19" fmla="*/ 35411 h 39892"/>
                <a:gd name="connsiteX20" fmla="*/ 24760 w 39982"/>
                <a:gd name="connsiteY20" fmla="*/ 39892 h 39892"/>
                <a:gd name="connsiteX21" fmla="*/ 24743 w 39982"/>
                <a:gd name="connsiteY21" fmla="*/ 39893 h 39892"/>
                <a:gd name="connsiteX22" fmla="*/ 16405 w 39982"/>
                <a:gd name="connsiteY22" fmla="*/ 34693 h 39892"/>
                <a:gd name="connsiteX23" fmla="*/ 23667 w 39982"/>
                <a:gd name="connsiteY23" fmla="*/ 34693 h 39892"/>
                <a:gd name="connsiteX24" fmla="*/ 23667 w 39982"/>
                <a:gd name="connsiteY24" fmla="*/ 25729 h 39892"/>
                <a:gd name="connsiteX25" fmla="*/ 26267 w 39982"/>
                <a:gd name="connsiteY25" fmla="*/ 23129 h 39892"/>
                <a:gd name="connsiteX26" fmla="*/ 34783 w 39982"/>
                <a:gd name="connsiteY26" fmla="*/ 23129 h 39892"/>
                <a:gd name="connsiteX27" fmla="*/ 34783 w 39982"/>
                <a:gd name="connsiteY27" fmla="*/ 16316 h 39892"/>
                <a:gd name="connsiteX28" fmla="*/ 26087 w 39982"/>
                <a:gd name="connsiteY28" fmla="*/ 16316 h 39892"/>
                <a:gd name="connsiteX29" fmla="*/ 23488 w 39982"/>
                <a:gd name="connsiteY29" fmla="*/ 13716 h 39892"/>
                <a:gd name="connsiteX30" fmla="*/ 23488 w 39982"/>
                <a:gd name="connsiteY30" fmla="*/ 4751 h 39892"/>
                <a:gd name="connsiteX31" fmla="*/ 16226 w 39982"/>
                <a:gd name="connsiteY31" fmla="*/ 4751 h 39892"/>
                <a:gd name="connsiteX32" fmla="*/ 16226 w 39982"/>
                <a:gd name="connsiteY32" fmla="*/ 13716 h 39892"/>
                <a:gd name="connsiteX33" fmla="*/ 13626 w 39982"/>
                <a:gd name="connsiteY33" fmla="*/ 16316 h 39892"/>
                <a:gd name="connsiteX34" fmla="*/ 4662 w 39982"/>
                <a:gd name="connsiteY34" fmla="*/ 16316 h 39892"/>
                <a:gd name="connsiteX35" fmla="*/ 4662 w 39982"/>
                <a:gd name="connsiteY35" fmla="*/ 23577 h 39892"/>
                <a:gd name="connsiteX36" fmla="*/ 13626 w 39982"/>
                <a:gd name="connsiteY36" fmla="*/ 23577 h 39892"/>
                <a:gd name="connsiteX37" fmla="*/ 16226 w 39982"/>
                <a:gd name="connsiteY37" fmla="*/ 26177 h 39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9982" h="39892">
                  <a:moveTo>
                    <a:pt x="24743" y="39893"/>
                  </a:moveTo>
                  <a:lnTo>
                    <a:pt x="15778" y="39893"/>
                  </a:lnTo>
                  <a:cubicBezTo>
                    <a:pt x="13451" y="39893"/>
                    <a:pt x="11564" y="38007"/>
                    <a:pt x="11564" y="35680"/>
                  </a:cubicBezTo>
                  <a:lnTo>
                    <a:pt x="11564" y="28777"/>
                  </a:lnTo>
                  <a:lnTo>
                    <a:pt x="4124" y="28777"/>
                  </a:lnTo>
                  <a:cubicBezTo>
                    <a:pt x="1832" y="28728"/>
                    <a:pt x="-1" y="26856"/>
                    <a:pt x="0" y="24563"/>
                  </a:cubicBezTo>
                  <a:lnTo>
                    <a:pt x="0" y="15599"/>
                  </a:lnTo>
                  <a:cubicBezTo>
                    <a:pt x="-1" y="13306"/>
                    <a:pt x="1832" y="11434"/>
                    <a:pt x="4124" y="11385"/>
                  </a:cubicBezTo>
                  <a:lnTo>
                    <a:pt x="11027" y="11385"/>
                  </a:lnTo>
                  <a:lnTo>
                    <a:pt x="11027" y="4213"/>
                  </a:lnTo>
                  <a:cubicBezTo>
                    <a:pt x="11027" y="1886"/>
                    <a:pt x="12913" y="0"/>
                    <a:pt x="15240" y="0"/>
                  </a:cubicBezTo>
                  <a:lnTo>
                    <a:pt x="24743" y="0"/>
                  </a:lnTo>
                  <a:cubicBezTo>
                    <a:pt x="27035" y="49"/>
                    <a:pt x="28867" y="1921"/>
                    <a:pt x="28866" y="4213"/>
                  </a:cubicBezTo>
                  <a:lnTo>
                    <a:pt x="28866" y="11116"/>
                  </a:lnTo>
                  <a:lnTo>
                    <a:pt x="35769" y="11116"/>
                  </a:lnTo>
                  <a:cubicBezTo>
                    <a:pt x="38096" y="11116"/>
                    <a:pt x="39983" y="13003"/>
                    <a:pt x="39983" y="15330"/>
                  </a:cubicBezTo>
                  <a:lnTo>
                    <a:pt x="39983" y="24294"/>
                  </a:lnTo>
                  <a:cubicBezTo>
                    <a:pt x="39983" y="26621"/>
                    <a:pt x="38096" y="28508"/>
                    <a:pt x="35769" y="28508"/>
                  </a:cubicBezTo>
                  <a:lnTo>
                    <a:pt x="28687" y="28508"/>
                  </a:lnTo>
                  <a:lnTo>
                    <a:pt x="28687" y="35411"/>
                  </a:lnTo>
                  <a:cubicBezTo>
                    <a:pt x="28840" y="37733"/>
                    <a:pt x="27082" y="39739"/>
                    <a:pt x="24760" y="39892"/>
                  </a:cubicBezTo>
                  <a:cubicBezTo>
                    <a:pt x="24754" y="39892"/>
                    <a:pt x="24748" y="39893"/>
                    <a:pt x="24743" y="39893"/>
                  </a:cubicBezTo>
                  <a:close/>
                  <a:moveTo>
                    <a:pt x="16405" y="34693"/>
                  </a:moveTo>
                  <a:lnTo>
                    <a:pt x="23667" y="34693"/>
                  </a:lnTo>
                  <a:lnTo>
                    <a:pt x="23667" y="25729"/>
                  </a:lnTo>
                  <a:cubicBezTo>
                    <a:pt x="23667" y="24293"/>
                    <a:pt x="24831" y="23129"/>
                    <a:pt x="26267" y="23129"/>
                  </a:cubicBezTo>
                  <a:lnTo>
                    <a:pt x="34783" y="23129"/>
                  </a:lnTo>
                  <a:lnTo>
                    <a:pt x="34783" y="16316"/>
                  </a:lnTo>
                  <a:lnTo>
                    <a:pt x="26087" y="16316"/>
                  </a:lnTo>
                  <a:cubicBezTo>
                    <a:pt x="24651" y="16316"/>
                    <a:pt x="23488" y="15152"/>
                    <a:pt x="23488" y="13716"/>
                  </a:cubicBezTo>
                  <a:lnTo>
                    <a:pt x="23488" y="4751"/>
                  </a:lnTo>
                  <a:lnTo>
                    <a:pt x="16226" y="4751"/>
                  </a:lnTo>
                  <a:lnTo>
                    <a:pt x="16226" y="13716"/>
                  </a:lnTo>
                  <a:cubicBezTo>
                    <a:pt x="16226" y="15152"/>
                    <a:pt x="15062" y="16316"/>
                    <a:pt x="13626" y="16316"/>
                  </a:cubicBezTo>
                  <a:lnTo>
                    <a:pt x="4662" y="16316"/>
                  </a:lnTo>
                  <a:lnTo>
                    <a:pt x="4662" y="23577"/>
                  </a:lnTo>
                  <a:lnTo>
                    <a:pt x="13626" y="23577"/>
                  </a:lnTo>
                  <a:cubicBezTo>
                    <a:pt x="15062" y="23577"/>
                    <a:pt x="16226" y="24741"/>
                    <a:pt x="16226" y="26177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形状 58"/>
            <p:cNvSpPr/>
            <p:nvPr/>
          </p:nvSpPr>
          <p:spPr>
            <a:xfrm>
              <a:off x="6037550" y="3434020"/>
              <a:ext cx="29673" cy="5199"/>
            </a:xfrm>
            <a:custGeom>
              <a:avLst/>
              <a:gdLst>
                <a:gd name="connsiteX0" fmla="*/ 27073 w 29673"/>
                <a:gd name="connsiteY0" fmla="*/ 5200 h 5199"/>
                <a:gd name="connsiteX1" fmla="*/ 2600 w 29673"/>
                <a:gd name="connsiteY1" fmla="*/ 5200 h 5199"/>
                <a:gd name="connsiteX2" fmla="*/ 0 w 29673"/>
                <a:gd name="connsiteY2" fmla="*/ 2600 h 5199"/>
                <a:gd name="connsiteX3" fmla="*/ 2600 w 29673"/>
                <a:gd name="connsiteY3" fmla="*/ 0 h 5199"/>
                <a:gd name="connsiteX4" fmla="*/ 27073 w 29673"/>
                <a:gd name="connsiteY4" fmla="*/ 0 h 5199"/>
                <a:gd name="connsiteX5" fmla="*/ 29673 w 29673"/>
                <a:gd name="connsiteY5" fmla="*/ 2600 h 5199"/>
                <a:gd name="connsiteX6" fmla="*/ 27073 w 29673"/>
                <a:gd name="connsiteY6" fmla="*/ 5200 h 5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673" h="5199">
                  <a:moveTo>
                    <a:pt x="27073" y="5200"/>
                  </a:moveTo>
                  <a:lnTo>
                    <a:pt x="2600" y="5200"/>
                  </a:lnTo>
                  <a:cubicBezTo>
                    <a:pt x="1164" y="5200"/>
                    <a:pt x="0" y="4036"/>
                    <a:pt x="0" y="2600"/>
                  </a:cubicBezTo>
                  <a:cubicBezTo>
                    <a:pt x="0" y="1164"/>
                    <a:pt x="1164" y="0"/>
                    <a:pt x="2600" y="0"/>
                  </a:cubicBezTo>
                  <a:lnTo>
                    <a:pt x="27073" y="0"/>
                  </a:lnTo>
                  <a:cubicBezTo>
                    <a:pt x="28509" y="0"/>
                    <a:pt x="29673" y="1164"/>
                    <a:pt x="29673" y="2600"/>
                  </a:cubicBezTo>
                  <a:cubicBezTo>
                    <a:pt x="29673" y="4036"/>
                    <a:pt x="28509" y="5200"/>
                    <a:pt x="27073" y="520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形状 59"/>
            <p:cNvSpPr/>
            <p:nvPr/>
          </p:nvSpPr>
          <p:spPr>
            <a:xfrm>
              <a:off x="6124238" y="3434020"/>
              <a:ext cx="29493" cy="5199"/>
            </a:xfrm>
            <a:custGeom>
              <a:avLst/>
              <a:gdLst>
                <a:gd name="connsiteX0" fmla="*/ 26894 w 29493"/>
                <a:gd name="connsiteY0" fmla="*/ 5200 h 5199"/>
                <a:gd name="connsiteX1" fmla="*/ 2600 w 29493"/>
                <a:gd name="connsiteY1" fmla="*/ 5200 h 5199"/>
                <a:gd name="connsiteX2" fmla="*/ 0 w 29493"/>
                <a:gd name="connsiteY2" fmla="*/ 2600 h 5199"/>
                <a:gd name="connsiteX3" fmla="*/ 2600 w 29493"/>
                <a:gd name="connsiteY3" fmla="*/ 0 h 5199"/>
                <a:gd name="connsiteX4" fmla="*/ 26894 w 29493"/>
                <a:gd name="connsiteY4" fmla="*/ 0 h 5199"/>
                <a:gd name="connsiteX5" fmla="*/ 29494 w 29493"/>
                <a:gd name="connsiteY5" fmla="*/ 2600 h 5199"/>
                <a:gd name="connsiteX6" fmla="*/ 26894 w 29493"/>
                <a:gd name="connsiteY6" fmla="*/ 5200 h 5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493" h="5199">
                  <a:moveTo>
                    <a:pt x="26894" y="5200"/>
                  </a:moveTo>
                  <a:lnTo>
                    <a:pt x="2600" y="5200"/>
                  </a:lnTo>
                  <a:cubicBezTo>
                    <a:pt x="1164" y="5200"/>
                    <a:pt x="0" y="4036"/>
                    <a:pt x="0" y="2600"/>
                  </a:cubicBezTo>
                  <a:cubicBezTo>
                    <a:pt x="0" y="1164"/>
                    <a:pt x="1164" y="0"/>
                    <a:pt x="2600" y="0"/>
                  </a:cubicBezTo>
                  <a:lnTo>
                    <a:pt x="26894" y="0"/>
                  </a:lnTo>
                  <a:cubicBezTo>
                    <a:pt x="28330" y="0"/>
                    <a:pt x="29494" y="1164"/>
                    <a:pt x="29494" y="2600"/>
                  </a:cubicBezTo>
                  <a:cubicBezTo>
                    <a:pt x="29494" y="4036"/>
                    <a:pt x="28330" y="5200"/>
                    <a:pt x="26894" y="520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形状 60"/>
            <p:cNvSpPr/>
            <p:nvPr/>
          </p:nvSpPr>
          <p:spPr>
            <a:xfrm>
              <a:off x="6062830" y="3363378"/>
              <a:ext cx="63111" cy="20977"/>
            </a:xfrm>
            <a:custGeom>
              <a:avLst/>
              <a:gdLst>
                <a:gd name="connsiteX0" fmla="*/ 60960 w 63111"/>
                <a:gd name="connsiteY0" fmla="*/ 20977 h 20977"/>
                <a:gd name="connsiteX1" fmla="*/ 2600 w 63111"/>
                <a:gd name="connsiteY1" fmla="*/ 20977 h 20977"/>
                <a:gd name="connsiteX2" fmla="*/ 0 w 63111"/>
                <a:gd name="connsiteY2" fmla="*/ 18378 h 20977"/>
                <a:gd name="connsiteX3" fmla="*/ 0 w 63111"/>
                <a:gd name="connsiteY3" fmla="*/ 4662 h 20977"/>
                <a:gd name="connsiteX4" fmla="*/ 4662 w 63111"/>
                <a:gd name="connsiteY4" fmla="*/ 0 h 20977"/>
                <a:gd name="connsiteX5" fmla="*/ 58450 w 63111"/>
                <a:gd name="connsiteY5" fmla="*/ 0 h 20977"/>
                <a:gd name="connsiteX6" fmla="*/ 63112 w 63111"/>
                <a:gd name="connsiteY6" fmla="*/ 4662 h 20977"/>
                <a:gd name="connsiteX7" fmla="*/ 63112 w 63111"/>
                <a:gd name="connsiteY7" fmla="*/ 18378 h 20977"/>
                <a:gd name="connsiteX8" fmla="*/ 60960 w 63111"/>
                <a:gd name="connsiteY8" fmla="*/ 20977 h 20977"/>
                <a:gd name="connsiteX9" fmla="*/ 5110 w 63111"/>
                <a:gd name="connsiteY9" fmla="*/ 15778 h 20977"/>
                <a:gd name="connsiteX10" fmla="*/ 58898 w 63111"/>
                <a:gd name="connsiteY10" fmla="*/ 15778 h 20977"/>
                <a:gd name="connsiteX11" fmla="*/ 58898 w 63111"/>
                <a:gd name="connsiteY11" fmla="*/ 5200 h 20977"/>
                <a:gd name="connsiteX12" fmla="*/ 5110 w 63111"/>
                <a:gd name="connsiteY12" fmla="*/ 5200 h 2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110" h="20977">
                  <a:moveTo>
                    <a:pt x="60960" y="20977"/>
                  </a:moveTo>
                  <a:lnTo>
                    <a:pt x="2600" y="20977"/>
                  </a:lnTo>
                  <a:cubicBezTo>
                    <a:pt x="1164" y="20977"/>
                    <a:pt x="0" y="19813"/>
                    <a:pt x="0" y="18378"/>
                  </a:cubicBezTo>
                  <a:lnTo>
                    <a:pt x="0" y="4662"/>
                  </a:lnTo>
                  <a:cubicBezTo>
                    <a:pt x="0" y="2087"/>
                    <a:pt x="2087" y="0"/>
                    <a:pt x="4662" y="0"/>
                  </a:cubicBezTo>
                  <a:lnTo>
                    <a:pt x="58450" y="0"/>
                  </a:lnTo>
                  <a:cubicBezTo>
                    <a:pt x="61024" y="0"/>
                    <a:pt x="63112" y="2087"/>
                    <a:pt x="63112" y="4662"/>
                  </a:cubicBezTo>
                  <a:lnTo>
                    <a:pt x="63112" y="18378"/>
                  </a:lnTo>
                  <a:cubicBezTo>
                    <a:pt x="63131" y="19655"/>
                    <a:pt x="62219" y="20757"/>
                    <a:pt x="60960" y="20977"/>
                  </a:cubicBezTo>
                  <a:close/>
                  <a:moveTo>
                    <a:pt x="5110" y="15778"/>
                  </a:moveTo>
                  <a:lnTo>
                    <a:pt x="58898" y="15778"/>
                  </a:lnTo>
                  <a:lnTo>
                    <a:pt x="58898" y="5200"/>
                  </a:lnTo>
                  <a:lnTo>
                    <a:pt x="5110" y="5200"/>
                  </a:ln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形状 61"/>
            <p:cNvSpPr/>
            <p:nvPr/>
          </p:nvSpPr>
          <p:spPr>
            <a:xfrm>
              <a:off x="6051623" y="3352799"/>
              <a:ext cx="85889" cy="31556"/>
            </a:xfrm>
            <a:custGeom>
              <a:avLst/>
              <a:gdLst>
                <a:gd name="connsiteX0" fmla="*/ 83284 w 85889"/>
                <a:gd name="connsiteY0" fmla="*/ 31556 h 31556"/>
                <a:gd name="connsiteX1" fmla="*/ 2601 w 85889"/>
                <a:gd name="connsiteY1" fmla="*/ 31556 h 31556"/>
                <a:gd name="connsiteX2" fmla="*/ 2 w 85889"/>
                <a:gd name="connsiteY2" fmla="*/ 28956 h 31556"/>
                <a:gd name="connsiteX3" fmla="*/ 2 w 85889"/>
                <a:gd name="connsiteY3" fmla="*/ 11027 h 31556"/>
                <a:gd name="connsiteX4" fmla="*/ 10668 w 85889"/>
                <a:gd name="connsiteY4" fmla="*/ 1 h 31556"/>
                <a:gd name="connsiteX5" fmla="*/ 10938 w 85889"/>
                <a:gd name="connsiteY5" fmla="*/ 0 h 31556"/>
                <a:gd name="connsiteX6" fmla="*/ 75036 w 85889"/>
                <a:gd name="connsiteY6" fmla="*/ 0 h 31556"/>
                <a:gd name="connsiteX7" fmla="*/ 85883 w 85889"/>
                <a:gd name="connsiteY7" fmla="*/ 10848 h 31556"/>
                <a:gd name="connsiteX8" fmla="*/ 85883 w 85889"/>
                <a:gd name="connsiteY8" fmla="*/ 28777 h 31556"/>
                <a:gd name="connsiteX9" fmla="*/ 83469 w 85889"/>
                <a:gd name="connsiteY9" fmla="*/ 31550 h 31556"/>
                <a:gd name="connsiteX10" fmla="*/ 83284 w 85889"/>
                <a:gd name="connsiteY10" fmla="*/ 31556 h 31556"/>
                <a:gd name="connsiteX11" fmla="*/ 5291 w 85889"/>
                <a:gd name="connsiteY11" fmla="*/ 26357 h 31556"/>
                <a:gd name="connsiteX12" fmla="*/ 80684 w 85889"/>
                <a:gd name="connsiteY12" fmla="*/ 26357 h 31556"/>
                <a:gd name="connsiteX13" fmla="*/ 80684 w 85889"/>
                <a:gd name="connsiteY13" fmla="*/ 10848 h 31556"/>
                <a:gd name="connsiteX14" fmla="*/ 75036 w 85889"/>
                <a:gd name="connsiteY14" fmla="*/ 5200 h 31556"/>
                <a:gd name="connsiteX15" fmla="*/ 10938 w 85889"/>
                <a:gd name="connsiteY15" fmla="*/ 5200 h 31556"/>
                <a:gd name="connsiteX16" fmla="*/ 5291 w 85889"/>
                <a:gd name="connsiteY16" fmla="*/ 10848 h 31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889" h="31556">
                  <a:moveTo>
                    <a:pt x="83284" y="31556"/>
                  </a:moveTo>
                  <a:lnTo>
                    <a:pt x="2601" y="31556"/>
                  </a:lnTo>
                  <a:cubicBezTo>
                    <a:pt x="1165" y="31556"/>
                    <a:pt x="2" y="30392"/>
                    <a:pt x="2" y="28956"/>
                  </a:cubicBezTo>
                  <a:lnTo>
                    <a:pt x="2" y="11027"/>
                  </a:lnTo>
                  <a:cubicBezTo>
                    <a:pt x="-98" y="5037"/>
                    <a:pt x="4678" y="101"/>
                    <a:pt x="10668" y="1"/>
                  </a:cubicBezTo>
                  <a:cubicBezTo>
                    <a:pt x="10758" y="0"/>
                    <a:pt x="10848" y="0"/>
                    <a:pt x="10938" y="0"/>
                  </a:cubicBezTo>
                  <a:lnTo>
                    <a:pt x="75036" y="0"/>
                  </a:lnTo>
                  <a:cubicBezTo>
                    <a:pt x="81027" y="0"/>
                    <a:pt x="85883" y="4857"/>
                    <a:pt x="85883" y="10848"/>
                  </a:cubicBezTo>
                  <a:lnTo>
                    <a:pt x="85883" y="28777"/>
                  </a:lnTo>
                  <a:cubicBezTo>
                    <a:pt x="85982" y="30209"/>
                    <a:pt x="84902" y="31451"/>
                    <a:pt x="83469" y="31550"/>
                  </a:cubicBezTo>
                  <a:cubicBezTo>
                    <a:pt x="83407" y="31554"/>
                    <a:pt x="83346" y="31556"/>
                    <a:pt x="83284" y="31556"/>
                  </a:cubicBezTo>
                  <a:close/>
                  <a:moveTo>
                    <a:pt x="5291" y="26357"/>
                  </a:moveTo>
                  <a:lnTo>
                    <a:pt x="80684" y="26357"/>
                  </a:lnTo>
                  <a:lnTo>
                    <a:pt x="80684" y="10848"/>
                  </a:lnTo>
                  <a:cubicBezTo>
                    <a:pt x="80684" y="7729"/>
                    <a:pt x="78155" y="5200"/>
                    <a:pt x="75036" y="5200"/>
                  </a:cubicBezTo>
                  <a:lnTo>
                    <a:pt x="10938" y="5200"/>
                  </a:lnTo>
                  <a:cubicBezTo>
                    <a:pt x="7819" y="5200"/>
                    <a:pt x="5291" y="7729"/>
                    <a:pt x="5291" y="1084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形状 62"/>
            <p:cNvSpPr/>
            <p:nvPr/>
          </p:nvSpPr>
          <p:spPr>
            <a:xfrm>
              <a:off x="6029377" y="3487268"/>
              <a:ext cx="132437" cy="5381"/>
            </a:xfrm>
            <a:custGeom>
              <a:avLst/>
              <a:gdLst>
                <a:gd name="connsiteX0" fmla="*/ 129824 w 132437"/>
                <a:gd name="connsiteY0" fmla="*/ 5381 h 5381"/>
                <a:gd name="connsiteX1" fmla="*/ 2615 w 132437"/>
                <a:gd name="connsiteY1" fmla="*/ 5381 h 5381"/>
                <a:gd name="connsiteX2" fmla="*/ 15 w 132437"/>
                <a:gd name="connsiteY2" fmla="*/ 2781 h 5381"/>
                <a:gd name="connsiteX3" fmla="*/ 2239 w 132437"/>
                <a:gd name="connsiteY3" fmla="*/ 15 h 5381"/>
                <a:gd name="connsiteX4" fmla="*/ 2615 w 132437"/>
                <a:gd name="connsiteY4" fmla="*/ 2 h 5381"/>
                <a:gd name="connsiteX5" fmla="*/ 129824 w 132437"/>
                <a:gd name="connsiteY5" fmla="*/ 2 h 5381"/>
                <a:gd name="connsiteX6" fmla="*/ 132422 w 132437"/>
                <a:gd name="connsiteY6" fmla="*/ 2421 h 5381"/>
                <a:gd name="connsiteX7" fmla="*/ 132424 w 132437"/>
                <a:gd name="connsiteY7" fmla="*/ 2512 h 5381"/>
                <a:gd name="connsiteX8" fmla="*/ 130107 w 132437"/>
                <a:gd name="connsiteY8" fmla="*/ 5367 h 5381"/>
                <a:gd name="connsiteX9" fmla="*/ 129824 w 132437"/>
                <a:gd name="connsiteY9" fmla="*/ 5381 h 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437" h="5381">
                  <a:moveTo>
                    <a:pt x="129824" y="5381"/>
                  </a:moveTo>
                  <a:lnTo>
                    <a:pt x="2615" y="5381"/>
                  </a:lnTo>
                  <a:cubicBezTo>
                    <a:pt x="1179" y="5381"/>
                    <a:pt x="15" y="4217"/>
                    <a:pt x="15" y="2781"/>
                  </a:cubicBezTo>
                  <a:cubicBezTo>
                    <a:pt x="-135" y="1403"/>
                    <a:pt x="861" y="164"/>
                    <a:pt x="2239" y="15"/>
                  </a:cubicBezTo>
                  <a:cubicBezTo>
                    <a:pt x="2364" y="1"/>
                    <a:pt x="2489" y="-3"/>
                    <a:pt x="2615" y="2"/>
                  </a:cubicBezTo>
                  <a:lnTo>
                    <a:pt x="129824" y="2"/>
                  </a:lnTo>
                  <a:cubicBezTo>
                    <a:pt x="131209" y="-47"/>
                    <a:pt x="132373" y="1036"/>
                    <a:pt x="132422" y="2421"/>
                  </a:cubicBezTo>
                  <a:cubicBezTo>
                    <a:pt x="132423" y="2451"/>
                    <a:pt x="132424" y="2482"/>
                    <a:pt x="132424" y="2512"/>
                  </a:cubicBezTo>
                  <a:cubicBezTo>
                    <a:pt x="132572" y="3940"/>
                    <a:pt x="131535" y="5219"/>
                    <a:pt x="130107" y="5367"/>
                  </a:cubicBezTo>
                  <a:cubicBezTo>
                    <a:pt x="130013" y="5377"/>
                    <a:pt x="129918" y="5381"/>
                    <a:pt x="129824" y="5381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形状 63"/>
            <p:cNvSpPr/>
            <p:nvPr/>
          </p:nvSpPr>
          <p:spPr>
            <a:xfrm>
              <a:off x="6019800" y="3503765"/>
              <a:ext cx="151682" cy="5199"/>
            </a:xfrm>
            <a:custGeom>
              <a:avLst/>
              <a:gdLst>
                <a:gd name="connsiteX0" fmla="*/ 149083 w 151682"/>
                <a:gd name="connsiteY0" fmla="*/ 5200 h 5199"/>
                <a:gd name="connsiteX1" fmla="*/ 2600 w 151682"/>
                <a:gd name="connsiteY1" fmla="*/ 5200 h 5199"/>
                <a:gd name="connsiteX2" fmla="*/ 0 w 151682"/>
                <a:gd name="connsiteY2" fmla="*/ 2600 h 5199"/>
                <a:gd name="connsiteX3" fmla="*/ 2600 w 151682"/>
                <a:gd name="connsiteY3" fmla="*/ 0 h 5199"/>
                <a:gd name="connsiteX4" fmla="*/ 149083 w 151682"/>
                <a:gd name="connsiteY4" fmla="*/ 0 h 5199"/>
                <a:gd name="connsiteX5" fmla="*/ 151683 w 151682"/>
                <a:gd name="connsiteY5" fmla="*/ 2600 h 5199"/>
                <a:gd name="connsiteX6" fmla="*/ 149083 w 151682"/>
                <a:gd name="connsiteY6" fmla="*/ 5200 h 5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682" h="5199">
                  <a:moveTo>
                    <a:pt x="149083" y="5200"/>
                  </a:moveTo>
                  <a:lnTo>
                    <a:pt x="2600" y="5200"/>
                  </a:lnTo>
                  <a:cubicBezTo>
                    <a:pt x="1164" y="5200"/>
                    <a:pt x="0" y="4036"/>
                    <a:pt x="0" y="2600"/>
                  </a:cubicBezTo>
                  <a:cubicBezTo>
                    <a:pt x="0" y="1164"/>
                    <a:pt x="1164" y="0"/>
                    <a:pt x="2600" y="0"/>
                  </a:cubicBezTo>
                  <a:lnTo>
                    <a:pt x="149083" y="0"/>
                  </a:lnTo>
                  <a:cubicBezTo>
                    <a:pt x="150519" y="0"/>
                    <a:pt x="151683" y="1164"/>
                    <a:pt x="151683" y="2600"/>
                  </a:cubicBezTo>
                  <a:cubicBezTo>
                    <a:pt x="151683" y="4036"/>
                    <a:pt x="150519" y="5200"/>
                    <a:pt x="149083" y="520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5" name="图形 10"/>
          <p:cNvGrpSpPr/>
          <p:nvPr/>
        </p:nvGrpSpPr>
        <p:grpSpPr>
          <a:xfrm>
            <a:off x="7610421" y="3973804"/>
            <a:ext cx="376174" cy="350695"/>
            <a:chOff x="6007098" y="3346449"/>
            <a:chExt cx="175930" cy="164014"/>
          </a:xfrm>
          <a:solidFill>
            <a:schemeClr val="bg1"/>
          </a:solidFill>
        </p:grpSpPr>
        <p:sp>
          <p:nvSpPr>
            <p:cNvPr id="66" name="任意形状 65"/>
            <p:cNvSpPr/>
            <p:nvPr/>
          </p:nvSpPr>
          <p:spPr>
            <a:xfrm>
              <a:off x="6051169" y="3358190"/>
              <a:ext cx="88352" cy="152273"/>
            </a:xfrm>
            <a:custGeom>
              <a:avLst/>
              <a:gdLst>
                <a:gd name="connsiteX0" fmla="*/ 85351 w 88352"/>
                <a:gd name="connsiteY0" fmla="*/ 152259 h 152273"/>
                <a:gd name="connsiteX1" fmla="*/ 2720 w 88352"/>
                <a:gd name="connsiteY1" fmla="*/ 152259 h 152273"/>
                <a:gd name="connsiteX2" fmla="*/ 7 w 88352"/>
                <a:gd name="connsiteY2" fmla="*/ 149599 h 152273"/>
                <a:gd name="connsiteX3" fmla="*/ 7 w 88352"/>
                <a:gd name="connsiteY3" fmla="*/ 2843 h 152273"/>
                <a:gd name="connsiteX4" fmla="*/ 2527 w 88352"/>
                <a:gd name="connsiteY4" fmla="*/ 6 h 152273"/>
                <a:gd name="connsiteX5" fmla="*/ 2720 w 88352"/>
                <a:gd name="connsiteY5" fmla="*/ 0 h 152273"/>
                <a:gd name="connsiteX6" fmla="*/ 85631 w 88352"/>
                <a:gd name="connsiteY6" fmla="*/ 0 h 152273"/>
                <a:gd name="connsiteX7" fmla="*/ 88345 w 88352"/>
                <a:gd name="connsiteY7" fmla="*/ 2660 h 152273"/>
                <a:gd name="connsiteX8" fmla="*/ 88345 w 88352"/>
                <a:gd name="connsiteY8" fmla="*/ 149416 h 152273"/>
                <a:gd name="connsiteX9" fmla="*/ 85841 w 88352"/>
                <a:gd name="connsiteY9" fmla="*/ 152267 h 152273"/>
                <a:gd name="connsiteX10" fmla="*/ 85351 w 88352"/>
                <a:gd name="connsiteY10" fmla="*/ 152259 h 152273"/>
                <a:gd name="connsiteX11" fmla="*/ 5153 w 88352"/>
                <a:gd name="connsiteY11" fmla="*/ 146939 h 152273"/>
                <a:gd name="connsiteX12" fmla="*/ 82637 w 88352"/>
                <a:gd name="connsiteY12" fmla="*/ 146939 h 152273"/>
                <a:gd name="connsiteX13" fmla="*/ 82637 w 88352"/>
                <a:gd name="connsiteY13" fmla="*/ 5320 h 152273"/>
                <a:gd name="connsiteX14" fmla="*/ 5153 w 88352"/>
                <a:gd name="connsiteY14" fmla="*/ 5320 h 152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8352" h="152273">
                  <a:moveTo>
                    <a:pt x="85351" y="152259"/>
                  </a:moveTo>
                  <a:lnTo>
                    <a:pt x="2720" y="152259"/>
                  </a:lnTo>
                  <a:cubicBezTo>
                    <a:pt x="1222" y="152259"/>
                    <a:pt x="7" y="151068"/>
                    <a:pt x="7" y="149599"/>
                  </a:cubicBezTo>
                  <a:lnTo>
                    <a:pt x="7" y="2843"/>
                  </a:lnTo>
                  <a:cubicBezTo>
                    <a:pt x="-97" y="1378"/>
                    <a:pt x="1032" y="108"/>
                    <a:pt x="2527" y="6"/>
                  </a:cubicBezTo>
                  <a:cubicBezTo>
                    <a:pt x="2591" y="2"/>
                    <a:pt x="2656" y="0"/>
                    <a:pt x="2720" y="0"/>
                  </a:cubicBezTo>
                  <a:lnTo>
                    <a:pt x="85631" y="0"/>
                  </a:lnTo>
                  <a:cubicBezTo>
                    <a:pt x="87130" y="0"/>
                    <a:pt x="88345" y="1191"/>
                    <a:pt x="88345" y="2660"/>
                  </a:cubicBezTo>
                  <a:lnTo>
                    <a:pt x="88345" y="149416"/>
                  </a:lnTo>
                  <a:cubicBezTo>
                    <a:pt x="88457" y="150880"/>
                    <a:pt x="87336" y="152157"/>
                    <a:pt x="85841" y="152267"/>
                  </a:cubicBezTo>
                  <a:cubicBezTo>
                    <a:pt x="85678" y="152279"/>
                    <a:pt x="85514" y="152276"/>
                    <a:pt x="85351" y="152259"/>
                  </a:cubicBezTo>
                  <a:close/>
                  <a:moveTo>
                    <a:pt x="5153" y="146939"/>
                  </a:moveTo>
                  <a:lnTo>
                    <a:pt x="82637" y="146939"/>
                  </a:lnTo>
                  <a:lnTo>
                    <a:pt x="82637" y="5320"/>
                  </a:lnTo>
                  <a:lnTo>
                    <a:pt x="5153" y="5320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形状 66"/>
            <p:cNvSpPr/>
            <p:nvPr/>
          </p:nvSpPr>
          <p:spPr>
            <a:xfrm>
              <a:off x="6133804" y="3401483"/>
              <a:ext cx="49224" cy="97042"/>
            </a:xfrm>
            <a:custGeom>
              <a:avLst/>
              <a:gdLst>
                <a:gd name="connsiteX0" fmla="*/ 46510 w 49224"/>
                <a:gd name="connsiteY0" fmla="*/ 97042 h 97042"/>
                <a:gd name="connsiteX1" fmla="*/ 2715 w 49224"/>
                <a:gd name="connsiteY1" fmla="*/ 97042 h 97042"/>
                <a:gd name="connsiteX2" fmla="*/ 2 w 49224"/>
                <a:gd name="connsiteY2" fmla="*/ 94474 h 97042"/>
                <a:gd name="connsiteX3" fmla="*/ 2 w 49224"/>
                <a:gd name="connsiteY3" fmla="*/ 2752 h 97042"/>
                <a:gd name="connsiteX4" fmla="*/ 2620 w 49224"/>
                <a:gd name="connsiteY4" fmla="*/ 2 h 97042"/>
                <a:gd name="connsiteX5" fmla="*/ 2715 w 49224"/>
                <a:gd name="connsiteY5" fmla="*/ 0 h 97042"/>
                <a:gd name="connsiteX6" fmla="*/ 46510 w 49224"/>
                <a:gd name="connsiteY6" fmla="*/ 0 h 97042"/>
                <a:gd name="connsiteX7" fmla="*/ 49224 w 49224"/>
                <a:gd name="connsiteY7" fmla="*/ 2660 h 97042"/>
                <a:gd name="connsiteX8" fmla="*/ 49224 w 49224"/>
                <a:gd name="connsiteY8" fmla="*/ 94382 h 97042"/>
                <a:gd name="connsiteX9" fmla="*/ 46510 w 49224"/>
                <a:gd name="connsiteY9" fmla="*/ 97042 h 97042"/>
                <a:gd name="connsiteX10" fmla="*/ 5429 w 49224"/>
                <a:gd name="connsiteY10" fmla="*/ 91722 h 97042"/>
                <a:gd name="connsiteX11" fmla="*/ 43797 w 49224"/>
                <a:gd name="connsiteY11" fmla="*/ 91722 h 97042"/>
                <a:gd name="connsiteX12" fmla="*/ 43797 w 49224"/>
                <a:gd name="connsiteY12" fmla="*/ 5228 h 97042"/>
                <a:gd name="connsiteX13" fmla="*/ 5429 w 49224"/>
                <a:gd name="connsiteY13" fmla="*/ 5228 h 9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224" h="97042">
                  <a:moveTo>
                    <a:pt x="46510" y="97042"/>
                  </a:moveTo>
                  <a:lnTo>
                    <a:pt x="2715" y="97042"/>
                  </a:lnTo>
                  <a:cubicBezTo>
                    <a:pt x="1252" y="97043"/>
                    <a:pt x="52" y="95907"/>
                    <a:pt x="2" y="94474"/>
                  </a:cubicBezTo>
                  <a:lnTo>
                    <a:pt x="2" y="2752"/>
                  </a:lnTo>
                  <a:cubicBezTo>
                    <a:pt x="-50" y="1283"/>
                    <a:pt x="1122" y="52"/>
                    <a:pt x="2620" y="2"/>
                  </a:cubicBezTo>
                  <a:cubicBezTo>
                    <a:pt x="2652" y="1"/>
                    <a:pt x="2684" y="0"/>
                    <a:pt x="2715" y="0"/>
                  </a:cubicBezTo>
                  <a:lnTo>
                    <a:pt x="46510" y="0"/>
                  </a:lnTo>
                  <a:cubicBezTo>
                    <a:pt x="48009" y="0"/>
                    <a:pt x="49224" y="1191"/>
                    <a:pt x="49224" y="2660"/>
                  </a:cubicBezTo>
                  <a:lnTo>
                    <a:pt x="49224" y="94382"/>
                  </a:lnTo>
                  <a:cubicBezTo>
                    <a:pt x="49224" y="95851"/>
                    <a:pt x="48009" y="97042"/>
                    <a:pt x="46510" y="97042"/>
                  </a:cubicBezTo>
                  <a:close/>
                  <a:moveTo>
                    <a:pt x="5429" y="91722"/>
                  </a:moveTo>
                  <a:lnTo>
                    <a:pt x="43797" y="91722"/>
                  </a:lnTo>
                  <a:lnTo>
                    <a:pt x="43797" y="5228"/>
                  </a:lnTo>
                  <a:lnTo>
                    <a:pt x="5429" y="5228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形状 67"/>
            <p:cNvSpPr/>
            <p:nvPr/>
          </p:nvSpPr>
          <p:spPr>
            <a:xfrm>
              <a:off x="6007098" y="3401483"/>
              <a:ext cx="49504" cy="97042"/>
            </a:xfrm>
            <a:custGeom>
              <a:avLst/>
              <a:gdLst>
                <a:gd name="connsiteX0" fmla="*/ 46791 w 49504"/>
                <a:gd name="connsiteY0" fmla="*/ 97042 h 97042"/>
                <a:gd name="connsiteX1" fmla="*/ 2715 w 49504"/>
                <a:gd name="connsiteY1" fmla="*/ 97042 h 97042"/>
                <a:gd name="connsiteX2" fmla="*/ 2 w 49504"/>
                <a:gd name="connsiteY2" fmla="*/ 94474 h 97042"/>
                <a:gd name="connsiteX3" fmla="*/ 2 w 49504"/>
                <a:gd name="connsiteY3" fmla="*/ 2752 h 97042"/>
                <a:gd name="connsiteX4" fmla="*/ 2620 w 49504"/>
                <a:gd name="connsiteY4" fmla="*/ 2 h 97042"/>
                <a:gd name="connsiteX5" fmla="*/ 2715 w 49504"/>
                <a:gd name="connsiteY5" fmla="*/ 0 h 97042"/>
                <a:gd name="connsiteX6" fmla="*/ 46791 w 49504"/>
                <a:gd name="connsiteY6" fmla="*/ 0 h 97042"/>
                <a:gd name="connsiteX7" fmla="*/ 49505 w 49504"/>
                <a:gd name="connsiteY7" fmla="*/ 2660 h 97042"/>
                <a:gd name="connsiteX8" fmla="*/ 49505 w 49504"/>
                <a:gd name="connsiteY8" fmla="*/ 94382 h 97042"/>
                <a:gd name="connsiteX9" fmla="*/ 46791 w 49504"/>
                <a:gd name="connsiteY9" fmla="*/ 97042 h 97042"/>
                <a:gd name="connsiteX10" fmla="*/ 5429 w 49504"/>
                <a:gd name="connsiteY10" fmla="*/ 91722 h 97042"/>
                <a:gd name="connsiteX11" fmla="*/ 43797 w 49504"/>
                <a:gd name="connsiteY11" fmla="*/ 91722 h 97042"/>
                <a:gd name="connsiteX12" fmla="*/ 43797 w 49504"/>
                <a:gd name="connsiteY12" fmla="*/ 5228 h 97042"/>
                <a:gd name="connsiteX13" fmla="*/ 5429 w 49504"/>
                <a:gd name="connsiteY13" fmla="*/ 5228 h 9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504" h="97042">
                  <a:moveTo>
                    <a:pt x="46791" y="97042"/>
                  </a:moveTo>
                  <a:lnTo>
                    <a:pt x="2715" y="97042"/>
                  </a:lnTo>
                  <a:cubicBezTo>
                    <a:pt x="1252" y="97043"/>
                    <a:pt x="52" y="95907"/>
                    <a:pt x="2" y="94474"/>
                  </a:cubicBezTo>
                  <a:lnTo>
                    <a:pt x="2" y="2752"/>
                  </a:lnTo>
                  <a:cubicBezTo>
                    <a:pt x="-50" y="1283"/>
                    <a:pt x="1122" y="52"/>
                    <a:pt x="2620" y="2"/>
                  </a:cubicBezTo>
                  <a:cubicBezTo>
                    <a:pt x="2652" y="1"/>
                    <a:pt x="2684" y="0"/>
                    <a:pt x="2715" y="0"/>
                  </a:cubicBezTo>
                  <a:lnTo>
                    <a:pt x="46791" y="0"/>
                  </a:lnTo>
                  <a:cubicBezTo>
                    <a:pt x="48290" y="0"/>
                    <a:pt x="49505" y="1191"/>
                    <a:pt x="49505" y="2660"/>
                  </a:cubicBezTo>
                  <a:lnTo>
                    <a:pt x="49505" y="94382"/>
                  </a:lnTo>
                  <a:cubicBezTo>
                    <a:pt x="49505" y="95851"/>
                    <a:pt x="48290" y="97042"/>
                    <a:pt x="46791" y="97042"/>
                  </a:cubicBezTo>
                  <a:close/>
                  <a:moveTo>
                    <a:pt x="5429" y="91722"/>
                  </a:moveTo>
                  <a:lnTo>
                    <a:pt x="43797" y="91722"/>
                  </a:lnTo>
                  <a:lnTo>
                    <a:pt x="43797" y="5228"/>
                  </a:lnTo>
                  <a:lnTo>
                    <a:pt x="5429" y="5228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形状 68"/>
            <p:cNvSpPr/>
            <p:nvPr/>
          </p:nvSpPr>
          <p:spPr>
            <a:xfrm>
              <a:off x="6077937" y="3368188"/>
              <a:ext cx="34438" cy="33297"/>
            </a:xfrm>
            <a:custGeom>
              <a:avLst/>
              <a:gdLst>
                <a:gd name="connsiteX0" fmla="*/ 22741 w 34438"/>
                <a:gd name="connsiteY0" fmla="*/ 33295 h 33297"/>
                <a:gd name="connsiteX1" fmla="*/ 11699 w 34438"/>
                <a:gd name="connsiteY1" fmla="*/ 33295 h 33297"/>
                <a:gd name="connsiteX2" fmla="*/ 8987 w 34438"/>
                <a:gd name="connsiteY2" fmla="*/ 30820 h 33297"/>
                <a:gd name="connsiteX3" fmla="*/ 8985 w 34438"/>
                <a:gd name="connsiteY3" fmla="*/ 30727 h 33297"/>
                <a:gd name="connsiteX4" fmla="*/ 8985 w 34438"/>
                <a:gd name="connsiteY4" fmla="*/ 24765 h 33297"/>
                <a:gd name="connsiteX5" fmla="*/ 2622 w 34438"/>
                <a:gd name="connsiteY5" fmla="*/ 24765 h 33297"/>
                <a:gd name="connsiteX6" fmla="*/ 0 w 34438"/>
                <a:gd name="connsiteY6" fmla="*/ 22198 h 33297"/>
                <a:gd name="connsiteX7" fmla="*/ 2 w 34438"/>
                <a:gd name="connsiteY7" fmla="*/ 22105 h 33297"/>
                <a:gd name="connsiteX8" fmla="*/ 2 w 34438"/>
                <a:gd name="connsiteY8" fmla="*/ 11465 h 33297"/>
                <a:gd name="connsiteX9" fmla="*/ 2527 w 34438"/>
                <a:gd name="connsiteY9" fmla="*/ 8807 h 33297"/>
                <a:gd name="connsiteX10" fmla="*/ 2622 w 34438"/>
                <a:gd name="connsiteY10" fmla="*/ 8805 h 33297"/>
                <a:gd name="connsiteX11" fmla="*/ 8985 w 34438"/>
                <a:gd name="connsiteY11" fmla="*/ 8805 h 33297"/>
                <a:gd name="connsiteX12" fmla="*/ 8985 w 34438"/>
                <a:gd name="connsiteY12" fmla="*/ 2660 h 33297"/>
                <a:gd name="connsiteX13" fmla="*/ 11699 w 34438"/>
                <a:gd name="connsiteY13" fmla="*/ 0 h 33297"/>
                <a:gd name="connsiteX14" fmla="*/ 22741 w 34438"/>
                <a:gd name="connsiteY14" fmla="*/ 0 h 33297"/>
                <a:gd name="connsiteX15" fmla="*/ 25455 w 34438"/>
                <a:gd name="connsiteY15" fmla="*/ 2660 h 33297"/>
                <a:gd name="connsiteX16" fmla="*/ 25455 w 34438"/>
                <a:gd name="connsiteY16" fmla="*/ 8805 h 33297"/>
                <a:gd name="connsiteX17" fmla="*/ 31725 w 34438"/>
                <a:gd name="connsiteY17" fmla="*/ 8805 h 33297"/>
                <a:gd name="connsiteX18" fmla="*/ 34439 w 34438"/>
                <a:gd name="connsiteY18" fmla="*/ 11465 h 33297"/>
                <a:gd name="connsiteX19" fmla="*/ 34439 w 34438"/>
                <a:gd name="connsiteY19" fmla="*/ 22105 h 33297"/>
                <a:gd name="connsiteX20" fmla="*/ 31725 w 34438"/>
                <a:gd name="connsiteY20" fmla="*/ 24765 h 33297"/>
                <a:gd name="connsiteX21" fmla="*/ 25455 w 34438"/>
                <a:gd name="connsiteY21" fmla="*/ 24765 h 33297"/>
                <a:gd name="connsiteX22" fmla="*/ 25455 w 34438"/>
                <a:gd name="connsiteY22" fmla="*/ 31002 h 33297"/>
                <a:gd name="connsiteX23" fmla="*/ 22741 w 34438"/>
                <a:gd name="connsiteY23" fmla="*/ 33295 h 33297"/>
                <a:gd name="connsiteX24" fmla="*/ 14319 w 34438"/>
                <a:gd name="connsiteY24" fmla="*/ 28342 h 33297"/>
                <a:gd name="connsiteX25" fmla="*/ 19840 w 34438"/>
                <a:gd name="connsiteY25" fmla="*/ 28342 h 33297"/>
                <a:gd name="connsiteX26" fmla="*/ 19840 w 34438"/>
                <a:gd name="connsiteY26" fmla="*/ 22105 h 33297"/>
                <a:gd name="connsiteX27" fmla="*/ 22640 w 34438"/>
                <a:gd name="connsiteY27" fmla="*/ 19532 h 33297"/>
                <a:gd name="connsiteX28" fmla="*/ 22741 w 34438"/>
                <a:gd name="connsiteY28" fmla="*/ 19537 h 33297"/>
                <a:gd name="connsiteX29" fmla="*/ 29105 w 34438"/>
                <a:gd name="connsiteY29" fmla="*/ 19537 h 33297"/>
                <a:gd name="connsiteX30" fmla="*/ 29105 w 34438"/>
                <a:gd name="connsiteY30" fmla="*/ 14125 h 33297"/>
                <a:gd name="connsiteX31" fmla="*/ 22741 w 34438"/>
                <a:gd name="connsiteY31" fmla="*/ 14125 h 33297"/>
                <a:gd name="connsiteX32" fmla="*/ 20028 w 34438"/>
                <a:gd name="connsiteY32" fmla="*/ 11465 h 33297"/>
                <a:gd name="connsiteX33" fmla="*/ 20028 w 34438"/>
                <a:gd name="connsiteY33" fmla="*/ 5228 h 33297"/>
                <a:gd name="connsiteX34" fmla="*/ 14319 w 34438"/>
                <a:gd name="connsiteY34" fmla="*/ 5228 h 33297"/>
                <a:gd name="connsiteX35" fmla="*/ 14319 w 34438"/>
                <a:gd name="connsiteY35" fmla="*/ 11465 h 33297"/>
                <a:gd name="connsiteX36" fmla="*/ 11794 w 34438"/>
                <a:gd name="connsiteY36" fmla="*/ 14124 h 33297"/>
                <a:gd name="connsiteX37" fmla="*/ 11699 w 34438"/>
                <a:gd name="connsiteY37" fmla="*/ 14125 h 33297"/>
                <a:gd name="connsiteX38" fmla="*/ 5336 w 34438"/>
                <a:gd name="connsiteY38" fmla="*/ 14125 h 33297"/>
                <a:gd name="connsiteX39" fmla="*/ 5336 w 34438"/>
                <a:gd name="connsiteY39" fmla="*/ 19537 h 33297"/>
                <a:gd name="connsiteX40" fmla="*/ 11699 w 34438"/>
                <a:gd name="connsiteY40" fmla="*/ 19537 h 33297"/>
                <a:gd name="connsiteX41" fmla="*/ 14319 w 34438"/>
                <a:gd name="connsiteY41" fmla="*/ 22105 h 33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4438" h="33297">
                  <a:moveTo>
                    <a:pt x="22741" y="33295"/>
                  </a:moveTo>
                  <a:lnTo>
                    <a:pt x="11699" y="33295"/>
                  </a:lnTo>
                  <a:cubicBezTo>
                    <a:pt x="10253" y="33346"/>
                    <a:pt x="9039" y="32238"/>
                    <a:pt x="8987" y="30820"/>
                  </a:cubicBezTo>
                  <a:cubicBezTo>
                    <a:pt x="8986" y="30789"/>
                    <a:pt x="8985" y="30758"/>
                    <a:pt x="8985" y="30727"/>
                  </a:cubicBezTo>
                  <a:lnTo>
                    <a:pt x="8985" y="24765"/>
                  </a:lnTo>
                  <a:lnTo>
                    <a:pt x="2622" y="24765"/>
                  </a:lnTo>
                  <a:cubicBezTo>
                    <a:pt x="1175" y="24766"/>
                    <a:pt x="1" y="23617"/>
                    <a:pt x="0" y="22198"/>
                  </a:cubicBezTo>
                  <a:cubicBezTo>
                    <a:pt x="0" y="22167"/>
                    <a:pt x="1" y="22136"/>
                    <a:pt x="2" y="22105"/>
                  </a:cubicBezTo>
                  <a:lnTo>
                    <a:pt x="2" y="11465"/>
                  </a:lnTo>
                  <a:cubicBezTo>
                    <a:pt x="-50" y="10048"/>
                    <a:pt x="1080" y="8858"/>
                    <a:pt x="2527" y="8807"/>
                  </a:cubicBezTo>
                  <a:cubicBezTo>
                    <a:pt x="2558" y="8806"/>
                    <a:pt x="2590" y="8805"/>
                    <a:pt x="2622" y="8805"/>
                  </a:cubicBezTo>
                  <a:lnTo>
                    <a:pt x="8985" y="8805"/>
                  </a:lnTo>
                  <a:lnTo>
                    <a:pt x="8985" y="2660"/>
                  </a:lnTo>
                  <a:cubicBezTo>
                    <a:pt x="8985" y="1191"/>
                    <a:pt x="10200" y="0"/>
                    <a:pt x="11699" y="0"/>
                  </a:cubicBezTo>
                  <a:lnTo>
                    <a:pt x="22741" y="0"/>
                  </a:lnTo>
                  <a:cubicBezTo>
                    <a:pt x="24240" y="0"/>
                    <a:pt x="25455" y="1191"/>
                    <a:pt x="25455" y="2660"/>
                  </a:cubicBezTo>
                  <a:lnTo>
                    <a:pt x="25455" y="8805"/>
                  </a:lnTo>
                  <a:lnTo>
                    <a:pt x="31725" y="8805"/>
                  </a:lnTo>
                  <a:cubicBezTo>
                    <a:pt x="33224" y="8805"/>
                    <a:pt x="34439" y="9996"/>
                    <a:pt x="34439" y="11465"/>
                  </a:cubicBezTo>
                  <a:lnTo>
                    <a:pt x="34439" y="22105"/>
                  </a:lnTo>
                  <a:cubicBezTo>
                    <a:pt x="34439" y="23574"/>
                    <a:pt x="33224" y="24765"/>
                    <a:pt x="31725" y="24765"/>
                  </a:cubicBezTo>
                  <a:lnTo>
                    <a:pt x="25455" y="24765"/>
                  </a:lnTo>
                  <a:lnTo>
                    <a:pt x="25455" y="31002"/>
                  </a:lnTo>
                  <a:cubicBezTo>
                    <a:pt x="25308" y="32348"/>
                    <a:pt x="24121" y="33351"/>
                    <a:pt x="22741" y="33295"/>
                  </a:cubicBezTo>
                  <a:close/>
                  <a:moveTo>
                    <a:pt x="14319" y="28342"/>
                  </a:moveTo>
                  <a:lnTo>
                    <a:pt x="19840" y="28342"/>
                  </a:lnTo>
                  <a:lnTo>
                    <a:pt x="19840" y="22105"/>
                  </a:lnTo>
                  <a:cubicBezTo>
                    <a:pt x="19888" y="20637"/>
                    <a:pt x="21142" y="19485"/>
                    <a:pt x="22640" y="19532"/>
                  </a:cubicBezTo>
                  <a:cubicBezTo>
                    <a:pt x="22674" y="19533"/>
                    <a:pt x="22708" y="19535"/>
                    <a:pt x="22741" y="19537"/>
                  </a:cubicBezTo>
                  <a:lnTo>
                    <a:pt x="29105" y="19537"/>
                  </a:lnTo>
                  <a:lnTo>
                    <a:pt x="29105" y="14125"/>
                  </a:lnTo>
                  <a:lnTo>
                    <a:pt x="22741" y="14125"/>
                  </a:lnTo>
                  <a:cubicBezTo>
                    <a:pt x="21243" y="14125"/>
                    <a:pt x="20028" y="12934"/>
                    <a:pt x="20028" y="11465"/>
                  </a:cubicBezTo>
                  <a:lnTo>
                    <a:pt x="20028" y="5228"/>
                  </a:lnTo>
                  <a:lnTo>
                    <a:pt x="14319" y="5228"/>
                  </a:lnTo>
                  <a:lnTo>
                    <a:pt x="14319" y="11465"/>
                  </a:lnTo>
                  <a:cubicBezTo>
                    <a:pt x="14371" y="12883"/>
                    <a:pt x="13241" y="14073"/>
                    <a:pt x="11794" y="14124"/>
                  </a:cubicBezTo>
                  <a:cubicBezTo>
                    <a:pt x="11763" y="14125"/>
                    <a:pt x="11731" y="14125"/>
                    <a:pt x="11699" y="14125"/>
                  </a:cubicBezTo>
                  <a:lnTo>
                    <a:pt x="5336" y="14125"/>
                  </a:lnTo>
                  <a:lnTo>
                    <a:pt x="5336" y="19537"/>
                  </a:lnTo>
                  <a:lnTo>
                    <a:pt x="11699" y="19537"/>
                  </a:lnTo>
                  <a:cubicBezTo>
                    <a:pt x="13146" y="19537"/>
                    <a:pt x="14319" y="20687"/>
                    <a:pt x="14319" y="22105"/>
                  </a:cubicBez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形状 69"/>
            <p:cNvSpPr/>
            <p:nvPr/>
          </p:nvSpPr>
          <p:spPr>
            <a:xfrm>
              <a:off x="6046590" y="3346449"/>
              <a:ext cx="96947" cy="17060"/>
            </a:xfrm>
            <a:custGeom>
              <a:avLst/>
              <a:gdLst>
                <a:gd name="connsiteX0" fmla="*/ 94234 w 96947"/>
                <a:gd name="connsiteY0" fmla="*/ 17060 h 17060"/>
                <a:gd name="connsiteX1" fmla="*/ 2714 w 96947"/>
                <a:gd name="connsiteY1" fmla="*/ 17060 h 17060"/>
                <a:gd name="connsiteX2" fmla="*/ 0 w 96947"/>
                <a:gd name="connsiteY2" fmla="*/ 14400 h 17060"/>
                <a:gd name="connsiteX3" fmla="*/ 0 w 96947"/>
                <a:gd name="connsiteY3" fmla="*/ 2660 h 17060"/>
                <a:gd name="connsiteX4" fmla="*/ 2714 w 96947"/>
                <a:gd name="connsiteY4" fmla="*/ 0 h 17060"/>
                <a:gd name="connsiteX5" fmla="*/ 94234 w 96947"/>
                <a:gd name="connsiteY5" fmla="*/ 0 h 17060"/>
                <a:gd name="connsiteX6" fmla="*/ 96948 w 96947"/>
                <a:gd name="connsiteY6" fmla="*/ 2660 h 17060"/>
                <a:gd name="connsiteX7" fmla="*/ 96948 w 96947"/>
                <a:gd name="connsiteY7" fmla="*/ 14400 h 17060"/>
                <a:gd name="connsiteX8" fmla="*/ 94234 w 96947"/>
                <a:gd name="connsiteY8" fmla="*/ 17060 h 17060"/>
                <a:gd name="connsiteX9" fmla="*/ 5334 w 96947"/>
                <a:gd name="connsiteY9" fmla="*/ 11740 h 17060"/>
                <a:gd name="connsiteX10" fmla="*/ 91520 w 96947"/>
                <a:gd name="connsiteY10" fmla="*/ 11740 h 17060"/>
                <a:gd name="connsiteX11" fmla="*/ 91520 w 96947"/>
                <a:gd name="connsiteY11" fmla="*/ 5320 h 17060"/>
                <a:gd name="connsiteX12" fmla="*/ 5334 w 96947"/>
                <a:gd name="connsiteY12" fmla="*/ 5320 h 1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6947" h="17060">
                  <a:moveTo>
                    <a:pt x="94234" y="17060"/>
                  </a:moveTo>
                  <a:lnTo>
                    <a:pt x="2714" y="17060"/>
                  </a:lnTo>
                  <a:cubicBezTo>
                    <a:pt x="1215" y="17060"/>
                    <a:pt x="0" y="15869"/>
                    <a:pt x="0" y="14400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lnTo>
                    <a:pt x="94234" y="0"/>
                  </a:lnTo>
                  <a:cubicBezTo>
                    <a:pt x="95733" y="0"/>
                    <a:pt x="96948" y="1191"/>
                    <a:pt x="96948" y="2660"/>
                  </a:cubicBezTo>
                  <a:lnTo>
                    <a:pt x="96948" y="14400"/>
                  </a:lnTo>
                  <a:cubicBezTo>
                    <a:pt x="96948" y="15869"/>
                    <a:pt x="95733" y="17060"/>
                    <a:pt x="94234" y="17060"/>
                  </a:cubicBezTo>
                  <a:close/>
                  <a:moveTo>
                    <a:pt x="5334" y="11740"/>
                  </a:moveTo>
                  <a:lnTo>
                    <a:pt x="91520" y="11740"/>
                  </a:lnTo>
                  <a:lnTo>
                    <a:pt x="91520" y="5320"/>
                  </a:lnTo>
                  <a:lnTo>
                    <a:pt x="5334" y="5320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形状 70"/>
            <p:cNvSpPr/>
            <p:nvPr/>
          </p:nvSpPr>
          <p:spPr>
            <a:xfrm>
              <a:off x="6070733" y="3460919"/>
              <a:ext cx="48569" cy="49530"/>
            </a:xfrm>
            <a:custGeom>
              <a:avLst/>
              <a:gdLst>
                <a:gd name="connsiteX0" fmla="*/ 45947 w 48569"/>
                <a:gd name="connsiteY0" fmla="*/ 49530 h 49530"/>
                <a:gd name="connsiteX1" fmla="*/ 2714 w 48569"/>
                <a:gd name="connsiteY1" fmla="*/ 49530 h 49530"/>
                <a:gd name="connsiteX2" fmla="*/ 0 w 48569"/>
                <a:gd name="connsiteY2" fmla="*/ 46870 h 49530"/>
                <a:gd name="connsiteX3" fmla="*/ 0 w 48569"/>
                <a:gd name="connsiteY3" fmla="*/ 2660 h 49530"/>
                <a:gd name="connsiteX4" fmla="*/ 2714 w 48569"/>
                <a:gd name="connsiteY4" fmla="*/ 0 h 49530"/>
                <a:gd name="connsiteX5" fmla="*/ 45947 w 48569"/>
                <a:gd name="connsiteY5" fmla="*/ 0 h 49530"/>
                <a:gd name="connsiteX6" fmla="*/ 48569 w 48569"/>
                <a:gd name="connsiteY6" fmla="*/ 2567 h 49530"/>
                <a:gd name="connsiteX7" fmla="*/ 48567 w 48569"/>
                <a:gd name="connsiteY7" fmla="*/ 2660 h 49530"/>
                <a:gd name="connsiteX8" fmla="*/ 48567 w 48569"/>
                <a:gd name="connsiteY8" fmla="*/ 46870 h 49530"/>
                <a:gd name="connsiteX9" fmla="*/ 46043 w 48569"/>
                <a:gd name="connsiteY9" fmla="*/ 49528 h 49530"/>
                <a:gd name="connsiteX10" fmla="*/ 45947 w 48569"/>
                <a:gd name="connsiteY10" fmla="*/ 49530 h 49530"/>
                <a:gd name="connsiteX11" fmla="*/ 5428 w 48569"/>
                <a:gd name="connsiteY11" fmla="*/ 44210 h 49530"/>
                <a:gd name="connsiteX12" fmla="*/ 42859 w 48569"/>
                <a:gd name="connsiteY12" fmla="*/ 44210 h 49530"/>
                <a:gd name="connsiteX13" fmla="*/ 42859 w 48569"/>
                <a:gd name="connsiteY13" fmla="*/ 5228 h 49530"/>
                <a:gd name="connsiteX14" fmla="*/ 5428 w 48569"/>
                <a:gd name="connsiteY14" fmla="*/ 5228 h 49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569" h="49530">
                  <a:moveTo>
                    <a:pt x="45947" y="49530"/>
                  </a:moveTo>
                  <a:lnTo>
                    <a:pt x="2714" y="49530"/>
                  </a:lnTo>
                  <a:cubicBezTo>
                    <a:pt x="1215" y="49530"/>
                    <a:pt x="0" y="48339"/>
                    <a:pt x="0" y="46870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lnTo>
                    <a:pt x="45947" y="0"/>
                  </a:lnTo>
                  <a:cubicBezTo>
                    <a:pt x="47394" y="-1"/>
                    <a:pt x="48568" y="1148"/>
                    <a:pt x="48569" y="2567"/>
                  </a:cubicBezTo>
                  <a:cubicBezTo>
                    <a:pt x="48569" y="2598"/>
                    <a:pt x="48569" y="2629"/>
                    <a:pt x="48567" y="2660"/>
                  </a:cubicBezTo>
                  <a:lnTo>
                    <a:pt x="48567" y="46870"/>
                  </a:lnTo>
                  <a:cubicBezTo>
                    <a:pt x="48619" y="48288"/>
                    <a:pt x="47489" y="49478"/>
                    <a:pt x="46043" y="49528"/>
                  </a:cubicBezTo>
                  <a:cubicBezTo>
                    <a:pt x="46011" y="49529"/>
                    <a:pt x="45979" y="49530"/>
                    <a:pt x="45947" y="49530"/>
                  </a:cubicBezTo>
                  <a:close/>
                  <a:moveTo>
                    <a:pt x="5428" y="44210"/>
                  </a:moveTo>
                  <a:lnTo>
                    <a:pt x="42859" y="44210"/>
                  </a:lnTo>
                  <a:lnTo>
                    <a:pt x="42859" y="5228"/>
                  </a:lnTo>
                  <a:lnTo>
                    <a:pt x="5428" y="5228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形状 71"/>
            <p:cNvSpPr/>
            <p:nvPr/>
          </p:nvSpPr>
          <p:spPr>
            <a:xfrm>
              <a:off x="6092350" y="3460919"/>
              <a:ext cx="5427" cy="21462"/>
            </a:xfrm>
            <a:custGeom>
              <a:avLst/>
              <a:gdLst>
                <a:gd name="connsiteX0" fmla="*/ 2714 w 5427"/>
                <a:gd name="connsiteY0" fmla="*/ 21463 h 21462"/>
                <a:gd name="connsiteX1" fmla="*/ 0 w 5427"/>
                <a:gd name="connsiteY1" fmla="*/ 18895 h 21462"/>
                <a:gd name="connsiteX2" fmla="*/ 0 w 5427"/>
                <a:gd name="connsiteY2" fmla="*/ 2660 h 21462"/>
                <a:gd name="connsiteX3" fmla="*/ 2714 w 5427"/>
                <a:gd name="connsiteY3" fmla="*/ 0 h 21462"/>
                <a:gd name="connsiteX4" fmla="*/ 5428 w 5427"/>
                <a:gd name="connsiteY4" fmla="*/ 2660 h 21462"/>
                <a:gd name="connsiteX5" fmla="*/ 5428 w 5427"/>
                <a:gd name="connsiteY5" fmla="*/ 18895 h 21462"/>
                <a:gd name="connsiteX6" fmla="*/ 2714 w 5427"/>
                <a:gd name="connsiteY6" fmla="*/ 21463 h 2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7" h="21462">
                  <a:moveTo>
                    <a:pt x="2714" y="21463"/>
                  </a:moveTo>
                  <a:cubicBezTo>
                    <a:pt x="1251" y="21464"/>
                    <a:pt x="50" y="20328"/>
                    <a:pt x="0" y="18895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cubicBezTo>
                    <a:pt x="4213" y="0"/>
                    <a:pt x="5428" y="1191"/>
                    <a:pt x="5428" y="2660"/>
                  </a:cubicBezTo>
                  <a:lnTo>
                    <a:pt x="5428" y="18895"/>
                  </a:lnTo>
                  <a:cubicBezTo>
                    <a:pt x="5377" y="20328"/>
                    <a:pt x="4177" y="21464"/>
                    <a:pt x="2714" y="21463"/>
                  </a:cubicBez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形状 72"/>
            <p:cNvSpPr/>
            <p:nvPr/>
          </p:nvSpPr>
          <p:spPr>
            <a:xfrm>
              <a:off x="6092350" y="3488619"/>
              <a:ext cx="5427" cy="21829"/>
            </a:xfrm>
            <a:custGeom>
              <a:avLst/>
              <a:gdLst>
                <a:gd name="connsiteX0" fmla="*/ 2714 w 5427"/>
                <a:gd name="connsiteY0" fmla="*/ 21830 h 21829"/>
                <a:gd name="connsiteX1" fmla="*/ 0 w 5427"/>
                <a:gd name="connsiteY1" fmla="*/ 19170 h 21829"/>
                <a:gd name="connsiteX2" fmla="*/ 0 w 5427"/>
                <a:gd name="connsiteY2" fmla="*/ 2660 h 21829"/>
                <a:gd name="connsiteX3" fmla="*/ 2714 w 5427"/>
                <a:gd name="connsiteY3" fmla="*/ 0 h 21829"/>
                <a:gd name="connsiteX4" fmla="*/ 5428 w 5427"/>
                <a:gd name="connsiteY4" fmla="*/ 2660 h 21829"/>
                <a:gd name="connsiteX5" fmla="*/ 5428 w 5427"/>
                <a:gd name="connsiteY5" fmla="*/ 19170 h 21829"/>
                <a:gd name="connsiteX6" fmla="*/ 2714 w 5427"/>
                <a:gd name="connsiteY6" fmla="*/ 21830 h 21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7" h="21829">
                  <a:moveTo>
                    <a:pt x="2714" y="21830"/>
                  </a:moveTo>
                  <a:cubicBezTo>
                    <a:pt x="1215" y="21830"/>
                    <a:pt x="0" y="20639"/>
                    <a:pt x="0" y="19170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cubicBezTo>
                    <a:pt x="4213" y="0"/>
                    <a:pt x="5428" y="1191"/>
                    <a:pt x="5428" y="2660"/>
                  </a:cubicBezTo>
                  <a:lnTo>
                    <a:pt x="5428" y="19170"/>
                  </a:lnTo>
                  <a:cubicBezTo>
                    <a:pt x="5428" y="20639"/>
                    <a:pt x="4213" y="21830"/>
                    <a:pt x="2714" y="21830"/>
                  </a:cubicBez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形状 73"/>
            <p:cNvSpPr/>
            <p:nvPr/>
          </p:nvSpPr>
          <p:spPr>
            <a:xfrm>
              <a:off x="6017487" y="3419094"/>
              <a:ext cx="28448" cy="20637"/>
            </a:xfrm>
            <a:custGeom>
              <a:avLst/>
              <a:gdLst>
                <a:gd name="connsiteX0" fmla="*/ 25734 w 28448"/>
                <a:gd name="connsiteY0" fmla="*/ 20638 h 20637"/>
                <a:gd name="connsiteX1" fmla="*/ 2714 w 28448"/>
                <a:gd name="connsiteY1" fmla="*/ 20638 h 20637"/>
                <a:gd name="connsiteX2" fmla="*/ 0 w 28448"/>
                <a:gd name="connsiteY2" fmla="*/ 17978 h 20637"/>
                <a:gd name="connsiteX3" fmla="*/ 0 w 28448"/>
                <a:gd name="connsiteY3" fmla="*/ 2660 h 20637"/>
                <a:gd name="connsiteX4" fmla="*/ 2714 w 28448"/>
                <a:gd name="connsiteY4" fmla="*/ 0 h 20637"/>
                <a:gd name="connsiteX5" fmla="*/ 25734 w 28448"/>
                <a:gd name="connsiteY5" fmla="*/ 0 h 20637"/>
                <a:gd name="connsiteX6" fmla="*/ 28448 w 28448"/>
                <a:gd name="connsiteY6" fmla="*/ 2660 h 20637"/>
                <a:gd name="connsiteX7" fmla="*/ 28448 w 28448"/>
                <a:gd name="connsiteY7" fmla="*/ 17978 h 20637"/>
                <a:gd name="connsiteX8" fmla="*/ 25734 w 28448"/>
                <a:gd name="connsiteY8" fmla="*/ 20638 h 20637"/>
                <a:gd name="connsiteX9" fmla="*/ 5428 w 28448"/>
                <a:gd name="connsiteY9" fmla="*/ 15318 h 20637"/>
                <a:gd name="connsiteX10" fmla="*/ 23020 w 28448"/>
                <a:gd name="connsiteY10" fmla="*/ 15318 h 20637"/>
                <a:gd name="connsiteX11" fmla="*/ 23020 w 28448"/>
                <a:gd name="connsiteY11" fmla="*/ 5320 h 20637"/>
                <a:gd name="connsiteX12" fmla="*/ 5428 w 28448"/>
                <a:gd name="connsiteY12" fmla="*/ 5320 h 20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448" h="20637">
                  <a:moveTo>
                    <a:pt x="25734" y="20638"/>
                  </a:moveTo>
                  <a:lnTo>
                    <a:pt x="2714" y="20638"/>
                  </a:lnTo>
                  <a:cubicBezTo>
                    <a:pt x="1215" y="20638"/>
                    <a:pt x="0" y="19447"/>
                    <a:pt x="0" y="17978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lnTo>
                    <a:pt x="25734" y="0"/>
                  </a:lnTo>
                  <a:cubicBezTo>
                    <a:pt x="27233" y="0"/>
                    <a:pt x="28448" y="1191"/>
                    <a:pt x="28448" y="2660"/>
                  </a:cubicBezTo>
                  <a:lnTo>
                    <a:pt x="28448" y="17978"/>
                  </a:lnTo>
                  <a:cubicBezTo>
                    <a:pt x="28448" y="19447"/>
                    <a:pt x="27233" y="20638"/>
                    <a:pt x="25734" y="20638"/>
                  </a:cubicBezTo>
                  <a:close/>
                  <a:moveTo>
                    <a:pt x="5428" y="15318"/>
                  </a:moveTo>
                  <a:lnTo>
                    <a:pt x="23020" y="15318"/>
                  </a:lnTo>
                  <a:lnTo>
                    <a:pt x="23020" y="5320"/>
                  </a:lnTo>
                  <a:lnTo>
                    <a:pt x="5428" y="5320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形状 74"/>
            <p:cNvSpPr/>
            <p:nvPr/>
          </p:nvSpPr>
          <p:spPr>
            <a:xfrm>
              <a:off x="6017487" y="3450829"/>
              <a:ext cx="28448" cy="20637"/>
            </a:xfrm>
            <a:custGeom>
              <a:avLst/>
              <a:gdLst>
                <a:gd name="connsiteX0" fmla="*/ 25734 w 28448"/>
                <a:gd name="connsiteY0" fmla="*/ 20638 h 20637"/>
                <a:gd name="connsiteX1" fmla="*/ 2714 w 28448"/>
                <a:gd name="connsiteY1" fmla="*/ 20638 h 20637"/>
                <a:gd name="connsiteX2" fmla="*/ 0 w 28448"/>
                <a:gd name="connsiteY2" fmla="*/ 17978 h 20637"/>
                <a:gd name="connsiteX3" fmla="*/ 0 w 28448"/>
                <a:gd name="connsiteY3" fmla="*/ 2660 h 20637"/>
                <a:gd name="connsiteX4" fmla="*/ 2714 w 28448"/>
                <a:gd name="connsiteY4" fmla="*/ 0 h 20637"/>
                <a:gd name="connsiteX5" fmla="*/ 25734 w 28448"/>
                <a:gd name="connsiteY5" fmla="*/ 0 h 20637"/>
                <a:gd name="connsiteX6" fmla="*/ 28448 w 28448"/>
                <a:gd name="connsiteY6" fmla="*/ 2660 h 20637"/>
                <a:gd name="connsiteX7" fmla="*/ 28448 w 28448"/>
                <a:gd name="connsiteY7" fmla="*/ 17978 h 20637"/>
                <a:gd name="connsiteX8" fmla="*/ 25734 w 28448"/>
                <a:gd name="connsiteY8" fmla="*/ 20638 h 20637"/>
                <a:gd name="connsiteX9" fmla="*/ 5428 w 28448"/>
                <a:gd name="connsiteY9" fmla="*/ 15318 h 20637"/>
                <a:gd name="connsiteX10" fmla="*/ 23020 w 28448"/>
                <a:gd name="connsiteY10" fmla="*/ 15318 h 20637"/>
                <a:gd name="connsiteX11" fmla="*/ 23020 w 28448"/>
                <a:gd name="connsiteY11" fmla="*/ 5687 h 20637"/>
                <a:gd name="connsiteX12" fmla="*/ 5428 w 28448"/>
                <a:gd name="connsiteY12" fmla="*/ 5687 h 20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448" h="20637">
                  <a:moveTo>
                    <a:pt x="25734" y="20638"/>
                  </a:moveTo>
                  <a:lnTo>
                    <a:pt x="2714" y="20638"/>
                  </a:lnTo>
                  <a:cubicBezTo>
                    <a:pt x="1215" y="20638"/>
                    <a:pt x="0" y="19447"/>
                    <a:pt x="0" y="17978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lnTo>
                    <a:pt x="25734" y="0"/>
                  </a:lnTo>
                  <a:cubicBezTo>
                    <a:pt x="27233" y="0"/>
                    <a:pt x="28448" y="1191"/>
                    <a:pt x="28448" y="2660"/>
                  </a:cubicBezTo>
                  <a:lnTo>
                    <a:pt x="28448" y="17978"/>
                  </a:lnTo>
                  <a:cubicBezTo>
                    <a:pt x="28448" y="19447"/>
                    <a:pt x="27233" y="20638"/>
                    <a:pt x="25734" y="20638"/>
                  </a:cubicBezTo>
                  <a:close/>
                  <a:moveTo>
                    <a:pt x="5428" y="15318"/>
                  </a:moveTo>
                  <a:lnTo>
                    <a:pt x="23020" y="15318"/>
                  </a:lnTo>
                  <a:lnTo>
                    <a:pt x="23020" y="5687"/>
                  </a:lnTo>
                  <a:lnTo>
                    <a:pt x="5428" y="5687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形状 75"/>
            <p:cNvSpPr/>
            <p:nvPr/>
          </p:nvSpPr>
          <p:spPr>
            <a:xfrm>
              <a:off x="6144193" y="3419094"/>
              <a:ext cx="28448" cy="20637"/>
            </a:xfrm>
            <a:custGeom>
              <a:avLst/>
              <a:gdLst>
                <a:gd name="connsiteX0" fmla="*/ 25734 w 28448"/>
                <a:gd name="connsiteY0" fmla="*/ 20638 h 20637"/>
                <a:gd name="connsiteX1" fmla="*/ 2714 w 28448"/>
                <a:gd name="connsiteY1" fmla="*/ 20638 h 20637"/>
                <a:gd name="connsiteX2" fmla="*/ 0 w 28448"/>
                <a:gd name="connsiteY2" fmla="*/ 17978 h 20637"/>
                <a:gd name="connsiteX3" fmla="*/ 0 w 28448"/>
                <a:gd name="connsiteY3" fmla="*/ 2660 h 20637"/>
                <a:gd name="connsiteX4" fmla="*/ 2714 w 28448"/>
                <a:gd name="connsiteY4" fmla="*/ 0 h 20637"/>
                <a:gd name="connsiteX5" fmla="*/ 25734 w 28448"/>
                <a:gd name="connsiteY5" fmla="*/ 0 h 20637"/>
                <a:gd name="connsiteX6" fmla="*/ 28448 w 28448"/>
                <a:gd name="connsiteY6" fmla="*/ 2660 h 20637"/>
                <a:gd name="connsiteX7" fmla="*/ 28448 w 28448"/>
                <a:gd name="connsiteY7" fmla="*/ 17978 h 20637"/>
                <a:gd name="connsiteX8" fmla="*/ 25734 w 28448"/>
                <a:gd name="connsiteY8" fmla="*/ 20638 h 20637"/>
                <a:gd name="connsiteX9" fmla="*/ 5428 w 28448"/>
                <a:gd name="connsiteY9" fmla="*/ 15318 h 20637"/>
                <a:gd name="connsiteX10" fmla="*/ 23020 w 28448"/>
                <a:gd name="connsiteY10" fmla="*/ 15318 h 20637"/>
                <a:gd name="connsiteX11" fmla="*/ 23020 w 28448"/>
                <a:gd name="connsiteY11" fmla="*/ 5320 h 20637"/>
                <a:gd name="connsiteX12" fmla="*/ 5428 w 28448"/>
                <a:gd name="connsiteY12" fmla="*/ 5320 h 20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448" h="20637">
                  <a:moveTo>
                    <a:pt x="25734" y="20638"/>
                  </a:moveTo>
                  <a:lnTo>
                    <a:pt x="2714" y="20638"/>
                  </a:lnTo>
                  <a:cubicBezTo>
                    <a:pt x="1215" y="20638"/>
                    <a:pt x="0" y="19447"/>
                    <a:pt x="0" y="17978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lnTo>
                    <a:pt x="25734" y="0"/>
                  </a:lnTo>
                  <a:cubicBezTo>
                    <a:pt x="27233" y="0"/>
                    <a:pt x="28448" y="1191"/>
                    <a:pt x="28448" y="2660"/>
                  </a:cubicBezTo>
                  <a:lnTo>
                    <a:pt x="28448" y="17978"/>
                  </a:lnTo>
                  <a:cubicBezTo>
                    <a:pt x="28448" y="19447"/>
                    <a:pt x="27233" y="20638"/>
                    <a:pt x="25734" y="20638"/>
                  </a:cubicBezTo>
                  <a:close/>
                  <a:moveTo>
                    <a:pt x="5428" y="15318"/>
                  </a:moveTo>
                  <a:lnTo>
                    <a:pt x="23020" y="15318"/>
                  </a:lnTo>
                  <a:lnTo>
                    <a:pt x="23020" y="5320"/>
                  </a:lnTo>
                  <a:lnTo>
                    <a:pt x="5428" y="5320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形状 76"/>
            <p:cNvSpPr/>
            <p:nvPr/>
          </p:nvSpPr>
          <p:spPr>
            <a:xfrm>
              <a:off x="6144193" y="3450829"/>
              <a:ext cx="28448" cy="20637"/>
            </a:xfrm>
            <a:custGeom>
              <a:avLst/>
              <a:gdLst>
                <a:gd name="connsiteX0" fmla="*/ 25734 w 28448"/>
                <a:gd name="connsiteY0" fmla="*/ 20638 h 20637"/>
                <a:gd name="connsiteX1" fmla="*/ 2714 w 28448"/>
                <a:gd name="connsiteY1" fmla="*/ 20638 h 20637"/>
                <a:gd name="connsiteX2" fmla="*/ 0 w 28448"/>
                <a:gd name="connsiteY2" fmla="*/ 17978 h 20637"/>
                <a:gd name="connsiteX3" fmla="*/ 0 w 28448"/>
                <a:gd name="connsiteY3" fmla="*/ 2660 h 20637"/>
                <a:gd name="connsiteX4" fmla="*/ 2714 w 28448"/>
                <a:gd name="connsiteY4" fmla="*/ 0 h 20637"/>
                <a:gd name="connsiteX5" fmla="*/ 25734 w 28448"/>
                <a:gd name="connsiteY5" fmla="*/ 0 h 20637"/>
                <a:gd name="connsiteX6" fmla="*/ 28448 w 28448"/>
                <a:gd name="connsiteY6" fmla="*/ 2660 h 20637"/>
                <a:gd name="connsiteX7" fmla="*/ 28448 w 28448"/>
                <a:gd name="connsiteY7" fmla="*/ 17978 h 20637"/>
                <a:gd name="connsiteX8" fmla="*/ 25734 w 28448"/>
                <a:gd name="connsiteY8" fmla="*/ 20638 h 20637"/>
                <a:gd name="connsiteX9" fmla="*/ 5428 w 28448"/>
                <a:gd name="connsiteY9" fmla="*/ 15318 h 20637"/>
                <a:gd name="connsiteX10" fmla="*/ 23020 w 28448"/>
                <a:gd name="connsiteY10" fmla="*/ 15318 h 20637"/>
                <a:gd name="connsiteX11" fmla="*/ 23020 w 28448"/>
                <a:gd name="connsiteY11" fmla="*/ 5687 h 20637"/>
                <a:gd name="connsiteX12" fmla="*/ 5428 w 28448"/>
                <a:gd name="connsiteY12" fmla="*/ 5687 h 20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448" h="20637">
                  <a:moveTo>
                    <a:pt x="25734" y="20638"/>
                  </a:moveTo>
                  <a:lnTo>
                    <a:pt x="2714" y="20638"/>
                  </a:lnTo>
                  <a:cubicBezTo>
                    <a:pt x="1215" y="20638"/>
                    <a:pt x="0" y="19447"/>
                    <a:pt x="0" y="17978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lnTo>
                    <a:pt x="25734" y="0"/>
                  </a:lnTo>
                  <a:cubicBezTo>
                    <a:pt x="27233" y="0"/>
                    <a:pt x="28448" y="1191"/>
                    <a:pt x="28448" y="2660"/>
                  </a:cubicBezTo>
                  <a:lnTo>
                    <a:pt x="28448" y="17978"/>
                  </a:lnTo>
                  <a:cubicBezTo>
                    <a:pt x="28448" y="19447"/>
                    <a:pt x="27233" y="20638"/>
                    <a:pt x="25734" y="20638"/>
                  </a:cubicBezTo>
                  <a:close/>
                  <a:moveTo>
                    <a:pt x="5428" y="15318"/>
                  </a:moveTo>
                  <a:lnTo>
                    <a:pt x="23020" y="15318"/>
                  </a:lnTo>
                  <a:lnTo>
                    <a:pt x="23020" y="5687"/>
                  </a:lnTo>
                  <a:lnTo>
                    <a:pt x="5428" y="5687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形状 77"/>
            <p:cNvSpPr/>
            <p:nvPr/>
          </p:nvSpPr>
          <p:spPr>
            <a:xfrm>
              <a:off x="6060533" y="3433769"/>
              <a:ext cx="19090" cy="20270"/>
            </a:xfrm>
            <a:custGeom>
              <a:avLst/>
              <a:gdLst>
                <a:gd name="connsiteX0" fmla="*/ 16376 w 19090"/>
                <a:gd name="connsiteY0" fmla="*/ 20271 h 20270"/>
                <a:gd name="connsiteX1" fmla="*/ 2714 w 19090"/>
                <a:gd name="connsiteY1" fmla="*/ 20271 h 20270"/>
                <a:gd name="connsiteX2" fmla="*/ 0 w 19090"/>
                <a:gd name="connsiteY2" fmla="*/ 17611 h 20270"/>
                <a:gd name="connsiteX3" fmla="*/ 0 w 19090"/>
                <a:gd name="connsiteY3" fmla="*/ 2660 h 20270"/>
                <a:gd name="connsiteX4" fmla="*/ 2714 w 19090"/>
                <a:gd name="connsiteY4" fmla="*/ 0 h 20270"/>
                <a:gd name="connsiteX5" fmla="*/ 16376 w 19090"/>
                <a:gd name="connsiteY5" fmla="*/ 0 h 20270"/>
                <a:gd name="connsiteX6" fmla="*/ 19090 w 19090"/>
                <a:gd name="connsiteY6" fmla="*/ 2660 h 20270"/>
                <a:gd name="connsiteX7" fmla="*/ 19090 w 19090"/>
                <a:gd name="connsiteY7" fmla="*/ 17611 h 20270"/>
                <a:gd name="connsiteX8" fmla="*/ 16376 w 19090"/>
                <a:gd name="connsiteY8" fmla="*/ 20271 h 20270"/>
                <a:gd name="connsiteX9" fmla="*/ 5615 w 19090"/>
                <a:gd name="connsiteY9" fmla="*/ 14951 h 20270"/>
                <a:gd name="connsiteX10" fmla="*/ 13756 w 19090"/>
                <a:gd name="connsiteY10" fmla="*/ 14951 h 20270"/>
                <a:gd name="connsiteX11" fmla="*/ 13756 w 19090"/>
                <a:gd name="connsiteY11" fmla="*/ 5228 h 20270"/>
                <a:gd name="connsiteX12" fmla="*/ 5615 w 19090"/>
                <a:gd name="connsiteY12" fmla="*/ 5228 h 2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90" h="20270">
                  <a:moveTo>
                    <a:pt x="16376" y="20271"/>
                  </a:moveTo>
                  <a:lnTo>
                    <a:pt x="2714" y="20271"/>
                  </a:lnTo>
                  <a:cubicBezTo>
                    <a:pt x="1215" y="20271"/>
                    <a:pt x="0" y="19080"/>
                    <a:pt x="0" y="17611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lnTo>
                    <a:pt x="16376" y="0"/>
                  </a:lnTo>
                  <a:cubicBezTo>
                    <a:pt x="17875" y="0"/>
                    <a:pt x="19090" y="1191"/>
                    <a:pt x="19090" y="2660"/>
                  </a:cubicBezTo>
                  <a:lnTo>
                    <a:pt x="19090" y="17611"/>
                  </a:lnTo>
                  <a:cubicBezTo>
                    <a:pt x="19090" y="19080"/>
                    <a:pt x="17875" y="20271"/>
                    <a:pt x="16376" y="20271"/>
                  </a:cubicBezTo>
                  <a:close/>
                  <a:moveTo>
                    <a:pt x="5615" y="14951"/>
                  </a:moveTo>
                  <a:lnTo>
                    <a:pt x="13756" y="14951"/>
                  </a:lnTo>
                  <a:lnTo>
                    <a:pt x="13756" y="5228"/>
                  </a:lnTo>
                  <a:lnTo>
                    <a:pt x="5615" y="5228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形状 78"/>
            <p:cNvSpPr/>
            <p:nvPr/>
          </p:nvSpPr>
          <p:spPr>
            <a:xfrm>
              <a:off x="6085612" y="3433769"/>
              <a:ext cx="18902" cy="20270"/>
            </a:xfrm>
            <a:custGeom>
              <a:avLst/>
              <a:gdLst>
                <a:gd name="connsiteX0" fmla="*/ 16189 w 18902"/>
                <a:gd name="connsiteY0" fmla="*/ 20271 h 20270"/>
                <a:gd name="connsiteX1" fmla="*/ 2714 w 18902"/>
                <a:gd name="connsiteY1" fmla="*/ 20271 h 20270"/>
                <a:gd name="connsiteX2" fmla="*/ 0 w 18902"/>
                <a:gd name="connsiteY2" fmla="*/ 17611 h 20270"/>
                <a:gd name="connsiteX3" fmla="*/ 0 w 18902"/>
                <a:gd name="connsiteY3" fmla="*/ 2660 h 20270"/>
                <a:gd name="connsiteX4" fmla="*/ 2714 w 18902"/>
                <a:gd name="connsiteY4" fmla="*/ 0 h 20270"/>
                <a:gd name="connsiteX5" fmla="*/ 16189 w 18902"/>
                <a:gd name="connsiteY5" fmla="*/ 0 h 20270"/>
                <a:gd name="connsiteX6" fmla="*/ 18903 w 18902"/>
                <a:gd name="connsiteY6" fmla="*/ 2660 h 20270"/>
                <a:gd name="connsiteX7" fmla="*/ 18903 w 18902"/>
                <a:gd name="connsiteY7" fmla="*/ 17611 h 20270"/>
                <a:gd name="connsiteX8" fmla="*/ 16189 w 18902"/>
                <a:gd name="connsiteY8" fmla="*/ 20271 h 20270"/>
                <a:gd name="connsiteX9" fmla="*/ 5708 w 18902"/>
                <a:gd name="connsiteY9" fmla="*/ 14951 h 20270"/>
                <a:gd name="connsiteX10" fmla="*/ 13756 w 18902"/>
                <a:gd name="connsiteY10" fmla="*/ 14951 h 20270"/>
                <a:gd name="connsiteX11" fmla="*/ 13756 w 18902"/>
                <a:gd name="connsiteY11" fmla="*/ 5228 h 20270"/>
                <a:gd name="connsiteX12" fmla="*/ 5708 w 18902"/>
                <a:gd name="connsiteY12" fmla="*/ 5228 h 2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2" h="20270">
                  <a:moveTo>
                    <a:pt x="16189" y="20271"/>
                  </a:moveTo>
                  <a:lnTo>
                    <a:pt x="2714" y="20271"/>
                  </a:lnTo>
                  <a:cubicBezTo>
                    <a:pt x="1215" y="20271"/>
                    <a:pt x="0" y="19080"/>
                    <a:pt x="0" y="17611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lnTo>
                    <a:pt x="16189" y="0"/>
                  </a:lnTo>
                  <a:cubicBezTo>
                    <a:pt x="17688" y="0"/>
                    <a:pt x="18903" y="1191"/>
                    <a:pt x="18903" y="2660"/>
                  </a:cubicBezTo>
                  <a:lnTo>
                    <a:pt x="18903" y="17611"/>
                  </a:lnTo>
                  <a:cubicBezTo>
                    <a:pt x="18903" y="19080"/>
                    <a:pt x="17688" y="20271"/>
                    <a:pt x="16189" y="20271"/>
                  </a:cubicBezTo>
                  <a:close/>
                  <a:moveTo>
                    <a:pt x="5708" y="14951"/>
                  </a:moveTo>
                  <a:lnTo>
                    <a:pt x="13756" y="14951"/>
                  </a:lnTo>
                  <a:lnTo>
                    <a:pt x="13756" y="5228"/>
                  </a:lnTo>
                  <a:lnTo>
                    <a:pt x="5708" y="5228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形状 79"/>
            <p:cNvSpPr/>
            <p:nvPr/>
          </p:nvSpPr>
          <p:spPr>
            <a:xfrm>
              <a:off x="6110503" y="3433769"/>
              <a:ext cx="18812" cy="20270"/>
            </a:xfrm>
            <a:custGeom>
              <a:avLst/>
              <a:gdLst>
                <a:gd name="connsiteX0" fmla="*/ 16191 w 18812"/>
                <a:gd name="connsiteY0" fmla="*/ 20271 h 20270"/>
                <a:gd name="connsiteX1" fmla="*/ 2622 w 18812"/>
                <a:gd name="connsiteY1" fmla="*/ 20271 h 20270"/>
                <a:gd name="connsiteX2" fmla="*/ 0 w 18812"/>
                <a:gd name="connsiteY2" fmla="*/ 17704 h 20270"/>
                <a:gd name="connsiteX3" fmla="*/ 2 w 18812"/>
                <a:gd name="connsiteY3" fmla="*/ 17611 h 20270"/>
                <a:gd name="connsiteX4" fmla="*/ 2 w 18812"/>
                <a:gd name="connsiteY4" fmla="*/ 2660 h 20270"/>
                <a:gd name="connsiteX5" fmla="*/ 2527 w 18812"/>
                <a:gd name="connsiteY5" fmla="*/ 2 h 20270"/>
                <a:gd name="connsiteX6" fmla="*/ 2622 w 18812"/>
                <a:gd name="connsiteY6" fmla="*/ 0 h 20270"/>
                <a:gd name="connsiteX7" fmla="*/ 16191 w 18812"/>
                <a:gd name="connsiteY7" fmla="*/ 0 h 20270"/>
                <a:gd name="connsiteX8" fmla="*/ 18813 w 18812"/>
                <a:gd name="connsiteY8" fmla="*/ 2567 h 20270"/>
                <a:gd name="connsiteX9" fmla="*/ 18811 w 18812"/>
                <a:gd name="connsiteY9" fmla="*/ 2660 h 20270"/>
                <a:gd name="connsiteX10" fmla="*/ 18811 w 18812"/>
                <a:gd name="connsiteY10" fmla="*/ 17611 h 20270"/>
                <a:gd name="connsiteX11" fmla="*/ 16286 w 18812"/>
                <a:gd name="connsiteY11" fmla="*/ 20269 h 20270"/>
                <a:gd name="connsiteX12" fmla="*/ 16191 w 18812"/>
                <a:gd name="connsiteY12" fmla="*/ 20271 h 20270"/>
                <a:gd name="connsiteX13" fmla="*/ 5336 w 18812"/>
                <a:gd name="connsiteY13" fmla="*/ 14951 h 20270"/>
                <a:gd name="connsiteX14" fmla="*/ 13477 w 18812"/>
                <a:gd name="connsiteY14" fmla="*/ 14951 h 20270"/>
                <a:gd name="connsiteX15" fmla="*/ 13477 w 18812"/>
                <a:gd name="connsiteY15" fmla="*/ 5228 h 20270"/>
                <a:gd name="connsiteX16" fmla="*/ 5336 w 18812"/>
                <a:gd name="connsiteY16" fmla="*/ 5228 h 2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12" h="20270">
                  <a:moveTo>
                    <a:pt x="16191" y="20271"/>
                  </a:moveTo>
                  <a:lnTo>
                    <a:pt x="2622" y="20271"/>
                  </a:lnTo>
                  <a:cubicBezTo>
                    <a:pt x="1175" y="20272"/>
                    <a:pt x="1" y="19122"/>
                    <a:pt x="0" y="17704"/>
                  </a:cubicBezTo>
                  <a:cubicBezTo>
                    <a:pt x="0" y="17673"/>
                    <a:pt x="1" y="17642"/>
                    <a:pt x="2" y="17611"/>
                  </a:cubicBezTo>
                  <a:lnTo>
                    <a:pt x="2" y="2660"/>
                  </a:lnTo>
                  <a:cubicBezTo>
                    <a:pt x="-50" y="1242"/>
                    <a:pt x="1080" y="52"/>
                    <a:pt x="2527" y="2"/>
                  </a:cubicBezTo>
                  <a:cubicBezTo>
                    <a:pt x="2558" y="1"/>
                    <a:pt x="2590" y="0"/>
                    <a:pt x="2622" y="0"/>
                  </a:cubicBezTo>
                  <a:lnTo>
                    <a:pt x="16191" y="0"/>
                  </a:lnTo>
                  <a:cubicBezTo>
                    <a:pt x="17638" y="-1"/>
                    <a:pt x="18812" y="1148"/>
                    <a:pt x="18813" y="2567"/>
                  </a:cubicBezTo>
                  <a:cubicBezTo>
                    <a:pt x="18813" y="2598"/>
                    <a:pt x="18812" y="2629"/>
                    <a:pt x="18811" y="2660"/>
                  </a:cubicBezTo>
                  <a:lnTo>
                    <a:pt x="18811" y="17611"/>
                  </a:lnTo>
                  <a:cubicBezTo>
                    <a:pt x="18863" y="19028"/>
                    <a:pt x="17732" y="20218"/>
                    <a:pt x="16286" y="20269"/>
                  </a:cubicBezTo>
                  <a:cubicBezTo>
                    <a:pt x="16254" y="20270"/>
                    <a:pt x="16223" y="20271"/>
                    <a:pt x="16191" y="20271"/>
                  </a:cubicBezTo>
                  <a:close/>
                  <a:moveTo>
                    <a:pt x="5336" y="14951"/>
                  </a:moveTo>
                  <a:lnTo>
                    <a:pt x="13477" y="14951"/>
                  </a:lnTo>
                  <a:lnTo>
                    <a:pt x="13477" y="5228"/>
                  </a:lnTo>
                  <a:lnTo>
                    <a:pt x="5336" y="5228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形状 80"/>
            <p:cNvSpPr/>
            <p:nvPr/>
          </p:nvSpPr>
          <p:spPr>
            <a:xfrm>
              <a:off x="6060533" y="3408179"/>
              <a:ext cx="19090" cy="20270"/>
            </a:xfrm>
            <a:custGeom>
              <a:avLst/>
              <a:gdLst>
                <a:gd name="connsiteX0" fmla="*/ 16376 w 19090"/>
                <a:gd name="connsiteY0" fmla="*/ 20271 h 20270"/>
                <a:gd name="connsiteX1" fmla="*/ 2714 w 19090"/>
                <a:gd name="connsiteY1" fmla="*/ 20271 h 20270"/>
                <a:gd name="connsiteX2" fmla="*/ 0 w 19090"/>
                <a:gd name="connsiteY2" fmla="*/ 17611 h 20270"/>
                <a:gd name="connsiteX3" fmla="*/ 0 w 19090"/>
                <a:gd name="connsiteY3" fmla="*/ 2477 h 20270"/>
                <a:gd name="connsiteX4" fmla="*/ 2714 w 19090"/>
                <a:gd name="connsiteY4" fmla="*/ 0 h 20270"/>
                <a:gd name="connsiteX5" fmla="*/ 16376 w 19090"/>
                <a:gd name="connsiteY5" fmla="*/ 0 h 20270"/>
                <a:gd name="connsiteX6" fmla="*/ 19090 w 19090"/>
                <a:gd name="connsiteY6" fmla="*/ 2477 h 20270"/>
                <a:gd name="connsiteX7" fmla="*/ 19090 w 19090"/>
                <a:gd name="connsiteY7" fmla="*/ 17611 h 20270"/>
                <a:gd name="connsiteX8" fmla="*/ 16376 w 19090"/>
                <a:gd name="connsiteY8" fmla="*/ 20271 h 20270"/>
                <a:gd name="connsiteX9" fmla="*/ 5615 w 19090"/>
                <a:gd name="connsiteY9" fmla="*/ 14951 h 20270"/>
                <a:gd name="connsiteX10" fmla="*/ 13756 w 19090"/>
                <a:gd name="connsiteY10" fmla="*/ 14951 h 20270"/>
                <a:gd name="connsiteX11" fmla="*/ 13756 w 19090"/>
                <a:gd name="connsiteY11" fmla="*/ 5779 h 20270"/>
                <a:gd name="connsiteX12" fmla="*/ 5615 w 19090"/>
                <a:gd name="connsiteY12" fmla="*/ 5779 h 20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090" h="20270">
                  <a:moveTo>
                    <a:pt x="16376" y="20271"/>
                  </a:moveTo>
                  <a:lnTo>
                    <a:pt x="2714" y="20271"/>
                  </a:lnTo>
                  <a:cubicBezTo>
                    <a:pt x="1215" y="20271"/>
                    <a:pt x="0" y="19080"/>
                    <a:pt x="0" y="17611"/>
                  </a:cubicBezTo>
                  <a:lnTo>
                    <a:pt x="0" y="2477"/>
                  </a:lnTo>
                  <a:cubicBezTo>
                    <a:pt x="99" y="1080"/>
                    <a:pt x="1285" y="-3"/>
                    <a:pt x="2714" y="0"/>
                  </a:cubicBezTo>
                  <a:lnTo>
                    <a:pt x="16376" y="0"/>
                  </a:lnTo>
                  <a:cubicBezTo>
                    <a:pt x="17805" y="-3"/>
                    <a:pt x="18992" y="1080"/>
                    <a:pt x="19090" y="2477"/>
                  </a:cubicBezTo>
                  <a:lnTo>
                    <a:pt x="19090" y="17611"/>
                  </a:lnTo>
                  <a:cubicBezTo>
                    <a:pt x="19090" y="19080"/>
                    <a:pt x="17875" y="20271"/>
                    <a:pt x="16376" y="20271"/>
                  </a:cubicBezTo>
                  <a:close/>
                  <a:moveTo>
                    <a:pt x="5615" y="14951"/>
                  </a:moveTo>
                  <a:lnTo>
                    <a:pt x="13756" y="14951"/>
                  </a:lnTo>
                  <a:lnTo>
                    <a:pt x="13756" y="5779"/>
                  </a:lnTo>
                  <a:lnTo>
                    <a:pt x="5615" y="5779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形状 81"/>
            <p:cNvSpPr/>
            <p:nvPr/>
          </p:nvSpPr>
          <p:spPr>
            <a:xfrm>
              <a:off x="6085612" y="3407995"/>
              <a:ext cx="18902" cy="20454"/>
            </a:xfrm>
            <a:custGeom>
              <a:avLst/>
              <a:gdLst>
                <a:gd name="connsiteX0" fmla="*/ 16189 w 18902"/>
                <a:gd name="connsiteY0" fmla="*/ 20454 h 20454"/>
                <a:gd name="connsiteX1" fmla="*/ 2714 w 18902"/>
                <a:gd name="connsiteY1" fmla="*/ 20454 h 20454"/>
                <a:gd name="connsiteX2" fmla="*/ 0 w 18902"/>
                <a:gd name="connsiteY2" fmla="*/ 17794 h 20454"/>
                <a:gd name="connsiteX3" fmla="*/ 0 w 18902"/>
                <a:gd name="connsiteY3" fmla="*/ 2660 h 20454"/>
                <a:gd name="connsiteX4" fmla="*/ 2714 w 18902"/>
                <a:gd name="connsiteY4" fmla="*/ 0 h 20454"/>
                <a:gd name="connsiteX5" fmla="*/ 16189 w 18902"/>
                <a:gd name="connsiteY5" fmla="*/ 0 h 20454"/>
                <a:gd name="connsiteX6" fmla="*/ 18903 w 18902"/>
                <a:gd name="connsiteY6" fmla="*/ 2660 h 20454"/>
                <a:gd name="connsiteX7" fmla="*/ 18903 w 18902"/>
                <a:gd name="connsiteY7" fmla="*/ 17794 h 20454"/>
                <a:gd name="connsiteX8" fmla="*/ 16189 w 18902"/>
                <a:gd name="connsiteY8" fmla="*/ 20454 h 20454"/>
                <a:gd name="connsiteX9" fmla="*/ 5708 w 18902"/>
                <a:gd name="connsiteY9" fmla="*/ 15134 h 20454"/>
                <a:gd name="connsiteX10" fmla="*/ 13756 w 18902"/>
                <a:gd name="connsiteY10" fmla="*/ 15134 h 20454"/>
                <a:gd name="connsiteX11" fmla="*/ 13756 w 18902"/>
                <a:gd name="connsiteY11" fmla="*/ 5962 h 20454"/>
                <a:gd name="connsiteX12" fmla="*/ 5708 w 18902"/>
                <a:gd name="connsiteY12" fmla="*/ 5962 h 2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02" h="20454">
                  <a:moveTo>
                    <a:pt x="16189" y="20454"/>
                  </a:moveTo>
                  <a:lnTo>
                    <a:pt x="2714" y="20454"/>
                  </a:lnTo>
                  <a:cubicBezTo>
                    <a:pt x="1215" y="20454"/>
                    <a:pt x="0" y="19263"/>
                    <a:pt x="0" y="17794"/>
                  </a:cubicBezTo>
                  <a:lnTo>
                    <a:pt x="0" y="2660"/>
                  </a:lnTo>
                  <a:cubicBezTo>
                    <a:pt x="0" y="1191"/>
                    <a:pt x="1215" y="0"/>
                    <a:pt x="2714" y="0"/>
                  </a:cubicBezTo>
                  <a:lnTo>
                    <a:pt x="16189" y="0"/>
                  </a:lnTo>
                  <a:cubicBezTo>
                    <a:pt x="17688" y="0"/>
                    <a:pt x="18903" y="1191"/>
                    <a:pt x="18903" y="2660"/>
                  </a:cubicBezTo>
                  <a:lnTo>
                    <a:pt x="18903" y="17794"/>
                  </a:lnTo>
                  <a:cubicBezTo>
                    <a:pt x="18903" y="19263"/>
                    <a:pt x="17688" y="20454"/>
                    <a:pt x="16189" y="20454"/>
                  </a:cubicBezTo>
                  <a:close/>
                  <a:moveTo>
                    <a:pt x="5708" y="15134"/>
                  </a:moveTo>
                  <a:lnTo>
                    <a:pt x="13756" y="15134"/>
                  </a:lnTo>
                  <a:lnTo>
                    <a:pt x="13756" y="5962"/>
                  </a:lnTo>
                  <a:lnTo>
                    <a:pt x="5708" y="5962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形状 82"/>
            <p:cNvSpPr/>
            <p:nvPr/>
          </p:nvSpPr>
          <p:spPr>
            <a:xfrm>
              <a:off x="6110503" y="3407995"/>
              <a:ext cx="18812" cy="20454"/>
            </a:xfrm>
            <a:custGeom>
              <a:avLst/>
              <a:gdLst>
                <a:gd name="connsiteX0" fmla="*/ 16191 w 18812"/>
                <a:gd name="connsiteY0" fmla="*/ 20454 h 20454"/>
                <a:gd name="connsiteX1" fmla="*/ 2622 w 18812"/>
                <a:gd name="connsiteY1" fmla="*/ 20454 h 20454"/>
                <a:gd name="connsiteX2" fmla="*/ 0 w 18812"/>
                <a:gd name="connsiteY2" fmla="*/ 17887 h 20454"/>
                <a:gd name="connsiteX3" fmla="*/ 2 w 18812"/>
                <a:gd name="connsiteY3" fmla="*/ 17794 h 20454"/>
                <a:gd name="connsiteX4" fmla="*/ 2 w 18812"/>
                <a:gd name="connsiteY4" fmla="*/ 2660 h 20454"/>
                <a:gd name="connsiteX5" fmla="*/ 2527 w 18812"/>
                <a:gd name="connsiteY5" fmla="*/ 2 h 20454"/>
                <a:gd name="connsiteX6" fmla="*/ 2622 w 18812"/>
                <a:gd name="connsiteY6" fmla="*/ 0 h 20454"/>
                <a:gd name="connsiteX7" fmla="*/ 16191 w 18812"/>
                <a:gd name="connsiteY7" fmla="*/ 0 h 20454"/>
                <a:gd name="connsiteX8" fmla="*/ 18813 w 18812"/>
                <a:gd name="connsiteY8" fmla="*/ 2567 h 20454"/>
                <a:gd name="connsiteX9" fmla="*/ 18811 w 18812"/>
                <a:gd name="connsiteY9" fmla="*/ 2660 h 20454"/>
                <a:gd name="connsiteX10" fmla="*/ 18811 w 18812"/>
                <a:gd name="connsiteY10" fmla="*/ 17794 h 20454"/>
                <a:gd name="connsiteX11" fmla="*/ 16286 w 18812"/>
                <a:gd name="connsiteY11" fmla="*/ 20452 h 20454"/>
                <a:gd name="connsiteX12" fmla="*/ 16191 w 18812"/>
                <a:gd name="connsiteY12" fmla="*/ 20454 h 20454"/>
                <a:gd name="connsiteX13" fmla="*/ 5336 w 18812"/>
                <a:gd name="connsiteY13" fmla="*/ 15134 h 20454"/>
                <a:gd name="connsiteX14" fmla="*/ 13477 w 18812"/>
                <a:gd name="connsiteY14" fmla="*/ 15134 h 20454"/>
                <a:gd name="connsiteX15" fmla="*/ 13477 w 18812"/>
                <a:gd name="connsiteY15" fmla="*/ 5962 h 20454"/>
                <a:gd name="connsiteX16" fmla="*/ 5336 w 18812"/>
                <a:gd name="connsiteY16" fmla="*/ 5962 h 2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812" h="20454">
                  <a:moveTo>
                    <a:pt x="16191" y="20454"/>
                  </a:moveTo>
                  <a:lnTo>
                    <a:pt x="2622" y="20454"/>
                  </a:lnTo>
                  <a:cubicBezTo>
                    <a:pt x="1175" y="20455"/>
                    <a:pt x="1" y="19306"/>
                    <a:pt x="0" y="17887"/>
                  </a:cubicBezTo>
                  <a:cubicBezTo>
                    <a:pt x="0" y="17856"/>
                    <a:pt x="1" y="17825"/>
                    <a:pt x="2" y="17794"/>
                  </a:cubicBezTo>
                  <a:lnTo>
                    <a:pt x="2" y="2660"/>
                  </a:lnTo>
                  <a:cubicBezTo>
                    <a:pt x="-50" y="1242"/>
                    <a:pt x="1080" y="52"/>
                    <a:pt x="2527" y="2"/>
                  </a:cubicBezTo>
                  <a:cubicBezTo>
                    <a:pt x="2558" y="1"/>
                    <a:pt x="2590" y="0"/>
                    <a:pt x="2622" y="0"/>
                  </a:cubicBezTo>
                  <a:lnTo>
                    <a:pt x="16191" y="0"/>
                  </a:lnTo>
                  <a:cubicBezTo>
                    <a:pt x="17638" y="-1"/>
                    <a:pt x="18812" y="1148"/>
                    <a:pt x="18813" y="2567"/>
                  </a:cubicBezTo>
                  <a:cubicBezTo>
                    <a:pt x="18813" y="2598"/>
                    <a:pt x="18812" y="2629"/>
                    <a:pt x="18811" y="2660"/>
                  </a:cubicBezTo>
                  <a:lnTo>
                    <a:pt x="18811" y="17794"/>
                  </a:lnTo>
                  <a:cubicBezTo>
                    <a:pt x="18863" y="19212"/>
                    <a:pt x="17732" y="20402"/>
                    <a:pt x="16286" y="20452"/>
                  </a:cubicBezTo>
                  <a:cubicBezTo>
                    <a:pt x="16254" y="20454"/>
                    <a:pt x="16223" y="20454"/>
                    <a:pt x="16191" y="20454"/>
                  </a:cubicBezTo>
                  <a:close/>
                  <a:moveTo>
                    <a:pt x="5336" y="15134"/>
                  </a:moveTo>
                  <a:lnTo>
                    <a:pt x="13477" y="15134"/>
                  </a:lnTo>
                  <a:lnTo>
                    <a:pt x="13477" y="5962"/>
                  </a:lnTo>
                  <a:lnTo>
                    <a:pt x="5336" y="5962"/>
                  </a:ln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形状 83"/>
            <p:cNvSpPr/>
            <p:nvPr/>
          </p:nvSpPr>
          <p:spPr>
            <a:xfrm>
              <a:off x="6024692" y="3505129"/>
              <a:ext cx="140742" cy="5319"/>
            </a:xfrm>
            <a:custGeom>
              <a:avLst/>
              <a:gdLst>
                <a:gd name="connsiteX0" fmla="*/ 138029 w 140742"/>
                <a:gd name="connsiteY0" fmla="*/ 5320 h 5319"/>
                <a:gd name="connsiteX1" fmla="*/ 2714 w 140742"/>
                <a:gd name="connsiteY1" fmla="*/ 5320 h 5319"/>
                <a:gd name="connsiteX2" fmla="*/ 0 w 140742"/>
                <a:gd name="connsiteY2" fmla="*/ 2660 h 5319"/>
                <a:gd name="connsiteX3" fmla="*/ 2714 w 140742"/>
                <a:gd name="connsiteY3" fmla="*/ 0 h 5319"/>
                <a:gd name="connsiteX4" fmla="*/ 138029 w 140742"/>
                <a:gd name="connsiteY4" fmla="*/ 0 h 5319"/>
                <a:gd name="connsiteX5" fmla="*/ 140743 w 140742"/>
                <a:gd name="connsiteY5" fmla="*/ 2660 h 5319"/>
                <a:gd name="connsiteX6" fmla="*/ 138029 w 140742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742" h="5319">
                  <a:moveTo>
                    <a:pt x="138029" y="5320"/>
                  </a:moveTo>
                  <a:lnTo>
                    <a:pt x="2714" y="5320"/>
                  </a:lnTo>
                  <a:cubicBezTo>
                    <a:pt x="1215" y="5320"/>
                    <a:pt x="0" y="4129"/>
                    <a:pt x="0" y="2660"/>
                  </a:cubicBezTo>
                  <a:cubicBezTo>
                    <a:pt x="0" y="1191"/>
                    <a:pt x="1215" y="0"/>
                    <a:pt x="2714" y="0"/>
                  </a:cubicBezTo>
                  <a:lnTo>
                    <a:pt x="138029" y="0"/>
                  </a:lnTo>
                  <a:cubicBezTo>
                    <a:pt x="139528" y="0"/>
                    <a:pt x="140743" y="1191"/>
                    <a:pt x="140743" y="2660"/>
                  </a:cubicBezTo>
                  <a:cubicBezTo>
                    <a:pt x="140743" y="4129"/>
                    <a:pt x="139528" y="5320"/>
                    <a:pt x="138029" y="5320"/>
                  </a:cubicBezTo>
                  <a:close/>
                </a:path>
              </a:pathLst>
            </a:custGeom>
            <a:grpFill/>
            <a:ln w="90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85" name="图形 12"/>
          <p:cNvGrpSpPr/>
          <p:nvPr/>
        </p:nvGrpSpPr>
        <p:grpSpPr>
          <a:xfrm>
            <a:off x="7639009" y="5263294"/>
            <a:ext cx="318803" cy="322474"/>
            <a:chOff x="6019873" y="3352859"/>
            <a:chExt cx="149099" cy="150816"/>
          </a:xfrm>
          <a:solidFill>
            <a:schemeClr val="bg1"/>
          </a:solidFill>
        </p:grpSpPr>
        <p:sp>
          <p:nvSpPr>
            <p:cNvPr id="86" name="任意形状 85"/>
            <p:cNvSpPr/>
            <p:nvPr/>
          </p:nvSpPr>
          <p:spPr>
            <a:xfrm>
              <a:off x="6060499" y="3390709"/>
              <a:ext cx="34693" cy="5524"/>
            </a:xfrm>
            <a:custGeom>
              <a:avLst/>
              <a:gdLst>
                <a:gd name="connsiteX0" fmla="*/ 32094 w 34693"/>
                <a:gd name="connsiteY0" fmla="*/ 5524 h 5524"/>
                <a:gd name="connsiteX1" fmla="*/ 2600 w 34693"/>
                <a:gd name="connsiteY1" fmla="*/ 5524 h 5524"/>
                <a:gd name="connsiteX2" fmla="*/ 0 w 34693"/>
                <a:gd name="connsiteY2" fmla="*/ 2762 h 5524"/>
                <a:gd name="connsiteX3" fmla="*/ 2600 w 34693"/>
                <a:gd name="connsiteY3" fmla="*/ 0 h 5524"/>
                <a:gd name="connsiteX4" fmla="*/ 32094 w 34693"/>
                <a:gd name="connsiteY4" fmla="*/ 0 h 5524"/>
                <a:gd name="connsiteX5" fmla="*/ 34693 w 34693"/>
                <a:gd name="connsiteY5" fmla="*/ 2762 h 5524"/>
                <a:gd name="connsiteX6" fmla="*/ 32094 w 34693"/>
                <a:gd name="connsiteY6" fmla="*/ 5524 h 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693" h="5524">
                  <a:moveTo>
                    <a:pt x="32094" y="5524"/>
                  </a:moveTo>
                  <a:lnTo>
                    <a:pt x="2600" y="5524"/>
                  </a:lnTo>
                  <a:cubicBezTo>
                    <a:pt x="1164" y="5524"/>
                    <a:pt x="0" y="4288"/>
                    <a:pt x="0" y="2762"/>
                  </a:cubicBezTo>
                  <a:cubicBezTo>
                    <a:pt x="0" y="1237"/>
                    <a:pt x="1164" y="0"/>
                    <a:pt x="2600" y="0"/>
                  </a:cubicBezTo>
                  <a:lnTo>
                    <a:pt x="32094" y="0"/>
                  </a:lnTo>
                  <a:cubicBezTo>
                    <a:pt x="33529" y="0"/>
                    <a:pt x="34693" y="1237"/>
                    <a:pt x="34693" y="2762"/>
                  </a:cubicBezTo>
                  <a:cubicBezTo>
                    <a:pt x="34693" y="4288"/>
                    <a:pt x="33529" y="5524"/>
                    <a:pt x="32094" y="552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形状 86"/>
            <p:cNvSpPr/>
            <p:nvPr/>
          </p:nvSpPr>
          <p:spPr>
            <a:xfrm>
              <a:off x="6047859" y="3412140"/>
              <a:ext cx="53519" cy="5524"/>
            </a:xfrm>
            <a:custGeom>
              <a:avLst/>
              <a:gdLst>
                <a:gd name="connsiteX0" fmla="*/ 50920 w 53519"/>
                <a:gd name="connsiteY0" fmla="*/ 5524 h 5524"/>
                <a:gd name="connsiteX1" fmla="*/ 2600 w 53519"/>
                <a:gd name="connsiteY1" fmla="*/ 5524 h 5524"/>
                <a:gd name="connsiteX2" fmla="*/ 0 w 53519"/>
                <a:gd name="connsiteY2" fmla="*/ 2762 h 5524"/>
                <a:gd name="connsiteX3" fmla="*/ 2600 w 53519"/>
                <a:gd name="connsiteY3" fmla="*/ 0 h 5524"/>
                <a:gd name="connsiteX4" fmla="*/ 50920 w 53519"/>
                <a:gd name="connsiteY4" fmla="*/ 0 h 5524"/>
                <a:gd name="connsiteX5" fmla="*/ 53519 w 53519"/>
                <a:gd name="connsiteY5" fmla="*/ 2762 h 5524"/>
                <a:gd name="connsiteX6" fmla="*/ 50920 w 53519"/>
                <a:gd name="connsiteY6" fmla="*/ 5524 h 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519" h="5524">
                  <a:moveTo>
                    <a:pt x="50920" y="5524"/>
                  </a:moveTo>
                  <a:lnTo>
                    <a:pt x="2600" y="5524"/>
                  </a:lnTo>
                  <a:cubicBezTo>
                    <a:pt x="1164" y="5524"/>
                    <a:pt x="0" y="4288"/>
                    <a:pt x="0" y="2762"/>
                  </a:cubicBezTo>
                  <a:cubicBezTo>
                    <a:pt x="0" y="1237"/>
                    <a:pt x="1164" y="0"/>
                    <a:pt x="2600" y="0"/>
                  </a:cubicBezTo>
                  <a:lnTo>
                    <a:pt x="50920" y="0"/>
                  </a:lnTo>
                  <a:cubicBezTo>
                    <a:pt x="52355" y="0"/>
                    <a:pt x="53519" y="1237"/>
                    <a:pt x="53519" y="2762"/>
                  </a:cubicBezTo>
                  <a:cubicBezTo>
                    <a:pt x="53519" y="4288"/>
                    <a:pt x="52355" y="5524"/>
                    <a:pt x="50920" y="552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形状 87"/>
            <p:cNvSpPr/>
            <p:nvPr/>
          </p:nvSpPr>
          <p:spPr>
            <a:xfrm>
              <a:off x="6047859" y="3433667"/>
              <a:ext cx="85881" cy="5524"/>
            </a:xfrm>
            <a:custGeom>
              <a:avLst/>
              <a:gdLst>
                <a:gd name="connsiteX0" fmla="*/ 83282 w 85881"/>
                <a:gd name="connsiteY0" fmla="*/ 5524 h 5524"/>
                <a:gd name="connsiteX1" fmla="*/ 2600 w 85881"/>
                <a:gd name="connsiteY1" fmla="*/ 5524 h 5524"/>
                <a:gd name="connsiteX2" fmla="*/ 0 w 85881"/>
                <a:gd name="connsiteY2" fmla="*/ 2762 h 5524"/>
                <a:gd name="connsiteX3" fmla="*/ 2600 w 85881"/>
                <a:gd name="connsiteY3" fmla="*/ 0 h 5524"/>
                <a:gd name="connsiteX4" fmla="*/ 83282 w 85881"/>
                <a:gd name="connsiteY4" fmla="*/ 0 h 5524"/>
                <a:gd name="connsiteX5" fmla="*/ 85882 w 85881"/>
                <a:gd name="connsiteY5" fmla="*/ 2762 h 5524"/>
                <a:gd name="connsiteX6" fmla="*/ 83282 w 85881"/>
                <a:gd name="connsiteY6" fmla="*/ 5524 h 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881" h="5524">
                  <a:moveTo>
                    <a:pt x="83282" y="5524"/>
                  </a:moveTo>
                  <a:lnTo>
                    <a:pt x="2600" y="5524"/>
                  </a:lnTo>
                  <a:cubicBezTo>
                    <a:pt x="1164" y="5524"/>
                    <a:pt x="0" y="4288"/>
                    <a:pt x="0" y="2762"/>
                  </a:cubicBezTo>
                  <a:cubicBezTo>
                    <a:pt x="0" y="1237"/>
                    <a:pt x="1164" y="0"/>
                    <a:pt x="2600" y="0"/>
                  </a:cubicBezTo>
                  <a:lnTo>
                    <a:pt x="83282" y="0"/>
                  </a:lnTo>
                  <a:cubicBezTo>
                    <a:pt x="84718" y="0"/>
                    <a:pt x="85882" y="1237"/>
                    <a:pt x="85882" y="2762"/>
                  </a:cubicBezTo>
                  <a:cubicBezTo>
                    <a:pt x="85882" y="4288"/>
                    <a:pt x="84718" y="5524"/>
                    <a:pt x="83282" y="552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形状 88"/>
            <p:cNvSpPr/>
            <p:nvPr/>
          </p:nvSpPr>
          <p:spPr>
            <a:xfrm>
              <a:off x="6055120" y="3455098"/>
              <a:ext cx="71359" cy="5524"/>
            </a:xfrm>
            <a:custGeom>
              <a:avLst/>
              <a:gdLst>
                <a:gd name="connsiteX0" fmla="*/ 68759 w 71359"/>
                <a:gd name="connsiteY0" fmla="*/ 5524 h 5524"/>
                <a:gd name="connsiteX1" fmla="*/ 2600 w 71359"/>
                <a:gd name="connsiteY1" fmla="*/ 5524 h 5524"/>
                <a:gd name="connsiteX2" fmla="*/ 0 w 71359"/>
                <a:gd name="connsiteY2" fmla="*/ 2762 h 5524"/>
                <a:gd name="connsiteX3" fmla="*/ 2600 w 71359"/>
                <a:gd name="connsiteY3" fmla="*/ 0 h 5524"/>
                <a:gd name="connsiteX4" fmla="*/ 68759 w 71359"/>
                <a:gd name="connsiteY4" fmla="*/ 0 h 5524"/>
                <a:gd name="connsiteX5" fmla="*/ 71359 w 71359"/>
                <a:gd name="connsiteY5" fmla="*/ 2762 h 5524"/>
                <a:gd name="connsiteX6" fmla="*/ 68759 w 71359"/>
                <a:gd name="connsiteY6" fmla="*/ 5524 h 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359" h="5524">
                  <a:moveTo>
                    <a:pt x="68759" y="5524"/>
                  </a:moveTo>
                  <a:lnTo>
                    <a:pt x="2600" y="5524"/>
                  </a:lnTo>
                  <a:cubicBezTo>
                    <a:pt x="1164" y="5524"/>
                    <a:pt x="0" y="4288"/>
                    <a:pt x="0" y="2762"/>
                  </a:cubicBezTo>
                  <a:cubicBezTo>
                    <a:pt x="0" y="1237"/>
                    <a:pt x="1164" y="0"/>
                    <a:pt x="2600" y="0"/>
                  </a:cubicBezTo>
                  <a:lnTo>
                    <a:pt x="68759" y="0"/>
                  </a:lnTo>
                  <a:cubicBezTo>
                    <a:pt x="70195" y="0"/>
                    <a:pt x="71359" y="1237"/>
                    <a:pt x="71359" y="2762"/>
                  </a:cubicBezTo>
                  <a:cubicBezTo>
                    <a:pt x="71359" y="4288"/>
                    <a:pt x="70195" y="5524"/>
                    <a:pt x="68759" y="5524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形状 89"/>
            <p:cNvSpPr/>
            <p:nvPr/>
          </p:nvSpPr>
          <p:spPr>
            <a:xfrm>
              <a:off x="6019873" y="3352859"/>
              <a:ext cx="141748" cy="150816"/>
            </a:xfrm>
            <a:custGeom>
              <a:avLst/>
              <a:gdLst>
                <a:gd name="connsiteX0" fmla="*/ 70837 w 141748"/>
                <a:gd name="connsiteY0" fmla="*/ 150817 h 150816"/>
                <a:gd name="connsiteX1" fmla="*/ 46184 w 141748"/>
                <a:gd name="connsiteY1" fmla="*/ 146054 h 150816"/>
                <a:gd name="connsiteX2" fmla="*/ 35247 w 141748"/>
                <a:gd name="connsiteY2" fmla="*/ 145007 h 150816"/>
                <a:gd name="connsiteX3" fmla="*/ 2885 w 141748"/>
                <a:gd name="connsiteY3" fmla="*/ 150722 h 150816"/>
                <a:gd name="connsiteX4" fmla="*/ 375 w 141748"/>
                <a:gd name="connsiteY4" fmla="*/ 149579 h 150816"/>
                <a:gd name="connsiteX5" fmla="*/ 375 w 141748"/>
                <a:gd name="connsiteY5" fmla="*/ 146721 h 150816"/>
                <a:gd name="connsiteX6" fmla="*/ 7905 w 141748"/>
                <a:gd name="connsiteY6" fmla="*/ 133386 h 150816"/>
                <a:gd name="connsiteX7" fmla="*/ 8891 w 141748"/>
                <a:gd name="connsiteY7" fmla="*/ 111860 h 150816"/>
                <a:gd name="connsiteX8" fmla="*/ 37031 w 141748"/>
                <a:gd name="connsiteY8" fmla="*/ 9309 h 150816"/>
                <a:gd name="connsiteX9" fmla="*/ 86436 w 141748"/>
                <a:gd name="connsiteY9" fmla="*/ 1751 h 150816"/>
                <a:gd name="connsiteX10" fmla="*/ 88432 w 141748"/>
                <a:gd name="connsiteY10" fmla="*/ 4869 h 150816"/>
                <a:gd name="connsiteX11" fmla="*/ 88408 w 141748"/>
                <a:gd name="connsiteY11" fmla="*/ 4989 h 150816"/>
                <a:gd name="connsiteX12" fmla="*/ 85473 w 141748"/>
                <a:gd name="connsiteY12" fmla="*/ 7110 h 150816"/>
                <a:gd name="connsiteX13" fmla="*/ 85360 w 141748"/>
                <a:gd name="connsiteY13" fmla="*/ 7085 h 150816"/>
                <a:gd name="connsiteX14" fmla="*/ 65459 w 141748"/>
                <a:gd name="connsiteY14" fmla="*/ 5656 h 150816"/>
                <a:gd name="connsiteX15" fmla="*/ 5342 w 141748"/>
                <a:gd name="connsiteY15" fmla="*/ 81303 h 150816"/>
                <a:gd name="connsiteX16" fmla="*/ 13284 w 141748"/>
                <a:gd name="connsiteY16" fmla="*/ 109193 h 150816"/>
                <a:gd name="connsiteX17" fmla="*/ 12119 w 141748"/>
                <a:gd name="connsiteY17" fmla="*/ 136339 h 150816"/>
                <a:gd name="connsiteX18" fmla="*/ 7367 w 141748"/>
                <a:gd name="connsiteY18" fmla="*/ 144530 h 150816"/>
                <a:gd name="connsiteX19" fmla="*/ 34261 w 141748"/>
                <a:gd name="connsiteY19" fmla="*/ 139577 h 150816"/>
                <a:gd name="connsiteX20" fmla="*/ 47977 w 141748"/>
                <a:gd name="connsiteY20" fmla="*/ 140911 h 150816"/>
                <a:gd name="connsiteX21" fmla="*/ 75589 w 141748"/>
                <a:gd name="connsiteY21" fmla="*/ 145102 h 150816"/>
                <a:gd name="connsiteX22" fmla="*/ 136549 w 141748"/>
                <a:gd name="connsiteY22" fmla="*/ 80999 h 150816"/>
                <a:gd name="connsiteX23" fmla="*/ 136549 w 141748"/>
                <a:gd name="connsiteY23" fmla="*/ 74141 h 150816"/>
                <a:gd name="connsiteX24" fmla="*/ 139059 w 141748"/>
                <a:gd name="connsiteY24" fmla="*/ 71283 h 150816"/>
                <a:gd name="connsiteX25" fmla="*/ 141748 w 141748"/>
                <a:gd name="connsiteY25" fmla="*/ 74045 h 150816"/>
                <a:gd name="connsiteX26" fmla="*/ 141748 w 141748"/>
                <a:gd name="connsiteY26" fmla="*/ 81475 h 150816"/>
                <a:gd name="connsiteX27" fmla="*/ 76037 w 141748"/>
                <a:gd name="connsiteY27" fmla="*/ 150626 h 15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41748" h="150816">
                  <a:moveTo>
                    <a:pt x="70837" y="150817"/>
                  </a:moveTo>
                  <a:cubicBezTo>
                    <a:pt x="62417" y="150813"/>
                    <a:pt x="54067" y="149200"/>
                    <a:pt x="46184" y="146054"/>
                  </a:cubicBezTo>
                  <a:cubicBezTo>
                    <a:pt x="42701" y="144632"/>
                    <a:pt x="38914" y="144269"/>
                    <a:pt x="35247" y="145007"/>
                  </a:cubicBezTo>
                  <a:cubicBezTo>
                    <a:pt x="17946" y="148531"/>
                    <a:pt x="3064" y="150722"/>
                    <a:pt x="2885" y="150722"/>
                  </a:cubicBezTo>
                  <a:cubicBezTo>
                    <a:pt x="1909" y="150900"/>
                    <a:pt x="926" y="150452"/>
                    <a:pt x="375" y="149579"/>
                  </a:cubicBezTo>
                  <a:cubicBezTo>
                    <a:pt x="-125" y="148700"/>
                    <a:pt x="-125" y="147600"/>
                    <a:pt x="375" y="146721"/>
                  </a:cubicBezTo>
                  <a:cubicBezTo>
                    <a:pt x="2437" y="142721"/>
                    <a:pt x="4947" y="138244"/>
                    <a:pt x="7905" y="133386"/>
                  </a:cubicBezTo>
                  <a:cubicBezTo>
                    <a:pt x="11967" y="126961"/>
                    <a:pt x="12347" y="118674"/>
                    <a:pt x="8891" y="111860"/>
                  </a:cubicBezTo>
                  <a:cubicBezTo>
                    <a:pt x="-9991" y="75285"/>
                    <a:pt x="2608" y="29371"/>
                    <a:pt x="37031" y="9309"/>
                  </a:cubicBezTo>
                  <a:cubicBezTo>
                    <a:pt x="52098" y="528"/>
                    <a:pt x="69649" y="-2158"/>
                    <a:pt x="86436" y="1751"/>
                  </a:cubicBezTo>
                  <a:cubicBezTo>
                    <a:pt x="87798" y="2026"/>
                    <a:pt x="88692" y="3422"/>
                    <a:pt x="88432" y="4869"/>
                  </a:cubicBezTo>
                  <a:cubicBezTo>
                    <a:pt x="88425" y="4909"/>
                    <a:pt x="88417" y="4949"/>
                    <a:pt x="88408" y="4989"/>
                  </a:cubicBezTo>
                  <a:cubicBezTo>
                    <a:pt x="88149" y="6436"/>
                    <a:pt x="86835" y="7386"/>
                    <a:pt x="85473" y="7110"/>
                  </a:cubicBezTo>
                  <a:cubicBezTo>
                    <a:pt x="85435" y="7103"/>
                    <a:pt x="85398" y="7094"/>
                    <a:pt x="85360" y="7085"/>
                  </a:cubicBezTo>
                  <a:cubicBezTo>
                    <a:pt x="78830" y="5558"/>
                    <a:pt x="72122" y="5077"/>
                    <a:pt x="65459" y="5656"/>
                  </a:cubicBezTo>
                  <a:cubicBezTo>
                    <a:pt x="29197" y="8907"/>
                    <a:pt x="2282" y="42775"/>
                    <a:pt x="5342" y="81303"/>
                  </a:cubicBezTo>
                  <a:cubicBezTo>
                    <a:pt x="6119" y="91089"/>
                    <a:pt x="8825" y="100591"/>
                    <a:pt x="13284" y="109193"/>
                  </a:cubicBezTo>
                  <a:cubicBezTo>
                    <a:pt x="17669" y="117770"/>
                    <a:pt x="17220" y="128222"/>
                    <a:pt x="12119" y="136339"/>
                  </a:cubicBezTo>
                  <a:cubicBezTo>
                    <a:pt x="10326" y="139196"/>
                    <a:pt x="8802" y="141959"/>
                    <a:pt x="7367" y="144530"/>
                  </a:cubicBezTo>
                  <a:cubicBezTo>
                    <a:pt x="13194" y="143578"/>
                    <a:pt x="23235" y="141768"/>
                    <a:pt x="34261" y="139577"/>
                  </a:cubicBezTo>
                  <a:cubicBezTo>
                    <a:pt x="38861" y="138649"/>
                    <a:pt x="43613" y="139111"/>
                    <a:pt x="47977" y="140911"/>
                  </a:cubicBezTo>
                  <a:cubicBezTo>
                    <a:pt x="56780" y="144444"/>
                    <a:pt x="66207" y="145875"/>
                    <a:pt x="75589" y="145102"/>
                  </a:cubicBezTo>
                  <a:cubicBezTo>
                    <a:pt x="107958" y="142517"/>
                    <a:pt x="133781" y="115362"/>
                    <a:pt x="136549" y="80999"/>
                  </a:cubicBezTo>
                  <a:cubicBezTo>
                    <a:pt x="136549" y="78713"/>
                    <a:pt x="136549" y="76427"/>
                    <a:pt x="136549" y="74141"/>
                  </a:cubicBezTo>
                  <a:cubicBezTo>
                    <a:pt x="136546" y="72634"/>
                    <a:pt x="137644" y="71383"/>
                    <a:pt x="139059" y="71283"/>
                  </a:cubicBezTo>
                  <a:cubicBezTo>
                    <a:pt x="140492" y="71329"/>
                    <a:pt x="141656" y="72525"/>
                    <a:pt x="141748" y="74045"/>
                  </a:cubicBezTo>
                  <a:cubicBezTo>
                    <a:pt x="141748" y="76522"/>
                    <a:pt x="141748" y="78998"/>
                    <a:pt x="141748" y="81475"/>
                  </a:cubicBezTo>
                  <a:cubicBezTo>
                    <a:pt x="138843" y="118565"/>
                    <a:pt x="110971" y="147895"/>
                    <a:pt x="76037" y="15062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形状 90"/>
            <p:cNvSpPr/>
            <p:nvPr/>
          </p:nvSpPr>
          <p:spPr>
            <a:xfrm>
              <a:off x="6102454" y="3354228"/>
              <a:ext cx="66518" cy="70675"/>
            </a:xfrm>
            <a:custGeom>
              <a:avLst/>
              <a:gdLst>
                <a:gd name="connsiteX0" fmla="*/ 33259 w 66518"/>
                <a:gd name="connsiteY0" fmla="*/ 70676 h 70675"/>
                <a:gd name="connsiteX1" fmla="*/ 0 w 66518"/>
                <a:gd name="connsiteY1" fmla="*/ 35338 h 70675"/>
                <a:gd name="connsiteX2" fmla="*/ 33259 w 66518"/>
                <a:gd name="connsiteY2" fmla="*/ 0 h 70675"/>
                <a:gd name="connsiteX3" fmla="*/ 66518 w 66518"/>
                <a:gd name="connsiteY3" fmla="*/ 35338 h 70675"/>
                <a:gd name="connsiteX4" fmla="*/ 33259 w 66518"/>
                <a:gd name="connsiteY4" fmla="*/ 70676 h 70675"/>
                <a:gd name="connsiteX5" fmla="*/ 33259 w 66518"/>
                <a:gd name="connsiteY5" fmla="*/ 5429 h 70675"/>
                <a:gd name="connsiteX6" fmla="*/ 5020 w 66518"/>
                <a:gd name="connsiteY6" fmla="*/ 35242 h 70675"/>
                <a:gd name="connsiteX7" fmla="*/ 33080 w 66518"/>
                <a:gd name="connsiteY7" fmla="*/ 65246 h 70675"/>
                <a:gd name="connsiteX8" fmla="*/ 61318 w 66518"/>
                <a:gd name="connsiteY8" fmla="*/ 35433 h 70675"/>
                <a:gd name="connsiteX9" fmla="*/ 61319 w 66518"/>
                <a:gd name="connsiteY9" fmla="*/ 35338 h 70675"/>
                <a:gd name="connsiteX10" fmla="*/ 33259 w 66518"/>
                <a:gd name="connsiteY10" fmla="*/ 5429 h 7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518" h="70675">
                  <a:moveTo>
                    <a:pt x="33259" y="70676"/>
                  </a:moveTo>
                  <a:cubicBezTo>
                    <a:pt x="14891" y="70676"/>
                    <a:pt x="0" y="54854"/>
                    <a:pt x="0" y="35338"/>
                  </a:cubicBezTo>
                  <a:cubicBezTo>
                    <a:pt x="0" y="15821"/>
                    <a:pt x="14891" y="0"/>
                    <a:pt x="33259" y="0"/>
                  </a:cubicBezTo>
                  <a:cubicBezTo>
                    <a:pt x="51628" y="0"/>
                    <a:pt x="66518" y="15821"/>
                    <a:pt x="66518" y="35338"/>
                  </a:cubicBezTo>
                  <a:cubicBezTo>
                    <a:pt x="66469" y="54833"/>
                    <a:pt x="51607" y="70623"/>
                    <a:pt x="33259" y="70676"/>
                  </a:cubicBezTo>
                  <a:close/>
                  <a:moveTo>
                    <a:pt x="33259" y="5429"/>
                  </a:moveTo>
                  <a:cubicBezTo>
                    <a:pt x="17713" y="5377"/>
                    <a:pt x="5070" y="18724"/>
                    <a:pt x="5020" y="35242"/>
                  </a:cubicBezTo>
                  <a:cubicBezTo>
                    <a:pt x="4971" y="51760"/>
                    <a:pt x="17533" y="65193"/>
                    <a:pt x="33080" y="65246"/>
                  </a:cubicBezTo>
                  <a:cubicBezTo>
                    <a:pt x="48626" y="65299"/>
                    <a:pt x="61269" y="51951"/>
                    <a:pt x="61318" y="35433"/>
                  </a:cubicBezTo>
                  <a:cubicBezTo>
                    <a:pt x="61319" y="35401"/>
                    <a:pt x="61319" y="35369"/>
                    <a:pt x="61319" y="35338"/>
                  </a:cubicBezTo>
                  <a:cubicBezTo>
                    <a:pt x="61270" y="18878"/>
                    <a:pt x="48750" y="5534"/>
                    <a:pt x="33259" y="5429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形状 91"/>
            <p:cNvSpPr/>
            <p:nvPr/>
          </p:nvSpPr>
          <p:spPr>
            <a:xfrm>
              <a:off x="6031723" y="3365464"/>
              <a:ext cx="118062" cy="125544"/>
            </a:xfrm>
            <a:custGeom>
              <a:avLst/>
              <a:gdLst>
                <a:gd name="connsiteX0" fmla="*/ 59077 w 118062"/>
                <a:gd name="connsiteY0" fmla="*/ 125543 h 125544"/>
                <a:gd name="connsiteX1" fmla="*/ 0 w 118062"/>
                <a:gd name="connsiteY1" fmla="*/ 62773 h 125544"/>
                <a:gd name="connsiteX2" fmla="*/ 59077 w 118062"/>
                <a:gd name="connsiteY2" fmla="*/ 3 h 125544"/>
                <a:gd name="connsiteX3" fmla="*/ 64725 w 118062"/>
                <a:gd name="connsiteY3" fmla="*/ 3 h 125544"/>
                <a:gd name="connsiteX4" fmla="*/ 67449 w 118062"/>
                <a:gd name="connsiteY4" fmla="*/ 2627 h 125544"/>
                <a:gd name="connsiteX5" fmla="*/ 64980 w 118062"/>
                <a:gd name="connsiteY5" fmla="*/ 5521 h 125544"/>
                <a:gd name="connsiteX6" fmla="*/ 64187 w 118062"/>
                <a:gd name="connsiteY6" fmla="*/ 5433 h 125544"/>
                <a:gd name="connsiteX7" fmla="*/ 59077 w 118062"/>
                <a:gd name="connsiteY7" fmla="*/ 5433 h 125544"/>
                <a:gd name="connsiteX8" fmla="*/ 5533 w 118062"/>
                <a:gd name="connsiteY8" fmla="*/ 62841 h 125544"/>
                <a:gd name="connsiteX9" fmla="*/ 59564 w 118062"/>
                <a:gd name="connsiteY9" fmla="*/ 119731 h 125544"/>
                <a:gd name="connsiteX10" fmla="*/ 112866 w 118062"/>
                <a:gd name="connsiteY10" fmla="*/ 68012 h 125544"/>
                <a:gd name="connsiteX11" fmla="*/ 115335 w 118062"/>
                <a:gd name="connsiteY11" fmla="*/ 65118 h 125544"/>
                <a:gd name="connsiteX12" fmla="*/ 118059 w 118062"/>
                <a:gd name="connsiteY12" fmla="*/ 67741 h 125544"/>
                <a:gd name="connsiteX13" fmla="*/ 117976 w 118062"/>
                <a:gd name="connsiteY13" fmla="*/ 68583 h 125544"/>
                <a:gd name="connsiteX14" fmla="*/ 59077 w 118062"/>
                <a:gd name="connsiteY14" fmla="*/ 125543 h 12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062" h="125544">
                  <a:moveTo>
                    <a:pt x="59077" y="125543"/>
                  </a:moveTo>
                  <a:cubicBezTo>
                    <a:pt x="26450" y="125543"/>
                    <a:pt x="0" y="97440"/>
                    <a:pt x="0" y="62773"/>
                  </a:cubicBezTo>
                  <a:cubicBezTo>
                    <a:pt x="0" y="28106"/>
                    <a:pt x="26450" y="3"/>
                    <a:pt x="59077" y="3"/>
                  </a:cubicBezTo>
                  <a:cubicBezTo>
                    <a:pt x="60990" y="3"/>
                    <a:pt x="62872" y="3"/>
                    <a:pt x="64725" y="3"/>
                  </a:cubicBezTo>
                  <a:cubicBezTo>
                    <a:pt x="66159" y="-71"/>
                    <a:pt x="67379" y="1103"/>
                    <a:pt x="67449" y="2627"/>
                  </a:cubicBezTo>
                  <a:cubicBezTo>
                    <a:pt x="67519" y="4151"/>
                    <a:pt x="66414" y="5447"/>
                    <a:pt x="64980" y="5521"/>
                  </a:cubicBezTo>
                  <a:cubicBezTo>
                    <a:pt x="64713" y="5535"/>
                    <a:pt x="64446" y="5505"/>
                    <a:pt x="64187" y="5433"/>
                  </a:cubicBezTo>
                  <a:cubicBezTo>
                    <a:pt x="62485" y="5338"/>
                    <a:pt x="60780" y="5338"/>
                    <a:pt x="59077" y="5433"/>
                  </a:cubicBezTo>
                  <a:cubicBezTo>
                    <a:pt x="29371" y="5575"/>
                    <a:pt x="5399" y="31278"/>
                    <a:pt x="5533" y="62841"/>
                  </a:cubicBezTo>
                  <a:cubicBezTo>
                    <a:pt x="5667" y="94403"/>
                    <a:pt x="29858" y="119874"/>
                    <a:pt x="59564" y="119731"/>
                  </a:cubicBezTo>
                  <a:cubicBezTo>
                    <a:pt x="87197" y="119599"/>
                    <a:pt x="110240" y="97240"/>
                    <a:pt x="112866" y="68012"/>
                  </a:cubicBezTo>
                  <a:cubicBezTo>
                    <a:pt x="112795" y="66488"/>
                    <a:pt x="113901" y="65192"/>
                    <a:pt x="115335" y="65118"/>
                  </a:cubicBezTo>
                  <a:cubicBezTo>
                    <a:pt x="116769" y="65043"/>
                    <a:pt x="117989" y="66218"/>
                    <a:pt x="118059" y="67741"/>
                  </a:cubicBezTo>
                  <a:cubicBezTo>
                    <a:pt x="118072" y="68025"/>
                    <a:pt x="118044" y="68309"/>
                    <a:pt x="117976" y="68583"/>
                  </a:cubicBezTo>
                  <a:cubicBezTo>
                    <a:pt x="115313" y="100977"/>
                    <a:pt x="89681" y="125765"/>
                    <a:pt x="59077" y="125543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形状 92"/>
            <p:cNvSpPr/>
            <p:nvPr/>
          </p:nvSpPr>
          <p:spPr>
            <a:xfrm>
              <a:off x="6116706" y="3369181"/>
              <a:ext cx="38011" cy="40768"/>
            </a:xfrm>
            <a:custGeom>
              <a:avLst/>
              <a:gdLst>
                <a:gd name="connsiteX0" fmla="*/ 25999 w 38011"/>
                <a:gd name="connsiteY0" fmla="*/ 40769 h 40768"/>
                <a:gd name="connsiteX1" fmla="*/ 11925 w 38011"/>
                <a:gd name="connsiteY1" fmla="*/ 40769 h 40768"/>
                <a:gd name="connsiteX2" fmla="*/ 9325 w 38011"/>
                <a:gd name="connsiteY2" fmla="*/ 38006 h 40768"/>
                <a:gd name="connsiteX3" fmla="*/ 9325 w 38011"/>
                <a:gd name="connsiteY3" fmla="*/ 30577 h 40768"/>
                <a:gd name="connsiteX4" fmla="*/ 2512 w 38011"/>
                <a:gd name="connsiteY4" fmla="*/ 30577 h 40768"/>
                <a:gd name="connsiteX5" fmla="*/ 0 w 38011"/>
                <a:gd name="connsiteY5" fmla="*/ 27912 h 40768"/>
                <a:gd name="connsiteX6" fmla="*/ 2 w 38011"/>
                <a:gd name="connsiteY6" fmla="*/ 27815 h 40768"/>
                <a:gd name="connsiteX7" fmla="*/ 2 w 38011"/>
                <a:gd name="connsiteY7" fmla="*/ 12860 h 40768"/>
                <a:gd name="connsiteX8" fmla="*/ 2420 w 38011"/>
                <a:gd name="connsiteY8" fmla="*/ 10100 h 40768"/>
                <a:gd name="connsiteX9" fmla="*/ 2512 w 38011"/>
                <a:gd name="connsiteY9" fmla="*/ 10098 h 40768"/>
                <a:gd name="connsiteX10" fmla="*/ 9325 w 38011"/>
                <a:gd name="connsiteY10" fmla="*/ 10098 h 40768"/>
                <a:gd name="connsiteX11" fmla="*/ 9325 w 38011"/>
                <a:gd name="connsiteY11" fmla="*/ 2669 h 40768"/>
                <a:gd name="connsiteX12" fmla="*/ 11833 w 38011"/>
                <a:gd name="connsiteY12" fmla="*/ 0 h 40768"/>
                <a:gd name="connsiteX13" fmla="*/ 11925 w 38011"/>
                <a:gd name="connsiteY13" fmla="*/ 2 h 40768"/>
                <a:gd name="connsiteX14" fmla="*/ 25999 w 38011"/>
                <a:gd name="connsiteY14" fmla="*/ 2 h 40768"/>
                <a:gd name="connsiteX15" fmla="*/ 28597 w 38011"/>
                <a:gd name="connsiteY15" fmla="*/ 2572 h 40768"/>
                <a:gd name="connsiteX16" fmla="*/ 28599 w 38011"/>
                <a:gd name="connsiteY16" fmla="*/ 2669 h 40768"/>
                <a:gd name="connsiteX17" fmla="*/ 28599 w 38011"/>
                <a:gd name="connsiteY17" fmla="*/ 9908 h 40768"/>
                <a:gd name="connsiteX18" fmla="*/ 35412 w 38011"/>
                <a:gd name="connsiteY18" fmla="*/ 9908 h 40768"/>
                <a:gd name="connsiteX19" fmla="*/ 38012 w 38011"/>
                <a:gd name="connsiteY19" fmla="*/ 12670 h 40768"/>
                <a:gd name="connsiteX20" fmla="*/ 38012 w 38011"/>
                <a:gd name="connsiteY20" fmla="*/ 27815 h 40768"/>
                <a:gd name="connsiteX21" fmla="*/ 35412 w 38011"/>
                <a:gd name="connsiteY21" fmla="*/ 30577 h 40768"/>
                <a:gd name="connsiteX22" fmla="*/ 28599 w 38011"/>
                <a:gd name="connsiteY22" fmla="*/ 30577 h 40768"/>
                <a:gd name="connsiteX23" fmla="*/ 28599 w 38011"/>
                <a:gd name="connsiteY23" fmla="*/ 37816 h 40768"/>
                <a:gd name="connsiteX24" fmla="*/ 26185 w 38011"/>
                <a:gd name="connsiteY24" fmla="*/ 40762 h 40768"/>
                <a:gd name="connsiteX25" fmla="*/ 25999 w 38011"/>
                <a:gd name="connsiteY25" fmla="*/ 40769 h 40768"/>
                <a:gd name="connsiteX26" fmla="*/ 14524 w 38011"/>
                <a:gd name="connsiteY26" fmla="*/ 35054 h 40768"/>
                <a:gd name="connsiteX27" fmla="*/ 23489 w 38011"/>
                <a:gd name="connsiteY27" fmla="*/ 35054 h 40768"/>
                <a:gd name="connsiteX28" fmla="*/ 23489 w 38011"/>
                <a:gd name="connsiteY28" fmla="*/ 27815 h 40768"/>
                <a:gd name="connsiteX29" fmla="*/ 25817 w 38011"/>
                <a:gd name="connsiteY29" fmla="*/ 25148 h 40768"/>
                <a:gd name="connsiteX30" fmla="*/ 25999 w 38011"/>
                <a:gd name="connsiteY30" fmla="*/ 25148 h 40768"/>
                <a:gd name="connsiteX31" fmla="*/ 32812 w 38011"/>
                <a:gd name="connsiteY31" fmla="*/ 25148 h 40768"/>
                <a:gd name="connsiteX32" fmla="*/ 32812 w 38011"/>
                <a:gd name="connsiteY32" fmla="*/ 15623 h 40768"/>
                <a:gd name="connsiteX33" fmla="*/ 25999 w 38011"/>
                <a:gd name="connsiteY33" fmla="*/ 15623 h 40768"/>
                <a:gd name="connsiteX34" fmla="*/ 23488 w 38011"/>
                <a:gd name="connsiteY34" fmla="*/ 12957 h 40768"/>
                <a:gd name="connsiteX35" fmla="*/ 23489 w 38011"/>
                <a:gd name="connsiteY35" fmla="*/ 12860 h 40768"/>
                <a:gd name="connsiteX36" fmla="*/ 23489 w 38011"/>
                <a:gd name="connsiteY36" fmla="*/ 5621 h 40768"/>
                <a:gd name="connsiteX37" fmla="*/ 14524 w 38011"/>
                <a:gd name="connsiteY37" fmla="*/ 5621 h 40768"/>
                <a:gd name="connsiteX38" fmla="*/ 14524 w 38011"/>
                <a:gd name="connsiteY38" fmla="*/ 12860 h 40768"/>
                <a:gd name="connsiteX39" fmla="*/ 11925 w 38011"/>
                <a:gd name="connsiteY39" fmla="*/ 15623 h 40768"/>
                <a:gd name="connsiteX40" fmla="*/ 5112 w 38011"/>
                <a:gd name="connsiteY40" fmla="*/ 15623 h 40768"/>
                <a:gd name="connsiteX41" fmla="*/ 5112 w 38011"/>
                <a:gd name="connsiteY41" fmla="*/ 25148 h 40768"/>
                <a:gd name="connsiteX42" fmla="*/ 11925 w 38011"/>
                <a:gd name="connsiteY42" fmla="*/ 25148 h 40768"/>
                <a:gd name="connsiteX43" fmla="*/ 14523 w 38011"/>
                <a:gd name="connsiteY43" fmla="*/ 27718 h 40768"/>
                <a:gd name="connsiteX44" fmla="*/ 14524 w 38011"/>
                <a:gd name="connsiteY44" fmla="*/ 27815 h 4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8011" h="40768">
                  <a:moveTo>
                    <a:pt x="25999" y="40769"/>
                  </a:moveTo>
                  <a:lnTo>
                    <a:pt x="11925" y="40769"/>
                  </a:lnTo>
                  <a:cubicBezTo>
                    <a:pt x="10489" y="40769"/>
                    <a:pt x="9325" y="39532"/>
                    <a:pt x="9325" y="38006"/>
                  </a:cubicBezTo>
                  <a:lnTo>
                    <a:pt x="9325" y="30577"/>
                  </a:lnTo>
                  <a:lnTo>
                    <a:pt x="2512" y="30577"/>
                  </a:lnTo>
                  <a:cubicBezTo>
                    <a:pt x="1125" y="30578"/>
                    <a:pt x="1" y="29385"/>
                    <a:pt x="0" y="27912"/>
                  </a:cubicBezTo>
                  <a:cubicBezTo>
                    <a:pt x="0" y="27879"/>
                    <a:pt x="1" y="27847"/>
                    <a:pt x="2" y="27815"/>
                  </a:cubicBezTo>
                  <a:lnTo>
                    <a:pt x="2" y="12860"/>
                  </a:lnTo>
                  <a:cubicBezTo>
                    <a:pt x="-48" y="11388"/>
                    <a:pt x="1035" y="10153"/>
                    <a:pt x="2420" y="10100"/>
                  </a:cubicBezTo>
                  <a:cubicBezTo>
                    <a:pt x="2451" y="10099"/>
                    <a:pt x="2481" y="10098"/>
                    <a:pt x="2512" y="10098"/>
                  </a:cubicBezTo>
                  <a:lnTo>
                    <a:pt x="9325" y="10098"/>
                  </a:lnTo>
                  <a:lnTo>
                    <a:pt x="9325" y="2669"/>
                  </a:lnTo>
                  <a:cubicBezTo>
                    <a:pt x="9324" y="1196"/>
                    <a:pt x="10447" y="1"/>
                    <a:pt x="11833" y="0"/>
                  </a:cubicBezTo>
                  <a:cubicBezTo>
                    <a:pt x="11864" y="0"/>
                    <a:pt x="11894" y="1"/>
                    <a:pt x="11925" y="2"/>
                  </a:cubicBezTo>
                  <a:lnTo>
                    <a:pt x="25999" y="2"/>
                  </a:lnTo>
                  <a:cubicBezTo>
                    <a:pt x="27385" y="-51"/>
                    <a:pt x="28548" y="1100"/>
                    <a:pt x="28597" y="2572"/>
                  </a:cubicBezTo>
                  <a:cubicBezTo>
                    <a:pt x="28599" y="2604"/>
                    <a:pt x="28599" y="2636"/>
                    <a:pt x="28599" y="2669"/>
                  </a:cubicBezTo>
                  <a:lnTo>
                    <a:pt x="28599" y="9908"/>
                  </a:lnTo>
                  <a:lnTo>
                    <a:pt x="35412" y="9908"/>
                  </a:lnTo>
                  <a:cubicBezTo>
                    <a:pt x="36848" y="9908"/>
                    <a:pt x="38012" y="11144"/>
                    <a:pt x="38012" y="12670"/>
                  </a:cubicBezTo>
                  <a:lnTo>
                    <a:pt x="38012" y="27815"/>
                  </a:lnTo>
                  <a:cubicBezTo>
                    <a:pt x="38012" y="29340"/>
                    <a:pt x="36848" y="30577"/>
                    <a:pt x="35412" y="30577"/>
                  </a:cubicBezTo>
                  <a:lnTo>
                    <a:pt x="28599" y="30577"/>
                  </a:lnTo>
                  <a:lnTo>
                    <a:pt x="28599" y="37816"/>
                  </a:lnTo>
                  <a:cubicBezTo>
                    <a:pt x="28698" y="39338"/>
                    <a:pt x="27617" y="40657"/>
                    <a:pt x="26185" y="40762"/>
                  </a:cubicBezTo>
                  <a:cubicBezTo>
                    <a:pt x="26123" y="40767"/>
                    <a:pt x="26061" y="40769"/>
                    <a:pt x="25999" y="40769"/>
                  </a:cubicBezTo>
                  <a:close/>
                  <a:moveTo>
                    <a:pt x="14524" y="35054"/>
                  </a:moveTo>
                  <a:lnTo>
                    <a:pt x="23489" y="35054"/>
                  </a:lnTo>
                  <a:lnTo>
                    <a:pt x="23489" y="27815"/>
                  </a:lnTo>
                  <a:cubicBezTo>
                    <a:pt x="23439" y="26395"/>
                    <a:pt x="24481" y="25201"/>
                    <a:pt x="25817" y="25148"/>
                  </a:cubicBezTo>
                  <a:cubicBezTo>
                    <a:pt x="25877" y="25145"/>
                    <a:pt x="25938" y="25145"/>
                    <a:pt x="25999" y="25148"/>
                  </a:cubicBezTo>
                  <a:lnTo>
                    <a:pt x="32812" y="25148"/>
                  </a:lnTo>
                  <a:lnTo>
                    <a:pt x="32812" y="15623"/>
                  </a:lnTo>
                  <a:lnTo>
                    <a:pt x="25999" y="15623"/>
                  </a:lnTo>
                  <a:cubicBezTo>
                    <a:pt x="24613" y="15624"/>
                    <a:pt x="23488" y="14430"/>
                    <a:pt x="23488" y="12957"/>
                  </a:cubicBezTo>
                  <a:cubicBezTo>
                    <a:pt x="23488" y="12925"/>
                    <a:pt x="23488" y="12893"/>
                    <a:pt x="23489" y="12860"/>
                  </a:cubicBezTo>
                  <a:lnTo>
                    <a:pt x="23489" y="5621"/>
                  </a:lnTo>
                  <a:lnTo>
                    <a:pt x="14524" y="5621"/>
                  </a:lnTo>
                  <a:lnTo>
                    <a:pt x="14524" y="12860"/>
                  </a:lnTo>
                  <a:cubicBezTo>
                    <a:pt x="14524" y="14386"/>
                    <a:pt x="13361" y="15623"/>
                    <a:pt x="11925" y="15623"/>
                  </a:cubicBezTo>
                  <a:lnTo>
                    <a:pt x="5112" y="15623"/>
                  </a:lnTo>
                  <a:lnTo>
                    <a:pt x="5112" y="25148"/>
                  </a:lnTo>
                  <a:lnTo>
                    <a:pt x="11925" y="25148"/>
                  </a:lnTo>
                  <a:cubicBezTo>
                    <a:pt x="13310" y="25095"/>
                    <a:pt x="14473" y="26246"/>
                    <a:pt x="14523" y="27718"/>
                  </a:cubicBezTo>
                  <a:cubicBezTo>
                    <a:pt x="14524" y="27750"/>
                    <a:pt x="14524" y="27782"/>
                    <a:pt x="14524" y="27815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94" name="图形 20"/>
          <p:cNvGrpSpPr/>
          <p:nvPr/>
        </p:nvGrpSpPr>
        <p:grpSpPr>
          <a:xfrm>
            <a:off x="7625737" y="2646108"/>
            <a:ext cx="328160" cy="350466"/>
            <a:chOff x="6019800" y="3346449"/>
            <a:chExt cx="153475" cy="163907"/>
          </a:xfrm>
          <a:solidFill>
            <a:schemeClr val="bg1"/>
          </a:solidFill>
        </p:grpSpPr>
        <p:sp>
          <p:nvSpPr>
            <p:cNvPr id="95" name="任意形状 94"/>
            <p:cNvSpPr/>
            <p:nvPr/>
          </p:nvSpPr>
          <p:spPr>
            <a:xfrm>
              <a:off x="6027061" y="3435512"/>
              <a:ext cx="138690" cy="74845"/>
            </a:xfrm>
            <a:custGeom>
              <a:avLst/>
              <a:gdLst>
                <a:gd name="connsiteX0" fmla="*/ 136174 w 138690"/>
                <a:gd name="connsiteY0" fmla="*/ 74845 h 74845"/>
                <a:gd name="connsiteX1" fmla="*/ 2600 w 138690"/>
                <a:gd name="connsiteY1" fmla="*/ 74845 h 74845"/>
                <a:gd name="connsiteX2" fmla="*/ 0 w 138690"/>
                <a:gd name="connsiteY2" fmla="*/ 72185 h 74845"/>
                <a:gd name="connsiteX3" fmla="*/ 0 w 138690"/>
                <a:gd name="connsiteY3" fmla="*/ 2660 h 74845"/>
                <a:gd name="connsiteX4" fmla="*/ 2600 w 138690"/>
                <a:gd name="connsiteY4" fmla="*/ 0 h 74845"/>
                <a:gd name="connsiteX5" fmla="*/ 136174 w 138690"/>
                <a:gd name="connsiteY5" fmla="*/ 0 h 74845"/>
                <a:gd name="connsiteX6" fmla="*/ 138684 w 138690"/>
                <a:gd name="connsiteY6" fmla="*/ 2660 h 74845"/>
                <a:gd name="connsiteX7" fmla="*/ 138684 w 138690"/>
                <a:gd name="connsiteY7" fmla="*/ 72002 h 74845"/>
                <a:gd name="connsiteX8" fmla="*/ 136271 w 138690"/>
                <a:gd name="connsiteY8" fmla="*/ 74840 h 74845"/>
                <a:gd name="connsiteX9" fmla="*/ 136174 w 138690"/>
                <a:gd name="connsiteY9" fmla="*/ 74845 h 74845"/>
                <a:gd name="connsiteX10" fmla="*/ 5200 w 138690"/>
                <a:gd name="connsiteY10" fmla="*/ 69525 h 74845"/>
                <a:gd name="connsiteX11" fmla="*/ 133843 w 138690"/>
                <a:gd name="connsiteY11" fmla="*/ 69525 h 74845"/>
                <a:gd name="connsiteX12" fmla="*/ 133843 w 138690"/>
                <a:gd name="connsiteY12" fmla="*/ 5320 h 74845"/>
                <a:gd name="connsiteX13" fmla="*/ 5200 w 138690"/>
                <a:gd name="connsiteY13" fmla="*/ 5320 h 7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8690" h="74845">
                  <a:moveTo>
                    <a:pt x="136174" y="74845"/>
                  </a:moveTo>
                  <a:lnTo>
                    <a:pt x="2600" y="74845"/>
                  </a:lnTo>
                  <a:cubicBezTo>
                    <a:pt x="1164" y="74845"/>
                    <a:pt x="0" y="73654"/>
                    <a:pt x="0" y="72185"/>
                  </a:cubicBezTo>
                  <a:lnTo>
                    <a:pt x="0" y="2660"/>
                  </a:lnTo>
                  <a:cubicBezTo>
                    <a:pt x="0" y="1191"/>
                    <a:pt x="1164" y="0"/>
                    <a:pt x="2600" y="0"/>
                  </a:cubicBezTo>
                  <a:lnTo>
                    <a:pt x="136174" y="0"/>
                  </a:lnTo>
                  <a:cubicBezTo>
                    <a:pt x="137575" y="49"/>
                    <a:pt x="138685" y="1226"/>
                    <a:pt x="138684" y="2660"/>
                  </a:cubicBezTo>
                  <a:lnTo>
                    <a:pt x="138684" y="72002"/>
                  </a:lnTo>
                  <a:cubicBezTo>
                    <a:pt x="138784" y="73467"/>
                    <a:pt x="137703" y="74738"/>
                    <a:pt x="136271" y="74840"/>
                  </a:cubicBezTo>
                  <a:cubicBezTo>
                    <a:pt x="136239" y="74843"/>
                    <a:pt x="136206" y="74844"/>
                    <a:pt x="136174" y="74845"/>
                  </a:cubicBezTo>
                  <a:close/>
                  <a:moveTo>
                    <a:pt x="5200" y="69525"/>
                  </a:moveTo>
                  <a:lnTo>
                    <a:pt x="133843" y="69525"/>
                  </a:lnTo>
                  <a:lnTo>
                    <a:pt x="133843" y="5320"/>
                  </a:lnTo>
                  <a:lnTo>
                    <a:pt x="5200" y="5320"/>
                  </a:ln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形状 95"/>
            <p:cNvSpPr/>
            <p:nvPr/>
          </p:nvSpPr>
          <p:spPr>
            <a:xfrm>
              <a:off x="6019800" y="3420378"/>
              <a:ext cx="153475" cy="20545"/>
            </a:xfrm>
            <a:custGeom>
              <a:avLst/>
              <a:gdLst>
                <a:gd name="connsiteX0" fmla="*/ 143435 w 153475"/>
                <a:gd name="connsiteY0" fmla="*/ 20546 h 20545"/>
                <a:gd name="connsiteX1" fmla="*/ 10040 w 153475"/>
                <a:gd name="connsiteY1" fmla="*/ 20546 h 20545"/>
                <a:gd name="connsiteX2" fmla="*/ 0 w 153475"/>
                <a:gd name="connsiteY2" fmla="*/ 10273 h 20545"/>
                <a:gd name="connsiteX3" fmla="*/ 10040 w 153475"/>
                <a:gd name="connsiteY3" fmla="*/ 0 h 20545"/>
                <a:gd name="connsiteX4" fmla="*/ 143435 w 153475"/>
                <a:gd name="connsiteY4" fmla="*/ 0 h 20545"/>
                <a:gd name="connsiteX5" fmla="*/ 153476 w 153475"/>
                <a:gd name="connsiteY5" fmla="*/ 10273 h 20545"/>
                <a:gd name="connsiteX6" fmla="*/ 143435 w 153475"/>
                <a:gd name="connsiteY6" fmla="*/ 20546 h 20545"/>
                <a:gd name="connsiteX7" fmla="*/ 10040 w 153475"/>
                <a:gd name="connsiteY7" fmla="*/ 5228 h 20545"/>
                <a:gd name="connsiteX8" fmla="*/ 5110 w 153475"/>
                <a:gd name="connsiteY8" fmla="*/ 10273 h 20545"/>
                <a:gd name="connsiteX9" fmla="*/ 10040 w 153475"/>
                <a:gd name="connsiteY9" fmla="*/ 15318 h 20545"/>
                <a:gd name="connsiteX10" fmla="*/ 143435 w 153475"/>
                <a:gd name="connsiteY10" fmla="*/ 15318 h 20545"/>
                <a:gd name="connsiteX11" fmla="*/ 148366 w 153475"/>
                <a:gd name="connsiteY11" fmla="*/ 10273 h 20545"/>
                <a:gd name="connsiteX12" fmla="*/ 143435 w 153475"/>
                <a:gd name="connsiteY12" fmla="*/ 5228 h 2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3475" h="20545">
                  <a:moveTo>
                    <a:pt x="143435" y="20546"/>
                  </a:moveTo>
                  <a:lnTo>
                    <a:pt x="10040" y="20546"/>
                  </a:lnTo>
                  <a:cubicBezTo>
                    <a:pt x="4495" y="20546"/>
                    <a:pt x="0" y="15946"/>
                    <a:pt x="0" y="10273"/>
                  </a:cubicBezTo>
                  <a:cubicBezTo>
                    <a:pt x="0" y="4599"/>
                    <a:pt x="4495" y="0"/>
                    <a:pt x="10040" y="0"/>
                  </a:cubicBezTo>
                  <a:lnTo>
                    <a:pt x="143435" y="0"/>
                  </a:lnTo>
                  <a:cubicBezTo>
                    <a:pt x="148981" y="0"/>
                    <a:pt x="153476" y="4599"/>
                    <a:pt x="153476" y="10273"/>
                  </a:cubicBezTo>
                  <a:cubicBezTo>
                    <a:pt x="153476" y="15946"/>
                    <a:pt x="148981" y="20546"/>
                    <a:pt x="143435" y="20546"/>
                  </a:cubicBezTo>
                  <a:close/>
                  <a:moveTo>
                    <a:pt x="10040" y="5228"/>
                  </a:moveTo>
                  <a:cubicBezTo>
                    <a:pt x="7317" y="5228"/>
                    <a:pt x="5110" y="7487"/>
                    <a:pt x="5110" y="10273"/>
                  </a:cubicBezTo>
                  <a:cubicBezTo>
                    <a:pt x="5110" y="13059"/>
                    <a:pt x="7317" y="15318"/>
                    <a:pt x="10040" y="15318"/>
                  </a:cubicBezTo>
                  <a:lnTo>
                    <a:pt x="143435" y="15318"/>
                  </a:lnTo>
                  <a:cubicBezTo>
                    <a:pt x="146158" y="15318"/>
                    <a:pt x="148366" y="13059"/>
                    <a:pt x="148366" y="10273"/>
                  </a:cubicBezTo>
                  <a:cubicBezTo>
                    <a:pt x="148366" y="7487"/>
                    <a:pt x="146158" y="5228"/>
                    <a:pt x="143435" y="522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形状 96"/>
            <p:cNvSpPr/>
            <p:nvPr/>
          </p:nvSpPr>
          <p:spPr>
            <a:xfrm>
              <a:off x="6051947" y="3390568"/>
              <a:ext cx="21192" cy="9355"/>
            </a:xfrm>
            <a:custGeom>
              <a:avLst/>
              <a:gdLst>
                <a:gd name="connsiteX0" fmla="*/ 10973 w 21192"/>
                <a:gd name="connsiteY0" fmla="*/ 9356 h 9355"/>
                <a:gd name="connsiteX1" fmla="*/ 753 w 21192"/>
                <a:gd name="connsiteY1" fmla="*/ 4586 h 9355"/>
                <a:gd name="connsiteX2" fmla="*/ 717 w 21192"/>
                <a:gd name="connsiteY2" fmla="*/ 954 h 9355"/>
                <a:gd name="connsiteX3" fmla="*/ 753 w 21192"/>
                <a:gd name="connsiteY3" fmla="*/ 917 h 9355"/>
                <a:gd name="connsiteX4" fmla="*/ 4172 w 21192"/>
                <a:gd name="connsiteY4" fmla="*/ 746 h 9355"/>
                <a:gd name="connsiteX5" fmla="*/ 4339 w 21192"/>
                <a:gd name="connsiteY5" fmla="*/ 917 h 9355"/>
                <a:gd name="connsiteX6" fmla="*/ 10525 w 21192"/>
                <a:gd name="connsiteY6" fmla="*/ 3852 h 9355"/>
                <a:gd name="connsiteX7" fmla="*/ 16711 w 21192"/>
                <a:gd name="connsiteY7" fmla="*/ 826 h 9355"/>
                <a:gd name="connsiteX8" fmla="*/ 20386 w 21192"/>
                <a:gd name="connsiteY8" fmla="*/ 734 h 9355"/>
                <a:gd name="connsiteX9" fmla="*/ 20476 w 21192"/>
                <a:gd name="connsiteY9" fmla="*/ 4494 h 9355"/>
                <a:gd name="connsiteX10" fmla="*/ 20386 w 21192"/>
                <a:gd name="connsiteY10" fmla="*/ 4586 h 9355"/>
                <a:gd name="connsiteX11" fmla="*/ 10973 w 21192"/>
                <a:gd name="connsiteY11" fmla="*/ 9356 h 9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192" h="9355">
                  <a:moveTo>
                    <a:pt x="10973" y="9356"/>
                  </a:moveTo>
                  <a:cubicBezTo>
                    <a:pt x="7097" y="9155"/>
                    <a:pt x="3442" y="7449"/>
                    <a:pt x="753" y="4586"/>
                  </a:cubicBezTo>
                  <a:cubicBezTo>
                    <a:pt x="-237" y="3593"/>
                    <a:pt x="-253" y="1967"/>
                    <a:pt x="717" y="954"/>
                  </a:cubicBezTo>
                  <a:cubicBezTo>
                    <a:pt x="729" y="942"/>
                    <a:pt x="741" y="929"/>
                    <a:pt x="753" y="917"/>
                  </a:cubicBezTo>
                  <a:cubicBezTo>
                    <a:pt x="1651" y="-96"/>
                    <a:pt x="3182" y="-172"/>
                    <a:pt x="4172" y="746"/>
                  </a:cubicBezTo>
                  <a:cubicBezTo>
                    <a:pt x="4231" y="801"/>
                    <a:pt x="4286" y="858"/>
                    <a:pt x="4339" y="917"/>
                  </a:cubicBezTo>
                  <a:cubicBezTo>
                    <a:pt x="5980" y="2638"/>
                    <a:pt x="8181" y="3682"/>
                    <a:pt x="10525" y="3852"/>
                  </a:cubicBezTo>
                  <a:cubicBezTo>
                    <a:pt x="12860" y="3581"/>
                    <a:pt x="15038" y="2515"/>
                    <a:pt x="16711" y="826"/>
                  </a:cubicBezTo>
                  <a:cubicBezTo>
                    <a:pt x="17701" y="-238"/>
                    <a:pt x="19346" y="-279"/>
                    <a:pt x="20386" y="734"/>
                  </a:cubicBezTo>
                  <a:cubicBezTo>
                    <a:pt x="21426" y="1747"/>
                    <a:pt x="21466" y="3431"/>
                    <a:pt x="20476" y="4494"/>
                  </a:cubicBezTo>
                  <a:cubicBezTo>
                    <a:pt x="20447" y="4526"/>
                    <a:pt x="20417" y="4556"/>
                    <a:pt x="20386" y="4586"/>
                  </a:cubicBezTo>
                  <a:cubicBezTo>
                    <a:pt x="17900" y="7267"/>
                    <a:pt x="14564" y="8957"/>
                    <a:pt x="10973" y="935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形状 97"/>
            <p:cNvSpPr/>
            <p:nvPr/>
          </p:nvSpPr>
          <p:spPr>
            <a:xfrm>
              <a:off x="6042506" y="3346449"/>
              <a:ext cx="40649" cy="18344"/>
            </a:xfrm>
            <a:custGeom>
              <a:avLst/>
              <a:gdLst>
                <a:gd name="connsiteX0" fmla="*/ 35744 w 40649"/>
                <a:gd name="connsiteY0" fmla="*/ 18344 h 18344"/>
                <a:gd name="connsiteX1" fmla="*/ 5085 w 40649"/>
                <a:gd name="connsiteY1" fmla="*/ 18344 h 18344"/>
                <a:gd name="connsiteX2" fmla="*/ 2485 w 40649"/>
                <a:gd name="connsiteY2" fmla="*/ 16143 h 18344"/>
                <a:gd name="connsiteX3" fmla="*/ 64 w 40649"/>
                <a:gd name="connsiteY3" fmla="*/ 3119 h 18344"/>
                <a:gd name="connsiteX4" fmla="*/ 602 w 40649"/>
                <a:gd name="connsiteY4" fmla="*/ 917 h 18344"/>
                <a:gd name="connsiteX5" fmla="*/ 2574 w 40649"/>
                <a:gd name="connsiteY5" fmla="*/ 0 h 18344"/>
                <a:gd name="connsiteX6" fmla="*/ 38433 w 40649"/>
                <a:gd name="connsiteY6" fmla="*/ 0 h 18344"/>
                <a:gd name="connsiteX7" fmla="*/ 40047 w 40649"/>
                <a:gd name="connsiteY7" fmla="*/ 917 h 18344"/>
                <a:gd name="connsiteX8" fmla="*/ 40585 w 40649"/>
                <a:gd name="connsiteY8" fmla="*/ 3119 h 18344"/>
                <a:gd name="connsiteX9" fmla="*/ 38344 w 40649"/>
                <a:gd name="connsiteY9" fmla="*/ 16327 h 18344"/>
                <a:gd name="connsiteX10" fmla="*/ 35744 w 40649"/>
                <a:gd name="connsiteY10" fmla="*/ 18344 h 18344"/>
                <a:gd name="connsiteX11" fmla="*/ 7146 w 40649"/>
                <a:gd name="connsiteY11" fmla="*/ 13208 h 18344"/>
                <a:gd name="connsiteX12" fmla="*/ 34041 w 40649"/>
                <a:gd name="connsiteY12" fmla="*/ 13208 h 18344"/>
                <a:gd name="connsiteX13" fmla="*/ 35116 w 40649"/>
                <a:gd name="connsiteY13" fmla="*/ 5320 h 18344"/>
                <a:gd name="connsiteX14" fmla="*/ 5712 w 40649"/>
                <a:gd name="connsiteY14" fmla="*/ 5320 h 18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649" h="18344">
                  <a:moveTo>
                    <a:pt x="35744" y="18344"/>
                  </a:moveTo>
                  <a:lnTo>
                    <a:pt x="5085" y="18344"/>
                  </a:lnTo>
                  <a:cubicBezTo>
                    <a:pt x="3820" y="18327"/>
                    <a:pt x="2738" y="17411"/>
                    <a:pt x="2485" y="16143"/>
                  </a:cubicBezTo>
                  <a:lnTo>
                    <a:pt x="64" y="3119"/>
                  </a:lnTo>
                  <a:cubicBezTo>
                    <a:pt x="-115" y="2339"/>
                    <a:pt x="86" y="1519"/>
                    <a:pt x="602" y="917"/>
                  </a:cubicBezTo>
                  <a:cubicBezTo>
                    <a:pt x="1098" y="332"/>
                    <a:pt x="1818" y="-2"/>
                    <a:pt x="2574" y="0"/>
                  </a:cubicBezTo>
                  <a:lnTo>
                    <a:pt x="38433" y="0"/>
                  </a:lnTo>
                  <a:cubicBezTo>
                    <a:pt x="39060" y="101"/>
                    <a:pt x="39632" y="426"/>
                    <a:pt x="40047" y="917"/>
                  </a:cubicBezTo>
                  <a:cubicBezTo>
                    <a:pt x="40563" y="1519"/>
                    <a:pt x="40764" y="2339"/>
                    <a:pt x="40585" y="3119"/>
                  </a:cubicBezTo>
                  <a:lnTo>
                    <a:pt x="38344" y="16327"/>
                  </a:lnTo>
                  <a:cubicBezTo>
                    <a:pt x="38020" y="17522"/>
                    <a:pt x="36956" y="18348"/>
                    <a:pt x="35744" y="18344"/>
                  </a:cubicBezTo>
                  <a:close/>
                  <a:moveTo>
                    <a:pt x="7146" y="13208"/>
                  </a:moveTo>
                  <a:lnTo>
                    <a:pt x="34041" y="13208"/>
                  </a:lnTo>
                  <a:lnTo>
                    <a:pt x="35116" y="5320"/>
                  </a:lnTo>
                  <a:lnTo>
                    <a:pt x="5712" y="5320"/>
                  </a:ln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形状 98"/>
            <p:cNvSpPr/>
            <p:nvPr/>
          </p:nvSpPr>
          <p:spPr>
            <a:xfrm>
              <a:off x="6043293" y="3359425"/>
              <a:ext cx="39891" cy="36679"/>
            </a:xfrm>
            <a:custGeom>
              <a:avLst/>
              <a:gdLst>
                <a:gd name="connsiteX0" fmla="*/ 11379 w 39891"/>
                <a:gd name="connsiteY0" fmla="*/ 36646 h 36679"/>
                <a:gd name="connsiteX1" fmla="*/ 10393 w 39891"/>
                <a:gd name="connsiteY1" fmla="*/ 36646 h 36679"/>
                <a:gd name="connsiteX2" fmla="*/ 263 w 39891"/>
                <a:gd name="connsiteY2" fmla="*/ 18302 h 36679"/>
                <a:gd name="connsiteX3" fmla="*/ 263 w 39891"/>
                <a:gd name="connsiteY3" fmla="*/ 7845 h 36679"/>
                <a:gd name="connsiteX4" fmla="*/ 1518 w 39891"/>
                <a:gd name="connsiteY4" fmla="*/ 1883 h 36679"/>
                <a:gd name="connsiteX5" fmla="*/ 4028 w 39891"/>
                <a:gd name="connsiteY5" fmla="*/ 49 h 36679"/>
                <a:gd name="connsiteX6" fmla="*/ 33791 w 39891"/>
                <a:gd name="connsiteY6" fmla="*/ 49 h 36679"/>
                <a:gd name="connsiteX7" fmla="*/ 34867 w 39891"/>
                <a:gd name="connsiteY7" fmla="*/ 49 h 36679"/>
                <a:gd name="connsiteX8" fmla="*/ 37467 w 39891"/>
                <a:gd name="connsiteY8" fmla="*/ 1883 h 36679"/>
                <a:gd name="connsiteX9" fmla="*/ 39260 w 39891"/>
                <a:gd name="connsiteY9" fmla="*/ 7570 h 36679"/>
                <a:gd name="connsiteX10" fmla="*/ 28861 w 39891"/>
                <a:gd name="connsiteY10" fmla="*/ 36463 h 36679"/>
                <a:gd name="connsiteX11" fmla="*/ 25902 w 39891"/>
                <a:gd name="connsiteY11" fmla="*/ 35729 h 36679"/>
                <a:gd name="connsiteX12" fmla="*/ 25902 w 39891"/>
                <a:gd name="connsiteY12" fmla="*/ 32702 h 36679"/>
                <a:gd name="connsiteX13" fmla="*/ 24199 w 39891"/>
                <a:gd name="connsiteY13" fmla="*/ 14358 h 36679"/>
                <a:gd name="connsiteX14" fmla="*/ 14069 w 39891"/>
                <a:gd name="connsiteY14" fmla="*/ 20411 h 36679"/>
                <a:gd name="connsiteX15" fmla="*/ 11200 w 39891"/>
                <a:gd name="connsiteY15" fmla="*/ 26465 h 36679"/>
                <a:gd name="connsiteX16" fmla="*/ 13800 w 39891"/>
                <a:gd name="connsiteY16" fmla="*/ 31968 h 36679"/>
                <a:gd name="connsiteX17" fmla="*/ 13800 w 39891"/>
                <a:gd name="connsiteY17" fmla="*/ 35270 h 36679"/>
                <a:gd name="connsiteX18" fmla="*/ 11379 w 39891"/>
                <a:gd name="connsiteY18" fmla="*/ 36646 h 36679"/>
                <a:gd name="connsiteX19" fmla="*/ 22854 w 39891"/>
                <a:gd name="connsiteY19" fmla="*/ 8120 h 36679"/>
                <a:gd name="connsiteX20" fmla="*/ 24289 w 39891"/>
                <a:gd name="connsiteY20" fmla="*/ 8120 h 36679"/>
                <a:gd name="connsiteX21" fmla="*/ 33253 w 39891"/>
                <a:gd name="connsiteY21" fmla="*/ 23713 h 36679"/>
                <a:gd name="connsiteX22" fmla="*/ 34239 w 39891"/>
                <a:gd name="connsiteY22" fmla="*/ 8120 h 36679"/>
                <a:gd name="connsiteX23" fmla="*/ 33253 w 39891"/>
                <a:gd name="connsiteY23" fmla="*/ 5369 h 36679"/>
                <a:gd name="connsiteX24" fmla="*/ 6359 w 39891"/>
                <a:gd name="connsiteY24" fmla="*/ 5369 h 36679"/>
                <a:gd name="connsiteX25" fmla="*/ 5821 w 39891"/>
                <a:gd name="connsiteY25" fmla="*/ 8579 h 36679"/>
                <a:gd name="connsiteX26" fmla="*/ 5821 w 39891"/>
                <a:gd name="connsiteY26" fmla="*/ 17751 h 36679"/>
                <a:gd name="connsiteX27" fmla="*/ 6628 w 39891"/>
                <a:gd name="connsiteY27" fmla="*/ 22246 h 36679"/>
                <a:gd name="connsiteX28" fmla="*/ 10752 w 39891"/>
                <a:gd name="connsiteY28" fmla="*/ 16009 h 36679"/>
                <a:gd name="connsiteX29" fmla="*/ 11738 w 39891"/>
                <a:gd name="connsiteY29" fmla="*/ 15458 h 36679"/>
                <a:gd name="connsiteX30" fmla="*/ 20703 w 39891"/>
                <a:gd name="connsiteY30" fmla="*/ 9680 h 36679"/>
                <a:gd name="connsiteX31" fmla="*/ 22227 w 39891"/>
                <a:gd name="connsiteY31" fmla="*/ 7937 h 36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9891" h="36679">
                  <a:moveTo>
                    <a:pt x="11379" y="36646"/>
                  </a:moveTo>
                  <a:lnTo>
                    <a:pt x="10393" y="36646"/>
                  </a:lnTo>
                  <a:cubicBezTo>
                    <a:pt x="3947" y="32933"/>
                    <a:pt x="45" y="25868"/>
                    <a:pt x="263" y="18302"/>
                  </a:cubicBezTo>
                  <a:cubicBezTo>
                    <a:pt x="-88" y="14825"/>
                    <a:pt x="-88" y="11322"/>
                    <a:pt x="263" y="7845"/>
                  </a:cubicBezTo>
                  <a:cubicBezTo>
                    <a:pt x="525" y="5827"/>
                    <a:pt x="944" y="3833"/>
                    <a:pt x="1518" y="1883"/>
                  </a:cubicBezTo>
                  <a:cubicBezTo>
                    <a:pt x="1872" y="775"/>
                    <a:pt x="2889" y="32"/>
                    <a:pt x="4028" y="49"/>
                  </a:cubicBezTo>
                  <a:lnTo>
                    <a:pt x="33791" y="49"/>
                  </a:lnTo>
                  <a:cubicBezTo>
                    <a:pt x="34147" y="-16"/>
                    <a:pt x="34511" y="-16"/>
                    <a:pt x="34867" y="49"/>
                  </a:cubicBezTo>
                  <a:cubicBezTo>
                    <a:pt x="36048" y="-44"/>
                    <a:pt x="37132" y="721"/>
                    <a:pt x="37467" y="1883"/>
                  </a:cubicBezTo>
                  <a:cubicBezTo>
                    <a:pt x="38214" y="3726"/>
                    <a:pt x="38814" y="5628"/>
                    <a:pt x="39260" y="7570"/>
                  </a:cubicBezTo>
                  <a:cubicBezTo>
                    <a:pt x="42935" y="30226"/>
                    <a:pt x="29398" y="36188"/>
                    <a:pt x="28861" y="36463"/>
                  </a:cubicBezTo>
                  <a:cubicBezTo>
                    <a:pt x="27825" y="36928"/>
                    <a:pt x="26614" y="36627"/>
                    <a:pt x="25902" y="35729"/>
                  </a:cubicBezTo>
                  <a:cubicBezTo>
                    <a:pt x="25286" y="34818"/>
                    <a:pt x="25286" y="33613"/>
                    <a:pt x="25902" y="32702"/>
                  </a:cubicBezTo>
                  <a:cubicBezTo>
                    <a:pt x="29458" y="26898"/>
                    <a:pt x="28759" y="19373"/>
                    <a:pt x="24199" y="14358"/>
                  </a:cubicBezTo>
                  <a:cubicBezTo>
                    <a:pt x="21441" y="17304"/>
                    <a:pt x="17932" y="19402"/>
                    <a:pt x="14069" y="20411"/>
                  </a:cubicBezTo>
                  <a:cubicBezTo>
                    <a:pt x="12464" y="22034"/>
                    <a:pt x="11451" y="24171"/>
                    <a:pt x="11200" y="26465"/>
                  </a:cubicBezTo>
                  <a:cubicBezTo>
                    <a:pt x="11298" y="28585"/>
                    <a:pt x="12237" y="30572"/>
                    <a:pt x="13800" y="31968"/>
                  </a:cubicBezTo>
                  <a:cubicBezTo>
                    <a:pt x="14548" y="32936"/>
                    <a:pt x="14548" y="34303"/>
                    <a:pt x="13800" y="35270"/>
                  </a:cubicBezTo>
                  <a:cubicBezTo>
                    <a:pt x="13290" y="36137"/>
                    <a:pt x="12368" y="36661"/>
                    <a:pt x="11379" y="36646"/>
                  </a:cubicBezTo>
                  <a:close/>
                  <a:moveTo>
                    <a:pt x="22854" y="8120"/>
                  </a:moveTo>
                  <a:cubicBezTo>
                    <a:pt x="23325" y="7996"/>
                    <a:pt x="23818" y="7996"/>
                    <a:pt x="24289" y="8120"/>
                  </a:cubicBezTo>
                  <a:cubicBezTo>
                    <a:pt x="29915" y="11168"/>
                    <a:pt x="33383" y="17200"/>
                    <a:pt x="33253" y="23713"/>
                  </a:cubicBezTo>
                  <a:cubicBezTo>
                    <a:pt x="34975" y="18707"/>
                    <a:pt x="35317" y="13312"/>
                    <a:pt x="34239" y="8120"/>
                  </a:cubicBezTo>
                  <a:lnTo>
                    <a:pt x="33253" y="5369"/>
                  </a:lnTo>
                  <a:lnTo>
                    <a:pt x="6359" y="5369"/>
                  </a:lnTo>
                  <a:cubicBezTo>
                    <a:pt x="6359" y="6378"/>
                    <a:pt x="6359" y="7387"/>
                    <a:pt x="5821" y="8579"/>
                  </a:cubicBezTo>
                  <a:cubicBezTo>
                    <a:pt x="5522" y="11629"/>
                    <a:pt x="5522" y="14702"/>
                    <a:pt x="5821" y="17751"/>
                  </a:cubicBezTo>
                  <a:cubicBezTo>
                    <a:pt x="5979" y="19268"/>
                    <a:pt x="6249" y="20771"/>
                    <a:pt x="6628" y="22246"/>
                  </a:cubicBezTo>
                  <a:cubicBezTo>
                    <a:pt x="7547" y="19887"/>
                    <a:pt x="8954" y="17759"/>
                    <a:pt x="10752" y="16009"/>
                  </a:cubicBezTo>
                  <a:cubicBezTo>
                    <a:pt x="11039" y="15756"/>
                    <a:pt x="11375" y="15569"/>
                    <a:pt x="11738" y="15458"/>
                  </a:cubicBezTo>
                  <a:cubicBezTo>
                    <a:pt x="19537" y="13073"/>
                    <a:pt x="20703" y="9680"/>
                    <a:pt x="20703" y="9680"/>
                  </a:cubicBezTo>
                  <a:cubicBezTo>
                    <a:pt x="20953" y="8908"/>
                    <a:pt x="21505" y="8277"/>
                    <a:pt x="22227" y="7937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形状 99"/>
            <p:cNvSpPr/>
            <p:nvPr/>
          </p:nvSpPr>
          <p:spPr>
            <a:xfrm>
              <a:off x="6034410" y="3393175"/>
              <a:ext cx="55766" cy="32430"/>
            </a:xfrm>
            <a:custGeom>
              <a:avLst/>
              <a:gdLst>
                <a:gd name="connsiteX0" fmla="*/ 53162 w 55766"/>
                <a:gd name="connsiteY0" fmla="*/ 32431 h 32430"/>
                <a:gd name="connsiteX1" fmla="*/ 2512 w 55766"/>
                <a:gd name="connsiteY1" fmla="*/ 32431 h 32430"/>
                <a:gd name="connsiteX2" fmla="*/ 0 w 55766"/>
                <a:gd name="connsiteY2" fmla="*/ 29864 h 32430"/>
                <a:gd name="connsiteX3" fmla="*/ 2 w 55766"/>
                <a:gd name="connsiteY3" fmla="*/ 29771 h 32430"/>
                <a:gd name="connsiteX4" fmla="*/ 2 w 55766"/>
                <a:gd name="connsiteY4" fmla="*/ 23167 h 32430"/>
                <a:gd name="connsiteX5" fmla="*/ 16138 w 55766"/>
                <a:gd name="connsiteY5" fmla="*/ 6474 h 32430"/>
                <a:gd name="connsiteX6" fmla="*/ 16228 w 55766"/>
                <a:gd name="connsiteY6" fmla="*/ 6473 h 32430"/>
                <a:gd name="connsiteX7" fmla="*/ 18738 w 55766"/>
                <a:gd name="connsiteY7" fmla="*/ 6473 h 32430"/>
                <a:gd name="connsiteX8" fmla="*/ 18738 w 55766"/>
                <a:gd name="connsiteY8" fmla="*/ 6473 h 32430"/>
                <a:gd name="connsiteX9" fmla="*/ 19634 w 55766"/>
                <a:gd name="connsiteY9" fmla="*/ 1979 h 32430"/>
                <a:gd name="connsiteX10" fmla="*/ 22998 w 55766"/>
                <a:gd name="connsiteY10" fmla="*/ 460 h 32430"/>
                <a:gd name="connsiteX11" fmla="*/ 24655 w 55766"/>
                <a:gd name="connsiteY11" fmla="*/ 3080 h 32430"/>
                <a:gd name="connsiteX12" fmla="*/ 23848 w 55766"/>
                <a:gd name="connsiteY12" fmla="*/ 7574 h 32430"/>
                <a:gd name="connsiteX13" fmla="*/ 18379 w 55766"/>
                <a:gd name="connsiteY13" fmla="*/ 12068 h 32430"/>
                <a:gd name="connsiteX14" fmla="*/ 16228 w 55766"/>
                <a:gd name="connsiteY14" fmla="*/ 12068 h 32430"/>
                <a:gd name="connsiteX15" fmla="*/ 5111 w 55766"/>
                <a:gd name="connsiteY15" fmla="*/ 23167 h 32430"/>
                <a:gd name="connsiteX16" fmla="*/ 5111 w 55766"/>
                <a:gd name="connsiteY16" fmla="*/ 27203 h 32430"/>
                <a:gd name="connsiteX17" fmla="*/ 50563 w 55766"/>
                <a:gd name="connsiteY17" fmla="*/ 27203 h 32430"/>
                <a:gd name="connsiteX18" fmla="*/ 50563 w 55766"/>
                <a:gd name="connsiteY18" fmla="*/ 23167 h 32430"/>
                <a:gd name="connsiteX19" fmla="*/ 39540 w 55766"/>
                <a:gd name="connsiteY19" fmla="*/ 11699 h 32430"/>
                <a:gd name="connsiteX20" fmla="*/ 39177 w 55766"/>
                <a:gd name="connsiteY20" fmla="*/ 11701 h 32430"/>
                <a:gd name="connsiteX21" fmla="*/ 36936 w 55766"/>
                <a:gd name="connsiteY21" fmla="*/ 11701 h 32430"/>
                <a:gd name="connsiteX22" fmla="*/ 31557 w 55766"/>
                <a:gd name="connsiteY22" fmla="*/ 7207 h 32430"/>
                <a:gd name="connsiteX23" fmla="*/ 30751 w 55766"/>
                <a:gd name="connsiteY23" fmla="*/ 3080 h 32430"/>
                <a:gd name="connsiteX24" fmla="*/ 32734 w 55766"/>
                <a:gd name="connsiteY24" fmla="*/ 67 h 32430"/>
                <a:gd name="connsiteX25" fmla="*/ 32812 w 55766"/>
                <a:gd name="connsiteY25" fmla="*/ 53 h 32430"/>
                <a:gd name="connsiteX26" fmla="*/ 35860 w 55766"/>
                <a:gd name="connsiteY26" fmla="*/ 2071 h 32430"/>
                <a:gd name="connsiteX27" fmla="*/ 36667 w 55766"/>
                <a:gd name="connsiteY27" fmla="*/ 6106 h 32430"/>
                <a:gd name="connsiteX28" fmla="*/ 36667 w 55766"/>
                <a:gd name="connsiteY28" fmla="*/ 6106 h 32430"/>
                <a:gd name="connsiteX29" fmla="*/ 39177 w 55766"/>
                <a:gd name="connsiteY29" fmla="*/ 6106 h 32430"/>
                <a:gd name="connsiteX30" fmla="*/ 55764 w 55766"/>
                <a:gd name="connsiteY30" fmla="*/ 22518 h 32430"/>
                <a:gd name="connsiteX31" fmla="*/ 55762 w 55766"/>
                <a:gd name="connsiteY31" fmla="*/ 23167 h 32430"/>
                <a:gd name="connsiteX32" fmla="*/ 55762 w 55766"/>
                <a:gd name="connsiteY32" fmla="*/ 29771 h 32430"/>
                <a:gd name="connsiteX33" fmla="*/ 53162 w 55766"/>
                <a:gd name="connsiteY33" fmla="*/ 32431 h 3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5766" h="32430">
                  <a:moveTo>
                    <a:pt x="53162" y="32431"/>
                  </a:moveTo>
                  <a:lnTo>
                    <a:pt x="2512" y="32431"/>
                  </a:lnTo>
                  <a:cubicBezTo>
                    <a:pt x="1125" y="32432"/>
                    <a:pt x="1" y="31283"/>
                    <a:pt x="0" y="29864"/>
                  </a:cubicBezTo>
                  <a:cubicBezTo>
                    <a:pt x="0" y="29833"/>
                    <a:pt x="1" y="29802"/>
                    <a:pt x="2" y="29771"/>
                  </a:cubicBezTo>
                  <a:lnTo>
                    <a:pt x="2" y="23167"/>
                  </a:lnTo>
                  <a:cubicBezTo>
                    <a:pt x="-48" y="13998"/>
                    <a:pt x="7177" y="6524"/>
                    <a:pt x="16138" y="6474"/>
                  </a:cubicBezTo>
                  <a:cubicBezTo>
                    <a:pt x="16168" y="6473"/>
                    <a:pt x="16198" y="6473"/>
                    <a:pt x="16228" y="6473"/>
                  </a:cubicBezTo>
                  <a:lnTo>
                    <a:pt x="18738" y="6473"/>
                  </a:lnTo>
                  <a:lnTo>
                    <a:pt x="18738" y="6473"/>
                  </a:lnTo>
                  <a:lnTo>
                    <a:pt x="19634" y="1979"/>
                  </a:lnTo>
                  <a:cubicBezTo>
                    <a:pt x="20153" y="609"/>
                    <a:pt x="21659" y="-71"/>
                    <a:pt x="22998" y="460"/>
                  </a:cubicBezTo>
                  <a:cubicBezTo>
                    <a:pt x="24045" y="875"/>
                    <a:pt x="24713" y="1932"/>
                    <a:pt x="24655" y="3080"/>
                  </a:cubicBezTo>
                  <a:lnTo>
                    <a:pt x="23848" y="7574"/>
                  </a:lnTo>
                  <a:cubicBezTo>
                    <a:pt x="23265" y="10189"/>
                    <a:pt x="21001" y="12050"/>
                    <a:pt x="18379" y="12068"/>
                  </a:cubicBezTo>
                  <a:lnTo>
                    <a:pt x="16228" y="12068"/>
                  </a:lnTo>
                  <a:cubicBezTo>
                    <a:pt x="10211" y="12114"/>
                    <a:pt x="5304" y="17014"/>
                    <a:pt x="5111" y="23167"/>
                  </a:cubicBezTo>
                  <a:lnTo>
                    <a:pt x="5111" y="27203"/>
                  </a:lnTo>
                  <a:lnTo>
                    <a:pt x="50563" y="27203"/>
                  </a:lnTo>
                  <a:lnTo>
                    <a:pt x="50563" y="23167"/>
                  </a:lnTo>
                  <a:cubicBezTo>
                    <a:pt x="50614" y="16886"/>
                    <a:pt x="45679" y="11751"/>
                    <a:pt x="39540" y="11699"/>
                  </a:cubicBezTo>
                  <a:cubicBezTo>
                    <a:pt x="39419" y="11698"/>
                    <a:pt x="39298" y="11698"/>
                    <a:pt x="39177" y="11701"/>
                  </a:cubicBezTo>
                  <a:lnTo>
                    <a:pt x="36936" y="11701"/>
                  </a:lnTo>
                  <a:cubicBezTo>
                    <a:pt x="34337" y="11675"/>
                    <a:pt x="32102" y="9808"/>
                    <a:pt x="31557" y="7207"/>
                  </a:cubicBezTo>
                  <a:lnTo>
                    <a:pt x="30751" y="3080"/>
                  </a:lnTo>
                  <a:cubicBezTo>
                    <a:pt x="30485" y="1687"/>
                    <a:pt x="31373" y="339"/>
                    <a:pt x="32734" y="67"/>
                  </a:cubicBezTo>
                  <a:cubicBezTo>
                    <a:pt x="32760" y="62"/>
                    <a:pt x="32786" y="57"/>
                    <a:pt x="32812" y="53"/>
                  </a:cubicBezTo>
                  <a:cubicBezTo>
                    <a:pt x="34195" y="-232"/>
                    <a:pt x="35548" y="663"/>
                    <a:pt x="35860" y="2071"/>
                  </a:cubicBezTo>
                  <a:lnTo>
                    <a:pt x="36667" y="6106"/>
                  </a:lnTo>
                  <a:lnTo>
                    <a:pt x="36667" y="6106"/>
                  </a:lnTo>
                  <a:lnTo>
                    <a:pt x="39177" y="6106"/>
                  </a:lnTo>
                  <a:cubicBezTo>
                    <a:pt x="48187" y="5952"/>
                    <a:pt x="55613" y="13300"/>
                    <a:pt x="55764" y="22518"/>
                  </a:cubicBezTo>
                  <a:cubicBezTo>
                    <a:pt x="55767" y="22734"/>
                    <a:pt x="55767" y="22951"/>
                    <a:pt x="55762" y="23167"/>
                  </a:cubicBezTo>
                  <a:lnTo>
                    <a:pt x="55762" y="29771"/>
                  </a:lnTo>
                  <a:cubicBezTo>
                    <a:pt x="55762" y="31240"/>
                    <a:pt x="54598" y="32431"/>
                    <a:pt x="53162" y="32431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形状 100"/>
            <p:cNvSpPr/>
            <p:nvPr/>
          </p:nvSpPr>
          <p:spPr>
            <a:xfrm>
              <a:off x="6042914" y="3410653"/>
              <a:ext cx="10965" cy="5505"/>
            </a:xfrm>
            <a:custGeom>
              <a:avLst/>
              <a:gdLst>
                <a:gd name="connsiteX0" fmla="*/ 8352 w 10965"/>
                <a:gd name="connsiteY0" fmla="*/ 5506 h 5505"/>
                <a:gd name="connsiteX1" fmla="*/ 2615 w 10965"/>
                <a:gd name="connsiteY1" fmla="*/ 5506 h 5505"/>
                <a:gd name="connsiteX2" fmla="*/ 15 w 10965"/>
                <a:gd name="connsiteY2" fmla="*/ 2846 h 5505"/>
                <a:gd name="connsiteX3" fmla="*/ 2239 w 10965"/>
                <a:gd name="connsiteY3" fmla="*/ 15 h 5505"/>
                <a:gd name="connsiteX4" fmla="*/ 2615 w 10965"/>
                <a:gd name="connsiteY4" fmla="*/ 2 h 5505"/>
                <a:gd name="connsiteX5" fmla="*/ 8352 w 10965"/>
                <a:gd name="connsiteY5" fmla="*/ 2 h 5505"/>
                <a:gd name="connsiteX6" fmla="*/ 10950 w 10965"/>
                <a:gd name="connsiteY6" fmla="*/ 2477 h 5505"/>
                <a:gd name="connsiteX7" fmla="*/ 10952 w 10965"/>
                <a:gd name="connsiteY7" fmla="*/ 2570 h 5505"/>
                <a:gd name="connsiteX8" fmla="*/ 8635 w 10965"/>
                <a:gd name="connsiteY8" fmla="*/ 5491 h 5505"/>
                <a:gd name="connsiteX9" fmla="*/ 8352 w 10965"/>
                <a:gd name="connsiteY9" fmla="*/ 5506 h 5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65" h="5505">
                  <a:moveTo>
                    <a:pt x="8352" y="5506"/>
                  </a:moveTo>
                  <a:lnTo>
                    <a:pt x="2615" y="5506"/>
                  </a:lnTo>
                  <a:cubicBezTo>
                    <a:pt x="1179" y="5506"/>
                    <a:pt x="15" y="4315"/>
                    <a:pt x="15" y="2846"/>
                  </a:cubicBezTo>
                  <a:cubicBezTo>
                    <a:pt x="-135" y="1436"/>
                    <a:pt x="861" y="168"/>
                    <a:pt x="2239" y="15"/>
                  </a:cubicBezTo>
                  <a:cubicBezTo>
                    <a:pt x="2364" y="1"/>
                    <a:pt x="2489" y="-3"/>
                    <a:pt x="2615" y="2"/>
                  </a:cubicBezTo>
                  <a:lnTo>
                    <a:pt x="8352" y="2"/>
                  </a:lnTo>
                  <a:cubicBezTo>
                    <a:pt x="9737" y="-48"/>
                    <a:pt x="10901" y="1060"/>
                    <a:pt x="10950" y="2477"/>
                  </a:cubicBezTo>
                  <a:cubicBezTo>
                    <a:pt x="10951" y="2508"/>
                    <a:pt x="10952" y="2539"/>
                    <a:pt x="10952" y="2570"/>
                  </a:cubicBezTo>
                  <a:cubicBezTo>
                    <a:pt x="11100" y="4032"/>
                    <a:pt x="10063" y="5339"/>
                    <a:pt x="8635" y="5491"/>
                  </a:cubicBezTo>
                  <a:cubicBezTo>
                    <a:pt x="8541" y="5501"/>
                    <a:pt x="8447" y="5506"/>
                    <a:pt x="8352" y="5506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形状 101"/>
            <p:cNvSpPr/>
            <p:nvPr/>
          </p:nvSpPr>
          <p:spPr>
            <a:xfrm>
              <a:off x="6045797" y="3407995"/>
              <a:ext cx="5199" cy="11098"/>
            </a:xfrm>
            <a:custGeom>
              <a:avLst/>
              <a:gdLst>
                <a:gd name="connsiteX0" fmla="*/ 2600 w 5199"/>
                <a:gd name="connsiteY0" fmla="*/ 11098 h 11098"/>
                <a:gd name="connsiteX1" fmla="*/ 0 w 5199"/>
                <a:gd name="connsiteY1" fmla="*/ 8438 h 11098"/>
                <a:gd name="connsiteX2" fmla="*/ 0 w 5199"/>
                <a:gd name="connsiteY2" fmla="*/ 2660 h 11098"/>
                <a:gd name="connsiteX3" fmla="*/ 2600 w 5199"/>
                <a:gd name="connsiteY3" fmla="*/ 0 h 11098"/>
                <a:gd name="connsiteX4" fmla="*/ 5200 w 5199"/>
                <a:gd name="connsiteY4" fmla="*/ 2660 h 11098"/>
                <a:gd name="connsiteX5" fmla="*/ 5200 w 5199"/>
                <a:gd name="connsiteY5" fmla="*/ 8438 h 11098"/>
                <a:gd name="connsiteX6" fmla="*/ 2600 w 5199"/>
                <a:gd name="connsiteY6" fmla="*/ 11098 h 1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9" h="11098">
                  <a:moveTo>
                    <a:pt x="2600" y="11098"/>
                  </a:moveTo>
                  <a:cubicBezTo>
                    <a:pt x="1164" y="11098"/>
                    <a:pt x="0" y="9907"/>
                    <a:pt x="0" y="8438"/>
                  </a:cubicBezTo>
                  <a:lnTo>
                    <a:pt x="0" y="2660"/>
                  </a:lnTo>
                  <a:cubicBezTo>
                    <a:pt x="0" y="1191"/>
                    <a:pt x="1164" y="0"/>
                    <a:pt x="2600" y="0"/>
                  </a:cubicBezTo>
                  <a:cubicBezTo>
                    <a:pt x="4036" y="0"/>
                    <a:pt x="5200" y="1191"/>
                    <a:pt x="5200" y="2660"/>
                  </a:cubicBezTo>
                  <a:lnTo>
                    <a:pt x="5200" y="8438"/>
                  </a:lnTo>
                  <a:cubicBezTo>
                    <a:pt x="5200" y="9907"/>
                    <a:pt x="4036" y="11098"/>
                    <a:pt x="2600" y="1109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形状 102"/>
            <p:cNvSpPr/>
            <p:nvPr/>
          </p:nvSpPr>
          <p:spPr>
            <a:xfrm>
              <a:off x="6110253" y="3404877"/>
              <a:ext cx="34245" cy="20729"/>
            </a:xfrm>
            <a:custGeom>
              <a:avLst/>
              <a:gdLst>
                <a:gd name="connsiteX0" fmla="*/ 31645 w 34245"/>
                <a:gd name="connsiteY0" fmla="*/ 20729 h 20729"/>
                <a:gd name="connsiteX1" fmla="*/ 2600 w 34245"/>
                <a:gd name="connsiteY1" fmla="*/ 20729 h 20729"/>
                <a:gd name="connsiteX2" fmla="*/ 0 w 34245"/>
                <a:gd name="connsiteY2" fmla="*/ 18069 h 20729"/>
                <a:gd name="connsiteX3" fmla="*/ 0 w 34245"/>
                <a:gd name="connsiteY3" fmla="*/ 17519 h 20729"/>
                <a:gd name="connsiteX4" fmla="*/ 17123 w 34245"/>
                <a:gd name="connsiteY4" fmla="*/ 0 h 20729"/>
                <a:gd name="connsiteX5" fmla="*/ 34245 w 34245"/>
                <a:gd name="connsiteY5" fmla="*/ 17519 h 20729"/>
                <a:gd name="connsiteX6" fmla="*/ 34245 w 34245"/>
                <a:gd name="connsiteY6" fmla="*/ 18069 h 20729"/>
                <a:gd name="connsiteX7" fmla="*/ 31645 w 34245"/>
                <a:gd name="connsiteY7" fmla="*/ 20729 h 20729"/>
                <a:gd name="connsiteX8" fmla="*/ 5289 w 34245"/>
                <a:gd name="connsiteY8" fmla="*/ 15501 h 20729"/>
                <a:gd name="connsiteX9" fmla="*/ 28866 w 34245"/>
                <a:gd name="connsiteY9" fmla="*/ 15501 h 20729"/>
                <a:gd name="connsiteX10" fmla="*/ 17123 w 34245"/>
                <a:gd name="connsiteY10" fmla="*/ 5228 h 20729"/>
                <a:gd name="connsiteX11" fmla="*/ 5289 w 34245"/>
                <a:gd name="connsiteY11" fmla="*/ 15501 h 20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245" h="20729">
                  <a:moveTo>
                    <a:pt x="31645" y="20729"/>
                  </a:moveTo>
                  <a:lnTo>
                    <a:pt x="2600" y="20729"/>
                  </a:lnTo>
                  <a:cubicBezTo>
                    <a:pt x="1164" y="20729"/>
                    <a:pt x="0" y="19538"/>
                    <a:pt x="0" y="18069"/>
                  </a:cubicBezTo>
                  <a:lnTo>
                    <a:pt x="0" y="17519"/>
                  </a:lnTo>
                  <a:cubicBezTo>
                    <a:pt x="0" y="7843"/>
                    <a:pt x="7666" y="0"/>
                    <a:pt x="17123" y="0"/>
                  </a:cubicBezTo>
                  <a:cubicBezTo>
                    <a:pt x="26579" y="0"/>
                    <a:pt x="34245" y="7843"/>
                    <a:pt x="34245" y="17519"/>
                  </a:cubicBezTo>
                  <a:lnTo>
                    <a:pt x="34245" y="18069"/>
                  </a:lnTo>
                  <a:cubicBezTo>
                    <a:pt x="34245" y="19538"/>
                    <a:pt x="33081" y="20729"/>
                    <a:pt x="31645" y="20729"/>
                  </a:cubicBezTo>
                  <a:close/>
                  <a:moveTo>
                    <a:pt x="5289" y="15501"/>
                  </a:moveTo>
                  <a:lnTo>
                    <a:pt x="28866" y="15501"/>
                  </a:lnTo>
                  <a:cubicBezTo>
                    <a:pt x="27978" y="9574"/>
                    <a:pt x="22983" y="5204"/>
                    <a:pt x="17123" y="5228"/>
                  </a:cubicBezTo>
                  <a:cubicBezTo>
                    <a:pt x="11255" y="5236"/>
                    <a:pt x="6252" y="9580"/>
                    <a:pt x="5289" y="15501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形状 103"/>
            <p:cNvSpPr/>
            <p:nvPr/>
          </p:nvSpPr>
          <p:spPr>
            <a:xfrm>
              <a:off x="6105568" y="3396706"/>
              <a:ext cx="43748" cy="15150"/>
            </a:xfrm>
            <a:custGeom>
              <a:avLst/>
              <a:gdLst>
                <a:gd name="connsiteX0" fmla="*/ 2623 w 43748"/>
                <a:gd name="connsiteY0" fmla="*/ 14958 h 15150"/>
                <a:gd name="connsiteX1" fmla="*/ 0 w 43748"/>
                <a:gd name="connsiteY1" fmla="*/ 12323 h 15150"/>
                <a:gd name="connsiteX2" fmla="*/ 561 w 43748"/>
                <a:gd name="connsiteY2" fmla="*/ 10647 h 15150"/>
                <a:gd name="connsiteX3" fmla="*/ 38297 w 43748"/>
                <a:gd name="connsiteY3" fmla="*/ 5780 h 15150"/>
                <a:gd name="connsiteX4" fmla="*/ 43054 w 43748"/>
                <a:gd name="connsiteY4" fmla="*/ 10647 h 15150"/>
                <a:gd name="connsiteX5" fmla="*/ 43054 w 43748"/>
                <a:gd name="connsiteY5" fmla="*/ 14408 h 15150"/>
                <a:gd name="connsiteX6" fmla="*/ 39379 w 43748"/>
                <a:gd name="connsiteY6" fmla="*/ 14408 h 15150"/>
                <a:gd name="connsiteX7" fmla="*/ 8789 w 43748"/>
                <a:gd name="connsiteY7" fmla="*/ 10668 h 15150"/>
                <a:gd name="connsiteX8" fmla="*/ 5133 w 43748"/>
                <a:gd name="connsiteY8" fmla="*/ 14408 h 15150"/>
                <a:gd name="connsiteX9" fmla="*/ 2623 w 43748"/>
                <a:gd name="connsiteY9" fmla="*/ 14958 h 1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748" h="15150">
                  <a:moveTo>
                    <a:pt x="2623" y="14958"/>
                  </a:moveTo>
                  <a:cubicBezTo>
                    <a:pt x="1188" y="14972"/>
                    <a:pt x="13" y="13792"/>
                    <a:pt x="0" y="12323"/>
                  </a:cubicBezTo>
                  <a:cubicBezTo>
                    <a:pt x="-5" y="11715"/>
                    <a:pt x="193" y="11124"/>
                    <a:pt x="561" y="10647"/>
                  </a:cubicBezTo>
                  <a:cubicBezTo>
                    <a:pt x="9668" y="-1358"/>
                    <a:pt x="26563" y="-3538"/>
                    <a:pt x="38297" y="5780"/>
                  </a:cubicBezTo>
                  <a:cubicBezTo>
                    <a:pt x="40075" y="7192"/>
                    <a:pt x="41674" y="8827"/>
                    <a:pt x="43054" y="10647"/>
                  </a:cubicBezTo>
                  <a:cubicBezTo>
                    <a:pt x="43980" y="11722"/>
                    <a:pt x="43980" y="13333"/>
                    <a:pt x="43054" y="14408"/>
                  </a:cubicBezTo>
                  <a:cubicBezTo>
                    <a:pt x="42020" y="15398"/>
                    <a:pt x="40413" y="15398"/>
                    <a:pt x="39379" y="14408"/>
                  </a:cubicBezTo>
                  <a:cubicBezTo>
                    <a:pt x="31941" y="4732"/>
                    <a:pt x="18245" y="3058"/>
                    <a:pt x="8789" y="10668"/>
                  </a:cubicBezTo>
                  <a:cubicBezTo>
                    <a:pt x="7430" y="11762"/>
                    <a:pt x="6203" y="13017"/>
                    <a:pt x="5133" y="14408"/>
                  </a:cubicBezTo>
                  <a:cubicBezTo>
                    <a:pt x="4435" y="14999"/>
                    <a:pt x="3498" y="15205"/>
                    <a:pt x="2623" y="14958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形状 104"/>
            <p:cNvSpPr/>
            <p:nvPr/>
          </p:nvSpPr>
          <p:spPr>
            <a:xfrm>
              <a:off x="6049350" y="3449315"/>
              <a:ext cx="94374" cy="5320"/>
            </a:xfrm>
            <a:custGeom>
              <a:avLst/>
              <a:gdLst>
                <a:gd name="connsiteX0" fmla="*/ 91294 w 94374"/>
                <a:gd name="connsiteY0" fmla="*/ 5275 h 5320"/>
                <a:gd name="connsiteX1" fmla="*/ 3081 w 94374"/>
                <a:gd name="connsiteY1" fmla="*/ 5275 h 5320"/>
                <a:gd name="connsiteX2" fmla="*/ 45 w 94374"/>
                <a:gd name="connsiteY2" fmla="*/ 3152 h 5320"/>
                <a:gd name="connsiteX3" fmla="*/ 2120 w 94374"/>
                <a:gd name="connsiteY3" fmla="*/ 46 h 5320"/>
                <a:gd name="connsiteX4" fmla="*/ 3081 w 94374"/>
                <a:gd name="connsiteY4" fmla="*/ 46 h 5320"/>
                <a:gd name="connsiteX5" fmla="*/ 91294 w 94374"/>
                <a:gd name="connsiteY5" fmla="*/ 46 h 5320"/>
                <a:gd name="connsiteX6" fmla="*/ 94329 w 94374"/>
                <a:gd name="connsiteY6" fmla="*/ 2169 h 5320"/>
                <a:gd name="connsiteX7" fmla="*/ 92255 w 94374"/>
                <a:gd name="connsiteY7" fmla="*/ 5275 h 5320"/>
                <a:gd name="connsiteX8" fmla="*/ 91294 w 94374"/>
                <a:gd name="connsiteY8" fmla="*/ 5275 h 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74" h="5320">
                  <a:moveTo>
                    <a:pt x="91294" y="5275"/>
                  </a:moveTo>
                  <a:lnTo>
                    <a:pt x="3081" y="5275"/>
                  </a:lnTo>
                  <a:cubicBezTo>
                    <a:pt x="1670" y="5546"/>
                    <a:pt x="311" y="4596"/>
                    <a:pt x="45" y="3152"/>
                  </a:cubicBezTo>
                  <a:cubicBezTo>
                    <a:pt x="-220" y="1709"/>
                    <a:pt x="709" y="318"/>
                    <a:pt x="2120" y="46"/>
                  </a:cubicBezTo>
                  <a:cubicBezTo>
                    <a:pt x="2437" y="-15"/>
                    <a:pt x="2763" y="-15"/>
                    <a:pt x="3081" y="46"/>
                  </a:cubicBezTo>
                  <a:lnTo>
                    <a:pt x="91294" y="46"/>
                  </a:lnTo>
                  <a:cubicBezTo>
                    <a:pt x="92705" y="-225"/>
                    <a:pt x="94064" y="725"/>
                    <a:pt x="94329" y="2169"/>
                  </a:cubicBezTo>
                  <a:cubicBezTo>
                    <a:pt x="94595" y="3612"/>
                    <a:pt x="93666" y="5003"/>
                    <a:pt x="92255" y="5275"/>
                  </a:cubicBezTo>
                  <a:cubicBezTo>
                    <a:pt x="91937" y="5336"/>
                    <a:pt x="91611" y="5336"/>
                    <a:pt x="91294" y="5275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形状 105"/>
            <p:cNvSpPr/>
            <p:nvPr/>
          </p:nvSpPr>
          <p:spPr>
            <a:xfrm>
              <a:off x="6049831" y="3462570"/>
              <a:ext cx="93412" cy="5319"/>
            </a:xfrm>
            <a:custGeom>
              <a:avLst/>
              <a:gdLst>
                <a:gd name="connsiteX0" fmla="*/ 90812 w 93412"/>
                <a:gd name="connsiteY0" fmla="*/ 5320 h 5319"/>
                <a:gd name="connsiteX1" fmla="*/ 2600 w 93412"/>
                <a:gd name="connsiteY1" fmla="*/ 5320 h 5319"/>
                <a:gd name="connsiteX2" fmla="*/ 0 w 93412"/>
                <a:gd name="connsiteY2" fmla="*/ 2660 h 5319"/>
                <a:gd name="connsiteX3" fmla="*/ 2600 w 93412"/>
                <a:gd name="connsiteY3" fmla="*/ 0 h 5319"/>
                <a:gd name="connsiteX4" fmla="*/ 90812 w 93412"/>
                <a:gd name="connsiteY4" fmla="*/ 0 h 5319"/>
                <a:gd name="connsiteX5" fmla="*/ 93412 w 93412"/>
                <a:gd name="connsiteY5" fmla="*/ 2660 h 5319"/>
                <a:gd name="connsiteX6" fmla="*/ 90812 w 93412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12" h="5319">
                  <a:moveTo>
                    <a:pt x="90812" y="5320"/>
                  </a:moveTo>
                  <a:lnTo>
                    <a:pt x="2600" y="5320"/>
                  </a:lnTo>
                  <a:cubicBezTo>
                    <a:pt x="1164" y="5320"/>
                    <a:pt x="0" y="4129"/>
                    <a:pt x="0" y="2660"/>
                  </a:cubicBezTo>
                  <a:cubicBezTo>
                    <a:pt x="0" y="1191"/>
                    <a:pt x="1164" y="0"/>
                    <a:pt x="2600" y="0"/>
                  </a:cubicBezTo>
                  <a:lnTo>
                    <a:pt x="90812" y="0"/>
                  </a:lnTo>
                  <a:cubicBezTo>
                    <a:pt x="92248" y="0"/>
                    <a:pt x="93412" y="1191"/>
                    <a:pt x="93412" y="2660"/>
                  </a:cubicBezTo>
                  <a:cubicBezTo>
                    <a:pt x="93412" y="4129"/>
                    <a:pt x="92248" y="5320"/>
                    <a:pt x="90812" y="532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形状 106"/>
            <p:cNvSpPr/>
            <p:nvPr/>
          </p:nvSpPr>
          <p:spPr>
            <a:xfrm>
              <a:off x="6049831" y="3475868"/>
              <a:ext cx="93412" cy="5229"/>
            </a:xfrm>
            <a:custGeom>
              <a:avLst/>
              <a:gdLst>
                <a:gd name="connsiteX0" fmla="*/ 90812 w 93412"/>
                <a:gd name="connsiteY0" fmla="*/ 5230 h 5229"/>
                <a:gd name="connsiteX1" fmla="*/ 2600 w 93412"/>
                <a:gd name="connsiteY1" fmla="*/ 5230 h 5229"/>
                <a:gd name="connsiteX2" fmla="*/ 0 w 93412"/>
                <a:gd name="connsiteY2" fmla="*/ 2570 h 5229"/>
                <a:gd name="connsiteX3" fmla="*/ 2509 w 93412"/>
                <a:gd name="connsiteY3" fmla="*/ 0 h 5229"/>
                <a:gd name="connsiteX4" fmla="*/ 2600 w 93412"/>
                <a:gd name="connsiteY4" fmla="*/ 2 h 5229"/>
                <a:gd name="connsiteX5" fmla="*/ 90812 w 93412"/>
                <a:gd name="connsiteY5" fmla="*/ 2 h 5229"/>
                <a:gd name="connsiteX6" fmla="*/ 93411 w 93412"/>
                <a:gd name="connsiteY6" fmla="*/ 2477 h 5229"/>
                <a:gd name="connsiteX7" fmla="*/ 93412 w 93412"/>
                <a:gd name="connsiteY7" fmla="*/ 2570 h 5229"/>
                <a:gd name="connsiteX8" fmla="*/ 90812 w 93412"/>
                <a:gd name="connsiteY8" fmla="*/ 5230 h 5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12" h="5229">
                  <a:moveTo>
                    <a:pt x="90812" y="5230"/>
                  </a:moveTo>
                  <a:lnTo>
                    <a:pt x="2600" y="5230"/>
                  </a:lnTo>
                  <a:cubicBezTo>
                    <a:pt x="1164" y="5230"/>
                    <a:pt x="0" y="4039"/>
                    <a:pt x="0" y="2570"/>
                  </a:cubicBezTo>
                  <a:cubicBezTo>
                    <a:pt x="-1" y="1152"/>
                    <a:pt x="1122" y="1"/>
                    <a:pt x="2509" y="0"/>
                  </a:cubicBezTo>
                  <a:cubicBezTo>
                    <a:pt x="2539" y="0"/>
                    <a:pt x="2569" y="1"/>
                    <a:pt x="2600" y="2"/>
                  </a:cubicBezTo>
                  <a:lnTo>
                    <a:pt x="90812" y="2"/>
                  </a:lnTo>
                  <a:cubicBezTo>
                    <a:pt x="92198" y="-49"/>
                    <a:pt x="93361" y="1059"/>
                    <a:pt x="93411" y="2477"/>
                  </a:cubicBezTo>
                  <a:cubicBezTo>
                    <a:pt x="93412" y="2508"/>
                    <a:pt x="93412" y="2539"/>
                    <a:pt x="93412" y="2570"/>
                  </a:cubicBezTo>
                  <a:cubicBezTo>
                    <a:pt x="93412" y="4039"/>
                    <a:pt x="92248" y="5230"/>
                    <a:pt x="90812" y="523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形状 107"/>
            <p:cNvSpPr/>
            <p:nvPr/>
          </p:nvSpPr>
          <p:spPr>
            <a:xfrm>
              <a:off x="6049831" y="3489078"/>
              <a:ext cx="93412" cy="5319"/>
            </a:xfrm>
            <a:custGeom>
              <a:avLst/>
              <a:gdLst>
                <a:gd name="connsiteX0" fmla="*/ 90812 w 93412"/>
                <a:gd name="connsiteY0" fmla="*/ 5320 h 5319"/>
                <a:gd name="connsiteX1" fmla="*/ 2600 w 93412"/>
                <a:gd name="connsiteY1" fmla="*/ 5320 h 5319"/>
                <a:gd name="connsiteX2" fmla="*/ 0 w 93412"/>
                <a:gd name="connsiteY2" fmla="*/ 2660 h 5319"/>
                <a:gd name="connsiteX3" fmla="*/ 2600 w 93412"/>
                <a:gd name="connsiteY3" fmla="*/ 0 h 5319"/>
                <a:gd name="connsiteX4" fmla="*/ 90812 w 93412"/>
                <a:gd name="connsiteY4" fmla="*/ 0 h 5319"/>
                <a:gd name="connsiteX5" fmla="*/ 93412 w 93412"/>
                <a:gd name="connsiteY5" fmla="*/ 2660 h 5319"/>
                <a:gd name="connsiteX6" fmla="*/ 90812 w 93412"/>
                <a:gd name="connsiteY6" fmla="*/ 5320 h 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12" h="5319">
                  <a:moveTo>
                    <a:pt x="90812" y="5320"/>
                  </a:moveTo>
                  <a:lnTo>
                    <a:pt x="2600" y="5320"/>
                  </a:lnTo>
                  <a:cubicBezTo>
                    <a:pt x="1164" y="5320"/>
                    <a:pt x="0" y="4129"/>
                    <a:pt x="0" y="2660"/>
                  </a:cubicBezTo>
                  <a:cubicBezTo>
                    <a:pt x="0" y="1191"/>
                    <a:pt x="1164" y="0"/>
                    <a:pt x="2600" y="0"/>
                  </a:cubicBezTo>
                  <a:lnTo>
                    <a:pt x="90812" y="0"/>
                  </a:lnTo>
                  <a:cubicBezTo>
                    <a:pt x="92248" y="0"/>
                    <a:pt x="93412" y="1191"/>
                    <a:pt x="93412" y="2660"/>
                  </a:cubicBezTo>
                  <a:cubicBezTo>
                    <a:pt x="93412" y="4129"/>
                    <a:pt x="92248" y="5320"/>
                    <a:pt x="90812" y="5320"/>
                  </a:cubicBezTo>
                  <a:close/>
                </a:path>
              </a:pathLst>
            </a:custGeom>
            <a:grpFill/>
            <a:ln w="89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111" name="图片 1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060" y="1885950"/>
            <a:ext cx="2720340" cy="2720340"/>
          </a:xfrm>
          <a:custGeom>
            <a:avLst/>
            <a:gdLst>
              <a:gd name="connsiteX0" fmla="*/ 1360170 w 2720340"/>
              <a:gd name="connsiteY0" fmla="*/ 0 h 2720340"/>
              <a:gd name="connsiteX1" fmla="*/ 2720340 w 2720340"/>
              <a:gd name="connsiteY1" fmla="*/ 1360170 h 2720340"/>
              <a:gd name="connsiteX2" fmla="*/ 1360170 w 2720340"/>
              <a:gd name="connsiteY2" fmla="*/ 2720340 h 2720340"/>
              <a:gd name="connsiteX3" fmla="*/ 0 w 2720340"/>
              <a:gd name="connsiteY3" fmla="*/ 1360170 h 2720340"/>
              <a:gd name="connsiteX4" fmla="*/ 1360170 w 2720340"/>
              <a:gd name="connsiteY4" fmla="*/ 0 h 272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0340" h="2720340">
                <a:moveTo>
                  <a:pt x="1360170" y="0"/>
                </a:moveTo>
                <a:cubicBezTo>
                  <a:pt x="2111371" y="0"/>
                  <a:pt x="2720340" y="608969"/>
                  <a:pt x="2720340" y="1360170"/>
                </a:cubicBezTo>
                <a:cubicBezTo>
                  <a:pt x="2720340" y="2111371"/>
                  <a:pt x="2111371" y="2720340"/>
                  <a:pt x="1360170" y="2720340"/>
                </a:cubicBezTo>
                <a:cubicBezTo>
                  <a:pt x="608969" y="2720340"/>
                  <a:pt x="0" y="2111371"/>
                  <a:pt x="0" y="1360170"/>
                </a:cubicBezTo>
                <a:cubicBezTo>
                  <a:pt x="0" y="608969"/>
                  <a:pt x="608969" y="0"/>
                  <a:pt x="1360170" y="0"/>
                </a:cubicBezTo>
                <a:close/>
              </a:path>
            </a:pathLst>
          </a:cu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1" y="1175514"/>
            <a:ext cx="3585359" cy="5408166"/>
          </a:xfrm>
          <a:custGeom>
            <a:avLst/>
            <a:gdLst>
              <a:gd name="connsiteX0" fmla="*/ 0 w 3585359"/>
              <a:gd name="connsiteY0" fmla="*/ 0 h 5408166"/>
              <a:gd name="connsiteX1" fmla="*/ 3585359 w 3585359"/>
              <a:gd name="connsiteY1" fmla="*/ 0 h 5408166"/>
              <a:gd name="connsiteX2" fmla="*/ 3585359 w 3585359"/>
              <a:gd name="connsiteY2" fmla="*/ 5408166 h 5408166"/>
              <a:gd name="connsiteX3" fmla="*/ 0 w 3585359"/>
              <a:gd name="connsiteY3" fmla="*/ 5408166 h 5408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5359" h="5408166">
                <a:moveTo>
                  <a:pt x="0" y="0"/>
                </a:moveTo>
                <a:lnTo>
                  <a:pt x="3585359" y="0"/>
                </a:lnTo>
                <a:lnTo>
                  <a:pt x="3585359" y="5408166"/>
                </a:lnTo>
                <a:lnTo>
                  <a:pt x="0" y="5408166"/>
                </a:lnTo>
                <a:close/>
              </a:path>
            </a:pathLst>
          </a:custGeom>
        </p:spPr>
      </p:pic>
      <p:sp>
        <p:nvSpPr>
          <p:cNvPr id="4" name="圆角矩形 3"/>
          <p:cNvSpPr/>
          <p:nvPr/>
        </p:nvSpPr>
        <p:spPr>
          <a:xfrm>
            <a:off x="2465072" y="2497666"/>
            <a:ext cx="9166860" cy="2903220"/>
          </a:xfrm>
          <a:prstGeom prst="roundRect">
            <a:avLst>
              <a:gd name="adj" fmla="val 8006"/>
            </a:avLst>
          </a:prstGeom>
          <a:solidFill>
            <a:schemeClr val="bg1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21380" y="3315063"/>
            <a:ext cx="7985760" cy="384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6" name="文本框 5"/>
          <p:cNvSpPr txBox="1"/>
          <p:nvPr/>
        </p:nvSpPr>
        <p:spPr>
          <a:xfrm flipH="1">
            <a:off x="3421382" y="3049579"/>
            <a:ext cx="351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21380" y="4366623"/>
            <a:ext cx="7985760" cy="384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8" name="文本框 7"/>
          <p:cNvSpPr txBox="1"/>
          <p:nvPr/>
        </p:nvSpPr>
        <p:spPr>
          <a:xfrm flipH="1">
            <a:off x="3421382" y="4101139"/>
            <a:ext cx="351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7714" y="407964"/>
            <a:ext cx="2915214" cy="523220"/>
            <a:chOff x="217714" y="407964"/>
            <a:chExt cx="2915214" cy="523220"/>
          </a:xfrm>
        </p:grpSpPr>
        <p:sp>
          <p:nvSpPr>
            <p:cNvPr id="11" name="文本框 10"/>
            <p:cNvSpPr txBox="1"/>
            <p:nvPr/>
          </p:nvSpPr>
          <p:spPr>
            <a:xfrm>
              <a:off x="714103" y="407964"/>
              <a:ext cx="2418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algn="just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2800" b="0" i="0" u="none" strike="noStrike" cap="none" spc="0" normalizeH="0" baseline="0">
                  <a:ln>
                    <a:noFill/>
                  </a:ln>
                  <a:solidFill>
                    <a:srgbClr val="09ABAD"/>
                  </a:solidFill>
                  <a:effectLst/>
                  <a:uLnTx/>
                  <a:uFillTx/>
                  <a:latin typeface="钉钉进步体" panose="00020600040101010101" pitchFamily="18" charset="-122"/>
                  <a:ea typeface="钉钉进步体" panose="00020600040101010101" pitchFamily="18" charset="-122"/>
                </a:defRPr>
              </a:lvl1pPr>
            </a:lstStyle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请添加标题</a:t>
              </a:r>
            </a:p>
          </p:txBody>
        </p:sp>
        <p:sp>
          <p:nvSpPr>
            <p:cNvPr id="12" name="平行四边形 11"/>
            <p:cNvSpPr/>
            <p:nvPr/>
          </p:nvSpPr>
          <p:spPr>
            <a:xfrm>
              <a:off x="217714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>
              <a:off x="383177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548640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14092" y="3175672"/>
            <a:ext cx="4875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5400" b="1" spc="6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养老产品推荐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314092" y="4051234"/>
            <a:ext cx="5383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单击此处输入你的正文，文字是您思想的提炼，为了最终演示发布的良好效果，请尽量言简意赅的阐述观点。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14092" y="2266783"/>
            <a:ext cx="41313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PART</a:t>
            </a:r>
            <a:r>
              <a:rPr kumimoji="1" lang="zh-CN" altLang="en-US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1" lang="en-US" altLang="zh-CN" sz="5400" dirty="0">
                <a:solidFill>
                  <a:srgbClr val="09ABAD"/>
                </a:solidFill>
                <a:effectLst>
                  <a:outerShdw blurRad="36322" dist="63500" dir="1800000" algn="tl" rotWithShape="0">
                    <a:srgbClr val="09ABAD">
                      <a:alpha val="46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04</a:t>
            </a:r>
            <a:endParaRPr kumimoji="1" lang="zh-CN" altLang="en-US" sz="5400" dirty="0">
              <a:solidFill>
                <a:srgbClr val="09ABAD"/>
              </a:solidFill>
              <a:effectLst>
                <a:outerShdw blurRad="36322" dist="63500" dir="1800000" algn="tl" rotWithShape="0">
                  <a:srgbClr val="09ABAD">
                    <a:alpha val="46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" name="直线连接符 6"/>
          <p:cNvCxnSpPr/>
          <p:nvPr/>
        </p:nvCxnSpPr>
        <p:spPr>
          <a:xfrm>
            <a:off x="5442698" y="4609949"/>
            <a:ext cx="2295835" cy="0"/>
          </a:xfrm>
          <a:prstGeom prst="line">
            <a:avLst/>
          </a:prstGeom>
          <a:ln w="28575">
            <a:solidFill>
              <a:srgbClr val="09AB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任意形状 1"/>
          <p:cNvSpPr/>
          <p:nvPr/>
        </p:nvSpPr>
        <p:spPr>
          <a:xfrm flipH="1">
            <a:off x="352843" y="0"/>
            <a:ext cx="4362236" cy="6858000"/>
          </a:xfrm>
          <a:custGeom>
            <a:avLst/>
            <a:gdLst>
              <a:gd name="connsiteX0" fmla="*/ 4362236 w 4362236"/>
              <a:gd name="connsiteY0" fmla="*/ 0 h 6858000"/>
              <a:gd name="connsiteX1" fmla="*/ 1290761 w 4362236"/>
              <a:gd name="connsiteY1" fmla="*/ 0 h 6858000"/>
              <a:gd name="connsiteX2" fmla="*/ 0 w 4362236"/>
              <a:gd name="connsiteY2" fmla="*/ 3477454 h 6858000"/>
              <a:gd name="connsiteX3" fmla="*/ 1254791 w 4362236"/>
              <a:gd name="connsiteY3" fmla="*/ 6858000 h 6858000"/>
              <a:gd name="connsiteX4" fmla="*/ 4362236 w 436223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236" h="6858000">
                <a:moveTo>
                  <a:pt x="4362236" y="0"/>
                </a:moveTo>
                <a:lnTo>
                  <a:pt x="1290761" y="0"/>
                </a:lnTo>
                <a:lnTo>
                  <a:pt x="0" y="3477454"/>
                </a:lnTo>
                <a:lnTo>
                  <a:pt x="1254791" y="6858000"/>
                </a:lnTo>
                <a:lnTo>
                  <a:pt x="4362236" y="6858000"/>
                </a:lnTo>
                <a:close/>
              </a:path>
            </a:pathLst>
          </a:custGeom>
          <a:solidFill>
            <a:srgbClr val="09ABAD">
              <a:alpha val="2811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29" y="0"/>
            <a:ext cx="4353770" cy="6858000"/>
          </a:xfrm>
          <a:custGeom>
            <a:avLst/>
            <a:gdLst>
              <a:gd name="connsiteX0" fmla="*/ 0 w 4353770"/>
              <a:gd name="connsiteY0" fmla="*/ 0 h 6858000"/>
              <a:gd name="connsiteX1" fmla="*/ 3071475 w 4353770"/>
              <a:gd name="connsiteY1" fmla="*/ 0 h 6858000"/>
              <a:gd name="connsiteX2" fmla="*/ 4353770 w 4353770"/>
              <a:gd name="connsiteY2" fmla="*/ 3454644 h 6858000"/>
              <a:gd name="connsiteX3" fmla="*/ 3090512 w 4353770"/>
              <a:gd name="connsiteY3" fmla="*/ 6858000 h 6858000"/>
              <a:gd name="connsiteX4" fmla="*/ 0 w 435377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3770" h="6858000">
                <a:moveTo>
                  <a:pt x="0" y="0"/>
                </a:moveTo>
                <a:lnTo>
                  <a:pt x="3071475" y="0"/>
                </a:lnTo>
                <a:lnTo>
                  <a:pt x="4353770" y="3454644"/>
                </a:lnTo>
                <a:lnTo>
                  <a:pt x="309051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任意形状 7"/>
          <p:cNvSpPr/>
          <p:nvPr/>
        </p:nvSpPr>
        <p:spPr>
          <a:xfrm flipH="1">
            <a:off x="-11029" y="0"/>
            <a:ext cx="4353769" cy="6858000"/>
          </a:xfrm>
          <a:custGeom>
            <a:avLst/>
            <a:gdLst>
              <a:gd name="connsiteX0" fmla="*/ 4353769 w 4353769"/>
              <a:gd name="connsiteY0" fmla="*/ 0 h 6858000"/>
              <a:gd name="connsiteX1" fmla="*/ 1282294 w 4353769"/>
              <a:gd name="connsiteY1" fmla="*/ 0 h 6858000"/>
              <a:gd name="connsiteX2" fmla="*/ 0 w 4353769"/>
              <a:gd name="connsiteY2" fmla="*/ 3454644 h 6858000"/>
              <a:gd name="connsiteX3" fmla="*/ 1263257 w 4353769"/>
              <a:gd name="connsiteY3" fmla="*/ 6858000 h 6858000"/>
              <a:gd name="connsiteX4" fmla="*/ 4353769 w 4353769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3769" h="6858000">
                <a:moveTo>
                  <a:pt x="4353769" y="0"/>
                </a:moveTo>
                <a:lnTo>
                  <a:pt x="1282294" y="0"/>
                </a:lnTo>
                <a:lnTo>
                  <a:pt x="0" y="3454644"/>
                </a:lnTo>
                <a:lnTo>
                  <a:pt x="1263257" y="6858000"/>
                </a:lnTo>
                <a:lnTo>
                  <a:pt x="4353769" y="6858000"/>
                </a:lnTo>
                <a:close/>
              </a:path>
            </a:pathLst>
          </a:custGeom>
          <a:solidFill>
            <a:srgbClr val="09ABAD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0" y="0"/>
            <a:ext cx="5532120" cy="6858000"/>
          </a:xfrm>
          <a:custGeom>
            <a:avLst/>
            <a:gdLst>
              <a:gd name="connsiteX0" fmla="*/ 5532120 w 5532120"/>
              <a:gd name="connsiteY0" fmla="*/ 0 h 6858000"/>
              <a:gd name="connsiteX1" fmla="*/ 0 w 5532120"/>
              <a:gd name="connsiteY1" fmla="*/ 0 h 6858000"/>
              <a:gd name="connsiteX2" fmla="*/ 0 w 5532120"/>
              <a:gd name="connsiteY2" fmla="*/ 6858000 h 6858000"/>
              <a:gd name="connsiteX3" fmla="*/ 5532120 w 55321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32120" h="6858000">
                <a:moveTo>
                  <a:pt x="5532120" y="0"/>
                </a:moveTo>
                <a:lnTo>
                  <a:pt x="0" y="0"/>
                </a:lnTo>
                <a:lnTo>
                  <a:pt x="0" y="6858000"/>
                </a:lnTo>
                <a:lnTo>
                  <a:pt x="5532120" y="685800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2308860" y="3451860"/>
            <a:ext cx="5052060" cy="21488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34965" y="4314977"/>
            <a:ext cx="414642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6" name="文本框 5"/>
          <p:cNvSpPr txBox="1"/>
          <p:nvPr/>
        </p:nvSpPr>
        <p:spPr>
          <a:xfrm flipH="1">
            <a:off x="2834966" y="4049493"/>
            <a:ext cx="237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7" name="矩形 6"/>
          <p:cNvSpPr/>
          <p:nvPr/>
        </p:nvSpPr>
        <p:spPr>
          <a:xfrm>
            <a:off x="7498080" y="3451860"/>
            <a:ext cx="4693920" cy="2148840"/>
          </a:xfrm>
          <a:prstGeom prst="rect">
            <a:avLst/>
          </a:prstGeom>
          <a:solidFill>
            <a:srgbClr val="09ABAD"/>
          </a:solidFill>
          <a:ln>
            <a:noFill/>
          </a:ln>
          <a:effectLst>
            <a:outerShdw blurRad="348407" dist="38100" dir="2700000" sx="100666" sy="100666" algn="tl" rotWithShape="0">
              <a:srgbClr val="09ABAD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  <a:latin typeface="等线"/>
              <a:ea typeface="等线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09928" y="4314977"/>
            <a:ext cx="414642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9" name="文本框 8"/>
          <p:cNvSpPr txBox="1"/>
          <p:nvPr/>
        </p:nvSpPr>
        <p:spPr>
          <a:xfrm flipH="1">
            <a:off x="7809929" y="4049493"/>
            <a:ext cx="237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0"/>
            <a:ext cx="6858000" cy="6858000"/>
          </a:xfrm>
          <a:custGeom>
            <a:avLst/>
            <a:gdLst>
              <a:gd name="connsiteX0" fmla="*/ 6858000 w 6858000"/>
              <a:gd name="connsiteY0" fmla="*/ 0 h 6858000"/>
              <a:gd name="connsiteX1" fmla="*/ 6858000 w 6858000"/>
              <a:gd name="connsiteY1" fmla="*/ 6858000 h 6858000"/>
              <a:gd name="connsiteX2" fmla="*/ 0 w 6858000"/>
              <a:gd name="connsiteY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0" h="6858000">
                <a:moveTo>
                  <a:pt x="6858000" y="0"/>
                </a:moveTo>
                <a:lnTo>
                  <a:pt x="6858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直角三角形 2"/>
          <p:cNvSpPr/>
          <p:nvPr/>
        </p:nvSpPr>
        <p:spPr>
          <a:xfrm flipH="1">
            <a:off x="5334000" y="0"/>
            <a:ext cx="6858000" cy="6858000"/>
          </a:xfrm>
          <a:prstGeom prst="rtTriangle">
            <a:avLst/>
          </a:prstGeom>
          <a:solidFill>
            <a:srgbClr val="09ABAD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2035155"/>
            <a:ext cx="6359854" cy="3568492"/>
          </a:xfrm>
          <a:custGeom>
            <a:avLst/>
            <a:gdLst>
              <a:gd name="connsiteX0" fmla="*/ 1342573 w 9855201"/>
              <a:gd name="connsiteY0" fmla="*/ 246519 h 5529720"/>
              <a:gd name="connsiteX1" fmla="*/ 1342573 w 9855201"/>
              <a:gd name="connsiteY1" fmla="*/ 4833034 h 5529720"/>
              <a:gd name="connsiteX2" fmla="*/ 8556173 w 9855201"/>
              <a:gd name="connsiteY2" fmla="*/ 4833034 h 5529720"/>
              <a:gd name="connsiteX3" fmla="*/ 8556173 w 9855201"/>
              <a:gd name="connsiteY3" fmla="*/ 246519 h 5529720"/>
              <a:gd name="connsiteX4" fmla="*/ 0 w 9855201"/>
              <a:gd name="connsiteY4" fmla="*/ 0 h 5529720"/>
              <a:gd name="connsiteX5" fmla="*/ 9855201 w 9855201"/>
              <a:gd name="connsiteY5" fmla="*/ 0 h 5529720"/>
              <a:gd name="connsiteX6" fmla="*/ 9855201 w 9855201"/>
              <a:gd name="connsiteY6" fmla="*/ 5529720 h 5529720"/>
              <a:gd name="connsiteX7" fmla="*/ 0 w 9855201"/>
              <a:gd name="connsiteY7" fmla="*/ 5529720 h 552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55201" h="5529720">
                <a:moveTo>
                  <a:pt x="1342573" y="246519"/>
                </a:moveTo>
                <a:lnTo>
                  <a:pt x="1342573" y="4833034"/>
                </a:lnTo>
                <a:lnTo>
                  <a:pt x="8556173" y="4833034"/>
                </a:lnTo>
                <a:lnTo>
                  <a:pt x="8556173" y="246519"/>
                </a:lnTo>
                <a:close/>
                <a:moveTo>
                  <a:pt x="0" y="0"/>
                </a:moveTo>
                <a:lnTo>
                  <a:pt x="9855201" y="0"/>
                </a:lnTo>
                <a:lnTo>
                  <a:pt x="9855201" y="5529720"/>
                </a:lnTo>
                <a:lnTo>
                  <a:pt x="0" y="5529720"/>
                </a:lnTo>
                <a:close/>
              </a:path>
            </a:pathLst>
          </a:custGeom>
        </p:spPr>
      </p:pic>
      <p:sp>
        <p:nvSpPr>
          <p:cNvPr id="7" name="文本框 6"/>
          <p:cNvSpPr txBox="1"/>
          <p:nvPr/>
        </p:nvSpPr>
        <p:spPr>
          <a:xfrm>
            <a:off x="832177" y="2035155"/>
            <a:ext cx="4288204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8" name="文本框 7"/>
          <p:cNvSpPr txBox="1"/>
          <p:nvPr/>
        </p:nvSpPr>
        <p:spPr>
          <a:xfrm flipH="1">
            <a:off x="832171" y="1769671"/>
            <a:ext cx="405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32177" y="3371408"/>
            <a:ext cx="4288204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0" name="文本框 9"/>
          <p:cNvSpPr txBox="1"/>
          <p:nvPr/>
        </p:nvSpPr>
        <p:spPr>
          <a:xfrm flipH="1">
            <a:off x="832171" y="3105924"/>
            <a:ext cx="405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32177" y="4707661"/>
            <a:ext cx="4288204" cy="70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单击此处输入你的正文，文字是您思想的提炼，为了最终演示发布的良好效果。</a:t>
            </a:r>
          </a:p>
        </p:txBody>
      </p:sp>
      <p:sp>
        <p:nvSpPr>
          <p:cNvPr id="12" name="文本框 11"/>
          <p:cNvSpPr txBox="1"/>
          <p:nvPr/>
        </p:nvSpPr>
        <p:spPr>
          <a:xfrm flipH="1">
            <a:off x="832171" y="4442177"/>
            <a:ext cx="4054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添加小标题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17714" y="407964"/>
            <a:ext cx="2915214" cy="523220"/>
            <a:chOff x="217714" y="407964"/>
            <a:chExt cx="2915214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714103" y="407964"/>
              <a:ext cx="2418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9ABAD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请添加标题</a:t>
              </a:r>
            </a:p>
          </p:txBody>
        </p:sp>
        <p:sp>
          <p:nvSpPr>
            <p:cNvPr id="14" name="平行四边形 13"/>
            <p:cNvSpPr/>
            <p:nvPr/>
          </p:nvSpPr>
          <p:spPr>
            <a:xfrm>
              <a:off x="217714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>
              <a:off x="383177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  <p:sp>
          <p:nvSpPr>
            <p:cNvPr id="16" name="平行四边形 15"/>
            <p:cNvSpPr/>
            <p:nvPr/>
          </p:nvSpPr>
          <p:spPr>
            <a:xfrm>
              <a:off x="548640" y="496389"/>
              <a:ext cx="130629" cy="330925"/>
            </a:xfrm>
            <a:prstGeom prst="parallelogram">
              <a:avLst/>
            </a:prstGeom>
            <a:solidFill>
              <a:srgbClr val="09A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9ABAD"/>
                </a:solidFill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720" y="2173527"/>
            <a:ext cx="4690234" cy="3000447"/>
          </a:xfrm>
          <a:custGeom>
            <a:avLst/>
            <a:gdLst>
              <a:gd name="connsiteX0" fmla="*/ 0 w 4690234"/>
              <a:gd name="connsiteY0" fmla="*/ 0 h 3000447"/>
              <a:gd name="connsiteX1" fmla="*/ 4690234 w 4690234"/>
              <a:gd name="connsiteY1" fmla="*/ 0 h 3000447"/>
              <a:gd name="connsiteX2" fmla="*/ 4690234 w 4690234"/>
              <a:gd name="connsiteY2" fmla="*/ 3000447 h 3000447"/>
              <a:gd name="connsiteX3" fmla="*/ 0 w 4690234"/>
              <a:gd name="connsiteY3" fmla="*/ 3000447 h 3000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0234" h="3000447">
                <a:moveTo>
                  <a:pt x="0" y="0"/>
                </a:moveTo>
                <a:lnTo>
                  <a:pt x="4690234" y="0"/>
                </a:lnTo>
                <a:lnTo>
                  <a:pt x="4690234" y="3000447"/>
                </a:lnTo>
                <a:lnTo>
                  <a:pt x="0" y="3000447"/>
                </a:lnTo>
                <a:close/>
              </a:path>
            </a:pathLst>
          </a:custGeom>
        </p:spPr>
      </p:pic>
      <p:sp>
        <p:nvSpPr>
          <p:cNvPr id="2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0"/>
            <a:ext cx="10261600" cy="6858000"/>
          </a:xfrm>
          <a:custGeom>
            <a:avLst/>
            <a:gdLst>
              <a:gd name="connsiteX0" fmla="*/ 10261600 w 10261600"/>
              <a:gd name="connsiteY0" fmla="*/ 0 h 6858000"/>
              <a:gd name="connsiteX1" fmla="*/ 0 w 10261600"/>
              <a:gd name="connsiteY1" fmla="*/ 0 h 6858000"/>
              <a:gd name="connsiteX2" fmla="*/ 3022771 w 10261600"/>
              <a:gd name="connsiteY2" fmla="*/ 6858000 h 6858000"/>
              <a:gd name="connsiteX3" fmla="*/ 10261600 w 102616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61600" h="6858000">
                <a:moveTo>
                  <a:pt x="10261600" y="0"/>
                </a:moveTo>
                <a:lnTo>
                  <a:pt x="0" y="0"/>
                </a:lnTo>
                <a:lnTo>
                  <a:pt x="3022771" y="6858000"/>
                </a:lnTo>
                <a:lnTo>
                  <a:pt x="10261600" y="6858000"/>
                </a:lnTo>
                <a:close/>
              </a:path>
            </a:pathLst>
          </a:custGeom>
        </p:spPr>
      </p:pic>
      <p:sp>
        <p:nvSpPr>
          <p:cNvPr id="2" name="任意形状 1"/>
          <p:cNvSpPr/>
          <p:nvPr/>
        </p:nvSpPr>
        <p:spPr>
          <a:xfrm>
            <a:off x="0" y="0"/>
            <a:ext cx="10261600" cy="6858000"/>
          </a:xfrm>
          <a:custGeom>
            <a:avLst/>
            <a:gdLst>
              <a:gd name="connsiteX0" fmla="*/ 0 w 8641554"/>
              <a:gd name="connsiteY0" fmla="*/ 0 h 6858000"/>
              <a:gd name="connsiteX1" fmla="*/ 8641554 w 8641554"/>
              <a:gd name="connsiteY1" fmla="*/ 0 h 6858000"/>
              <a:gd name="connsiteX2" fmla="*/ 6096002 w 8641554"/>
              <a:gd name="connsiteY2" fmla="*/ 6858000 h 6858000"/>
              <a:gd name="connsiteX3" fmla="*/ 0 w 8641554"/>
              <a:gd name="connsiteY3" fmla="*/ 6858000 h 6858000"/>
              <a:gd name="connsiteX4" fmla="*/ 0 w 8641554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1554" h="6858000">
                <a:moveTo>
                  <a:pt x="0" y="0"/>
                </a:moveTo>
                <a:lnTo>
                  <a:pt x="8641554" y="0"/>
                </a:lnTo>
                <a:lnTo>
                  <a:pt x="609600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9ABAD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105399" y="338483"/>
            <a:ext cx="7086599" cy="651951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02269" y="3156546"/>
            <a:ext cx="4431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感谢观看！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0806" y="4171450"/>
            <a:ext cx="43232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Elderly care service industry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PPT Template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46411" y="470077"/>
            <a:ext cx="185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YOUR LOGO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2269" y="2180204"/>
            <a:ext cx="307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6000" b="1" i="0" u="none" strike="noStrike" kern="1200" cap="none" spc="0" normalizeH="0" baseline="0" noProof="0" dirty="0">
                <a:ln>
                  <a:gradFill>
                    <a:gsLst>
                      <a:gs pos="0">
                        <a:schemeClr val="bg1"/>
                      </a:gs>
                      <a:gs pos="99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20XX</a:t>
            </a:r>
            <a:endParaRPr kumimoji="1" lang="zh-CN" altLang="en-US" sz="6000" b="1" i="0" u="none" strike="noStrike" kern="1200" cap="none" spc="0" normalizeH="0" baseline="0" noProof="0" dirty="0">
              <a:ln>
                <a:gradFill>
                  <a:gsLst>
                    <a:gs pos="0">
                      <a:schemeClr val="bg1"/>
                    </a:gs>
                    <a:gs pos="99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6" name="直线连接符 15"/>
          <p:cNvCxnSpPr/>
          <p:nvPr/>
        </p:nvCxnSpPr>
        <p:spPr>
          <a:xfrm>
            <a:off x="447382" y="4464999"/>
            <a:ext cx="378353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62674" y="4737313"/>
            <a:ext cx="1179595" cy="3385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rgbClr val="D6241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80275" y="4737312"/>
            <a:ext cx="1107954" cy="33855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solidFill>
                <a:srgbClr val="D6241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9404" y="4737310"/>
            <a:ext cx="900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9ABA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汇报人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623216" y="4737310"/>
            <a:ext cx="1107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第一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PPT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81439" y="6266688"/>
            <a:ext cx="1356830" cy="159401"/>
            <a:chOff x="6030154" y="6179576"/>
            <a:chExt cx="1356830" cy="159401"/>
          </a:xfrm>
          <a:solidFill>
            <a:schemeClr val="bg1"/>
          </a:solidFill>
        </p:grpSpPr>
        <p:sp>
          <p:nvSpPr>
            <p:cNvPr id="22" name="椭圆 21"/>
            <p:cNvSpPr/>
            <p:nvPr/>
          </p:nvSpPr>
          <p:spPr>
            <a:xfrm>
              <a:off x="6628868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6928225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329511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6030154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7227583" y="6179576"/>
              <a:ext cx="159401" cy="15940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任意形状 2"/>
          <p:cNvSpPr/>
          <p:nvPr/>
        </p:nvSpPr>
        <p:spPr>
          <a:xfrm>
            <a:off x="10003974" y="963216"/>
            <a:ext cx="2188026" cy="5894785"/>
          </a:xfrm>
          <a:custGeom>
            <a:avLst/>
            <a:gdLst>
              <a:gd name="connsiteX0" fmla="*/ 2188026 w 2188026"/>
              <a:gd name="connsiteY0" fmla="*/ 0 h 5894785"/>
              <a:gd name="connsiteX1" fmla="*/ 2188026 w 2188026"/>
              <a:gd name="connsiteY1" fmla="*/ 5894785 h 5894785"/>
              <a:gd name="connsiteX2" fmla="*/ 0 w 2188026"/>
              <a:gd name="connsiteY2" fmla="*/ 5894785 h 589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8026" h="5894785">
                <a:moveTo>
                  <a:pt x="2188026" y="0"/>
                </a:moveTo>
                <a:lnTo>
                  <a:pt x="2188026" y="5894785"/>
                </a:lnTo>
                <a:lnTo>
                  <a:pt x="0" y="5894785"/>
                </a:lnTo>
                <a:close/>
              </a:path>
            </a:pathLst>
          </a:custGeom>
          <a:solidFill>
            <a:srgbClr val="09ABAD">
              <a:alpha val="4751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7382" y="-404505"/>
            <a:ext cx="7893049" cy="3402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墨迹 6"/>
          <p:cNvPicPr/>
          <p:nvPr/>
        </p:nvPicPr>
        <p:blipFill>
          <a:blip r:embed="rId19"/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17</TotalTime>
  <Words>1802</Words>
  <Application>Microsoft Office PowerPoint</Application>
  <PresentationFormat>自定义</PresentationFormat>
  <Paragraphs>128</Paragraphs>
  <Slides>19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1" baseType="lpstr"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智慧养老</dc:title>
  <dc:creator>第一PPT</dc:creator>
  <cp:keywords>www.1ppt.com</cp:keywords>
  <dc:description>www.1ppt.com</dc:description>
  <cp:lastModifiedBy>123</cp:lastModifiedBy>
  <cp:revision>16</cp:revision>
  <dcterms:created xsi:type="dcterms:W3CDTF">2022-11-04T13:35:00Z</dcterms:created>
  <dcterms:modified xsi:type="dcterms:W3CDTF">2025-09-29T01:54:15Z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E9BB77A4F33049088A1272A847BB1E28_13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v1.0_mb_1CclnqPLm1AQnHVTGzcTPA==</vt:lpwstr>
  </property>
</Properties>
</file>