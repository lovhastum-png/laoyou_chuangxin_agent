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23"/>
  </p:notesMasterIdLst>
  <p:sldIdLst>
    <p:sldId id="257" r:id="rId3"/>
    <p:sldId id="259" r:id="rId4"/>
    <p:sldId id="260" r:id="rId5"/>
    <p:sldId id="264" r:id="rId6"/>
    <p:sldId id="289" r:id="rId7"/>
    <p:sldId id="265" r:id="rId8"/>
    <p:sldId id="263" r:id="rId9"/>
    <p:sldId id="266" r:id="rId10"/>
    <p:sldId id="268" r:id="rId11"/>
    <p:sldId id="262" r:id="rId12"/>
    <p:sldId id="267" r:id="rId13"/>
    <p:sldId id="270" r:id="rId14"/>
    <p:sldId id="292" r:id="rId15"/>
    <p:sldId id="261" r:id="rId16"/>
    <p:sldId id="290" r:id="rId17"/>
    <p:sldId id="288" r:id="rId18"/>
    <p:sldId id="269" r:id="rId19"/>
    <p:sldId id="291" r:id="rId20"/>
    <p:sldId id="271" r:id="rId21"/>
    <p:sldId id="287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936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4868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5147B32-5321-44FD-8154-D01BB40CC5F0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8D1C-31EA-4119-91CF-8A049EE0409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5AA46-6A19-4138-8698-46CB6E11A3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28D1C-31EA-4119-91CF-8A049EE04097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5AA46-6A19-4138-8698-46CB6E11A3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7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8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0" t="18503" r="29163" b="4490"/>
          <a:stretch>
            <a:fillRect/>
          </a:stretch>
        </p:blipFill>
        <p:spPr>
          <a:xfrm>
            <a:off x="715089" y="755780"/>
            <a:ext cx="4590662" cy="5281126"/>
          </a:xfrm>
          <a:custGeom>
            <a:avLst/>
            <a:gdLst>
              <a:gd name="connsiteX0" fmla="*/ 2295331 w 4590662"/>
              <a:gd name="connsiteY0" fmla="*/ 0 h 5281126"/>
              <a:gd name="connsiteX1" fmla="*/ 4590662 w 4590662"/>
              <a:gd name="connsiteY1" fmla="*/ 2295331 h 5281126"/>
              <a:gd name="connsiteX2" fmla="*/ 4590662 w 4590662"/>
              <a:gd name="connsiteY2" fmla="*/ 5281126 h 5281126"/>
              <a:gd name="connsiteX3" fmla="*/ 0 w 4590662"/>
              <a:gd name="connsiteY3" fmla="*/ 5281126 h 5281126"/>
              <a:gd name="connsiteX4" fmla="*/ 0 w 4590662"/>
              <a:gd name="connsiteY4" fmla="*/ 2295331 h 5281126"/>
              <a:gd name="connsiteX5" fmla="*/ 2295331 w 4590662"/>
              <a:gd name="connsiteY5" fmla="*/ 0 h 528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0662" h="5281126">
                <a:moveTo>
                  <a:pt x="2295331" y="0"/>
                </a:moveTo>
                <a:cubicBezTo>
                  <a:pt x="3563007" y="0"/>
                  <a:pt x="4590662" y="1027655"/>
                  <a:pt x="4590662" y="2295331"/>
                </a:cubicBezTo>
                <a:lnTo>
                  <a:pt x="4590662" y="5281126"/>
                </a:lnTo>
                <a:lnTo>
                  <a:pt x="0" y="5281126"/>
                </a:lnTo>
                <a:lnTo>
                  <a:pt x="0" y="2295331"/>
                </a:lnTo>
                <a:cubicBezTo>
                  <a:pt x="0" y="1027655"/>
                  <a:pt x="1027655" y="0"/>
                  <a:pt x="2295331" y="0"/>
                </a:cubicBezTo>
                <a:close/>
              </a:path>
            </a:pathLst>
          </a:custGeom>
        </p:spPr>
      </p:pic>
      <p:sp>
        <p:nvSpPr>
          <p:cNvPr id="5" name="同侧圆角矩形 4"/>
          <p:cNvSpPr/>
          <p:nvPr/>
        </p:nvSpPr>
        <p:spPr>
          <a:xfrm>
            <a:off x="4036788" y="3713584"/>
            <a:ext cx="2323322" cy="232332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Shape 23335"/>
          <p:cNvSpPr/>
          <p:nvPr/>
        </p:nvSpPr>
        <p:spPr>
          <a:xfrm>
            <a:off x="4745881" y="4497248"/>
            <a:ext cx="905136" cy="905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2" h="21411" extrusionOk="0">
                <a:moveTo>
                  <a:pt x="11932" y="10025"/>
                </a:moveTo>
                <a:cubicBezTo>
                  <a:pt x="11932" y="10766"/>
                  <a:pt x="11338" y="11365"/>
                  <a:pt x="10602" y="11365"/>
                </a:cubicBezTo>
                <a:cubicBezTo>
                  <a:pt x="9875" y="11365"/>
                  <a:pt x="9281" y="10766"/>
                  <a:pt x="9281" y="10025"/>
                </a:cubicBezTo>
                <a:cubicBezTo>
                  <a:pt x="9281" y="9288"/>
                  <a:pt x="9875" y="8683"/>
                  <a:pt x="10602" y="8683"/>
                </a:cubicBezTo>
                <a:cubicBezTo>
                  <a:pt x="11338" y="8683"/>
                  <a:pt x="11932" y="9288"/>
                  <a:pt x="11932" y="10025"/>
                </a:cubicBezTo>
                <a:cubicBezTo>
                  <a:pt x="11932" y="10025"/>
                  <a:pt x="11932" y="10025"/>
                  <a:pt x="11932" y="10025"/>
                </a:cubicBezTo>
                <a:close/>
                <a:moveTo>
                  <a:pt x="7952" y="10025"/>
                </a:moveTo>
                <a:cubicBezTo>
                  <a:pt x="7952" y="11502"/>
                  <a:pt x="9144" y="12707"/>
                  <a:pt x="10602" y="12707"/>
                </a:cubicBezTo>
                <a:cubicBezTo>
                  <a:pt x="12067" y="12707"/>
                  <a:pt x="13255" y="11502"/>
                  <a:pt x="13255" y="10025"/>
                </a:cubicBezTo>
                <a:cubicBezTo>
                  <a:pt x="13255" y="8547"/>
                  <a:pt x="12067" y="7346"/>
                  <a:pt x="10602" y="7346"/>
                </a:cubicBezTo>
                <a:cubicBezTo>
                  <a:pt x="9144" y="7346"/>
                  <a:pt x="7952" y="8547"/>
                  <a:pt x="7952" y="10025"/>
                </a:cubicBezTo>
                <a:cubicBezTo>
                  <a:pt x="7952" y="10025"/>
                  <a:pt x="7952" y="10025"/>
                  <a:pt x="7952" y="10025"/>
                </a:cubicBezTo>
                <a:close/>
                <a:moveTo>
                  <a:pt x="19692" y="11169"/>
                </a:moveTo>
                <a:cubicBezTo>
                  <a:pt x="19441" y="11420"/>
                  <a:pt x="19007" y="11420"/>
                  <a:pt x="18755" y="11169"/>
                </a:cubicBezTo>
                <a:lnTo>
                  <a:pt x="11544" y="3884"/>
                </a:lnTo>
                <a:lnTo>
                  <a:pt x="12013" y="3411"/>
                </a:lnTo>
                <a:cubicBezTo>
                  <a:pt x="12177" y="3243"/>
                  <a:pt x="12301" y="3053"/>
                  <a:pt x="12396" y="2849"/>
                </a:cubicBezTo>
                <a:lnTo>
                  <a:pt x="19692" y="10221"/>
                </a:lnTo>
                <a:cubicBezTo>
                  <a:pt x="19948" y="10485"/>
                  <a:pt x="19948" y="10906"/>
                  <a:pt x="19692" y="11169"/>
                </a:cubicBezTo>
                <a:cubicBezTo>
                  <a:pt x="19692" y="11169"/>
                  <a:pt x="19692" y="11169"/>
                  <a:pt x="19692" y="11169"/>
                </a:cubicBezTo>
                <a:close/>
                <a:moveTo>
                  <a:pt x="17233" y="20070"/>
                </a:moveTo>
                <a:lnTo>
                  <a:pt x="14582" y="20070"/>
                </a:lnTo>
                <a:lnTo>
                  <a:pt x="14582" y="15383"/>
                </a:lnTo>
                <a:cubicBezTo>
                  <a:pt x="14582" y="14642"/>
                  <a:pt x="13990" y="14042"/>
                  <a:pt x="13255" y="14042"/>
                </a:cubicBezTo>
                <a:lnTo>
                  <a:pt x="7952" y="14042"/>
                </a:lnTo>
                <a:cubicBezTo>
                  <a:pt x="7220" y="14042"/>
                  <a:pt x="6629" y="14642"/>
                  <a:pt x="6629" y="15383"/>
                </a:cubicBezTo>
                <a:lnTo>
                  <a:pt x="6629" y="20070"/>
                </a:lnTo>
                <a:lnTo>
                  <a:pt x="3976" y="20070"/>
                </a:lnTo>
                <a:lnTo>
                  <a:pt x="3976" y="11529"/>
                </a:lnTo>
                <a:lnTo>
                  <a:pt x="10602" y="4829"/>
                </a:lnTo>
                <a:lnTo>
                  <a:pt x="17233" y="11529"/>
                </a:lnTo>
                <a:cubicBezTo>
                  <a:pt x="17233" y="11529"/>
                  <a:pt x="17233" y="20070"/>
                  <a:pt x="17233" y="20070"/>
                </a:cubicBezTo>
                <a:close/>
                <a:moveTo>
                  <a:pt x="2456" y="11169"/>
                </a:moveTo>
                <a:cubicBezTo>
                  <a:pt x="2204" y="11420"/>
                  <a:pt x="1771" y="11420"/>
                  <a:pt x="1518" y="11169"/>
                </a:cubicBezTo>
                <a:cubicBezTo>
                  <a:pt x="1260" y="10906"/>
                  <a:pt x="1260" y="10485"/>
                  <a:pt x="1518" y="10221"/>
                </a:cubicBezTo>
                <a:lnTo>
                  <a:pt x="8817" y="2849"/>
                </a:lnTo>
                <a:cubicBezTo>
                  <a:pt x="8912" y="3053"/>
                  <a:pt x="9034" y="3243"/>
                  <a:pt x="9200" y="3411"/>
                </a:cubicBezTo>
                <a:lnTo>
                  <a:pt x="9668" y="3884"/>
                </a:lnTo>
                <a:cubicBezTo>
                  <a:pt x="9668" y="3884"/>
                  <a:pt x="2456" y="11169"/>
                  <a:pt x="2456" y="11169"/>
                </a:cubicBezTo>
                <a:close/>
                <a:moveTo>
                  <a:pt x="10137" y="1516"/>
                </a:moveTo>
                <a:cubicBezTo>
                  <a:pt x="10260" y="1388"/>
                  <a:pt x="10429" y="1320"/>
                  <a:pt x="10602" y="1320"/>
                </a:cubicBezTo>
                <a:cubicBezTo>
                  <a:pt x="10783" y="1320"/>
                  <a:pt x="10950" y="1388"/>
                  <a:pt x="11073" y="1516"/>
                </a:cubicBezTo>
                <a:cubicBezTo>
                  <a:pt x="11332" y="1776"/>
                  <a:pt x="11332" y="2202"/>
                  <a:pt x="11073" y="2462"/>
                </a:cubicBezTo>
                <a:lnTo>
                  <a:pt x="10602" y="2939"/>
                </a:lnTo>
                <a:lnTo>
                  <a:pt x="10137" y="2462"/>
                </a:lnTo>
                <a:cubicBezTo>
                  <a:pt x="9878" y="2202"/>
                  <a:pt x="9878" y="1776"/>
                  <a:pt x="10137" y="1516"/>
                </a:cubicBezTo>
                <a:cubicBezTo>
                  <a:pt x="10137" y="1516"/>
                  <a:pt x="10137" y="1516"/>
                  <a:pt x="10137" y="1516"/>
                </a:cubicBezTo>
                <a:close/>
                <a:moveTo>
                  <a:pt x="20631" y="9276"/>
                </a:moveTo>
                <a:lnTo>
                  <a:pt x="12013" y="565"/>
                </a:lnTo>
                <a:cubicBezTo>
                  <a:pt x="11259" y="-189"/>
                  <a:pt x="9950" y="-189"/>
                  <a:pt x="9200" y="565"/>
                </a:cubicBezTo>
                <a:lnTo>
                  <a:pt x="581" y="9276"/>
                </a:lnTo>
                <a:cubicBezTo>
                  <a:pt x="-194" y="10057"/>
                  <a:pt x="-194" y="11333"/>
                  <a:pt x="581" y="12116"/>
                </a:cubicBezTo>
                <a:cubicBezTo>
                  <a:pt x="959" y="12497"/>
                  <a:pt x="1455" y="12707"/>
                  <a:pt x="1987" y="12707"/>
                </a:cubicBezTo>
                <a:cubicBezTo>
                  <a:pt x="2217" y="12707"/>
                  <a:pt x="2441" y="12656"/>
                  <a:pt x="2652" y="12582"/>
                </a:cubicBezTo>
                <a:lnTo>
                  <a:pt x="2652" y="20070"/>
                </a:lnTo>
                <a:cubicBezTo>
                  <a:pt x="2652" y="20810"/>
                  <a:pt x="3247" y="21411"/>
                  <a:pt x="3976" y="21411"/>
                </a:cubicBezTo>
                <a:lnTo>
                  <a:pt x="6629" y="21411"/>
                </a:lnTo>
                <a:cubicBezTo>
                  <a:pt x="7361" y="21411"/>
                  <a:pt x="7952" y="20810"/>
                  <a:pt x="7952" y="20070"/>
                </a:cubicBezTo>
                <a:lnTo>
                  <a:pt x="7952" y="15383"/>
                </a:lnTo>
                <a:lnTo>
                  <a:pt x="13255" y="15383"/>
                </a:lnTo>
                <a:lnTo>
                  <a:pt x="13255" y="20070"/>
                </a:lnTo>
                <a:cubicBezTo>
                  <a:pt x="13255" y="20810"/>
                  <a:pt x="13851" y="21411"/>
                  <a:pt x="14582" y="21411"/>
                </a:cubicBezTo>
                <a:lnTo>
                  <a:pt x="17233" y="21411"/>
                </a:lnTo>
                <a:cubicBezTo>
                  <a:pt x="17965" y="21411"/>
                  <a:pt x="18562" y="20810"/>
                  <a:pt x="18562" y="20070"/>
                </a:cubicBezTo>
                <a:lnTo>
                  <a:pt x="18562" y="12582"/>
                </a:lnTo>
                <a:cubicBezTo>
                  <a:pt x="18770" y="12656"/>
                  <a:pt x="18992" y="12707"/>
                  <a:pt x="19223" y="12707"/>
                </a:cubicBezTo>
                <a:cubicBezTo>
                  <a:pt x="19754" y="12707"/>
                  <a:pt x="20255" y="12497"/>
                  <a:pt x="20631" y="12116"/>
                </a:cubicBezTo>
                <a:cubicBezTo>
                  <a:pt x="21406" y="11333"/>
                  <a:pt x="21406" y="10057"/>
                  <a:pt x="20631" y="9276"/>
                </a:cubicBezTo>
                <a:cubicBezTo>
                  <a:pt x="20631" y="9276"/>
                  <a:pt x="20631" y="9276"/>
                  <a:pt x="20631" y="927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7" name="文本框 16"/>
          <p:cNvSpPr txBox="1"/>
          <p:nvPr/>
        </p:nvSpPr>
        <p:spPr>
          <a:xfrm>
            <a:off x="6537392" y="2395685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社区养老服务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390856" y="181796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点击输入公司名称</a:t>
            </a:r>
          </a:p>
        </p:txBody>
      </p:sp>
      <p:sp>
        <p:nvSpPr>
          <p:cNvPr id="8" name="椭圆 7"/>
          <p:cNvSpPr/>
          <p:nvPr/>
        </p:nvSpPr>
        <p:spPr>
          <a:xfrm>
            <a:off x="447868" y="363893"/>
            <a:ext cx="998375" cy="998375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915574" y="1126186"/>
            <a:ext cx="657398" cy="657398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10"/>
          <p:cNvSpPr>
            <a:spLocks noEditPoints="1"/>
          </p:cNvSpPr>
          <p:nvPr/>
        </p:nvSpPr>
        <p:spPr bwMode="auto">
          <a:xfrm>
            <a:off x="679787" y="672161"/>
            <a:ext cx="511175" cy="454025"/>
          </a:xfrm>
          <a:custGeom>
            <a:avLst/>
            <a:gdLst>
              <a:gd name="T0" fmla="*/ 68 w 136"/>
              <a:gd name="T1" fmla="*/ 119 h 119"/>
              <a:gd name="T2" fmla="*/ 66 w 136"/>
              <a:gd name="T3" fmla="*/ 117 h 119"/>
              <a:gd name="T4" fmla="*/ 0 w 136"/>
              <a:gd name="T5" fmla="*/ 36 h 119"/>
              <a:gd name="T6" fmla="*/ 36 w 136"/>
              <a:gd name="T7" fmla="*/ 0 h 119"/>
              <a:gd name="T8" fmla="*/ 68 w 136"/>
              <a:gd name="T9" fmla="*/ 17 h 119"/>
              <a:gd name="T10" fmla="*/ 100 w 136"/>
              <a:gd name="T11" fmla="*/ 0 h 119"/>
              <a:gd name="T12" fmla="*/ 136 w 136"/>
              <a:gd name="T13" fmla="*/ 36 h 119"/>
              <a:gd name="T14" fmla="*/ 70 w 136"/>
              <a:gd name="T15" fmla="*/ 117 h 119"/>
              <a:gd name="T16" fmla="*/ 68 w 136"/>
              <a:gd name="T17" fmla="*/ 119 h 119"/>
              <a:gd name="T18" fmla="*/ 36 w 136"/>
              <a:gd name="T19" fmla="*/ 8 h 119"/>
              <a:gd name="T20" fmla="*/ 8 w 136"/>
              <a:gd name="T21" fmla="*/ 36 h 119"/>
              <a:gd name="T22" fmla="*/ 68 w 136"/>
              <a:gd name="T23" fmla="*/ 109 h 119"/>
              <a:gd name="T24" fmla="*/ 128 w 136"/>
              <a:gd name="T25" fmla="*/ 36 h 119"/>
              <a:gd name="T26" fmla="*/ 100 w 136"/>
              <a:gd name="T27" fmla="*/ 8 h 119"/>
              <a:gd name="T28" fmla="*/ 72 w 136"/>
              <a:gd name="T29" fmla="*/ 23 h 119"/>
              <a:gd name="T30" fmla="*/ 68 w 136"/>
              <a:gd name="T31" fmla="*/ 28 h 119"/>
              <a:gd name="T32" fmla="*/ 64 w 136"/>
              <a:gd name="T33" fmla="*/ 23 h 119"/>
              <a:gd name="T34" fmla="*/ 36 w 136"/>
              <a:gd name="T35" fmla="*/ 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6" h="119">
                <a:moveTo>
                  <a:pt x="68" y="119"/>
                </a:moveTo>
                <a:cubicBezTo>
                  <a:pt x="66" y="117"/>
                  <a:pt x="66" y="117"/>
                  <a:pt x="66" y="117"/>
                </a:cubicBezTo>
                <a:cubicBezTo>
                  <a:pt x="14" y="75"/>
                  <a:pt x="0" y="60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2" y="0"/>
                  <a:pt x="62" y="10"/>
                  <a:pt x="68" y="17"/>
                </a:cubicBezTo>
                <a:cubicBezTo>
                  <a:pt x="74" y="10"/>
                  <a:pt x="84" y="0"/>
                  <a:pt x="100" y="0"/>
                </a:cubicBezTo>
                <a:cubicBezTo>
                  <a:pt x="120" y="0"/>
                  <a:pt x="136" y="16"/>
                  <a:pt x="136" y="36"/>
                </a:cubicBezTo>
                <a:cubicBezTo>
                  <a:pt x="136" y="60"/>
                  <a:pt x="122" y="75"/>
                  <a:pt x="70" y="117"/>
                </a:cubicBezTo>
                <a:lnTo>
                  <a:pt x="68" y="119"/>
                </a:lnTo>
                <a:close/>
                <a:moveTo>
                  <a:pt x="36" y="8"/>
                </a:moveTo>
                <a:cubicBezTo>
                  <a:pt x="20" y="8"/>
                  <a:pt x="8" y="20"/>
                  <a:pt x="8" y="36"/>
                </a:cubicBezTo>
                <a:cubicBezTo>
                  <a:pt x="8" y="57"/>
                  <a:pt x="21" y="70"/>
                  <a:pt x="68" y="109"/>
                </a:cubicBezTo>
                <a:cubicBezTo>
                  <a:pt x="115" y="70"/>
                  <a:pt x="128" y="57"/>
                  <a:pt x="128" y="36"/>
                </a:cubicBezTo>
                <a:cubicBezTo>
                  <a:pt x="128" y="20"/>
                  <a:pt x="116" y="8"/>
                  <a:pt x="100" y="8"/>
                </a:cubicBezTo>
                <a:cubicBezTo>
                  <a:pt x="86" y="8"/>
                  <a:pt x="78" y="16"/>
                  <a:pt x="72" y="23"/>
                </a:cubicBezTo>
                <a:cubicBezTo>
                  <a:pt x="68" y="28"/>
                  <a:pt x="68" y="28"/>
                  <a:pt x="68" y="28"/>
                </a:cubicBezTo>
                <a:cubicBezTo>
                  <a:pt x="64" y="23"/>
                  <a:pt x="64" y="23"/>
                  <a:pt x="64" y="23"/>
                </a:cubicBezTo>
                <a:cubicBezTo>
                  <a:pt x="58" y="16"/>
                  <a:pt x="50" y="8"/>
                  <a:pt x="36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pSp>
        <p:nvGrpSpPr>
          <p:cNvPr id="31" name="Group 239"/>
          <p:cNvGrpSpPr/>
          <p:nvPr/>
        </p:nvGrpSpPr>
        <p:grpSpPr>
          <a:xfrm>
            <a:off x="5039603" y="1278645"/>
            <a:ext cx="352479" cy="352479"/>
            <a:chOff x="4406900" y="3946525"/>
            <a:chExt cx="450850" cy="450850"/>
          </a:xfrm>
          <a:solidFill>
            <a:schemeClr val="bg1"/>
          </a:solidFill>
        </p:grpSpPr>
        <p:sp>
          <p:nvSpPr>
            <p:cNvPr id="32" name="Freeform 70"/>
            <p:cNvSpPr>
              <a:spLocks noEditPoints="1"/>
            </p:cNvSpPr>
            <p:nvPr/>
          </p:nvSpPr>
          <p:spPr bwMode="auto">
            <a:xfrm>
              <a:off x="4406900" y="4097338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3" name="Freeform 71"/>
            <p:cNvSpPr>
              <a:spLocks noEditPoints="1"/>
            </p:cNvSpPr>
            <p:nvPr/>
          </p:nvSpPr>
          <p:spPr bwMode="auto">
            <a:xfrm>
              <a:off x="4706938" y="3946525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4" name="Freeform 72"/>
            <p:cNvSpPr>
              <a:spLocks noEditPoints="1"/>
            </p:cNvSpPr>
            <p:nvPr/>
          </p:nvSpPr>
          <p:spPr bwMode="auto">
            <a:xfrm>
              <a:off x="4706938" y="4248150"/>
              <a:ext cx="150812" cy="14922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5" name="Freeform 73"/>
            <p:cNvSpPr/>
            <p:nvPr/>
          </p:nvSpPr>
          <p:spPr bwMode="auto">
            <a:xfrm>
              <a:off x="4527550" y="4187825"/>
              <a:ext cx="209550" cy="119063"/>
            </a:xfrm>
            <a:custGeom>
              <a:avLst/>
              <a:gdLst>
                <a:gd name="T0" fmla="*/ 123 w 132"/>
                <a:gd name="T1" fmla="*/ 75 h 75"/>
                <a:gd name="T2" fmla="*/ 0 w 132"/>
                <a:gd name="T3" fmla="*/ 16 h 75"/>
                <a:gd name="T4" fmla="*/ 9 w 132"/>
                <a:gd name="T5" fmla="*/ 0 h 75"/>
                <a:gd name="T6" fmla="*/ 132 w 132"/>
                <a:gd name="T7" fmla="*/ 59 h 75"/>
                <a:gd name="T8" fmla="*/ 123 w 132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5">
                  <a:moveTo>
                    <a:pt x="123" y="75"/>
                  </a:moveTo>
                  <a:lnTo>
                    <a:pt x="0" y="16"/>
                  </a:lnTo>
                  <a:lnTo>
                    <a:pt x="9" y="0"/>
                  </a:lnTo>
                  <a:lnTo>
                    <a:pt x="132" y="59"/>
                  </a:lnTo>
                  <a:lnTo>
                    <a:pt x="12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6" name="Freeform 74"/>
            <p:cNvSpPr/>
            <p:nvPr/>
          </p:nvSpPr>
          <p:spPr bwMode="auto">
            <a:xfrm>
              <a:off x="4527550" y="4037013"/>
              <a:ext cx="209550" cy="120650"/>
            </a:xfrm>
            <a:custGeom>
              <a:avLst/>
              <a:gdLst>
                <a:gd name="T0" fmla="*/ 9 w 132"/>
                <a:gd name="T1" fmla="*/ 76 h 76"/>
                <a:gd name="T2" fmla="*/ 0 w 132"/>
                <a:gd name="T3" fmla="*/ 59 h 76"/>
                <a:gd name="T4" fmla="*/ 123 w 132"/>
                <a:gd name="T5" fmla="*/ 0 h 76"/>
                <a:gd name="T6" fmla="*/ 132 w 132"/>
                <a:gd name="T7" fmla="*/ 17 h 76"/>
                <a:gd name="T8" fmla="*/ 9 w 132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6">
                  <a:moveTo>
                    <a:pt x="9" y="76"/>
                  </a:moveTo>
                  <a:lnTo>
                    <a:pt x="0" y="59"/>
                  </a:lnTo>
                  <a:lnTo>
                    <a:pt x="123" y="0"/>
                  </a:lnTo>
                  <a:lnTo>
                    <a:pt x="132" y="17"/>
                  </a:lnTo>
                  <a:lnTo>
                    <a:pt x="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sp>
        <p:nvSpPr>
          <p:cNvPr id="9" name="矩形 8"/>
          <p:cNvSpPr/>
          <p:nvPr/>
        </p:nvSpPr>
        <p:spPr>
          <a:xfrm>
            <a:off x="6379063" y="3987486"/>
            <a:ext cx="506959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Every second brings a fresh beginning, every hour holds a new promise, every night dreams can bring hope, and every day is what we choose to make it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725964" y="3503681"/>
            <a:ext cx="467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社区养老服务商业计划书</a:t>
            </a:r>
          </a:p>
        </p:txBody>
      </p:sp>
      <p:sp>
        <p:nvSpPr>
          <p:cNvPr id="11" name="矩形 10"/>
          <p:cNvSpPr/>
          <p:nvPr/>
        </p:nvSpPr>
        <p:spPr>
          <a:xfrm>
            <a:off x="7419421" y="5228421"/>
            <a:ext cx="1805068" cy="317241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513768" y="5228421"/>
            <a:ext cx="1805068" cy="317241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419421" y="5207108"/>
            <a:ext cx="178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：第一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816618" y="5207108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侧圆角矩形 1"/>
          <p:cNvSpPr/>
          <p:nvPr/>
        </p:nvSpPr>
        <p:spPr>
          <a:xfrm rot="5400000">
            <a:off x="921397" y="76977"/>
            <a:ext cx="1115007" cy="29578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9208" y="1263491"/>
            <a:ext cx="2481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687555" y="2984083"/>
            <a:ext cx="1017038" cy="1017038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687554" y="4710246"/>
            <a:ext cx="1017038" cy="1017038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6941976" y="2984083"/>
            <a:ext cx="1017038" cy="1017038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6941975" y="4710246"/>
            <a:ext cx="1017038" cy="1017038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29626" y="3169436"/>
            <a:ext cx="7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084047" y="3169435"/>
            <a:ext cx="7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829626" y="4873329"/>
            <a:ext cx="7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084046" y="4895599"/>
            <a:ext cx="732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57803" y="323099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268208" y="323099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市场前景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957803" y="492660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产品服务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268208" y="492660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9390856" y="181796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点击输入公司名称</a:t>
            </a:r>
          </a:p>
        </p:txBody>
      </p:sp>
      <p:sp>
        <p:nvSpPr>
          <p:cNvPr id="25" name="矩形 24"/>
          <p:cNvSpPr/>
          <p:nvPr/>
        </p:nvSpPr>
        <p:spPr>
          <a:xfrm>
            <a:off x="2715411" y="3815764"/>
            <a:ext cx="27938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the text here Add the text here</a:t>
            </a:r>
          </a:p>
        </p:txBody>
      </p:sp>
      <p:sp>
        <p:nvSpPr>
          <p:cNvPr id="74" name="矩形 73"/>
          <p:cNvSpPr/>
          <p:nvPr/>
        </p:nvSpPr>
        <p:spPr>
          <a:xfrm>
            <a:off x="8046387" y="3815765"/>
            <a:ext cx="27938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the text here Add the text here</a:t>
            </a:r>
          </a:p>
        </p:txBody>
      </p:sp>
      <p:sp>
        <p:nvSpPr>
          <p:cNvPr id="75" name="矩形 74"/>
          <p:cNvSpPr/>
          <p:nvPr/>
        </p:nvSpPr>
        <p:spPr>
          <a:xfrm>
            <a:off x="2715411" y="5444232"/>
            <a:ext cx="27938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the text here Add the text here</a:t>
            </a:r>
          </a:p>
        </p:txBody>
      </p:sp>
      <p:sp>
        <p:nvSpPr>
          <p:cNvPr id="76" name="矩形 75"/>
          <p:cNvSpPr/>
          <p:nvPr/>
        </p:nvSpPr>
        <p:spPr>
          <a:xfrm>
            <a:off x="8046387" y="5444232"/>
            <a:ext cx="27938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the text here Add the text here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45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0" t="23947" r="31418" b="5103"/>
          <a:stretch>
            <a:fillRect/>
          </a:stretch>
        </p:blipFill>
        <p:spPr>
          <a:xfrm>
            <a:off x="4366726" y="795184"/>
            <a:ext cx="2677886" cy="2978757"/>
          </a:xfrm>
          <a:custGeom>
            <a:avLst/>
            <a:gdLst>
              <a:gd name="connsiteX0" fmla="*/ 1338943 w 2677886"/>
              <a:gd name="connsiteY0" fmla="*/ 0 h 2978757"/>
              <a:gd name="connsiteX1" fmla="*/ 2677886 w 2677886"/>
              <a:gd name="connsiteY1" fmla="*/ 1338943 h 2978757"/>
              <a:gd name="connsiteX2" fmla="*/ 2677885 w 2677886"/>
              <a:gd name="connsiteY2" fmla="*/ 2978757 h 2978757"/>
              <a:gd name="connsiteX3" fmla="*/ 0 w 2677886"/>
              <a:gd name="connsiteY3" fmla="*/ 2978757 h 2978757"/>
              <a:gd name="connsiteX4" fmla="*/ 0 w 2677886"/>
              <a:gd name="connsiteY4" fmla="*/ 1338943 h 2978757"/>
              <a:gd name="connsiteX5" fmla="*/ 1338943 w 2677886"/>
              <a:gd name="connsiteY5" fmla="*/ 0 h 2978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7886" h="2978757">
                <a:moveTo>
                  <a:pt x="1338943" y="0"/>
                </a:moveTo>
                <a:cubicBezTo>
                  <a:pt x="2078421" y="0"/>
                  <a:pt x="2677886" y="599465"/>
                  <a:pt x="2677886" y="1338943"/>
                </a:cubicBezTo>
                <a:cubicBezTo>
                  <a:pt x="2677886" y="1885548"/>
                  <a:pt x="2677885" y="2432152"/>
                  <a:pt x="2677885" y="2978757"/>
                </a:cubicBezTo>
                <a:lnTo>
                  <a:pt x="0" y="2978757"/>
                </a:lnTo>
                <a:lnTo>
                  <a:pt x="0" y="1338943"/>
                </a:lnTo>
                <a:cubicBezTo>
                  <a:pt x="0" y="599465"/>
                  <a:pt x="599465" y="0"/>
                  <a:pt x="1338943" y="0"/>
                </a:cubicBezTo>
                <a:close/>
              </a:path>
            </a:pathLst>
          </a:custGeom>
        </p:spPr>
      </p:pic>
      <p:sp>
        <p:nvSpPr>
          <p:cNvPr id="29" name="同侧圆角矩形 28"/>
          <p:cNvSpPr/>
          <p:nvPr/>
        </p:nvSpPr>
        <p:spPr>
          <a:xfrm>
            <a:off x="6559420" y="2337027"/>
            <a:ext cx="1511559" cy="1436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5396" y="2784896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63230" y="411537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144414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50397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09613" y="1639313"/>
            <a:ext cx="356284" cy="356284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984365" y="795184"/>
            <a:ext cx="589156" cy="58915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76878" y="5205654"/>
            <a:ext cx="72195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1" r="14901" b="2200"/>
          <a:stretch>
            <a:fillRect/>
          </a:stretch>
        </p:blipFill>
        <p:spPr>
          <a:xfrm>
            <a:off x="7828384" y="1772817"/>
            <a:ext cx="3368350" cy="4450702"/>
          </a:xfrm>
          <a:custGeom>
            <a:avLst/>
            <a:gdLst>
              <a:gd name="connsiteX0" fmla="*/ 0 w 3368350"/>
              <a:gd name="connsiteY0" fmla="*/ 0 h 4450702"/>
              <a:gd name="connsiteX1" fmla="*/ 3368350 w 3368350"/>
              <a:gd name="connsiteY1" fmla="*/ 0 h 4450702"/>
              <a:gd name="connsiteX2" fmla="*/ 3368350 w 3368350"/>
              <a:gd name="connsiteY2" fmla="*/ 4450702 h 4450702"/>
              <a:gd name="connsiteX3" fmla="*/ 0 w 3368350"/>
              <a:gd name="connsiteY3" fmla="*/ 4450702 h 44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8350" h="4450702">
                <a:moveTo>
                  <a:pt x="0" y="0"/>
                </a:moveTo>
                <a:lnTo>
                  <a:pt x="3368350" y="0"/>
                </a:lnTo>
                <a:lnTo>
                  <a:pt x="3368350" y="4450702"/>
                </a:lnTo>
                <a:lnTo>
                  <a:pt x="0" y="4450702"/>
                </a:lnTo>
                <a:close/>
              </a:path>
            </a:pathLst>
          </a:custGeom>
        </p:spPr>
      </p:pic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832294" y="2155698"/>
            <a:ext cx="6326155" cy="17731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71600" y="1913102"/>
            <a:ext cx="2276669" cy="522513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802048" y="19739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sp>
        <p:nvSpPr>
          <p:cNvPr id="24" name="矩形 23"/>
          <p:cNvSpPr/>
          <p:nvPr/>
        </p:nvSpPr>
        <p:spPr>
          <a:xfrm>
            <a:off x="1179922" y="2732377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832294" y="4279949"/>
            <a:ext cx="6326155" cy="174762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371600" y="4080127"/>
            <a:ext cx="2293670" cy="514287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1802048" y="4140017"/>
            <a:ext cx="142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sp>
        <p:nvSpPr>
          <p:cNvPr id="28" name="矩形 27"/>
          <p:cNvSpPr/>
          <p:nvPr/>
        </p:nvSpPr>
        <p:spPr>
          <a:xfrm>
            <a:off x="1179922" y="4856628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0" name="矩形 19"/>
          <p:cNvSpPr/>
          <p:nvPr/>
        </p:nvSpPr>
        <p:spPr>
          <a:xfrm>
            <a:off x="7828384" y="5038402"/>
            <a:ext cx="3368350" cy="782914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804673" y="519902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3" grpId="0"/>
      <p:bldP spid="24" grpId="0"/>
      <p:bldP spid="27" grpId="0"/>
      <p:bldP spid="28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07904" y="2497800"/>
            <a:ext cx="2118049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287102" y="1922106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287102" y="3439261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287102" y="4956416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551961" y="1922106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551961" y="3439261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551961" y="4956416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2" name="Shape 23347"/>
          <p:cNvSpPr/>
          <p:nvPr/>
        </p:nvSpPr>
        <p:spPr>
          <a:xfrm>
            <a:off x="4601778" y="2220443"/>
            <a:ext cx="514012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4" h="21600" extrusionOk="0">
                <a:moveTo>
                  <a:pt x="18045" y="20079"/>
                </a:moveTo>
                <a:cubicBezTo>
                  <a:pt x="18045" y="20917"/>
                  <a:pt x="17374" y="21600"/>
                  <a:pt x="16547" y="21600"/>
                </a:cubicBezTo>
                <a:cubicBezTo>
                  <a:pt x="15718" y="21600"/>
                  <a:pt x="15048" y="20917"/>
                  <a:pt x="15048" y="20079"/>
                </a:cubicBezTo>
                <a:cubicBezTo>
                  <a:pt x="15048" y="19243"/>
                  <a:pt x="15718" y="18564"/>
                  <a:pt x="16547" y="18564"/>
                </a:cubicBezTo>
                <a:cubicBezTo>
                  <a:pt x="17374" y="18564"/>
                  <a:pt x="18045" y="19243"/>
                  <a:pt x="18045" y="20079"/>
                </a:cubicBezTo>
                <a:cubicBezTo>
                  <a:pt x="18045" y="20079"/>
                  <a:pt x="18045" y="20079"/>
                  <a:pt x="18045" y="20079"/>
                </a:cubicBezTo>
                <a:close/>
                <a:moveTo>
                  <a:pt x="13084" y="20079"/>
                </a:moveTo>
                <a:cubicBezTo>
                  <a:pt x="13084" y="20917"/>
                  <a:pt x="12409" y="21600"/>
                  <a:pt x="11581" y="21600"/>
                </a:cubicBezTo>
                <a:cubicBezTo>
                  <a:pt x="10753" y="21600"/>
                  <a:pt x="10083" y="20917"/>
                  <a:pt x="10083" y="20079"/>
                </a:cubicBezTo>
                <a:cubicBezTo>
                  <a:pt x="10083" y="19243"/>
                  <a:pt x="10753" y="18564"/>
                  <a:pt x="11581" y="18564"/>
                </a:cubicBezTo>
                <a:cubicBezTo>
                  <a:pt x="12409" y="18564"/>
                  <a:pt x="13084" y="19243"/>
                  <a:pt x="13084" y="20079"/>
                </a:cubicBezTo>
                <a:cubicBezTo>
                  <a:pt x="13084" y="20079"/>
                  <a:pt x="13084" y="20079"/>
                  <a:pt x="13084" y="20079"/>
                </a:cubicBezTo>
                <a:close/>
                <a:moveTo>
                  <a:pt x="15844" y="13343"/>
                </a:moveTo>
                <a:lnTo>
                  <a:pt x="15844" y="11839"/>
                </a:lnTo>
                <a:lnTo>
                  <a:pt x="17354" y="11839"/>
                </a:lnTo>
                <a:lnTo>
                  <a:pt x="16663" y="13343"/>
                </a:lnTo>
                <a:cubicBezTo>
                  <a:pt x="16663" y="13343"/>
                  <a:pt x="15844" y="13343"/>
                  <a:pt x="15844" y="13343"/>
                </a:cubicBezTo>
                <a:close/>
                <a:moveTo>
                  <a:pt x="12535" y="11839"/>
                </a:moveTo>
                <a:lnTo>
                  <a:pt x="14765" y="11839"/>
                </a:lnTo>
                <a:lnTo>
                  <a:pt x="14765" y="13343"/>
                </a:lnTo>
                <a:lnTo>
                  <a:pt x="12535" y="13343"/>
                </a:lnTo>
                <a:cubicBezTo>
                  <a:pt x="12535" y="13343"/>
                  <a:pt x="12535" y="11839"/>
                  <a:pt x="12535" y="11839"/>
                </a:cubicBezTo>
                <a:close/>
                <a:moveTo>
                  <a:pt x="10091" y="13343"/>
                </a:moveTo>
                <a:cubicBezTo>
                  <a:pt x="10058" y="13343"/>
                  <a:pt x="10030" y="13330"/>
                  <a:pt x="10002" y="13314"/>
                </a:cubicBezTo>
                <a:lnTo>
                  <a:pt x="9546" y="11839"/>
                </a:lnTo>
                <a:lnTo>
                  <a:pt x="11457" y="11839"/>
                </a:lnTo>
                <a:lnTo>
                  <a:pt x="11457" y="13343"/>
                </a:lnTo>
                <a:cubicBezTo>
                  <a:pt x="11457" y="13343"/>
                  <a:pt x="10091" y="13343"/>
                  <a:pt x="10091" y="13343"/>
                </a:cubicBezTo>
                <a:close/>
                <a:moveTo>
                  <a:pt x="11945" y="2124"/>
                </a:moveTo>
                <a:lnTo>
                  <a:pt x="14401" y="5020"/>
                </a:lnTo>
                <a:lnTo>
                  <a:pt x="9489" y="5020"/>
                </a:lnTo>
                <a:cubicBezTo>
                  <a:pt x="9489" y="5020"/>
                  <a:pt x="11945" y="2124"/>
                  <a:pt x="11945" y="2124"/>
                </a:cubicBezTo>
                <a:close/>
                <a:moveTo>
                  <a:pt x="16922" y="2577"/>
                </a:moveTo>
                <a:lnTo>
                  <a:pt x="18130" y="5020"/>
                </a:lnTo>
                <a:lnTo>
                  <a:pt x="16579" y="5020"/>
                </a:lnTo>
                <a:lnTo>
                  <a:pt x="15124" y="3305"/>
                </a:lnTo>
                <a:cubicBezTo>
                  <a:pt x="15124" y="3305"/>
                  <a:pt x="16922" y="2577"/>
                  <a:pt x="16922" y="2577"/>
                </a:cubicBezTo>
                <a:close/>
                <a:moveTo>
                  <a:pt x="15844" y="9330"/>
                </a:moveTo>
                <a:lnTo>
                  <a:pt x="18510" y="9330"/>
                </a:lnTo>
                <a:lnTo>
                  <a:pt x="17854" y="10752"/>
                </a:lnTo>
                <a:lnTo>
                  <a:pt x="15844" y="10752"/>
                </a:lnTo>
                <a:cubicBezTo>
                  <a:pt x="15844" y="10752"/>
                  <a:pt x="15844" y="9330"/>
                  <a:pt x="15844" y="9330"/>
                </a:cubicBezTo>
                <a:close/>
                <a:moveTo>
                  <a:pt x="12535" y="9330"/>
                </a:moveTo>
                <a:lnTo>
                  <a:pt x="14765" y="9330"/>
                </a:lnTo>
                <a:lnTo>
                  <a:pt x="14765" y="10752"/>
                </a:lnTo>
                <a:lnTo>
                  <a:pt x="12535" y="10752"/>
                </a:lnTo>
                <a:cubicBezTo>
                  <a:pt x="12535" y="10752"/>
                  <a:pt x="12535" y="9330"/>
                  <a:pt x="12535" y="9330"/>
                </a:cubicBezTo>
                <a:close/>
                <a:moveTo>
                  <a:pt x="8765" y="9330"/>
                </a:moveTo>
                <a:lnTo>
                  <a:pt x="11457" y="9330"/>
                </a:lnTo>
                <a:lnTo>
                  <a:pt x="11457" y="10752"/>
                </a:lnTo>
                <a:lnTo>
                  <a:pt x="9206" y="10752"/>
                </a:lnTo>
                <a:cubicBezTo>
                  <a:pt x="9206" y="10752"/>
                  <a:pt x="8765" y="9330"/>
                  <a:pt x="8765" y="9330"/>
                </a:cubicBezTo>
                <a:close/>
                <a:moveTo>
                  <a:pt x="11457" y="8240"/>
                </a:moveTo>
                <a:lnTo>
                  <a:pt x="8426" y="8240"/>
                </a:lnTo>
                <a:lnTo>
                  <a:pt x="8031" y="6974"/>
                </a:lnTo>
                <a:cubicBezTo>
                  <a:pt x="8007" y="6880"/>
                  <a:pt x="7986" y="6802"/>
                  <a:pt x="7974" y="6741"/>
                </a:cubicBezTo>
                <a:lnTo>
                  <a:pt x="11457" y="6741"/>
                </a:lnTo>
                <a:cubicBezTo>
                  <a:pt x="11457" y="6741"/>
                  <a:pt x="11457" y="8240"/>
                  <a:pt x="11457" y="8240"/>
                </a:cubicBezTo>
                <a:close/>
                <a:moveTo>
                  <a:pt x="14769" y="8240"/>
                </a:moveTo>
                <a:lnTo>
                  <a:pt x="12535" y="8240"/>
                </a:lnTo>
                <a:lnTo>
                  <a:pt x="12535" y="6741"/>
                </a:lnTo>
                <a:lnTo>
                  <a:pt x="14765" y="6741"/>
                </a:lnTo>
                <a:lnTo>
                  <a:pt x="14765" y="8240"/>
                </a:lnTo>
                <a:cubicBezTo>
                  <a:pt x="14765" y="8240"/>
                  <a:pt x="14769" y="8240"/>
                  <a:pt x="14769" y="8240"/>
                </a:cubicBezTo>
                <a:close/>
                <a:moveTo>
                  <a:pt x="19664" y="6741"/>
                </a:moveTo>
                <a:cubicBezTo>
                  <a:pt x="19657" y="6798"/>
                  <a:pt x="19641" y="6862"/>
                  <a:pt x="19612" y="6935"/>
                </a:cubicBezTo>
                <a:lnTo>
                  <a:pt x="19010" y="8240"/>
                </a:lnTo>
                <a:lnTo>
                  <a:pt x="15844" y="8240"/>
                </a:lnTo>
                <a:lnTo>
                  <a:pt x="15844" y="6741"/>
                </a:lnTo>
                <a:cubicBezTo>
                  <a:pt x="15844" y="6741"/>
                  <a:pt x="19664" y="6741"/>
                  <a:pt x="19664" y="6741"/>
                </a:cubicBezTo>
                <a:close/>
                <a:moveTo>
                  <a:pt x="18202" y="14070"/>
                </a:moveTo>
                <a:lnTo>
                  <a:pt x="21171" y="7623"/>
                </a:lnTo>
                <a:cubicBezTo>
                  <a:pt x="21600" y="6578"/>
                  <a:pt x="21414" y="5221"/>
                  <a:pt x="19996" y="5053"/>
                </a:cubicBezTo>
                <a:lnTo>
                  <a:pt x="18061" y="1142"/>
                </a:lnTo>
                <a:cubicBezTo>
                  <a:pt x="17871" y="751"/>
                  <a:pt x="17414" y="579"/>
                  <a:pt x="17014" y="739"/>
                </a:cubicBezTo>
                <a:lnTo>
                  <a:pt x="14151" y="1896"/>
                </a:lnTo>
                <a:cubicBezTo>
                  <a:pt x="14098" y="1916"/>
                  <a:pt x="14058" y="1957"/>
                  <a:pt x="14009" y="1989"/>
                </a:cubicBezTo>
                <a:lnTo>
                  <a:pt x="12575" y="290"/>
                </a:lnTo>
                <a:cubicBezTo>
                  <a:pt x="12418" y="106"/>
                  <a:pt x="12187" y="0"/>
                  <a:pt x="11945" y="0"/>
                </a:cubicBezTo>
                <a:cubicBezTo>
                  <a:pt x="11703" y="0"/>
                  <a:pt x="11473" y="106"/>
                  <a:pt x="11315" y="290"/>
                </a:cubicBezTo>
                <a:lnTo>
                  <a:pt x="7283" y="5050"/>
                </a:lnTo>
                <a:cubicBezTo>
                  <a:pt x="7276" y="5058"/>
                  <a:pt x="7276" y="5069"/>
                  <a:pt x="7271" y="5078"/>
                </a:cubicBezTo>
                <a:cubicBezTo>
                  <a:pt x="6839" y="3599"/>
                  <a:pt x="6516" y="2488"/>
                  <a:pt x="6444" y="2226"/>
                </a:cubicBezTo>
                <a:cubicBezTo>
                  <a:pt x="6120" y="1128"/>
                  <a:pt x="5542" y="0"/>
                  <a:pt x="3696" y="0"/>
                </a:cubicBezTo>
                <a:lnTo>
                  <a:pt x="828" y="0"/>
                </a:lnTo>
                <a:cubicBezTo>
                  <a:pt x="372" y="0"/>
                  <a:pt x="0" y="376"/>
                  <a:pt x="0" y="836"/>
                </a:cubicBezTo>
                <a:cubicBezTo>
                  <a:pt x="0" y="1299"/>
                  <a:pt x="372" y="1675"/>
                  <a:pt x="828" y="1675"/>
                </a:cubicBezTo>
                <a:lnTo>
                  <a:pt x="3696" y="1675"/>
                </a:lnTo>
                <a:cubicBezTo>
                  <a:pt x="4371" y="1675"/>
                  <a:pt x="4593" y="1800"/>
                  <a:pt x="4852" y="2700"/>
                </a:cubicBezTo>
                <a:cubicBezTo>
                  <a:pt x="5130" y="3656"/>
                  <a:pt x="8725" y="16035"/>
                  <a:pt x="8725" y="16035"/>
                </a:cubicBezTo>
                <a:cubicBezTo>
                  <a:pt x="8734" y="16059"/>
                  <a:pt x="8746" y="16089"/>
                  <a:pt x="8754" y="16116"/>
                </a:cubicBezTo>
                <a:cubicBezTo>
                  <a:pt x="8794" y="16207"/>
                  <a:pt x="9707" y="18408"/>
                  <a:pt x="12006" y="18408"/>
                </a:cubicBezTo>
                <a:lnTo>
                  <a:pt x="18485" y="18408"/>
                </a:lnTo>
                <a:cubicBezTo>
                  <a:pt x="18941" y="18408"/>
                  <a:pt x="19313" y="18032"/>
                  <a:pt x="19313" y="17572"/>
                </a:cubicBezTo>
                <a:cubicBezTo>
                  <a:pt x="19313" y="17110"/>
                  <a:pt x="18941" y="16734"/>
                  <a:pt x="18485" y="16734"/>
                </a:cubicBezTo>
                <a:lnTo>
                  <a:pt x="12006" y="16734"/>
                </a:lnTo>
                <a:cubicBezTo>
                  <a:pt x="10919" y="16734"/>
                  <a:pt x="10386" y="15700"/>
                  <a:pt x="10301" y="15511"/>
                </a:cubicBezTo>
                <a:cubicBezTo>
                  <a:pt x="10277" y="15434"/>
                  <a:pt x="10232" y="15279"/>
                  <a:pt x="10168" y="15058"/>
                </a:cubicBezTo>
                <a:lnTo>
                  <a:pt x="16873" y="15058"/>
                </a:lnTo>
                <a:cubicBezTo>
                  <a:pt x="17725" y="15058"/>
                  <a:pt x="18121" y="14339"/>
                  <a:pt x="18202" y="14070"/>
                </a:cubicBezTo>
                <a:cubicBezTo>
                  <a:pt x="18202" y="14070"/>
                  <a:pt x="18202" y="14070"/>
                  <a:pt x="18202" y="1407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4" name="Shape 23352"/>
          <p:cNvSpPr/>
          <p:nvPr/>
        </p:nvSpPr>
        <p:spPr>
          <a:xfrm>
            <a:off x="6926096" y="2197145"/>
            <a:ext cx="502032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59" y="0"/>
                </a:moveTo>
                <a:cubicBezTo>
                  <a:pt x="8097" y="0"/>
                  <a:pt x="6405" y="1635"/>
                  <a:pt x="6405" y="3652"/>
                </a:cubicBezTo>
                <a:lnTo>
                  <a:pt x="6405" y="4800"/>
                </a:lnTo>
                <a:cubicBezTo>
                  <a:pt x="6266" y="4990"/>
                  <a:pt x="6192" y="5227"/>
                  <a:pt x="6192" y="5461"/>
                </a:cubicBezTo>
                <a:lnTo>
                  <a:pt x="6192" y="6278"/>
                </a:lnTo>
                <a:cubicBezTo>
                  <a:pt x="6192" y="6612"/>
                  <a:pt x="6359" y="6935"/>
                  <a:pt x="6619" y="7148"/>
                </a:cubicBezTo>
                <a:cubicBezTo>
                  <a:pt x="6684" y="7353"/>
                  <a:pt x="6754" y="7548"/>
                  <a:pt x="6850" y="7757"/>
                </a:cubicBezTo>
                <a:cubicBezTo>
                  <a:pt x="7042" y="8249"/>
                  <a:pt x="7316" y="8761"/>
                  <a:pt x="7651" y="9235"/>
                </a:cubicBezTo>
                <a:cubicBezTo>
                  <a:pt x="7791" y="9435"/>
                  <a:pt x="7982" y="9674"/>
                  <a:pt x="8202" y="9913"/>
                </a:cubicBezTo>
                <a:cubicBezTo>
                  <a:pt x="8002" y="10053"/>
                  <a:pt x="7857" y="10227"/>
                  <a:pt x="7793" y="10417"/>
                </a:cubicBezTo>
                <a:lnTo>
                  <a:pt x="5694" y="11043"/>
                </a:lnTo>
                <a:cubicBezTo>
                  <a:pt x="5898" y="13642"/>
                  <a:pt x="8143" y="15687"/>
                  <a:pt x="10853" y="15687"/>
                </a:cubicBezTo>
                <a:cubicBezTo>
                  <a:pt x="13547" y="15687"/>
                  <a:pt x="15766" y="13671"/>
                  <a:pt x="15995" y="11096"/>
                </a:cubicBezTo>
                <a:lnTo>
                  <a:pt x="13718" y="10417"/>
                </a:lnTo>
                <a:cubicBezTo>
                  <a:pt x="13653" y="10227"/>
                  <a:pt x="13508" y="10053"/>
                  <a:pt x="13309" y="9913"/>
                </a:cubicBezTo>
                <a:cubicBezTo>
                  <a:pt x="13529" y="9674"/>
                  <a:pt x="13719" y="9435"/>
                  <a:pt x="13860" y="9235"/>
                </a:cubicBezTo>
                <a:cubicBezTo>
                  <a:pt x="14195" y="8760"/>
                  <a:pt x="14469" y="8249"/>
                  <a:pt x="14661" y="7757"/>
                </a:cubicBezTo>
                <a:cubicBezTo>
                  <a:pt x="14757" y="7548"/>
                  <a:pt x="14845" y="7353"/>
                  <a:pt x="14910" y="7148"/>
                </a:cubicBezTo>
                <a:cubicBezTo>
                  <a:pt x="15170" y="6935"/>
                  <a:pt x="15319" y="6612"/>
                  <a:pt x="15319" y="6278"/>
                </a:cubicBezTo>
                <a:lnTo>
                  <a:pt x="15319" y="5461"/>
                </a:lnTo>
                <a:cubicBezTo>
                  <a:pt x="15319" y="5227"/>
                  <a:pt x="15245" y="4990"/>
                  <a:pt x="15106" y="4800"/>
                </a:cubicBezTo>
                <a:lnTo>
                  <a:pt x="15106" y="3652"/>
                </a:lnTo>
                <a:cubicBezTo>
                  <a:pt x="15106" y="1635"/>
                  <a:pt x="13432" y="0"/>
                  <a:pt x="11369" y="0"/>
                </a:cubicBezTo>
                <a:lnTo>
                  <a:pt x="10159" y="0"/>
                </a:lnTo>
                <a:close/>
                <a:moveTo>
                  <a:pt x="9608" y="4452"/>
                </a:moveTo>
                <a:cubicBezTo>
                  <a:pt x="10150" y="4452"/>
                  <a:pt x="10599" y="4627"/>
                  <a:pt x="10942" y="4974"/>
                </a:cubicBezTo>
                <a:cubicBezTo>
                  <a:pt x="11370" y="5407"/>
                  <a:pt x="11874" y="5617"/>
                  <a:pt x="12419" y="5617"/>
                </a:cubicBezTo>
                <a:cubicBezTo>
                  <a:pt x="12728" y="5617"/>
                  <a:pt x="13041" y="5549"/>
                  <a:pt x="13362" y="5409"/>
                </a:cubicBezTo>
                <a:cubicBezTo>
                  <a:pt x="13436" y="5376"/>
                  <a:pt x="13524" y="5383"/>
                  <a:pt x="13593" y="5426"/>
                </a:cubicBezTo>
                <a:cubicBezTo>
                  <a:pt x="13625" y="5447"/>
                  <a:pt x="13646" y="5483"/>
                  <a:pt x="13665" y="5513"/>
                </a:cubicBezTo>
                <a:lnTo>
                  <a:pt x="13807" y="5513"/>
                </a:lnTo>
                <a:cubicBezTo>
                  <a:pt x="13939" y="5513"/>
                  <a:pt x="14038" y="5610"/>
                  <a:pt x="14038" y="5739"/>
                </a:cubicBezTo>
                <a:lnTo>
                  <a:pt x="14038" y="6122"/>
                </a:lnTo>
                <a:cubicBezTo>
                  <a:pt x="14038" y="6201"/>
                  <a:pt x="14000" y="6287"/>
                  <a:pt x="13931" y="6330"/>
                </a:cubicBezTo>
                <a:lnTo>
                  <a:pt x="13700" y="6470"/>
                </a:lnTo>
                <a:lnTo>
                  <a:pt x="13682" y="6574"/>
                </a:lnTo>
                <a:cubicBezTo>
                  <a:pt x="13606" y="7134"/>
                  <a:pt x="13291" y="7866"/>
                  <a:pt x="12828" y="8522"/>
                </a:cubicBezTo>
                <a:cubicBezTo>
                  <a:pt x="12241" y="9353"/>
                  <a:pt x="11690" y="9722"/>
                  <a:pt x="11405" y="9722"/>
                </a:cubicBezTo>
                <a:lnTo>
                  <a:pt x="10124" y="9722"/>
                </a:lnTo>
                <a:cubicBezTo>
                  <a:pt x="9839" y="9722"/>
                  <a:pt x="9287" y="9353"/>
                  <a:pt x="8700" y="8522"/>
                </a:cubicBezTo>
                <a:cubicBezTo>
                  <a:pt x="8237" y="7866"/>
                  <a:pt x="7904" y="7134"/>
                  <a:pt x="7829" y="6574"/>
                </a:cubicBezTo>
                <a:lnTo>
                  <a:pt x="7829" y="6470"/>
                </a:lnTo>
                <a:lnTo>
                  <a:pt x="7597" y="6330"/>
                </a:lnTo>
                <a:cubicBezTo>
                  <a:pt x="7529" y="6288"/>
                  <a:pt x="7473" y="6201"/>
                  <a:pt x="7473" y="6122"/>
                </a:cubicBezTo>
                <a:lnTo>
                  <a:pt x="7473" y="5739"/>
                </a:lnTo>
                <a:cubicBezTo>
                  <a:pt x="7473" y="5610"/>
                  <a:pt x="7589" y="5513"/>
                  <a:pt x="7722" y="5513"/>
                </a:cubicBezTo>
                <a:lnTo>
                  <a:pt x="7811" y="5513"/>
                </a:lnTo>
                <a:lnTo>
                  <a:pt x="7811" y="5096"/>
                </a:lnTo>
                <a:cubicBezTo>
                  <a:pt x="7811" y="5007"/>
                  <a:pt x="7871" y="4926"/>
                  <a:pt x="7953" y="4887"/>
                </a:cubicBezTo>
                <a:cubicBezTo>
                  <a:pt x="8282" y="4726"/>
                  <a:pt x="8930" y="4452"/>
                  <a:pt x="9608" y="4452"/>
                </a:cubicBezTo>
                <a:close/>
                <a:moveTo>
                  <a:pt x="1139" y="9461"/>
                </a:moveTo>
                <a:cubicBezTo>
                  <a:pt x="512" y="9461"/>
                  <a:pt x="0" y="9961"/>
                  <a:pt x="0" y="10574"/>
                </a:cubicBezTo>
                <a:cubicBezTo>
                  <a:pt x="0" y="11186"/>
                  <a:pt x="512" y="11670"/>
                  <a:pt x="1139" y="11670"/>
                </a:cubicBezTo>
                <a:lnTo>
                  <a:pt x="2455" y="11670"/>
                </a:lnTo>
                <a:cubicBezTo>
                  <a:pt x="2646" y="13057"/>
                  <a:pt x="3185" y="14341"/>
                  <a:pt x="3986" y="15426"/>
                </a:cubicBezTo>
                <a:lnTo>
                  <a:pt x="2900" y="16487"/>
                </a:lnTo>
                <a:cubicBezTo>
                  <a:pt x="2457" y="16920"/>
                  <a:pt x="2457" y="17618"/>
                  <a:pt x="2900" y="18052"/>
                </a:cubicBezTo>
                <a:cubicBezTo>
                  <a:pt x="3122" y="18269"/>
                  <a:pt x="3410" y="18383"/>
                  <a:pt x="3701" y="18383"/>
                </a:cubicBezTo>
                <a:cubicBezTo>
                  <a:pt x="3991" y="18383"/>
                  <a:pt x="4298" y="18269"/>
                  <a:pt x="4519" y="18052"/>
                </a:cubicBezTo>
                <a:lnTo>
                  <a:pt x="5551" y="17043"/>
                </a:lnTo>
                <a:cubicBezTo>
                  <a:pt x="6712" y="17961"/>
                  <a:pt x="8117" y="18582"/>
                  <a:pt x="9661" y="18800"/>
                </a:cubicBezTo>
                <a:lnTo>
                  <a:pt x="9661" y="20487"/>
                </a:lnTo>
                <a:cubicBezTo>
                  <a:pt x="9661" y="21099"/>
                  <a:pt x="10174" y="21600"/>
                  <a:pt x="10800" y="21600"/>
                </a:cubicBezTo>
                <a:cubicBezTo>
                  <a:pt x="11427" y="21600"/>
                  <a:pt x="11939" y="21099"/>
                  <a:pt x="11939" y="20487"/>
                </a:cubicBezTo>
                <a:lnTo>
                  <a:pt x="11939" y="18817"/>
                </a:lnTo>
                <a:cubicBezTo>
                  <a:pt x="13509" y="18628"/>
                  <a:pt x="14951" y="18023"/>
                  <a:pt x="16138" y="17113"/>
                </a:cubicBezTo>
                <a:lnTo>
                  <a:pt x="17099" y="18052"/>
                </a:lnTo>
                <a:cubicBezTo>
                  <a:pt x="17320" y="18269"/>
                  <a:pt x="17609" y="18383"/>
                  <a:pt x="17899" y="18383"/>
                </a:cubicBezTo>
                <a:cubicBezTo>
                  <a:pt x="18190" y="18383"/>
                  <a:pt x="18477" y="18269"/>
                  <a:pt x="18700" y="18052"/>
                </a:cubicBezTo>
                <a:cubicBezTo>
                  <a:pt x="19142" y="17618"/>
                  <a:pt x="19142" y="16920"/>
                  <a:pt x="18700" y="16487"/>
                </a:cubicBezTo>
                <a:lnTo>
                  <a:pt x="17721" y="15530"/>
                </a:lnTo>
                <a:cubicBezTo>
                  <a:pt x="18563" y="14425"/>
                  <a:pt x="19127" y="13099"/>
                  <a:pt x="19323" y="11670"/>
                </a:cubicBezTo>
                <a:lnTo>
                  <a:pt x="20461" y="11670"/>
                </a:lnTo>
                <a:cubicBezTo>
                  <a:pt x="21088" y="11670"/>
                  <a:pt x="21600" y="11186"/>
                  <a:pt x="21600" y="10574"/>
                </a:cubicBezTo>
                <a:cubicBezTo>
                  <a:pt x="21600" y="9961"/>
                  <a:pt x="21088" y="9461"/>
                  <a:pt x="20461" y="9461"/>
                </a:cubicBezTo>
                <a:lnTo>
                  <a:pt x="18255" y="9461"/>
                </a:lnTo>
                <a:cubicBezTo>
                  <a:pt x="17628" y="9461"/>
                  <a:pt x="17134" y="9961"/>
                  <a:pt x="17134" y="10574"/>
                </a:cubicBezTo>
                <a:cubicBezTo>
                  <a:pt x="17134" y="13936"/>
                  <a:pt x="14330" y="16661"/>
                  <a:pt x="10889" y="16661"/>
                </a:cubicBezTo>
                <a:cubicBezTo>
                  <a:pt x="7448" y="16661"/>
                  <a:pt x="4644" y="13936"/>
                  <a:pt x="4644" y="10574"/>
                </a:cubicBezTo>
                <a:cubicBezTo>
                  <a:pt x="4644" y="9961"/>
                  <a:pt x="4132" y="9461"/>
                  <a:pt x="3505" y="9461"/>
                </a:cubicBezTo>
                <a:lnTo>
                  <a:pt x="1139" y="9461"/>
                </a:lnTo>
                <a:close/>
                <a:moveTo>
                  <a:pt x="9234" y="10748"/>
                </a:moveTo>
                <a:cubicBezTo>
                  <a:pt x="9430" y="10849"/>
                  <a:pt x="9632" y="10923"/>
                  <a:pt x="9821" y="10957"/>
                </a:cubicBezTo>
                <a:cubicBezTo>
                  <a:pt x="9936" y="10976"/>
                  <a:pt x="10017" y="11068"/>
                  <a:pt x="10017" y="11183"/>
                </a:cubicBezTo>
                <a:lnTo>
                  <a:pt x="10017" y="11774"/>
                </a:lnTo>
                <a:cubicBezTo>
                  <a:pt x="10052" y="11786"/>
                  <a:pt x="10081" y="11799"/>
                  <a:pt x="10106" y="11826"/>
                </a:cubicBezTo>
                <a:cubicBezTo>
                  <a:pt x="10152" y="11876"/>
                  <a:pt x="10183" y="11952"/>
                  <a:pt x="10177" y="12017"/>
                </a:cubicBezTo>
                <a:cubicBezTo>
                  <a:pt x="10177" y="12017"/>
                  <a:pt x="10035" y="13252"/>
                  <a:pt x="10035" y="13252"/>
                </a:cubicBezTo>
                <a:cubicBezTo>
                  <a:pt x="10025" y="13348"/>
                  <a:pt x="9969" y="13435"/>
                  <a:pt x="9875" y="13461"/>
                </a:cubicBezTo>
                <a:cubicBezTo>
                  <a:pt x="9853" y="13467"/>
                  <a:pt x="9824" y="13478"/>
                  <a:pt x="9804" y="13478"/>
                </a:cubicBezTo>
                <a:cubicBezTo>
                  <a:pt x="9729" y="13478"/>
                  <a:pt x="9653" y="13434"/>
                  <a:pt x="9608" y="13374"/>
                </a:cubicBezTo>
                <a:lnTo>
                  <a:pt x="8932" y="12504"/>
                </a:lnTo>
                <a:cubicBezTo>
                  <a:pt x="8900" y="12464"/>
                  <a:pt x="8896" y="12417"/>
                  <a:pt x="8896" y="12365"/>
                </a:cubicBezTo>
                <a:lnTo>
                  <a:pt x="8896" y="10957"/>
                </a:lnTo>
                <a:cubicBezTo>
                  <a:pt x="8896" y="10874"/>
                  <a:pt x="8931" y="10807"/>
                  <a:pt x="9003" y="10765"/>
                </a:cubicBezTo>
                <a:cubicBezTo>
                  <a:pt x="9074" y="10722"/>
                  <a:pt x="9160" y="10709"/>
                  <a:pt x="9234" y="10748"/>
                </a:cubicBezTo>
                <a:close/>
                <a:moveTo>
                  <a:pt x="12277" y="10748"/>
                </a:moveTo>
                <a:cubicBezTo>
                  <a:pt x="12351" y="10709"/>
                  <a:pt x="12436" y="10722"/>
                  <a:pt x="12508" y="10765"/>
                </a:cubicBezTo>
                <a:cubicBezTo>
                  <a:pt x="12580" y="10808"/>
                  <a:pt x="12633" y="10873"/>
                  <a:pt x="12633" y="10957"/>
                </a:cubicBezTo>
                <a:cubicBezTo>
                  <a:pt x="12633" y="10957"/>
                  <a:pt x="12633" y="12365"/>
                  <a:pt x="12633" y="12365"/>
                </a:cubicBezTo>
                <a:cubicBezTo>
                  <a:pt x="12633" y="12417"/>
                  <a:pt x="12611" y="12464"/>
                  <a:pt x="12579" y="12504"/>
                </a:cubicBezTo>
                <a:lnTo>
                  <a:pt x="11903" y="13374"/>
                </a:lnTo>
                <a:cubicBezTo>
                  <a:pt x="11857" y="13434"/>
                  <a:pt x="11799" y="13478"/>
                  <a:pt x="11725" y="13478"/>
                </a:cubicBezTo>
                <a:cubicBezTo>
                  <a:pt x="11705" y="13478"/>
                  <a:pt x="11676" y="13467"/>
                  <a:pt x="11654" y="13461"/>
                </a:cubicBezTo>
                <a:cubicBezTo>
                  <a:pt x="11560" y="13436"/>
                  <a:pt x="11487" y="13348"/>
                  <a:pt x="11476" y="13252"/>
                </a:cubicBezTo>
                <a:lnTo>
                  <a:pt x="11352" y="12017"/>
                </a:lnTo>
                <a:cubicBezTo>
                  <a:pt x="11344" y="11952"/>
                  <a:pt x="11360" y="11876"/>
                  <a:pt x="11405" y="11826"/>
                </a:cubicBezTo>
                <a:cubicBezTo>
                  <a:pt x="11430" y="11799"/>
                  <a:pt x="11459" y="11786"/>
                  <a:pt x="11494" y="11774"/>
                </a:cubicBezTo>
                <a:lnTo>
                  <a:pt x="11494" y="11183"/>
                </a:lnTo>
                <a:cubicBezTo>
                  <a:pt x="11494" y="11070"/>
                  <a:pt x="11574" y="10976"/>
                  <a:pt x="11690" y="10957"/>
                </a:cubicBezTo>
                <a:cubicBezTo>
                  <a:pt x="11879" y="10923"/>
                  <a:pt x="12081" y="10849"/>
                  <a:pt x="12277" y="1074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5" name="Shape 23357"/>
          <p:cNvSpPr/>
          <p:nvPr/>
        </p:nvSpPr>
        <p:spPr>
          <a:xfrm>
            <a:off x="4690984" y="5314934"/>
            <a:ext cx="453668" cy="376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36" y="0"/>
                </a:moveTo>
                <a:cubicBezTo>
                  <a:pt x="2282" y="0"/>
                  <a:pt x="1996" y="344"/>
                  <a:pt x="1996" y="771"/>
                </a:cubicBezTo>
                <a:lnTo>
                  <a:pt x="1996" y="7181"/>
                </a:lnTo>
                <a:cubicBezTo>
                  <a:pt x="1996" y="7434"/>
                  <a:pt x="2095" y="7659"/>
                  <a:pt x="2261" y="7802"/>
                </a:cubicBezTo>
                <a:cubicBezTo>
                  <a:pt x="2261" y="7802"/>
                  <a:pt x="10402" y="14795"/>
                  <a:pt x="10402" y="14795"/>
                </a:cubicBezTo>
                <a:cubicBezTo>
                  <a:pt x="10512" y="14892"/>
                  <a:pt x="10647" y="14945"/>
                  <a:pt x="10777" y="14945"/>
                </a:cubicBezTo>
                <a:cubicBezTo>
                  <a:pt x="10906" y="14945"/>
                  <a:pt x="11037" y="14892"/>
                  <a:pt x="11151" y="14795"/>
                </a:cubicBezTo>
                <a:lnTo>
                  <a:pt x="19276" y="7802"/>
                </a:lnTo>
                <a:cubicBezTo>
                  <a:pt x="19444" y="7655"/>
                  <a:pt x="19541" y="7429"/>
                  <a:pt x="19541" y="7181"/>
                </a:cubicBezTo>
                <a:lnTo>
                  <a:pt x="19541" y="771"/>
                </a:lnTo>
                <a:cubicBezTo>
                  <a:pt x="19541" y="344"/>
                  <a:pt x="19256" y="0"/>
                  <a:pt x="18902" y="0"/>
                </a:cubicBezTo>
                <a:lnTo>
                  <a:pt x="2636" y="0"/>
                </a:lnTo>
                <a:close/>
                <a:moveTo>
                  <a:pt x="3275" y="1542"/>
                </a:moveTo>
                <a:lnTo>
                  <a:pt x="18263" y="1542"/>
                </a:lnTo>
                <a:lnTo>
                  <a:pt x="18263" y="6786"/>
                </a:lnTo>
                <a:lnTo>
                  <a:pt x="10777" y="13216"/>
                </a:lnTo>
                <a:lnTo>
                  <a:pt x="3275" y="6786"/>
                </a:lnTo>
                <a:cubicBezTo>
                  <a:pt x="3275" y="6786"/>
                  <a:pt x="3275" y="1541"/>
                  <a:pt x="3275" y="1542"/>
                </a:cubicBezTo>
                <a:close/>
                <a:moveTo>
                  <a:pt x="5677" y="3008"/>
                </a:moveTo>
                <a:cubicBezTo>
                  <a:pt x="5293" y="3008"/>
                  <a:pt x="4991" y="3371"/>
                  <a:pt x="4991" y="3835"/>
                </a:cubicBezTo>
                <a:cubicBezTo>
                  <a:pt x="4991" y="4299"/>
                  <a:pt x="5293" y="4681"/>
                  <a:pt x="5677" y="4681"/>
                </a:cubicBezTo>
                <a:lnTo>
                  <a:pt x="15206" y="4681"/>
                </a:lnTo>
                <a:cubicBezTo>
                  <a:pt x="15591" y="4681"/>
                  <a:pt x="15908" y="4299"/>
                  <a:pt x="15908" y="3835"/>
                </a:cubicBezTo>
                <a:cubicBezTo>
                  <a:pt x="15908" y="3371"/>
                  <a:pt x="15591" y="3008"/>
                  <a:pt x="15206" y="3008"/>
                </a:cubicBezTo>
                <a:lnTo>
                  <a:pt x="5677" y="3008"/>
                </a:lnTo>
                <a:close/>
                <a:moveTo>
                  <a:pt x="5677" y="6016"/>
                </a:moveTo>
                <a:cubicBezTo>
                  <a:pt x="5293" y="6016"/>
                  <a:pt x="4991" y="6379"/>
                  <a:pt x="4991" y="6843"/>
                </a:cubicBezTo>
                <a:cubicBezTo>
                  <a:pt x="4991" y="7306"/>
                  <a:pt x="5293" y="7689"/>
                  <a:pt x="5677" y="7689"/>
                </a:cubicBezTo>
                <a:lnTo>
                  <a:pt x="15206" y="7689"/>
                </a:lnTo>
                <a:cubicBezTo>
                  <a:pt x="15591" y="7689"/>
                  <a:pt x="15908" y="7306"/>
                  <a:pt x="15908" y="6843"/>
                </a:cubicBezTo>
                <a:cubicBezTo>
                  <a:pt x="15908" y="6384"/>
                  <a:pt x="15591" y="6016"/>
                  <a:pt x="15206" y="6016"/>
                </a:cubicBezTo>
                <a:lnTo>
                  <a:pt x="5677" y="6016"/>
                </a:lnTo>
                <a:close/>
                <a:moveTo>
                  <a:pt x="0" y="661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6617"/>
                </a:lnTo>
                <a:cubicBezTo>
                  <a:pt x="21600" y="6617"/>
                  <a:pt x="18933" y="8911"/>
                  <a:pt x="18933" y="8911"/>
                </a:cubicBezTo>
                <a:lnTo>
                  <a:pt x="10808" y="15904"/>
                </a:lnTo>
                <a:lnTo>
                  <a:pt x="2667" y="8911"/>
                </a:lnTo>
                <a:lnTo>
                  <a:pt x="0" y="661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Shape 23358"/>
          <p:cNvSpPr/>
          <p:nvPr/>
        </p:nvSpPr>
        <p:spPr>
          <a:xfrm>
            <a:off x="4656065" y="3742469"/>
            <a:ext cx="488587" cy="422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6" h="21600" extrusionOk="0">
                <a:moveTo>
                  <a:pt x="12037" y="0"/>
                </a:moveTo>
                <a:lnTo>
                  <a:pt x="11993" y="17"/>
                </a:lnTo>
                <a:lnTo>
                  <a:pt x="12454" y="1021"/>
                </a:lnTo>
                <a:lnTo>
                  <a:pt x="12454" y="1390"/>
                </a:lnTo>
                <a:lnTo>
                  <a:pt x="12498" y="1390"/>
                </a:lnTo>
                <a:cubicBezTo>
                  <a:pt x="12498" y="1390"/>
                  <a:pt x="12498" y="1205"/>
                  <a:pt x="12498" y="1122"/>
                </a:cubicBezTo>
                <a:lnTo>
                  <a:pt x="12555" y="1239"/>
                </a:lnTo>
                <a:cubicBezTo>
                  <a:pt x="12555" y="1239"/>
                  <a:pt x="12584" y="1222"/>
                  <a:pt x="12584" y="1222"/>
                </a:cubicBezTo>
                <a:lnTo>
                  <a:pt x="12498" y="1021"/>
                </a:lnTo>
                <a:cubicBezTo>
                  <a:pt x="12498" y="624"/>
                  <a:pt x="12498" y="0"/>
                  <a:pt x="12498" y="0"/>
                </a:cubicBezTo>
                <a:lnTo>
                  <a:pt x="12454" y="0"/>
                </a:lnTo>
                <a:lnTo>
                  <a:pt x="12454" y="938"/>
                </a:lnTo>
                <a:lnTo>
                  <a:pt x="12037" y="0"/>
                </a:lnTo>
                <a:close/>
                <a:moveTo>
                  <a:pt x="13492" y="0"/>
                </a:moveTo>
                <a:lnTo>
                  <a:pt x="12915" y="1189"/>
                </a:lnTo>
                <a:cubicBezTo>
                  <a:pt x="12915" y="1189"/>
                  <a:pt x="12925" y="1194"/>
                  <a:pt x="12930" y="1206"/>
                </a:cubicBezTo>
                <a:lnTo>
                  <a:pt x="12944" y="1222"/>
                </a:lnTo>
                <a:lnTo>
                  <a:pt x="13434" y="921"/>
                </a:lnTo>
                <a:lnTo>
                  <a:pt x="12915" y="1540"/>
                </a:lnTo>
                <a:lnTo>
                  <a:pt x="12944" y="1574"/>
                </a:lnTo>
                <a:cubicBezTo>
                  <a:pt x="12944" y="1574"/>
                  <a:pt x="13313" y="1124"/>
                  <a:pt x="13549" y="837"/>
                </a:cubicBezTo>
                <a:lnTo>
                  <a:pt x="13981" y="569"/>
                </a:lnTo>
                <a:lnTo>
                  <a:pt x="13967" y="536"/>
                </a:lnTo>
                <a:lnTo>
                  <a:pt x="13607" y="754"/>
                </a:lnTo>
                <a:cubicBezTo>
                  <a:pt x="13654" y="696"/>
                  <a:pt x="13765" y="569"/>
                  <a:pt x="13765" y="569"/>
                </a:cubicBezTo>
                <a:lnTo>
                  <a:pt x="13736" y="536"/>
                </a:lnTo>
                <a:lnTo>
                  <a:pt x="13506" y="820"/>
                </a:lnTo>
                <a:lnTo>
                  <a:pt x="12973" y="1155"/>
                </a:lnTo>
                <a:cubicBezTo>
                  <a:pt x="13029" y="1038"/>
                  <a:pt x="13520" y="17"/>
                  <a:pt x="13520" y="17"/>
                </a:cubicBezTo>
                <a:lnTo>
                  <a:pt x="13492" y="0"/>
                </a:lnTo>
                <a:close/>
                <a:moveTo>
                  <a:pt x="11561" y="536"/>
                </a:moveTo>
                <a:lnTo>
                  <a:pt x="11532" y="569"/>
                </a:lnTo>
                <a:lnTo>
                  <a:pt x="12368" y="1540"/>
                </a:lnTo>
                <a:cubicBezTo>
                  <a:pt x="12368" y="1540"/>
                  <a:pt x="12397" y="1507"/>
                  <a:pt x="12397" y="1507"/>
                </a:cubicBezTo>
                <a:lnTo>
                  <a:pt x="11561" y="536"/>
                </a:lnTo>
                <a:close/>
                <a:moveTo>
                  <a:pt x="11086" y="1072"/>
                </a:moveTo>
                <a:lnTo>
                  <a:pt x="11072" y="1105"/>
                </a:lnTo>
                <a:lnTo>
                  <a:pt x="12210" y="1507"/>
                </a:lnTo>
                <a:cubicBezTo>
                  <a:pt x="12210" y="1507"/>
                  <a:pt x="12224" y="1474"/>
                  <a:pt x="12224" y="1474"/>
                </a:cubicBezTo>
                <a:lnTo>
                  <a:pt x="11086" y="1072"/>
                </a:lnTo>
                <a:close/>
                <a:moveTo>
                  <a:pt x="11532" y="1607"/>
                </a:moveTo>
                <a:lnTo>
                  <a:pt x="11532" y="1658"/>
                </a:lnTo>
                <a:lnTo>
                  <a:pt x="12037" y="1658"/>
                </a:lnTo>
                <a:lnTo>
                  <a:pt x="11072" y="2260"/>
                </a:lnTo>
                <a:cubicBezTo>
                  <a:pt x="11072" y="2260"/>
                  <a:pt x="11086" y="2294"/>
                  <a:pt x="11086" y="2294"/>
                </a:cubicBezTo>
                <a:lnTo>
                  <a:pt x="12109" y="1658"/>
                </a:lnTo>
                <a:lnTo>
                  <a:pt x="12325" y="1658"/>
                </a:lnTo>
                <a:lnTo>
                  <a:pt x="11532" y="2579"/>
                </a:lnTo>
                <a:lnTo>
                  <a:pt x="11561" y="2612"/>
                </a:lnTo>
                <a:lnTo>
                  <a:pt x="12382" y="1658"/>
                </a:lnTo>
                <a:lnTo>
                  <a:pt x="12454" y="1658"/>
                </a:lnTo>
                <a:cubicBezTo>
                  <a:pt x="12454" y="1751"/>
                  <a:pt x="12454" y="2997"/>
                  <a:pt x="12454" y="2997"/>
                </a:cubicBezTo>
                <a:lnTo>
                  <a:pt x="12498" y="2997"/>
                </a:lnTo>
                <a:lnTo>
                  <a:pt x="12498" y="1725"/>
                </a:lnTo>
                <a:cubicBezTo>
                  <a:pt x="12505" y="1728"/>
                  <a:pt x="12503" y="1741"/>
                  <a:pt x="12512" y="1741"/>
                </a:cubicBezTo>
                <a:cubicBezTo>
                  <a:pt x="12543" y="1741"/>
                  <a:pt x="12570" y="1715"/>
                  <a:pt x="12570" y="1674"/>
                </a:cubicBezTo>
                <a:cubicBezTo>
                  <a:pt x="12570" y="1666"/>
                  <a:pt x="12558" y="1666"/>
                  <a:pt x="12555" y="1658"/>
                </a:cubicBezTo>
                <a:lnTo>
                  <a:pt x="12728" y="1658"/>
                </a:lnTo>
                <a:cubicBezTo>
                  <a:pt x="12728" y="1658"/>
                  <a:pt x="12728" y="1607"/>
                  <a:pt x="12728" y="1607"/>
                </a:cubicBezTo>
                <a:lnTo>
                  <a:pt x="11532" y="1607"/>
                </a:lnTo>
                <a:close/>
                <a:moveTo>
                  <a:pt x="12915" y="1607"/>
                </a:moveTo>
                <a:lnTo>
                  <a:pt x="12915" y="1658"/>
                </a:lnTo>
                <a:lnTo>
                  <a:pt x="13751" y="2612"/>
                </a:lnTo>
                <a:cubicBezTo>
                  <a:pt x="13751" y="2612"/>
                  <a:pt x="13780" y="2579"/>
                  <a:pt x="13780" y="2579"/>
                </a:cubicBezTo>
                <a:lnTo>
                  <a:pt x="13002" y="1674"/>
                </a:lnTo>
                <a:lnTo>
                  <a:pt x="14053" y="2043"/>
                </a:lnTo>
                <a:cubicBezTo>
                  <a:pt x="14053" y="2043"/>
                  <a:pt x="14068" y="2009"/>
                  <a:pt x="14068" y="2009"/>
                </a:cubicBezTo>
                <a:lnTo>
                  <a:pt x="13088" y="1658"/>
                </a:lnTo>
                <a:lnTo>
                  <a:pt x="14096" y="1658"/>
                </a:lnTo>
                <a:cubicBezTo>
                  <a:pt x="14096" y="1658"/>
                  <a:pt x="14096" y="1607"/>
                  <a:pt x="14096" y="1607"/>
                </a:cubicBezTo>
                <a:lnTo>
                  <a:pt x="12915" y="1607"/>
                </a:lnTo>
                <a:close/>
                <a:moveTo>
                  <a:pt x="15595" y="1607"/>
                </a:moveTo>
                <a:cubicBezTo>
                  <a:pt x="15271" y="1648"/>
                  <a:pt x="15057" y="1779"/>
                  <a:pt x="14918" y="1993"/>
                </a:cubicBezTo>
                <a:cubicBezTo>
                  <a:pt x="14777" y="2206"/>
                  <a:pt x="14726" y="2502"/>
                  <a:pt x="14774" y="2863"/>
                </a:cubicBezTo>
                <a:cubicBezTo>
                  <a:pt x="14900" y="3753"/>
                  <a:pt x="16315" y="5163"/>
                  <a:pt x="16372" y="5224"/>
                </a:cubicBezTo>
                <a:cubicBezTo>
                  <a:pt x="16403" y="5255"/>
                  <a:pt x="16424" y="5258"/>
                  <a:pt x="16459" y="5258"/>
                </a:cubicBezTo>
                <a:cubicBezTo>
                  <a:pt x="16494" y="5258"/>
                  <a:pt x="16533" y="5255"/>
                  <a:pt x="16560" y="5224"/>
                </a:cubicBezTo>
                <a:cubicBezTo>
                  <a:pt x="16616" y="5163"/>
                  <a:pt x="18022" y="3753"/>
                  <a:pt x="18144" y="2863"/>
                </a:cubicBezTo>
                <a:cubicBezTo>
                  <a:pt x="18197" y="2502"/>
                  <a:pt x="18143" y="2206"/>
                  <a:pt x="18000" y="1993"/>
                </a:cubicBezTo>
                <a:cubicBezTo>
                  <a:pt x="17860" y="1779"/>
                  <a:pt x="17628" y="1648"/>
                  <a:pt x="17309" y="1607"/>
                </a:cubicBezTo>
                <a:cubicBezTo>
                  <a:pt x="17283" y="1607"/>
                  <a:pt x="17263" y="1607"/>
                  <a:pt x="17237" y="1607"/>
                </a:cubicBezTo>
                <a:cubicBezTo>
                  <a:pt x="16957" y="1607"/>
                  <a:pt x="16642" y="1765"/>
                  <a:pt x="16459" y="2060"/>
                </a:cubicBezTo>
                <a:cubicBezTo>
                  <a:pt x="16275" y="1765"/>
                  <a:pt x="15961" y="1607"/>
                  <a:pt x="15681" y="1607"/>
                </a:cubicBezTo>
                <a:cubicBezTo>
                  <a:pt x="15655" y="1607"/>
                  <a:pt x="15620" y="1607"/>
                  <a:pt x="15595" y="1607"/>
                </a:cubicBezTo>
                <a:close/>
                <a:moveTo>
                  <a:pt x="17165" y="1926"/>
                </a:moveTo>
                <a:cubicBezTo>
                  <a:pt x="17165" y="1926"/>
                  <a:pt x="18034" y="1778"/>
                  <a:pt x="17942" y="2997"/>
                </a:cubicBezTo>
                <a:cubicBezTo>
                  <a:pt x="17942" y="2997"/>
                  <a:pt x="17890" y="2053"/>
                  <a:pt x="17165" y="1926"/>
                </a:cubicBezTo>
                <a:close/>
                <a:moveTo>
                  <a:pt x="12368" y="2143"/>
                </a:moveTo>
                <a:lnTo>
                  <a:pt x="11993" y="3449"/>
                </a:lnTo>
                <a:cubicBezTo>
                  <a:pt x="11993" y="3449"/>
                  <a:pt x="12037" y="3466"/>
                  <a:pt x="12037" y="3466"/>
                </a:cubicBezTo>
                <a:lnTo>
                  <a:pt x="12411" y="2160"/>
                </a:lnTo>
                <a:lnTo>
                  <a:pt x="12368" y="2143"/>
                </a:lnTo>
                <a:close/>
                <a:moveTo>
                  <a:pt x="12915" y="2143"/>
                </a:moveTo>
                <a:cubicBezTo>
                  <a:pt x="12915" y="2143"/>
                  <a:pt x="13261" y="3483"/>
                  <a:pt x="13261" y="3483"/>
                </a:cubicBezTo>
                <a:lnTo>
                  <a:pt x="13304" y="3466"/>
                </a:lnTo>
                <a:lnTo>
                  <a:pt x="12959" y="2143"/>
                </a:lnTo>
                <a:lnTo>
                  <a:pt x="12915" y="2143"/>
                </a:lnTo>
                <a:close/>
                <a:moveTo>
                  <a:pt x="10366" y="3215"/>
                </a:moveTo>
                <a:lnTo>
                  <a:pt x="6765" y="8255"/>
                </a:lnTo>
                <a:cubicBezTo>
                  <a:pt x="6795" y="7599"/>
                  <a:pt x="6688" y="6796"/>
                  <a:pt x="6433" y="5978"/>
                </a:cubicBezTo>
                <a:cubicBezTo>
                  <a:pt x="5887" y="4214"/>
                  <a:pt x="4844" y="3022"/>
                  <a:pt x="4114" y="3332"/>
                </a:cubicBezTo>
                <a:cubicBezTo>
                  <a:pt x="3987" y="3383"/>
                  <a:pt x="3889" y="3473"/>
                  <a:pt x="3797" y="3600"/>
                </a:cubicBezTo>
                <a:cubicBezTo>
                  <a:pt x="3361" y="4215"/>
                  <a:pt x="3333" y="5636"/>
                  <a:pt x="3783" y="7100"/>
                </a:cubicBezTo>
                <a:cubicBezTo>
                  <a:pt x="3941" y="7592"/>
                  <a:pt x="4136" y="8024"/>
                  <a:pt x="4345" y="8406"/>
                </a:cubicBezTo>
                <a:cubicBezTo>
                  <a:pt x="3987" y="8233"/>
                  <a:pt x="3577" y="8090"/>
                  <a:pt x="3135" y="8004"/>
                </a:cubicBezTo>
                <a:cubicBezTo>
                  <a:pt x="1809" y="7760"/>
                  <a:pt x="619" y="8047"/>
                  <a:pt x="182" y="8657"/>
                </a:cubicBezTo>
                <a:cubicBezTo>
                  <a:pt x="90" y="8784"/>
                  <a:pt x="30" y="8923"/>
                  <a:pt x="9" y="9075"/>
                </a:cubicBezTo>
                <a:cubicBezTo>
                  <a:pt x="-114" y="9970"/>
                  <a:pt x="1078" y="10952"/>
                  <a:pt x="2674" y="11252"/>
                </a:cubicBezTo>
                <a:cubicBezTo>
                  <a:pt x="3412" y="11394"/>
                  <a:pt x="4116" y="11359"/>
                  <a:pt x="4662" y="11202"/>
                </a:cubicBezTo>
                <a:lnTo>
                  <a:pt x="1060" y="16242"/>
                </a:lnTo>
                <a:lnTo>
                  <a:pt x="3682" y="18753"/>
                </a:lnTo>
                <a:lnTo>
                  <a:pt x="7571" y="13312"/>
                </a:lnTo>
                <a:cubicBezTo>
                  <a:pt x="7571" y="13312"/>
                  <a:pt x="4935" y="10750"/>
                  <a:pt x="4935" y="10750"/>
                </a:cubicBezTo>
                <a:lnTo>
                  <a:pt x="6505" y="8540"/>
                </a:lnTo>
                <a:lnTo>
                  <a:pt x="9141" y="11101"/>
                </a:lnTo>
                <a:lnTo>
                  <a:pt x="12987" y="5743"/>
                </a:lnTo>
                <a:lnTo>
                  <a:pt x="10366" y="3215"/>
                </a:lnTo>
                <a:close/>
                <a:moveTo>
                  <a:pt x="18922" y="3215"/>
                </a:moveTo>
                <a:lnTo>
                  <a:pt x="18908" y="3232"/>
                </a:lnTo>
                <a:lnTo>
                  <a:pt x="19325" y="3717"/>
                </a:lnTo>
                <a:cubicBezTo>
                  <a:pt x="19325" y="3717"/>
                  <a:pt x="19340" y="3700"/>
                  <a:pt x="19340" y="3700"/>
                </a:cubicBezTo>
                <a:lnTo>
                  <a:pt x="18922" y="3215"/>
                </a:lnTo>
                <a:close/>
                <a:moveTo>
                  <a:pt x="19369" y="3215"/>
                </a:moveTo>
                <a:lnTo>
                  <a:pt x="19369" y="3751"/>
                </a:lnTo>
                <a:lnTo>
                  <a:pt x="18908" y="3751"/>
                </a:lnTo>
                <a:lnTo>
                  <a:pt x="18908" y="3767"/>
                </a:lnTo>
                <a:lnTo>
                  <a:pt x="19210" y="3885"/>
                </a:lnTo>
                <a:lnTo>
                  <a:pt x="18908" y="4069"/>
                </a:lnTo>
                <a:cubicBezTo>
                  <a:pt x="18908" y="4069"/>
                  <a:pt x="18922" y="4102"/>
                  <a:pt x="18922" y="4102"/>
                </a:cubicBezTo>
                <a:lnTo>
                  <a:pt x="19152" y="3952"/>
                </a:lnTo>
                <a:lnTo>
                  <a:pt x="18908" y="4236"/>
                </a:lnTo>
                <a:lnTo>
                  <a:pt x="18922" y="4253"/>
                </a:lnTo>
                <a:lnTo>
                  <a:pt x="19210" y="3918"/>
                </a:lnTo>
                <a:lnTo>
                  <a:pt x="19253" y="3885"/>
                </a:lnTo>
                <a:lnTo>
                  <a:pt x="19268" y="3885"/>
                </a:lnTo>
                <a:lnTo>
                  <a:pt x="19369" y="3818"/>
                </a:lnTo>
                <a:cubicBezTo>
                  <a:pt x="19369" y="3835"/>
                  <a:pt x="19369" y="3881"/>
                  <a:pt x="19369" y="3918"/>
                </a:cubicBezTo>
                <a:lnTo>
                  <a:pt x="19369" y="3935"/>
                </a:lnTo>
                <a:cubicBezTo>
                  <a:pt x="19369" y="4132"/>
                  <a:pt x="19369" y="4437"/>
                  <a:pt x="19369" y="4437"/>
                </a:cubicBezTo>
                <a:lnTo>
                  <a:pt x="19383" y="4437"/>
                </a:lnTo>
                <a:lnTo>
                  <a:pt x="19383" y="4337"/>
                </a:lnTo>
                <a:cubicBezTo>
                  <a:pt x="19394" y="4377"/>
                  <a:pt x="19417" y="4479"/>
                  <a:pt x="19455" y="4621"/>
                </a:cubicBezTo>
                <a:lnTo>
                  <a:pt x="19369" y="4940"/>
                </a:lnTo>
                <a:cubicBezTo>
                  <a:pt x="19369" y="4940"/>
                  <a:pt x="19383" y="4940"/>
                  <a:pt x="19383" y="4940"/>
                </a:cubicBezTo>
                <a:lnTo>
                  <a:pt x="19469" y="4655"/>
                </a:lnTo>
                <a:lnTo>
                  <a:pt x="19469" y="4621"/>
                </a:lnTo>
                <a:lnTo>
                  <a:pt x="19469" y="4605"/>
                </a:lnTo>
                <a:lnTo>
                  <a:pt x="19383" y="4287"/>
                </a:lnTo>
                <a:lnTo>
                  <a:pt x="19383" y="3935"/>
                </a:lnTo>
                <a:lnTo>
                  <a:pt x="19469" y="3968"/>
                </a:lnTo>
                <a:cubicBezTo>
                  <a:pt x="19469" y="3968"/>
                  <a:pt x="19469" y="3952"/>
                  <a:pt x="19469" y="3952"/>
                </a:cubicBezTo>
                <a:lnTo>
                  <a:pt x="19383" y="3918"/>
                </a:lnTo>
                <a:lnTo>
                  <a:pt x="19383" y="3818"/>
                </a:lnTo>
                <a:cubicBezTo>
                  <a:pt x="19383" y="3818"/>
                  <a:pt x="19397" y="3818"/>
                  <a:pt x="19397" y="3818"/>
                </a:cubicBezTo>
                <a:lnTo>
                  <a:pt x="19786" y="4253"/>
                </a:lnTo>
                <a:cubicBezTo>
                  <a:pt x="19786" y="4253"/>
                  <a:pt x="19801" y="4236"/>
                  <a:pt x="19801" y="4236"/>
                </a:cubicBezTo>
                <a:lnTo>
                  <a:pt x="19426" y="3784"/>
                </a:lnTo>
                <a:lnTo>
                  <a:pt x="19441" y="3767"/>
                </a:lnTo>
                <a:lnTo>
                  <a:pt x="19628" y="3767"/>
                </a:lnTo>
                <a:lnTo>
                  <a:pt x="19829" y="3767"/>
                </a:lnTo>
                <a:lnTo>
                  <a:pt x="20391" y="3968"/>
                </a:lnTo>
                <a:cubicBezTo>
                  <a:pt x="20391" y="3968"/>
                  <a:pt x="20406" y="3952"/>
                  <a:pt x="20406" y="3952"/>
                </a:cubicBezTo>
                <a:lnTo>
                  <a:pt x="19873" y="3767"/>
                </a:lnTo>
                <a:lnTo>
                  <a:pt x="19959" y="3767"/>
                </a:lnTo>
                <a:cubicBezTo>
                  <a:pt x="19959" y="3767"/>
                  <a:pt x="19959" y="3751"/>
                  <a:pt x="19959" y="3751"/>
                </a:cubicBezTo>
                <a:lnTo>
                  <a:pt x="19628" y="3751"/>
                </a:lnTo>
                <a:lnTo>
                  <a:pt x="19527" y="3550"/>
                </a:lnTo>
                <a:lnTo>
                  <a:pt x="19613" y="3751"/>
                </a:lnTo>
                <a:lnTo>
                  <a:pt x="19412" y="3751"/>
                </a:lnTo>
                <a:cubicBezTo>
                  <a:pt x="19420" y="3735"/>
                  <a:pt x="19435" y="3686"/>
                  <a:pt x="19455" y="3650"/>
                </a:cubicBezTo>
                <a:lnTo>
                  <a:pt x="19383" y="3751"/>
                </a:lnTo>
                <a:cubicBezTo>
                  <a:pt x="19383" y="3740"/>
                  <a:pt x="19383" y="3730"/>
                  <a:pt x="19383" y="3717"/>
                </a:cubicBezTo>
                <a:cubicBezTo>
                  <a:pt x="19383" y="3717"/>
                  <a:pt x="19438" y="3670"/>
                  <a:pt x="19455" y="3650"/>
                </a:cubicBezTo>
                <a:cubicBezTo>
                  <a:pt x="19472" y="3630"/>
                  <a:pt x="19485" y="3599"/>
                  <a:pt x="19513" y="3567"/>
                </a:cubicBezTo>
                <a:cubicBezTo>
                  <a:pt x="19518" y="3557"/>
                  <a:pt x="19522" y="3560"/>
                  <a:pt x="19527" y="3550"/>
                </a:cubicBezTo>
                <a:cubicBezTo>
                  <a:pt x="19651" y="3405"/>
                  <a:pt x="19801" y="3232"/>
                  <a:pt x="19801" y="3232"/>
                </a:cubicBezTo>
                <a:lnTo>
                  <a:pt x="19786" y="3215"/>
                </a:lnTo>
                <a:lnTo>
                  <a:pt x="19570" y="3466"/>
                </a:lnTo>
                <a:cubicBezTo>
                  <a:pt x="19633" y="3351"/>
                  <a:pt x="19700" y="3232"/>
                  <a:pt x="19700" y="3232"/>
                </a:cubicBezTo>
                <a:lnTo>
                  <a:pt x="19685" y="3215"/>
                </a:lnTo>
                <a:lnTo>
                  <a:pt x="19527" y="3500"/>
                </a:lnTo>
                <a:lnTo>
                  <a:pt x="19383" y="3215"/>
                </a:lnTo>
                <a:lnTo>
                  <a:pt x="19369" y="3215"/>
                </a:lnTo>
                <a:close/>
                <a:moveTo>
                  <a:pt x="19628" y="3767"/>
                </a:moveTo>
                <a:lnTo>
                  <a:pt x="19642" y="3818"/>
                </a:lnTo>
                <a:cubicBezTo>
                  <a:pt x="19642" y="3818"/>
                  <a:pt x="19657" y="3818"/>
                  <a:pt x="19657" y="3818"/>
                </a:cubicBezTo>
                <a:lnTo>
                  <a:pt x="19628" y="3767"/>
                </a:lnTo>
                <a:close/>
                <a:moveTo>
                  <a:pt x="19469" y="4605"/>
                </a:moveTo>
                <a:lnTo>
                  <a:pt x="19570" y="4287"/>
                </a:lnTo>
                <a:lnTo>
                  <a:pt x="19556" y="4287"/>
                </a:lnTo>
                <a:lnTo>
                  <a:pt x="19469" y="4605"/>
                </a:lnTo>
                <a:close/>
                <a:moveTo>
                  <a:pt x="19469" y="4655"/>
                </a:moveTo>
                <a:cubicBezTo>
                  <a:pt x="19507" y="4795"/>
                  <a:pt x="19541" y="4940"/>
                  <a:pt x="19541" y="4940"/>
                </a:cubicBezTo>
                <a:lnTo>
                  <a:pt x="19556" y="4940"/>
                </a:lnTo>
                <a:lnTo>
                  <a:pt x="19469" y="4655"/>
                </a:lnTo>
                <a:close/>
                <a:moveTo>
                  <a:pt x="20348" y="3215"/>
                </a:moveTo>
                <a:lnTo>
                  <a:pt x="19829" y="3533"/>
                </a:lnTo>
                <a:cubicBezTo>
                  <a:pt x="19829" y="3533"/>
                  <a:pt x="19844" y="3550"/>
                  <a:pt x="19844" y="3550"/>
                </a:cubicBezTo>
                <a:lnTo>
                  <a:pt x="20362" y="3232"/>
                </a:lnTo>
                <a:lnTo>
                  <a:pt x="20348" y="3215"/>
                </a:lnTo>
                <a:close/>
                <a:moveTo>
                  <a:pt x="19383" y="3248"/>
                </a:moveTo>
                <a:lnTo>
                  <a:pt x="19513" y="3533"/>
                </a:lnTo>
                <a:lnTo>
                  <a:pt x="19498" y="3550"/>
                </a:lnTo>
                <a:lnTo>
                  <a:pt x="19383" y="3684"/>
                </a:lnTo>
                <a:cubicBezTo>
                  <a:pt x="19383" y="3498"/>
                  <a:pt x="19383" y="3290"/>
                  <a:pt x="19383" y="3248"/>
                </a:cubicBezTo>
                <a:close/>
                <a:moveTo>
                  <a:pt x="18951" y="3767"/>
                </a:moveTo>
                <a:lnTo>
                  <a:pt x="19311" y="3767"/>
                </a:lnTo>
                <a:lnTo>
                  <a:pt x="19224" y="3868"/>
                </a:lnTo>
                <a:lnTo>
                  <a:pt x="18951" y="3767"/>
                </a:lnTo>
                <a:close/>
                <a:moveTo>
                  <a:pt x="19340" y="3767"/>
                </a:moveTo>
                <a:lnTo>
                  <a:pt x="19369" y="3767"/>
                </a:lnTo>
                <a:cubicBezTo>
                  <a:pt x="19367" y="3772"/>
                  <a:pt x="19369" y="3779"/>
                  <a:pt x="19369" y="3784"/>
                </a:cubicBezTo>
                <a:cubicBezTo>
                  <a:pt x="19369" y="3789"/>
                  <a:pt x="19367" y="3797"/>
                  <a:pt x="19369" y="3801"/>
                </a:cubicBezTo>
                <a:lnTo>
                  <a:pt x="19268" y="3851"/>
                </a:lnTo>
                <a:lnTo>
                  <a:pt x="19340" y="3767"/>
                </a:lnTo>
                <a:close/>
                <a:moveTo>
                  <a:pt x="4402" y="4220"/>
                </a:moveTo>
                <a:cubicBezTo>
                  <a:pt x="4634" y="4290"/>
                  <a:pt x="5259" y="4934"/>
                  <a:pt x="5684" y="6296"/>
                </a:cubicBezTo>
                <a:cubicBezTo>
                  <a:pt x="6095" y="7612"/>
                  <a:pt x="5978" y="8587"/>
                  <a:pt x="5843" y="8841"/>
                </a:cubicBezTo>
                <a:lnTo>
                  <a:pt x="5511" y="8791"/>
                </a:lnTo>
                <a:lnTo>
                  <a:pt x="5022" y="7903"/>
                </a:lnTo>
                <a:cubicBezTo>
                  <a:pt x="4831" y="7558"/>
                  <a:pt x="4673" y="7183"/>
                  <a:pt x="4546" y="6781"/>
                </a:cubicBezTo>
                <a:cubicBezTo>
                  <a:pt x="4140" y="5465"/>
                  <a:pt x="4244" y="4484"/>
                  <a:pt x="4402" y="4220"/>
                </a:cubicBezTo>
                <a:close/>
                <a:moveTo>
                  <a:pt x="17568" y="6430"/>
                </a:moveTo>
                <a:cubicBezTo>
                  <a:pt x="17376" y="6455"/>
                  <a:pt x="17238" y="6515"/>
                  <a:pt x="17150" y="6647"/>
                </a:cubicBezTo>
                <a:cubicBezTo>
                  <a:pt x="17067" y="6774"/>
                  <a:pt x="17048" y="6965"/>
                  <a:pt x="17078" y="7183"/>
                </a:cubicBezTo>
                <a:cubicBezTo>
                  <a:pt x="17152" y="7712"/>
                  <a:pt x="17994" y="8554"/>
                  <a:pt x="18029" y="8590"/>
                </a:cubicBezTo>
                <a:cubicBezTo>
                  <a:pt x="18042" y="8605"/>
                  <a:pt x="18065" y="8607"/>
                  <a:pt x="18087" y="8607"/>
                </a:cubicBezTo>
                <a:cubicBezTo>
                  <a:pt x="18105" y="8607"/>
                  <a:pt x="18116" y="8605"/>
                  <a:pt x="18130" y="8590"/>
                </a:cubicBezTo>
                <a:cubicBezTo>
                  <a:pt x="18168" y="8554"/>
                  <a:pt x="19006" y="7707"/>
                  <a:pt x="19080" y="7183"/>
                </a:cubicBezTo>
                <a:cubicBezTo>
                  <a:pt x="19111" y="6965"/>
                  <a:pt x="19091" y="6774"/>
                  <a:pt x="19008" y="6647"/>
                </a:cubicBezTo>
                <a:cubicBezTo>
                  <a:pt x="18921" y="6515"/>
                  <a:pt x="18783" y="6455"/>
                  <a:pt x="18591" y="6430"/>
                </a:cubicBezTo>
                <a:cubicBezTo>
                  <a:pt x="18573" y="6430"/>
                  <a:pt x="18565" y="6430"/>
                  <a:pt x="18547" y="6430"/>
                </a:cubicBezTo>
                <a:cubicBezTo>
                  <a:pt x="18382" y="6430"/>
                  <a:pt x="18182" y="6520"/>
                  <a:pt x="18072" y="6698"/>
                </a:cubicBezTo>
                <a:cubicBezTo>
                  <a:pt x="17958" y="6520"/>
                  <a:pt x="17777" y="6430"/>
                  <a:pt x="17611" y="6430"/>
                </a:cubicBezTo>
                <a:cubicBezTo>
                  <a:pt x="17593" y="6430"/>
                  <a:pt x="17581" y="6430"/>
                  <a:pt x="17568" y="6430"/>
                </a:cubicBezTo>
                <a:close/>
                <a:moveTo>
                  <a:pt x="18504" y="6614"/>
                </a:moveTo>
                <a:cubicBezTo>
                  <a:pt x="18504" y="6614"/>
                  <a:pt x="18718" y="6670"/>
                  <a:pt x="18850" y="6915"/>
                </a:cubicBezTo>
                <a:cubicBezTo>
                  <a:pt x="18783" y="6782"/>
                  <a:pt x="18694" y="6647"/>
                  <a:pt x="18504" y="6614"/>
                </a:cubicBezTo>
                <a:close/>
                <a:moveTo>
                  <a:pt x="14284" y="6966"/>
                </a:moveTo>
                <a:cubicBezTo>
                  <a:pt x="14114" y="6986"/>
                  <a:pt x="13998" y="7055"/>
                  <a:pt x="13924" y="7167"/>
                </a:cubicBezTo>
                <a:cubicBezTo>
                  <a:pt x="13845" y="7283"/>
                  <a:pt x="13825" y="7426"/>
                  <a:pt x="13852" y="7619"/>
                </a:cubicBezTo>
                <a:cubicBezTo>
                  <a:pt x="13917" y="8086"/>
                  <a:pt x="14656" y="8839"/>
                  <a:pt x="14687" y="8874"/>
                </a:cubicBezTo>
                <a:cubicBezTo>
                  <a:pt x="14700" y="8885"/>
                  <a:pt x="14713" y="8891"/>
                  <a:pt x="14730" y="8891"/>
                </a:cubicBezTo>
                <a:cubicBezTo>
                  <a:pt x="14752" y="8891"/>
                  <a:pt x="14770" y="8890"/>
                  <a:pt x="14788" y="8874"/>
                </a:cubicBezTo>
                <a:cubicBezTo>
                  <a:pt x="14817" y="8844"/>
                  <a:pt x="15558" y="8086"/>
                  <a:pt x="15623" y="7619"/>
                </a:cubicBezTo>
                <a:cubicBezTo>
                  <a:pt x="15649" y="7426"/>
                  <a:pt x="15626" y="7283"/>
                  <a:pt x="15551" y="7167"/>
                </a:cubicBezTo>
                <a:cubicBezTo>
                  <a:pt x="15477" y="7055"/>
                  <a:pt x="15366" y="6986"/>
                  <a:pt x="15191" y="6966"/>
                </a:cubicBezTo>
                <a:cubicBezTo>
                  <a:pt x="15178" y="6966"/>
                  <a:pt x="15161" y="6966"/>
                  <a:pt x="15148" y="6966"/>
                </a:cubicBezTo>
                <a:cubicBezTo>
                  <a:pt x="14999" y="6966"/>
                  <a:pt x="14826" y="7043"/>
                  <a:pt x="14730" y="7200"/>
                </a:cubicBezTo>
                <a:cubicBezTo>
                  <a:pt x="14630" y="7043"/>
                  <a:pt x="14471" y="6966"/>
                  <a:pt x="14327" y="6966"/>
                </a:cubicBezTo>
                <a:cubicBezTo>
                  <a:pt x="14309" y="6966"/>
                  <a:pt x="14297" y="6966"/>
                  <a:pt x="14284" y="6966"/>
                </a:cubicBezTo>
                <a:close/>
                <a:moveTo>
                  <a:pt x="15105" y="7133"/>
                </a:moveTo>
                <a:cubicBezTo>
                  <a:pt x="15105" y="7133"/>
                  <a:pt x="15289" y="7183"/>
                  <a:pt x="15407" y="7384"/>
                </a:cubicBezTo>
                <a:cubicBezTo>
                  <a:pt x="15347" y="7272"/>
                  <a:pt x="15266" y="7161"/>
                  <a:pt x="15105" y="7133"/>
                </a:cubicBezTo>
                <a:close/>
                <a:moveTo>
                  <a:pt x="1536" y="8908"/>
                </a:moveTo>
                <a:cubicBezTo>
                  <a:pt x="1908" y="8832"/>
                  <a:pt x="2413" y="8810"/>
                  <a:pt x="3005" y="8925"/>
                </a:cubicBezTo>
                <a:cubicBezTo>
                  <a:pt x="3368" y="8991"/>
                  <a:pt x="3711" y="9119"/>
                  <a:pt x="4042" y="9276"/>
                </a:cubicBezTo>
                <a:lnTo>
                  <a:pt x="4878" y="9661"/>
                </a:lnTo>
                <a:lnTo>
                  <a:pt x="4978" y="10030"/>
                </a:lnTo>
                <a:cubicBezTo>
                  <a:pt x="4769" y="10253"/>
                  <a:pt x="3975" y="10555"/>
                  <a:pt x="2803" y="10331"/>
                </a:cubicBezTo>
                <a:cubicBezTo>
                  <a:pt x="1574" y="10098"/>
                  <a:pt x="919" y="9492"/>
                  <a:pt x="816" y="9243"/>
                </a:cubicBezTo>
                <a:cubicBezTo>
                  <a:pt x="913" y="9128"/>
                  <a:pt x="1163" y="8984"/>
                  <a:pt x="1536" y="8908"/>
                </a:cubicBezTo>
                <a:close/>
                <a:moveTo>
                  <a:pt x="11158" y="9109"/>
                </a:moveTo>
                <a:lnTo>
                  <a:pt x="6923" y="15070"/>
                </a:lnTo>
                <a:lnTo>
                  <a:pt x="6923" y="21600"/>
                </a:lnTo>
                <a:lnTo>
                  <a:pt x="21486" y="21600"/>
                </a:lnTo>
                <a:lnTo>
                  <a:pt x="21486" y="9109"/>
                </a:lnTo>
                <a:cubicBezTo>
                  <a:pt x="21486" y="9109"/>
                  <a:pt x="15479" y="9109"/>
                  <a:pt x="15479" y="9109"/>
                </a:cubicBezTo>
                <a:lnTo>
                  <a:pt x="15479" y="21181"/>
                </a:lnTo>
                <a:lnTo>
                  <a:pt x="13016" y="21181"/>
                </a:lnTo>
                <a:lnTo>
                  <a:pt x="13016" y="9109"/>
                </a:lnTo>
                <a:lnTo>
                  <a:pt x="11158" y="9109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7" name="Shape 23359"/>
          <p:cNvSpPr/>
          <p:nvPr/>
        </p:nvSpPr>
        <p:spPr>
          <a:xfrm>
            <a:off x="7010579" y="3693819"/>
            <a:ext cx="333065" cy="50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52" y="11522"/>
                </a:moveTo>
                <a:cubicBezTo>
                  <a:pt x="9482" y="11522"/>
                  <a:pt x="9104" y="11198"/>
                  <a:pt x="9104" y="10800"/>
                </a:cubicBezTo>
                <a:cubicBezTo>
                  <a:pt x="9104" y="10401"/>
                  <a:pt x="9482" y="10077"/>
                  <a:pt x="9952" y="10077"/>
                </a:cubicBezTo>
                <a:cubicBezTo>
                  <a:pt x="10422" y="10077"/>
                  <a:pt x="10801" y="10401"/>
                  <a:pt x="10801" y="10800"/>
                </a:cubicBezTo>
                <a:cubicBezTo>
                  <a:pt x="10801" y="11198"/>
                  <a:pt x="10422" y="11522"/>
                  <a:pt x="9952" y="11522"/>
                </a:cubicBezTo>
                <a:close/>
                <a:moveTo>
                  <a:pt x="7639" y="18520"/>
                </a:moveTo>
                <a:lnTo>
                  <a:pt x="2268" y="18517"/>
                </a:lnTo>
                <a:lnTo>
                  <a:pt x="2268" y="3059"/>
                </a:lnTo>
                <a:lnTo>
                  <a:pt x="7639" y="3059"/>
                </a:lnTo>
                <a:cubicBezTo>
                  <a:pt x="7639" y="3059"/>
                  <a:pt x="7639" y="18520"/>
                  <a:pt x="7639" y="18520"/>
                </a:cubicBezTo>
                <a:close/>
                <a:moveTo>
                  <a:pt x="7639" y="0"/>
                </a:moveTo>
                <a:lnTo>
                  <a:pt x="7639" y="1575"/>
                </a:lnTo>
                <a:lnTo>
                  <a:pt x="0" y="1575"/>
                </a:lnTo>
                <a:lnTo>
                  <a:pt x="0" y="20002"/>
                </a:lnTo>
                <a:lnTo>
                  <a:pt x="7639" y="20006"/>
                </a:lnTo>
                <a:lnTo>
                  <a:pt x="7639" y="21600"/>
                </a:lnTo>
                <a:lnTo>
                  <a:pt x="21585" y="19959"/>
                </a:lnTo>
                <a:lnTo>
                  <a:pt x="21600" y="1652"/>
                </a:lnTo>
                <a:cubicBezTo>
                  <a:pt x="21600" y="1652"/>
                  <a:pt x="7639" y="0"/>
                  <a:pt x="763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Shape 23368"/>
          <p:cNvSpPr/>
          <p:nvPr/>
        </p:nvSpPr>
        <p:spPr>
          <a:xfrm>
            <a:off x="6907373" y="5212037"/>
            <a:ext cx="520755" cy="520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25" y="17550"/>
                </a:moveTo>
                <a:lnTo>
                  <a:pt x="11475" y="17550"/>
                </a:lnTo>
                <a:cubicBezTo>
                  <a:pt x="11848" y="17550"/>
                  <a:pt x="12149" y="17248"/>
                  <a:pt x="12149" y="16874"/>
                </a:cubicBezTo>
                <a:cubicBezTo>
                  <a:pt x="12149" y="16502"/>
                  <a:pt x="11848" y="16200"/>
                  <a:pt x="11475" y="16200"/>
                </a:cubicBezTo>
                <a:lnTo>
                  <a:pt x="4725" y="16200"/>
                </a:lnTo>
                <a:cubicBezTo>
                  <a:pt x="4351" y="16200"/>
                  <a:pt x="4050" y="16502"/>
                  <a:pt x="4050" y="16874"/>
                </a:cubicBezTo>
                <a:cubicBezTo>
                  <a:pt x="4050" y="17248"/>
                  <a:pt x="4351" y="17550"/>
                  <a:pt x="4725" y="17550"/>
                </a:cubicBezTo>
                <a:cubicBezTo>
                  <a:pt x="4725" y="17550"/>
                  <a:pt x="4725" y="17550"/>
                  <a:pt x="4725" y="17550"/>
                </a:cubicBezTo>
                <a:close/>
                <a:moveTo>
                  <a:pt x="4725" y="14850"/>
                </a:moveTo>
                <a:lnTo>
                  <a:pt x="16875" y="14850"/>
                </a:lnTo>
                <a:cubicBezTo>
                  <a:pt x="17248" y="14850"/>
                  <a:pt x="17550" y="14548"/>
                  <a:pt x="17550" y="14175"/>
                </a:cubicBezTo>
                <a:cubicBezTo>
                  <a:pt x="17550" y="13802"/>
                  <a:pt x="17248" y="13500"/>
                  <a:pt x="16875" y="13500"/>
                </a:cubicBezTo>
                <a:lnTo>
                  <a:pt x="4725" y="13500"/>
                </a:lnTo>
                <a:cubicBezTo>
                  <a:pt x="4351" y="13500"/>
                  <a:pt x="4050" y="13802"/>
                  <a:pt x="4050" y="14175"/>
                </a:cubicBezTo>
                <a:cubicBezTo>
                  <a:pt x="4050" y="14548"/>
                  <a:pt x="4351" y="14850"/>
                  <a:pt x="4725" y="14850"/>
                </a:cubicBezTo>
                <a:cubicBezTo>
                  <a:pt x="4725" y="14850"/>
                  <a:pt x="4725" y="14850"/>
                  <a:pt x="4725" y="14850"/>
                </a:cubicBezTo>
                <a:close/>
                <a:moveTo>
                  <a:pt x="4725" y="12150"/>
                </a:moveTo>
                <a:lnTo>
                  <a:pt x="16875" y="12150"/>
                </a:lnTo>
                <a:cubicBezTo>
                  <a:pt x="17248" y="12150"/>
                  <a:pt x="17550" y="11848"/>
                  <a:pt x="17550" y="11475"/>
                </a:cubicBezTo>
                <a:cubicBezTo>
                  <a:pt x="17550" y="11102"/>
                  <a:pt x="17248" y="10800"/>
                  <a:pt x="16875" y="10800"/>
                </a:cubicBezTo>
                <a:lnTo>
                  <a:pt x="4725" y="10800"/>
                </a:lnTo>
                <a:cubicBezTo>
                  <a:pt x="4351" y="10800"/>
                  <a:pt x="4050" y="11102"/>
                  <a:pt x="4050" y="11475"/>
                </a:cubicBezTo>
                <a:cubicBezTo>
                  <a:pt x="4050" y="11848"/>
                  <a:pt x="4351" y="12150"/>
                  <a:pt x="4725" y="12150"/>
                </a:cubicBezTo>
                <a:cubicBezTo>
                  <a:pt x="4725" y="12150"/>
                  <a:pt x="4725" y="12150"/>
                  <a:pt x="4725" y="12150"/>
                </a:cubicBezTo>
                <a:close/>
                <a:moveTo>
                  <a:pt x="4725" y="9450"/>
                </a:moveTo>
                <a:lnTo>
                  <a:pt x="16875" y="9450"/>
                </a:lnTo>
                <a:cubicBezTo>
                  <a:pt x="17248" y="9450"/>
                  <a:pt x="17550" y="9148"/>
                  <a:pt x="17550" y="8775"/>
                </a:cubicBezTo>
                <a:cubicBezTo>
                  <a:pt x="17550" y="8402"/>
                  <a:pt x="17248" y="8100"/>
                  <a:pt x="16875" y="8100"/>
                </a:cubicBezTo>
                <a:lnTo>
                  <a:pt x="4725" y="8100"/>
                </a:lnTo>
                <a:cubicBezTo>
                  <a:pt x="4351" y="8100"/>
                  <a:pt x="4050" y="8402"/>
                  <a:pt x="4050" y="8775"/>
                </a:cubicBezTo>
                <a:cubicBezTo>
                  <a:pt x="4050" y="9148"/>
                  <a:pt x="4351" y="9450"/>
                  <a:pt x="4725" y="9450"/>
                </a:cubicBezTo>
                <a:cubicBezTo>
                  <a:pt x="4725" y="9450"/>
                  <a:pt x="4725" y="9450"/>
                  <a:pt x="4725" y="9450"/>
                </a:cubicBezTo>
                <a:close/>
                <a:moveTo>
                  <a:pt x="16875" y="2700"/>
                </a:moveTo>
                <a:cubicBezTo>
                  <a:pt x="17248" y="2700"/>
                  <a:pt x="17550" y="2398"/>
                  <a:pt x="17550" y="2025"/>
                </a:cubicBezTo>
                <a:lnTo>
                  <a:pt x="17550" y="675"/>
                </a:lnTo>
                <a:cubicBezTo>
                  <a:pt x="17550" y="302"/>
                  <a:pt x="17248" y="0"/>
                  <a:pt x="16875" y="0"/>
                </a:cubicBezTo>
                <a:cubicBezTo>
                  <a:pt x="16502" y="0"/>
                  <a:pt x="16200" y="302"/>
                  <a:pt x="16200" y="675"/>
                </a:cubicBezTo>
                <a:lnTo>
                  <a:pt x="16200" y="2025"/>
                </a:lnTo>
                <a:cubicBezTo>
                  <a:pt x="16200" y="2398"/>
                  <a:pt x="16502" y="2700"/>
                  <a:pt x="16875" y="2700"/>
                </a:cubicBezTo>
                <a:cubicBezTo>
                  <a:pt x="16875" y="2700"/>
                  <a:pt x="16875" y="2700"/>
                  <a:pt x="16875" y="2700"/>
                </a:cubicBezTo>
                <a:close/>
                <a:moveTo>
                  <a:pt x="20250" y="6750"/>
                </a:moveTo>
                <a:lnTo>
                  <a:pt x="1350" y="6750"/>
                </a:lnTo>
                <a:lnTo>
                  <a:pt x="1350" y="18900"/>
                </a:lnTo>
                <a:cubicBezTo>
                  <a:pt x="1350" y="19644"/>
                  <a:pt x="1956" y="20250"/>
                  <a:pt x="2700" y="20250"/>
                </a:cubicBezTo>
                <a:lnTo>
                  <a:pt x="18900" y="20250"/>
                </a:lnTo>
                <a:cubicBezTo>
                  <a:pt x="19644" y="20250"/>
                  <a:pt x="20250" y="19644"/>
                  <a:pt x="20250" y="18900"/>
                </a:cubicBezTo>
                <a:cubicBezTo>
                  <a:pt x="20250" y="18900"/>
                  <a:pt x="20250" y="6750"/>
                  <a:pt x="20250" y="6750"/>
                </a:cubicBezTo>
                <a:close/>
                <a:moveTo>
                  <a:pt x="21600" y="4050"/>
                </a:moveTo>
                <a:lnTo>
                  <a:pt x="21600" y="18900"/>
                </a:lnTo>
                <a:cubicBezTo>
                  <a:pt x="21600" y="20391"/>
                  <a:pt x="20391" y="21600"/>
                  <a:pt x="18900" y="21600"/>
                </a:cubicBezTo>
                <a:lnTo>
                  <a:pt x="2700" y="21600"/>
                </a:lnTo>
                <a:cubicBezTo>
                  <a:pt x="1208" y="21600"/>
                  <a:pt x="0" y="20391"/>
                  <a:pt x="0" y="18900"/>
                </a:cubicBezTo>
                <a:lnTo>
                  <a:pt x="0" y="4050"/>
                </a:lnTo>
                <a:cubicBezTo>
                  <a:pt x="0" y="2559"/>
                  <a:pt x="1208" y="1350"/>
                  <a:pt x="2700" y="1350"/>
                </a:cubicBezTo>
                <a:lnTo>
                  <a:pt x="2700" y="2025"/>
                </a:lnTo>
                <a:cubicBezTo>
                  <a:pt x="2700" y="3142"/>
                  <a:pt x="3608" y="4050"/>
                  <a:pt x="4725" y="4050"/>
                </a:cubicBezTo>
                <a:cubicBezTo>
                  <a:pt x="5842" y="4050"/>
                  <a:pt x="6750" y="3142"/>
                  <a:pt x="6750" y="2025"/>
                </a:cubicBezTo>
                <a:lnTo>
                  <a:pt x="6750" y="1350"/>
                </a:lnTo>
                <a:lnTo>
                  <a:pt x="14850" y="1350"/>
                </a:lnTo>
                <a:lnTo>
                  <a:pt x="14850" y="2025"/>
                </a:lnTo>
                <a:cubicBezTo>
                  <a:pt x="14850" y="3142"/>
                  <a:pt x="15758" y="4050"/>
                  <a:pt x="16875" y="4050"/>
                </a:cubicBezTo>
                <a:cubicBezTo>
                  <a:pt x="17992" y="4050"/>
                  <a:pt x="18900" y="3142"/>
                  <a:pt x="18900" y="2025"/>
                </a:cubicBezTo>
                <a:lnTo>
                  <a:pt x="18900" y="1350"/>
                </a:lnTo>
                <a:cubicBezTo>
                  <a:pt x="20391" y="1350"/>
                  <a:pt x="21600" y="2559"/>
                  <a:pt x="21600" y="4050"/>
                </a:cubicBezTo>
                <a:cubicBezTo>
                  <a:pt x="21600" y="4050"/>
                  <a:pt x="21600" y="4050"/>
                  <a:pt x="21600" y="4050"/>
                </a:cubicBezTo>
                <a:close/>
                <a:moveTo>
                  <a:pt x="4050" y="2025"/>
                </a:moveTo>
                <a:lnTo>
                  <a:pt x="4050" y="675"/>
                </a:lnTo>
                <a:cubicBezTo>
                  <a:pt x="4050" y="302"/>
                  <a:pt x="4351" y="0"/>
                  <a:pt x="4725" y="0"/>
                </a:cubicBezTo>
                <a:cubicBezTo>
                  <a:pt x="5098" y="0"/>
                  <a:pt x="5399" y="302"/>
                  <a:pt x="5399" y="675"/>
                </a:cubicBezTo>
                <a:lnTo>
                  <a:pt x="5399" y="2025"/>
                </a:lnTo>
                <a:cubicBezTo>
                  <a:pt x="5399" y="2398"/>
                  <a:pt x="5098" y="2700"/>
                  <a:pt x="4725" y="2700"/>
                </a:cubicBezTo>
                <a:cubicBezTo>
                  <a:pt x="4351" y="2700"/>
                  <a:pt x="4050" y="2398"/>
                  <a:pt x="4050" y="2025"/>
                </a:cubicBezTo>
                <a:cubicBezTo>
                  <a:pt x="4050" y="2025"/>
                  <a:pt x="4050" y="2025"/>
                  <a:pt x="4050" y="202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040510" y="2498810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040510" y="20257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21" name="矩形 20"/>
          <p:cNvSpPr/>
          <p:nvPr/>
        </p:nvSpPr>
        <p:spPr>
          <a:xfrm>
            <a:off x="8040510" y="402083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040510" y="353642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23" name="矩形 22"/>
          <p:cNvSpPr/>
          <p:nvPr/>
        </p:nvSpPr>
        <p:spPr>
          <a:xfrm>
            <a:off x="8040510" y="546561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040510" y="49812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25" name="矩形 24"/>
          <p:cNvSpPr/>
          <p:nvPr/>
        </p:nvSpPr>
        <p:spPr>
          <a:xfrm>
            <a:off x="654936" y="546561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607509" y="50107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27" name="矩形 26"/>
          <p:cNvSpPr/>
          <p:nvPr/>
        </p:nvSpPr>
        <p:spPr>
          <a:xfrm>
            <a:off x="628499" y="4023958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81072" y="35690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29" name="矩形 28"/>
          <p:cNvSpPr/>
          <p:nvPr/>
        </p:nvSpPr>
        <p:spPr>
          <a:xfrm>
            <a:off x="654936" y="2444470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07509" y="198961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产品服务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xmlns="" id="{CF59A5F6-4501-4955-9446-DC95EAE801A4}"/>
              </a:ext>
            </a:extLst>
          </p:cNvPr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公司简介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xmlns="" id="{23E7ADC1-EAD3-4E97-BE74-544221C58445}"/>
              </a:ext>
            </a:extLst>
          </p:cNvPr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xmlns="" id="{58876AB9-3A38-4F66-A7F9-5DDC94F44E06}"/>
              </a:ext>
            </a:extLst>
          </p:cNvPr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7762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3" t="377" r="42042"/>
          <a:stretch>
            <a:fillRect/>
          </a:stretch>
        </p:blipFill>
        <p:spPr>
          <a:xfrm>
            <a:off x="6902223" y="0"/>
            <a:ext cx="5199581" cy="6832150"/>
          </a:xfrm>
          <a:custGeom>
            <a:avLst/>
            <a:gdLst>
              <a:gd name="connsiteX0" fmla="*/ 1329484 w 5199581"/>
              <a:gd name="connsiteY0" fmla="*/ 0 h 6832150"/>
              <a:gd name="connsiteX1" fmla="*/ 5199581 w 5199581"/>
              <a:gd name="connsiteY1" fmla="*/ 0 h 6832150"/>
              <a:gd name="connsiteX2" fmla="*/ 3870096 w 5199581"/>
              <a:gd name="connsiteY2" fmla="*/ 6832150 h 6832150"/>
              <a:gd name="connsiteX3" fmla="*/ 0 w 5199581"/>
              <a:gd name="connsiteY3" fmla="*/ 6832150 h 683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9581" h="6832150">
                <a:moveTo>
                  <a:pt x="1329484" y="0"/>
                </a:moveTo>
                <a:lnTo>
                  <a:pt x="5199581" y="0"/>
                </a:lnTo>
                <a:lnTo>
                  <a:pt x="3870096" y="6832150"/>
                </a:lnTo>
                <a:lnTo>
                  <a:pt x="0" y="6832150"/>
                </a:lnTo>
                <a:close/>
              </a:path>
            </a:pathLst>
          </a:custGeom>
        </p:spPr>
      </p:pic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公司简介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97367" y="182937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公司简介</a:t>
            </a:r>
          </a:p>
        </p:txBody>
      </p:sp>
      <p:sp>
        <p:nvSpPr>
          <p:cNvPr id="7" name="矩形 6"/>
          <p:cNvSpPr/>
          <p:nvPr/>
        </p:nvSpPr>
        <p:spPr>
          <a:xfrm>
            <a:off x="797367" y="2555095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4" name="椭圆 3"/>
          <p:cNvSpPr/>
          <p:nvPr/>
        </p:nvSpPr>
        <p:spPr>
          <a:xfrm>
            <a:off x="909334" y="3844091"/>
            <a:ext cx="1274029" cy="1274029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84787" y="3844091"/>
            <a:ext cx="1274029" cy="1274029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800285" y="3844091"/>
            <a:ext cx="1274029" cy="1274029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Shape 23335"/>
          <p:cNvSpPr/>
          <p:nvPr/>
        </p:nvSpPr>
        <p:spPr>
          <a:xfrm>
            <a:off x="1261703" y="4163650"/>
            <a:ext cx="569290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2" h="21411" extrusionOk="0">
                <a:moveTo>
                  <a:pt x="11932" y="10025"/>
                </a:moveTo>
                <a:cubicBezTo>
                  <a:pt x="11932" y="10766"/>
                  <a:pt x="11338" y="11365"/>
                  <a:pt x="10602" y="11365"/>
                </a:cubicBezTo>
                <a:cubicBezTo>
                  <a:pt x="9875" y="11365"/>
                  <a:pt x="9281" y="10766"/>
                  <a:pt x="9281" y="10025"/>
                </a:cubicBezTo>
                <a:cubicBezTo>
                  <a:pt x="9281" y="9288"/>
                  <a:pt x="9875" y="8683"/>
                  <a:pt x="10602" y="8683"/>
                </a:cubicBezTo>
                <a:cubicBezTo>
                  <a:pt x="11338" y="8683"/>
                  <a:pt x="11932" y="9288"/>
                  <a:pt x="11932" y="10025"/>
                </a:cubicBezTo>
                <a:cubicBezTo>
                  <a:pt x="11932" y="10025"/>
                  <a:pt x="11932" y="10025"/>
                  <a:pt x="11932" y="10025"/>
                </a:cubicBezTo>
                <a:close/>
                <a:moveTo>
                  <a:pt x="7952" y="10025"/>
                </a:moveTo>
                <a:cubicBezTo>
                  <a:pt x="7952" y="11502"/>
                  <a:pt x="9144" y="12707"/>
                  <a:pt x="10602" y="12707"/>
                </a:cubicBezTo>
                <a:cubicBezTo>
                  <a:pt x="12067" y="12707"/>
                  <a:pt x="13255" y="11502"/>
                  <a:pt x="13255" y="10025"/>
                </a:cubicBezTo>
                <a:cubicBezTo>
                  <a:pt x="13255" y="8547"/>
                  <a:pt x="12067" y="7346"/>
                  <a:pt x="10602" y="7346"/>
                </a:cubicBezTo>
                <a:cubicBezTo>
                  <a:pt x="9144" y="7346"/>
                  <a:pt x="7952" y="8547"/>
                  <a:pt x="7952" y="10025"/>
                </a:cubicBezTo>
                <a:cubicBezTo>
                  <a:pt x="7952" y="10025"/>
                  <a:pt x="7952" y="10025"/>
                  <a:pt x="7952" y="10025"/>
                </a:cubicBezTo>
                <a:close/>
                <a:moveTo>
                  <a:pt x="19692" y="11169"/>
                </a:moveTo>
                <a:cubicBezTo>
                  <a:pt x="19441" y="11420"/>
                  <a:pt x="19007" y="11420"/>
                  <a:pt x="18755" y="11169"/>
                </a:cubicBezTo>
                <a:lnTo>
                  <a:pt x="11544" y="3884"/>
                </a:lnTo>
                <a:lnTo>
                  <a:pt x="12013" y="3411"/>
                </a:lnTo>
                <a:cubicBezTo>
                  <a:pt x="12177" y="3243"/>
                  <a:pt x="12301" y="3053"/>
                  <a:pt x="12396" y="2849"/>
                </a:cubicBezTo>
                <a:lnTo>
                  <a:pt x="19692" y="10221"/>
                </a:lnTo>
                <a:cubicBezTo>
                  <a:pt x="19948" y="10485"/>
                  <a:pt x="19948" y="10906"/>
                  <a:pt x="19692" y="11169"/>
                </a:cubicBezTo>
                <a:cubicBezTo>
                  <a:pt x="19692" y="11169"/>
                  <a:pt x="19692" y="11169"/>
                  <a:pt x="19692" y="11169"/>
                </a:cubicBezTo>
                <a:close/>
                <a:moveTo>
                  <a:pt x="17233" y="20070"/>
                </a:moveTo>
                <a:lnTo>
                  <a:pt x="14582" y="20070"/>
                </a:lnTo>
                <a:lnTo>
                  <a:pt x="14582" y="15383"/>
                </a:lnTo>
                <a:cubicBezTo>
                  <a:pt x="14582" y="14642"/>
                  <a:pt x="13990" y="14042"/>
                  <a:pt x="13255" y="14042"/>
                </a:cubicBezTo>
                <a:lnTo>
                  <a:pt x="7952" y="14042"/>
                </a:lnTo>
                <a:cubicBezTo>
                  <a:pt x="7220" y="14042"/>
                  <a:pt x="6629" y="14642"/>
                  <a:pt x="6629" y="15383"/>
                </a:cubicBezTo>
                <a:lnTo>
                  <a:pt x="6629" y="20070"/>
                </a:lnTo>
                <a:lnTo>
                  <a:pt x="3976" y="20070"/>
                </a:lnTo>
                <a:lnTo>
                  <a:pt x="3976" y="11529"/>
                </a:lnTo>
                <a:lnTo>
                  <a:pt x="10602" y="4829"/>
                </a:lnTo>
                <a:lnTo>
                  <a:pt x="17233" y="11529"/>
                </a:lnTo>
                <a:cubicBezTo>
                  <a:pt x="17233" y="11529"/>
                  <a:pt x="17233" y="20070"/>
                  <a:pt x="17233" y="20070"/>
                </a:cubicBezTo>
                <a:close/>
                <a:moveTo>
                  <a:pt x="2456" y="11169"/>
                </a:moveTo>
                <a:cubicBezTo>
                  <a:pt x="2204" y="11420"/>
                  <a:pt x="1771" y="11420"/>
                  <a:pt x="1518" y="11169"/>
                </a:cubicBezTo>
                <a:cubicBezTo>
                  <a:pt x="1260" y="10906"/>
                  <a:pt x="1260" y="10485"/>
                  <a:pt x="1518" y="10221"/>
                </a:cubicBezTo>
                <a:lnTo>
                  <a:pt x="8817" y="2849"/>
                </a:lnTo>
                <a:cubicBezTo>
                  <a:pt x="8912" y="3053"/>
                  <a:pt x="9034" y="3243"/>
                  <a:pt x="9200" y="3411"/>
                </a:cubicBezTo>
                <a:lnTo>
                  <a:pt x="9668" y="3884"/>
                </a:lnTo>
                <a:cubicBezTo>
                  <a:pt x="9668" y="3884"/>
                  <a:pt x="2456" y="11169"/>
                  <a:pt x="2456" y="11169"/>
                </a:cubicBezTo>
                <a:close/>
                <a:moveTo>
                  <a:pt x="10137" y="1516"/>
                </a:moveTo>
                <a:cubicBezTo>
                  <a:pt x="10260" y="1388"/>
                  <a:pt x="10429" y="1320"/>
                  <a:pt x="10602" y="1320"/>
                </a:cubicBezTo>
                <a:cubicBezTo>
                  <a:pt x="10783" y="1320"/>
                  <a:pt x="10950" y="1388"/>
                  <a:pt x="11073" y="1516"/>
                </a:cubicBezTo>
                <a:cubicBezTo>
                  <a:pt x="11332" y="1776"/>
                  <a:pt x="11332" y="2202"/>
                  <a:pt x="11073" y="2462"/>
                </a:cubicBezTo>
                <a:lnTo>
                  <a:pt x="10602" y="2939"/>
                </a:lnTo>
                <a:lnTo>
                  <a:pt x="10137" y="2462"/>
                </a:lnTo>
                <a:cubicBezTo>
                  <a:pt x="9878" y="2202"/>
                  <a:pt x="9878" y="1776"/>
                  <a:pt x="10137" y="1516"/>
                </a:cubicBezTo>
                <a:cubicBezTo>
                  <a:pt x="10137" y="1516"/>
                  <a:pt x="10137" y="1516"/>
                  <a:pt x="10137" y="1516"/>
                </a:cubicBezTo>
                <a:close/>
                <a:moveTo>
                  <a:pt x="20631" y="9276"/>
                </a:moveTo>
                <a:lnTo>
                  <a:pt x="12013" y="565"/>
                </a:lnTo>
                <a:cubicBezTo>
                  <a:pt x="11259" y="-189"/>
                  <a:pt x="9950" y="-189"/>
                  <a:pt x="9200" y="565"/>
                </a:cubicBezTo>
                <a:lnTo>
                  <a:pt x="581" y="9276"/>
                </a:lnTo>
                <a:cubicBezTo>
                  <a:pt x="-194" y="10057"/>
                  <a:pt x="-194" y="11333"/>
                  <a:pt x="581" y="12116"/>
                </a:cubicBezTo>
                <a:cubicBezTo>
                  <a:pt x="959" y="12497"/>
                  <a:pt x="1455" y="12707"/>
                  <a:pt x="1987" y="12707"/>
                </a:cubicBezTo>
                <a:cubicBezTo>
                  <a:pt x="2217" y="12707"/>
                  <a:pt x="2441" y="12656"/>
                  <a:pt x="2652" y="12582"/>
                </a:cubicBezTo>
                <a:lnTo>
                  <a:pt x="2652" y="20070"/>
                </a:lnTo>
                <a:cubicBezTo>
                  <a:pt x="2652" y="20810"/>
                  <a:pt x="3247" y="21411"/>
                  <a:pt x="3976" y="21411"/>
                </a:cubicBezTo>
                <a:lnTo>
                  <a:pt x="6629" y="21411"/>
                </a:lnTo>
                <a:cubicBezTo>
                  <a:pt x="7361" y="21411"/>
                  <a:pt x="7952" y="20810"/>
                  <a:pt x="7952" y="20070"/>
                </a:cubicBezTo>
                <a:lnTo>
                  <a:pt x="7952" y="15383"/>
                </a:lnTo>
                <a:lnTo>
                  <a:pt x="13255" y="15383"/>
                </a:lnTo>
                <a:lnTo>
                  <a:pt x="13255" y="20070"/>
                </a:lnTo>
                <a:cubicBezTo>
                  <a:pt x="13255" y="20810"/>
                  <a:pt x="13851" y="21411"/>
                  <a:pt x="14582" y="21411"/>
                </a:cubicBezTo>
                <a:lnTo>
                  <a:pt x="17233" y="21411"/>
                </a:lnTo>
                <a:cubicBezTo>
                  <a:pt x="17965" y="21411"/>
                  <a:pt x="18562" y="20810"/>
                  <a:pt x="18562" y="20070"/>
                </a:cubicBezTo>
                <a:lnTo>
                  <a:pt x="18562" y="12582"/>
                </a:lnTo>
                <a:cubicBezTo>
                  <a:pt x="18770" y="12656"/>
                  <a:pt x="18992" y="12707"/>
                  <a:pt x="19223" y="12707"/>
                </a:cubicBezTo>
                <a:cubicBezTo>
                  <a:pt x="19754" y="12707"/>
                  <a:pt x="20255" y="12497"/>
                  <a:pt x="20631" y="12116"/>
                </a:cubicBezTo>
                <a:cubicBezTo>
                  <a:pt x="21406" y="11333"/>
                  <a:pt x="21406" y="10057"/>
                  <a:pt x="20631" y="9276"/>
                </a:cubicBezTo>
                <a:cubicBezTo>
                  <a:pt x="20631" y="9276"/>
                  <a:pt x="20631" y="9276"/>
                  <a:pt x="20631" y="927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6" name="Shape 23352"/>
          <p:cNvSpPr/>
          <p:nvPr/>
        </p:nvSpPr>
        <p:spPr>
          <a:xfrm>
            <a:off x="5159026" y="4196414"/>
            <a:ext cx="556546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59" y="0"/>
                </a:moveTo>
                <a:cubicBezTo>
                  <a:pt x="8097" y="0"/>
                  <a:pt x="6405" y="1635"/>
                  <a:pt x="6405" y="3652"/>
                </a:cubicBezTo>
                <a:lnTo>
                  <a:pt x="6405" y="4800"/>
                </a:lnTo>
                <a:cubicBezTo>
                  <a:pt x="6266" y="4990"/>
                  <a:pt x="6192" y="5227"/>
                  <a:pt x="6192" y="5461"/>
                </a:cubicBezTo>
                <a:lnTo>
                  <a:pt x="6192" y="6278"/>
                </a:lnTo>
                <a:cubicBezTo>
                  <a:pt x="6192" y="6612"/>
                  <a:pt x="6359" y="6935"/>
                  <a:pt x="6619" y="7148"/>
                </a:cubicBezTo>
                <a:cubicBezTo>
                  <a:pt x="6684" y="7353"/>
                  <a:pt x="6754" y="7548"/>
                  <a:pt x="6850" y="7757"/>
                </a:cubicBezTo>
                <a:cubicBezTo>
                  <a:pt x="7042" y="8249"/>
                  <a:pt x="7316" y="8761"/>
                  <a:pt x="7651" y="9235"/>
                </a:cubicBezTo>
                <a:cubicBezTo>
                  <a:pt x="7791" y="9435"/>
                  <a:pt x="7982" y="9674"/>
                  <a:pt x="8202" y="9913"/>
                </a:cubicBezTo>
                <a:cubicBezTo>
                  <a:pt x="8002" y="10053"/>
                  <a:pt x="7857" y="10227"/>
                  <a:pt x="7793" y="10417"/>
                </a:cubicBezTo>
                <a:lnTo>
                  <a:pt x="5694" y="11043"/>
                </a:lnTo>
                <a:cubicBezTo>
                  <a:pt x="5898" y="13642"/>
                  <a:pt x="8143" y="15687"/>
                  <a:pt x="10853" y="15687"/>
                </a:cubicBezTo>
                <a:cubicBezTo>
                  <a:pt x="13547" y="15687"/>
                  <a:pt x="15766" y="13671"/>
                  <a:pt x="15995" y="11096"/>
                </a:cubicBezTo>
                <a:lnTo>
                  <a:pt x="13718" y="10417"/>
                </a:lnTo>
                <a:cubicBezTo>
                  <a:pt x="13653" y="10227"/>
                  <a:pt x="13508" y="10053"/>
                  <a:pt x="13309" y="9913"/>
                </a:cubicBezTo>
                <a:cubicBezTo>
                  <a:pt x="13529" y="9674"/>
                  <a:pt x="13719" y="9435"/>
                  <a:pt x="13860" y="9235"/>
                </a:cubicBezTo>
                <a:cubicBezTo>
                  <a:pt x="14195" y="8760"/>
                  <a:pt x="14469" y="8249"/>
                  <a:pt x="14661" y="7757"/>
                </a:cubicBezTo>
                <a:cubicBezTo>
                  <a:pt x="14757" y="7548"/>
                  <a:pt x="14845" y="7353"/>
                  <a:pt x="14910" y="7148"/>
                </a:cubicBezTo>
                <a:cubicBezTo>
                  <a:pt x="15170" y="6935"/>
                  <a:pt x="15319" y="6612"/>
                  <a:pt x="15319" y="6278"/>
                </a:cubicBezTo>
                <a:lnTo>
                  <a:pt x="15319" y="5461"/>
                </a:lnTo>
                <a:cubicBezTo>
                  <a:pt x="15319" y="5227"/>
                  <a:pt x="15245" y="4990"/>
                  <a:pt x="15106" y="4800"/>
                </a:cubicBezTo>
                <a:lnTo>
                  <a:pt x="15106" y="3652"/>
                </a:lnTo>
                <a:cubicBezTo>
                  <a:pt x="15106" y="1635"/>
                  <a:pt x="13432" y="0"/>
                  <a:pt x="11369" y="0"/>
                </a:cubicBezTo>
                <a:lnTo>
                  <a:pt x="10159" y="0"/>
                </a:lnTo>
                <a:close/>
                <a:moveTo>
                  <a:pt x="9608" y="4452"/>
                </a:moveTo>
                <a:cubicBezTo>
                  <a:pt x="10150" y="4452"/>
                  <a:pt x="10599" y="4627"/>
                  <a:pt x="10942" y="4974"/>
                </a:cubicBezTo>
                <a:cubicBezTo>
                  <a:pt x="11370" y="5407"/>
                  <a:pt x="11874" y="5617"/>
                  <a:pt x="12419" y="5617"/>
                </a:cubicBezTo>
                <a:cubicBezTo>
                  <a:pt x="12728" y="5617"/>
                  <a:pt x="13041" y="5549"/>
                  <a:pt x="13362" y="5409"/>
                </a:cubicBezTo>
                <a:cubicBezTo>
                  <a:pt x="13436" y="5376"/>
                  <a:pt x="13524" y="5383"/>
                  <a:pt x="13593" y="5426"/>
                </a:cubicBezTo>
                <a:cubicBezTo>
                  <a:pt x="13625" y="5447"/>
                  <a:pt x="13646" y="5483"/>
                  <a:pt x="13665" y="5513"/>
                </a:cubicBezTo>
                <a:lnTo>
                  <a:pt x="13807" y="5513"/>
                </a:lnTo>
                <a:cubicBezTo>
                  <a:pt x="13939" y="5513"/>
                  <a:pt x="14038" y="5610"/>
                  <a:pt x="14038" y="5739"/>
                </a:cubicBezTo>
                <a:lnTo>
                  <a:pt x="14038" y="6122"/>
                </a:lnTo>
                <a:cubicBezTo>
                  <a:pt x="14038" y="6201"/>
                  <a:pt x="14000" y="6287"/>
                  <a:pt x="13931" y="6330"/>
                </a:cubicBezTo>
                <a:lnTo>
                  <a:pt x="13700" y="6470"/>
                </a:lnTo>
                <a:lnTo>
                  <a:pt x="13682" y="6574"/>
                </a:lnTo>
                <a:cubicBezTo>
                  <a:pt x="13606" y="7134"/>
                  <a:pt x="13291" y="7866"/>
                  <a:pt x="12828" y="8522"/>
                </a:cubicBezTo>
                <a:cubicBezTo>
                  <a:pt x="12241" y="9353"/>
                  <a:pt x="11690" y="9722"/>
                  <a:pt x="11405" y="9722"/>
                </a:cubicBezTo>
                <a:lnTo>
                  <a:pt x="10124" y="9722"/>
                </a:lnTo>
                <a:cubicBezTo>
                  <a:pt x="9839" y="9722"/>
                  <a:pt x="9287" y="9353"/>
                  <a:pt x="8700" y="8522"/>
                </a:cubicBezTo>
                <a:cubicBezTo>
                  <a:pt x="8237" y="7866"/>
                  <a:pt x="7904" y="7134"/>
                  <a:pt x="7829" y="6574"/>
                </a:cubicBezTo>
                <a:lnTo>
                  <a:pt x="7829" y="6470"/>
                </a:lnTo>
                <a:lnTo>
                  <a:pt x="7597" y="6330"/>
                </a:lnTo>
                <a:cubicBezTo>
                  <a:pt x="7529" y="6288"/>
                  <a:pt x="7473" y="6201"/>
                  <a:pt x="7473" y="6122"/>
                </a:cubicBezTo>
                <a:lnTo>
                  <a:pt x="7473" y="5739"/>
                </a:lnTo>
                <a:cubicBezTo>
                  <a:pt x="7473" y="5610"/>
                  <a:pt x="7589" y="5513"/>
                  <a:pt x="7722" y="5513"/>
                </a:cubicBezTo>
                <a:lnTo>
                  <a:pt x="7811" y="5513"/>
                </a:lnTo>
                <a:lnTo>
                  <a:pt x="7811" y="5096"/>
                </a:lnTo>
                <a:cubicBezTo>
                  <a:pt x="7811" y="5007"/>
                  <a:pt x="7871" y="4926"/>
                  <a:pt x="7953" y="4887"/>
                </a:cubicBezTo>
                <a:cubicBezTo>
                  <a:pt x="8282" y="4726"/>
                  <a:pt x="8930" y="4452"/>
                  <a:pt x="9608" y="4452"/>
                </a:cubicBezTo>
                <a:close/>
                <a:moveTo>
                  <a:pt x="1139" y="9461"/>
                </a:moveTo>
                <a:cubicBezTo>
                  <a:pt x="512" y="9461"/>
                  <a:pt x="0" y="9961"/>
                  <a:pt x="0" y="10574"/>
                </a:cubicBezTo>
                <a:cubicBezTo>
                  <a:pt x="0" y="11186"/>
                  <a:pt x="512" y="11670"/>
                  <a:pt x="1139" y="11670"/>
                </a:cubicBezTo>
                <a:lnTo>
                  <a:pt x="2455" y="11670"/>
                </a:lnTo>
                <a:cubicBezTo>
                  <a:pt x="2646" y="13057"/>
                  <a:pt x="3185" y="14341"/>
                  <a:pt x="3986" y="15426"/>
                </a:cubicBezTo>
                <a:lnTo>
                  <a:pt x="2900" y="16487"/>
                </a:lnTo>
                <a:cubicBezTo>
                  <a:pt x="2457" y="16920"/>
                  <a:pt x="2457" y="17618"/>
                  <a:pt x="2900" y="18052"/>
                </a:cubicBezTo>
                <a:cubicBezTo>
                  <a:pt x="3122" y="18269"/>
                  <a:pt x="3410" y="18383"/>
                  <a:pt x="3701" y="18383"/>
                </a:cubicBezTo>
                <a:cubicBezTo>
                  <a:pt x="3991" y="18383"/>
                  <a:pt x="4298" y="18269"/>
                  <a:pt x="4519" y="18052"/>
                </a:cubicBezTo>
                <a:lnTo>
                  <a:pt x="5551" y="17043"/>
                </a:lnTo>
                <a:cubicBezTo>
                  <a:pt x="6712" y="17961"/>
                  <a:pt x="8117" y="18582"/>
                  <a:pt x="9661" y="18800"/>
                </a:cubicBezTo>
                <a:lnTo>
                  <a:pt x="9661" y="20487"/>
                </a:lnTo>
                <a:cubicBezTo>
                  <a:pt x="9661" y="21099"/>
                  <a:pt x="10174" y="21600"/>
                  <a:pt x="10800" y="21600"/>
                </a:cubicBezTo>
                <a:cubicBezTo>
                  <a:pt x="11427" y="21600"/>
                  <a:pt x="11939" y="21099"/>
                  <a:pt x="11939" y="20487"/>
                </a:cubicBezTo>
                <a:lnTo>
                  <a:pt x="11939" y="18817"/>
                </a:lnTo>
                <a:cubicBezTo>
                  <a:pt x="13509" y="18628"/>
                  <a:pt x="14951" y="18023"/>
                  <a:pt x="16138" y="17113"/>
                </a:cubicBezTo>
                <a:lnTo>
                  <a:pt x="17099" y="18052"/>
                </a:lnTo>
                <a:cubicBezTo>
                  <a:pt x="17320" y="18269"/>
                  <a:pt x="17609" y="18383"/>
                  <a:pt x="17899" y="18383"/>
                </a:cubicBezTo>
                <a:cubicBezTo>
                  <a:pt x="18190" y="18383"/>
                  <a:pt x="18477" y="18269"/>
                  <a:pt x="18700" y="18052"/>
                </a:cubicBezTo>
                <a:cubicBezTo>
                  <a:pt x="19142" y="17618"/>
                  <a:pt x="19142" y="16920"/>
                  <a:pt x="18700" y="16487"/>
                </a:cubicBezTo>
                <a:lnTo>
                  <a:pt x="17721" y="15530"/>
                </a:lnTo>
                <a:cubicBezTo>
                  <a:pt x="18563" y="14425"/>
                  <a:pt x="19127" y="13099"/>
                  <a:pt x="19323" y="11670"/>
                </a:cubicBezTo>
                <a:lnTo>
                  <a:pt x="20461" y="11670"/>
                </a:lnTo>
                <a:cubicBezTo>
                  <a:pt x="21088" y="11670"/>
                  <a:pt x="21600" y="11186"/>
                  <a:pt x="21600" y="10574"/>
                </a:cubicBezTo>
                <a:cubicBezTo>
                  <a:pt x="21600" y="9961"/>
                  <a:pt x="21088" y="9461"/>
                  <a:pt x="20461" y="9461"/>
                </a:cubicBezTo>
                <a:lnTo>
                  <a:pt x="18255" y="9461"/>
                </a:lnTo>
                <a:cubicBezTo>
                  <a:pt x="17628" y="9461"/>
                  <a:pt x="17134" y="9961"/>
                  <a:pt x="17134" y="10574"/>
                </a:cubicBezTo>
                <a:cubicBezTo>
                  <a:pt x="17134" y="13936"/>
                  <a:pt x="14330" y="16661"/>
                  <a:pt x="10889" y="16661"/>
                </a:cubicBezTo>
                <a:cubicBezTo>
                  <a:pt x="7448" y="16661"/>
                  <a:pt x="4644" y="13936"/>
                  <a:pt x="4644" y="10574"/>
                </a:cubicBezTo>
                <a:cubicBezTo>
                  <a:pt x="4644" y="9961"/>
                  <a:pt x="4132" y="9461"/>
                  <a:pt x="3505" y="9461"/>
                </a:cubicBezTo>
                <a:lnTo>
                  <a:pt x="1139" y="9461"/>
                </a:lnTo>
                <a:close/>
                <a:moveTo>
                  <a:pt x="9234" y="10748"/>
                </a:moveTo>
                <a:cubicBezTo>
                  <a:pt x="9430" y="10849"/>
                  <a:pt x="9632" y="10923"/>
                  <a:pt x="9821" y="10957"/>
                </a:cubicBezTo>
                <a:cubicBezTo>
                  <a:pt x="9936" y="10976"/>
                  <a:pt x="10017" y="11068"/>
                  <a:pt x="10017" y="11183"/>
                </a:cubicBezTo>
                <a:lnTo>
                  <a:pt x="10017" y="11774"/>
                </a:lnTo>
                <a:cubicBezTo>
                  <a:pt x="10052" y="11786"/>
                  <a:pt x="10081" y="11799"/>
                  <a:pt x="10106" y="11826"/>
                </a:cubicBezTo>
                <a:cubicBezTo>
                  <a:pt x="10152" y="11876"/>
                  <a:pt x="10183" y="11952"/>
                  <a:pt x="10177" y="12017"/>
                </a:cubicBezTo>
                <a:cubicBezTo>
                  <a:pt x="10177" y="12017"/>
                  <a:pt x="10035" y="13252"/>
                  <a:pt x="10035" y="13252"/>
                </a:cubicBezTo>
                <a:cubicBezTo>
                  <a:pt x="10025" y="13348"/>
                  <a:pt x="9969" y="13435"/>
                  <a:pt x="9875" y="13461"/>
                </a:cubicBezTo>
                <a:cubicBezTo>
                  <a:pt x="9853" y="13467"/>
                  <a:pt x="9824" y="13478"/>
                  <a:pt x="9804" y="13478"/>
                </a:cubicBezTo>
                <a:cubicBezTo>
                  <a:pt x="9729" y="13478"/>
                  <a:pt x="9653" y="13434"/>
                  <a:pt x="9608" y="13374"/>
                </a:cubicBezTo>
                <a:lnTo>
                  <a:pt x="8932" y="12504"/>
                </a:lnTo>
                <a:cubicBezTo>
                  <a:pt x="8900" y="12464"/>
                  <a:pt x="8896" y="12417"/>
                  <a:pt x="8896" y="12365"/>
                </a:cubicBezTo>
                <a:lnTo>
                  <a:pt x="8896" y="10957"/>
                </a:lnTo>
                <a:cubicBezTo>
                  <a:pt x="8896" y="10874"/>
                  <a:pt x="8931" y="10807"/>
                  <a:pt x="9003" y="10765"/>
                </a:cubicBezTo>
                <a:cubicBezTo>
                  <a:pt x="9074" y="10722"/>
                  <a:pt x="9160" y="10709"/>
                  <a:pt x="9234" y="10748"/>
                </a:cubicBezTo>
                <a:close/>
                <a:moveTo>
                  <a:pt x="12277" y="10748"/>
                </a:moveTo>
                <a:cubicBezTo>
                  <a:pt x="12351" y="10709"/>
                  <a:pt x="12436" y="10722"/>
                  <a:pt x="12508" y="10765"/>
                </a:cubicBezTo>
                <a:cubicBezTo>
                  <a:pt x="12580" y="10808"/>
                  <a:pt x="12633" y="10873"/>
                  <a:pt x="12633" y="10957"/>
                </a:cubicBezTo>
                <a:cubicBezTo>
                  <a:pt x="12633" y="10957"/>
                  <a:pt x="12633" y="12365"/>
                  <a:pt x="12633" y="12365"/>
                </a:cubicBezTo>
                <a:cubicBezTo>
                  <a:pt x="12633" y="12417"/>
                  <a:pt x="12611" y="12464"/>
                  <a:pt x="12579" y="12504"/>
                </a:cubicBezTo>
                <a:lnTo>
                  <a:pt x="11903" y="13374"/>
                </a:lnTo>
                <a:cubicBezTo>
                  <a:pt x="11857" y="13434"/>
                  <a:pt x="11799" y="13478"/>
                  <a:pt x="11725" y="13478"/>
                </a:cubicBezTo>
                <a:cubicBezTo>
                  <a:pt x="11705" y="13478"/>
                  <a:pt x="11676" y="13467"/>
                  <a:pt x="11654" y="13461"/>
                </a:cubicBezTo>
                <a:cubicBezTo>
                  <a:pt x="11560" y="13436"/>
                  <a:pt x="11487" y="13348"/>
                  <a:pt x="11476" y="13252"/>
                </a:cubicBezTo>
                <a:lnTo>
                  <a:pt x="11352" y="12017"/>
                </a:lnTo>
                <a:cubicBezTo>
                  <a:pt x="11344" y="11952"/>
                  <a:pt x="11360" y="11876"/>
                  <a:pt x="11405" y="11826"/>
                </a:cubicBezTo>
                <a:cubicBezTo>
                  <a:pt x="11430" y="11799"/>
                  <a:pt x="11459" y="11786"/>
                  <a:pt x="11494" y="11774"/>
                </a:cubicBezTo>
                <a:lnTo>
                  <a:pt x="11494" y="11183"/>
                </a:lnTo>
                <a:cubicBezTo>
                  <a:pt x="11494" y="11070"/>
                  <a:pt x="11574" y="10976"/>
                  <a:pt x="11690" y="10957"/>
                </a:cubicBezTo>
                <a:cubicBezTo>
                  <a:pt x="11879" y="10923"/>
                  <a:pt x="12081" y="10849"/>
                  <a:pt x="12277" y="1074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7" name="Shape 23371"/>
          <p:cNvSpPr/>
          <p:nvPr/>
        </p:nvSpPr>
        <p:spPr>
          <a:xfrm>
            <a:off x="3127688" y="4196414"/>
            <a:ext cx="569366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8957"/>
                </a:moveTo>
                <a:cubicBezTo>
                  <a:pt x="9783" y="8957"/>
                  <a:pt x="8956" y="9784"/>
                  <a:pt x="8956" y="10801"/>
                </a:cubicBezTo>
                <a:cubicBezTo>
                  <a:pt x="8956" y="11816"/>
                  <a:pt x="9783" y="12644"/>
                  <a:pt x="10801" y="12644"/>
                </a:cubicBezTo>
                <a:cubicBezTo>
                  <a:pt x="11816" y="12644"/>
                  <a:pt x="12642" y="11816"/>
                  <a:pt x="12642" y="10801"/>
                </a:cubicBezTo>
                <a:cubicBezTo>
                  <a:pt x="12642" y="9784"/>
                  <a:pt x="11816" y="8957"/>
                  <a:pt x="10801" y="8957"/>
                </a:cubicBezTo>
                <a:cubicBezTo>
                  <a:pt x="10801" y="8957"/>
                  <a:pt x="10801" y="8957"/>
                  <a:pt x="10801" y="8957"/>
                </a:cubicBezTo>
                <a:close/>
                <a:moveTo>
                  <a:pt x="10801" y="13975"/>
                </a:moveTo>
                <a:cubicBezTo>
                  <a:pt x="9048" y="13975"/>
                  <a:pt x="7626" y="12550"/>
                  <a:pt x="7626" y="10801"/>
                </a:cubicBezTo>
                <a:cubicBezTo>
                  <a:pt x="7626" y="9049"/>
                  <a:pt x="9048" y="7625"/>
                  <a:pt x="10801" y="7625"/>
                </a:cubicBezTo>
                <a:cubicBezTo>
                  <a:pt x="12550" y="7625"/>
                  <a:pt x="13975" y="9049"/>
                  <a:pt x="13975" y="10801"/>
                </a:cubicBezTo>
                <a:cubicBezTo>
                  <a:pt x="13975" y="12550"/>
                  <a:pt x="12550" y="13975"/>
                  <a:pt x="10801" y="13975"/>
                </a:cubicBezTo>
                <a:cubicBezTo>
                  <a:pt x="10801" y="13975"/>
                  <a:pt x="10801" y="13975"/>
                  <a:pt x="10801" y="13975"/>
                </a:cubicBezTo>
                <a:close/>
                <a:moveTo>
                  <a:pt x="7843" y="16032"/>
                </a:moveTo>
                <a:cubicBezTo>
                  <a:pt x="7946" y="16032"/>
                  <a:pt x="8047" y="16055"/>
                  <a:pt x="8143" y="16102"/>
                </a:cubicBezTo>
                <a:cubicBezTo>
                  <a:pt x="8404" y="16233"/>
                  <a:pt x="8668" y="16345"/>
                  <a:pt x="8929" y="16430"/>
                </a:cubicBezTo>
                <a:cubicBezTo>
                  <a:pt x="9202" y="16521"/>
                  <a:pt x="9387" y="16776"/>
                  <a:pt x="9387" y="17063"/>
                </a:cubicBezTo>
                <a:lnTo>
                  <a:pt x="9387" y="19991"/>
                </a:lnTo>
                <a:cubicBezTo>
                  <a:pt x="9387" y="20144"/>
                  <a:pt x="9510" y="20269"/>
                  <a:pt x="9663" y="20269"/>
                </a:cubicBezTo>
                <a:lnTo>
                  <a:pt x="11936" y="20269"/>
                </a:lnTo>
                <a:cubicBezTo>
                  <a:pt x="12089" y="20269"/>
                  <a:pt x="12213" y="20144"/>
                  <a:pt x="12213" y="19991"/>
                </a:cubicBezTo>
                <a:lnTo>
                  <a:pt x="12213" y="17063"/>
                </a:lnTo>
                <a:cubicBezTo>
                  <a:pt x="12213" y="16776"/>
                  <a:pt x="12397" y="16521"/>
                  <a:pt x="12671" y="16430"/>
                </a:cubicBezTo>
                <a:cubicBezTo>
                  <a:pt x="12930" y="16344"/>
                  <a:pt x="13195" y="16233"/>
                  <a:pt x="13456" y="16102"/>
                </a:cubicBezTo>
                <a:cubicBezTo>
                  <a:pt x="13713" y="15974"/>
                  <a:pt x="14024" y="16024"/>
                  <a:pt x="14227" y="16228"/>
                </a:cubicBezTo>
                <a:lnTo>
                  <a:pt x="16299" y="18299"/>
                </a:lnTo>
                <a:cubicBezTo>
                  <a:pt x="16370" y="18370"/>
                  <a:pt x="16453" y="18382"/>
                  <a:pt x="16496" y="18382"/>
                </a:cubicBezTo>
                <a:cubicBezTo>
                  <a:pt x="16539" y="18382"/>
                  <a:pt x="16622" y="18370"/>
                  <a:pt x="16692" y="18300"/>
                </a:cubicBezTo>
                <a:lnTo>
                  <a:pt x="18300" y="16694"/>
                </a:lnTo>
                <a:cubicBezTo>
                  <a:pt x="18408" y="16585"/>
                  <a:pt x="18408" y="16409"/>
                  <a:pt x="18299" y="16301"/>
                </a:cubicBezTo>
                <a:lnTo>
                  <a:pt x="16227" y="14227"/>
                </a:lnTo>
                <a:cubicBezTo>
                  <a:pt x="16024" y="14024"/>
                  <a:pt x="15974" y="13714"/>
                  <a:pt x="16102" y="13457"/>
                </a:cubicBezTo>
                <a:cubicBezTo>
                  <a:pt x="16233" y="13195"/>
                  <a:pt x="16343" y="12931"/>
                  <a:pt x="16430" y="12671"/>
                </a:cubicBezTo>
                <a:cubicBezTo>
                  <a:pt x="16521" y="12398"/>
                  <a:pt x="16776" y="12215"/>
                  <a:pt x="17061" y="12215"/>
                </a:cubicBezTo>
                <a:lnTo>
                  <a:pt x="19992" y="12215"/>
                </a:lnTo>
                <a:cubicBezTo>
                  <a:pt x="20092" y="12215"/>
                  <a:pt x="20158" y="12164"/>
                  <a:pt x="20188" y="12133"/>
                </a:cubicBezTo>
                <a:cubicBezTo>
                  <a:pt x="20219" y="12102"/>
                  <a:pt x="20269" y="12037"/>
                  <a:pt x="20269" y="11936"/>
                </a:cubicBezTo>
                <a:lnTo>
                  <a:pt x="20269" y="9664"/>
                </a:lnTo>
                <a:cubicBezTo>
                  <a:pt x="20269" y="9511"/>
                  <a:pt x="20143" y="9386"/>
                  <a:pt x="19992" y="9386"/>
                </a:cubicBezTo>
                <a:lnTo>
                  <a:pt x="17061" y="9386"/>
                </a:lnTo>
                <a:cubicBezTo>
                  <a:pt x="16776" y="9386"/>
                  <a:pt x="16521" y="9202"/>
                  <a:pt x="16430" y="8931"/>
                </a:cubicBezTo>
                <a:cubicBezTo>
                  <a:pt x="16343" y="8669"/>
                  <a:pt x="16233" y="8404"/>
                  <a:pt x="16102" y="8143"/>
                </a:cubicBezTo>
                <a:cubicBezTo>
                  <a:pt x="15974" y="7886"/>
                  <a:pt x="16024" y="7578"/>
                  <a:pt x="16227" y="7374"/>
                </a:cubicBezTo>
                <a:lnTo>
                  <a:pt x="18300" y="5300"/>
                </a:lnTo>
                <a:cubicBezTo>
                  <a:pt x="18370" y="5230"/>
                  <a:pt x="18381" y="5147"/>
                  <a:pt x="18381" y="5105"/>
                </a:cubicBezTo>
                <a:cubicBezTo>
                  <a:pt x="18381" y="5062"/>
                  <a:pt x="18370" y="4978"/>
                  <a:pt x="18300" y="4908"/>
                </a:cubicBezTo>
                <a:lnTo>
                  <a:pt x="16692" y="3299"/>
                </a:lnTo>
                <a:cubicBezTo>
                  <a:pt x="16622" y="3230"/>
                  <a:pt x="16539" y="3220"/>
                  <a:pt x="16496" y="3220"/>
                </a:cubicBezTo>
                <a:cubicBezTo>
                  <a:pt x="16453" y="3220"/>
                  <a:pt x="16370" y="3230"/>
                  <a:pt x="16299" y="3301"/>
                </a:cubicBezTo>
                <a:lnTo>
                  <a:pt x="14227" y="5374"/>
                </a:lnTo>
                <a:cubicBezTo>
                  <a:pt x="14024" y="5577"/>
                  <a:pt x="13713" y="5628"/>
                  <a:pt x="13456" y="5498"/>
                </a:cubicBezTo>
                <a:cubicBezTo>
                  <a:pt x="13195" y="5366"/>
                  <a:pt x="12930" y="5256"/>
                  <a:pt x="12671" y="5169"/>
                </a:cubicBezTo>
                <a:cubicBezTo>
                  <a:pt x="12397" y="5079"/>
                  <a:pt x="12213" y="4825"/>
                  <a:pt x="12213" y="4538"/>
                </a:cubicBezTo>
                <a:lnTo>
                  <a:pt x="12213" y="1609"/>
                </a:lnTo>
                <a:cubicBezTo>
                  <a:pt x="12213" y="1456"/>
                  <a:pt x="12089" y="1331"/>
                  <a:pt x="11936" y="1331"/>
                </a:cubicBezTo>
                <a:lnTo>
                  <a:pt x="9663" y="1331"/>
                </a:lnTo>
                <a:cubicBezTo>
                  <a:pt x="9510" y="1331"/>
                  <a:pt x="9387" y="1456"/>
                  <a:pt x="9387" y="1609"/>
                </a:cubicBezTo>
                <a:lnTo>
                  <a:pt x="9387" y="4538"/>
                </a:lnTo>
                <a:cubicBezTo>
                  <a:pt x="9387" y="4825"/>
                  <a:pt x="9202" y="5079"/>
                  <a:pt x="8931" y="5169"/>
                </a:cubicBezTo>
                <a:cubicBezTo>
                  <a:pt x="8668" y="5256"/>
                  <a:pt x="8404" y="5366"/>
                  <a:pt x="8143" y="5498"/>
                </a:cubicBezTo>
                <a:cubicBezTo>
                  <a:pt x="7888" y="5628"/>
                  <a:pt x="7577" y="5577"/>
                  <a:pt x="7374" y="5374"/>
                </a:cubicBezTo>
                <a:lnTo>
                  <a:pt x="5301" y="3301"/>
                </a:lnTo>
                <a:cubicBezTo>
                  <a:pt x="5229" y="3230"/>
                  <a:pt x="5146" y="3220"/>
                  <a:pt x="5104" y="3220"/>
                </a:cubicBezTo>
                <a:cubicBezTo>
                  <a:pt x="5060" y="3220"/>
                  <a:pt x="4977" y="3230"/>
                  <a:pt x="4908" y="3301"/>
                </a:cubicBezTo>
                <a:lnTo>
                  <a:pt x="3301" y="4908"/>
                </a:lnTo>
                <a:cubicBezTo>
                  <a:pt x="3192" y="5015"/>
                  <a:pt x="3192" y="5192"/>
                  <a:pt x="3301" y="5302"/>
                </a:cubicBezTo>
                <a:lnTo>
                  <a:pt x="5374" y="7374"/>
                </a:lnTo>
                <a:cubicBezTo>
                  <a:pt x="5575" y="7575"/>
                  <a:pt x="5625" y="7886"/>
                  <a:pt x="5497" y="8143"/>
                </a:cubicBezTo>
                <a:cubicBezTo>
                  <a:pt x="5365" y="8404"/>
                  <a:pt x="5256" y="8669"/>
                  <a:pt x="5169" y="8931"/>
                </a:cubicBezTo>
                <a:cubicBezTo>
                  <a:pt x="5079" y="9202"/>
                  <a:pt x="4825" y="9386"/>
                  <a:pt x="4537" y="9386"/>
                </a:cubicBezTo>
                <a:lnTo>
                  <a:pt x="1607" y="9386"/>
                </a:lnTo>
                <a:cubicBezTo>
                  <a:pt x="1456" y="9386"/>
                  <a:pt x="1330" y="9511"/>
                  <a:pt x="1330" y="9664"/>
                </a:cubicBezTo>
                <a:lnTo>
                  <a:pt x="1330" y="11936"/>
                </a:lnTo>
                <a:cubicBezTo>
                  <a:pt x="1330" y="12089"/>
                  <a:pt x="1456" y="12215"/>
                  <a:pt x="1607" y="12215"/>
                </a:cubicBezTo>
                <a:lnTo>
                  <a:pt x="4537" y="12215"/>
                </a:lnTo>
                <a:cubicBezTo>
                  <a:pt x="4825" y="12215"/>
                  <a:pt x="5079" y="12398"/>
                  <a:pt x="5169" y="12671"/>
                </a:cubicBezTo>
                <a:cubicBezTo>
                  <a:pt x="5256" y="12931"/>
                  <a:pt x="5365" y="13197"/>
                  <a:pt x="5497" y="13457"/>
                </a:cubicBezTo>
                <a:cubicBezTo>
                  <a:pt x="5625" y="13714"/>
                  <a:pt x="5575" y="14024"/>
                  <a:pt x="5374" y="14227"/>
                </a:cubicBezTo>
                <a:lnTo>
                  <a:pt x="3301" y="16301"/>
                </a:lnTo>
                <a:cubicBezTo>
                  <a:pt x="3192" y="16409"/>
                  <a:pt x="3192" y="16585"/>
                  <a:pt x="3301" y="16692"/>
                </a:cubicBezTo>
                <a:lnTo>
                  <a:pt x="4908" y="18300"/>
                </a:lnTo>
                <a:cubicBezTo>
                  <a:pt x="4977" y="18370"/>
                  <a:pt x="5060" y="18382"/>
                  <a:pt x="5104" y="18382"/>
                </a:cubicBezTo>
                <a:cubicBezTo>
                  <a:pt x="5146" y="18382"/>
                  <a:pt x="5229" y="18370"/>
                  <a:pt x="5301" y="18300"/>
                </a:cubicBezTo>
                <a:lnTo>
                  <a:pt x="7374" y="16228"/>
                </a:lnTo>
                <a:cubicBezTo>
                  <a:pt x="7501" y="16099"/>
                  <a:pt x="7671" y="16032"/>
                  <a:pt x="7843" y="16032"/>
                </a:cubicBezTo>
                <a:cubicBezTo>
                  <a:pt x="7843" y="16032"/>
                  <a:pt x="7843" y="16032"/>
                  <a:pt x="7843" y="16032"/>
                </a:cubicBezTo>
                <a:close/>
                <a:moveTo>
                  <a:pt x="11936" y="21600"/>
                </a:moveTo>
                <a:lnTo>
                  <a:pt x="9663" y="21600"/>
                </a:lnTo>
                <a:cubicBezTo>
                  <a:pt x="8776" y="21600"/>
                  <a:pt x="8055" y="20879"/>
                  <a:pt x="8055" y="19991"/>
                </a:cubicBezTo>
                <a:lnTo>
                  <a:pt x="8055" y="17524"/>
                </a:lnTo>
                <a:cubicBezTo>
                  <a:pt x="8032" y="17515"/>
                  <a:pt x="8010" y="17506"/>
                  <a:pt x="7987" y="17496"/>
                </a:cubicBezTo>
                <a:lnTo>
                  <a:pt x="6242" y="19240"/>
                </a:lnTo>
                <a:cubicBezTo>
                  <a:pt x="5937" y="19545"/>
                  <a:pt x="5534" y="19710"/>
                  <a:pt x="5104" y="19710"/>
                </a:cubicBezTo>
                <a:cubicBezTo>
                  <a:pt x="4676" y="19710"/>
                  <a:pt x="4271" y="19545"/>
                  <a:pt x="3967" y="19240"/>
                </a:cubicBezTo>
                <a:lnTo>
                  <a:pt x="2360" y="17632"/>
                </a:lnTo>
                <a:cubicBezTo>
                  <a:pt x="1733" y="17006"/>
                  <a:pt x="1733" y="15986"/>
                  <a:pt x="2360" y="15358"/>
                </a:cubicBezTo>
                <a:lnTo>
                  <a:pt x="4103" y="13615"/>
                </a:lnTo>
                <a:cubicBezTo>
                  <a:pt x="4094" y="13590"/>
                  <a:pt x="4084" y="13568"/>
                  <a:pt x="4076" y="13545"/>
                </a:cubicBezTo>
                <a:lnTo>
                  <a:pt x="1607" y="13545"/>
                </a:lnTo>
                <a:cubicBezTo>
                  <a:pt x="721" y="13545"/>
                  <a:pt x="0" y="12824"/>
                  <a:pt x="0" y="11936"/>
                </a:cubicBezTo>
                <a:lnTo>
                  <a:pt x="0" y="9664"/>
                </a:lnTo>
                <a:cubicBezTo>
                  <a:pt x="0" y="8777"/>
                  <a:pt x="721" y="8055"/>
                  <a:pt x="1607" y="8055"/>
                </a:cubicBezTo>
                <a:lnTo>
                  <a:pt x="4076" y="8055"/>
                </a:lnTo>
                <a:cubicBezTo>
                  <a:pt x="4084" y="8032"/>
                  <a:pt x="4094" y="8010"/>
                  <a:pt x="4103" y="7987"/>
                </a:cubicBezTo>
                <a:lnTo>
                  <a:pt x="2359" y="6241"/>
                </a:lnTo>
                <a:cubicBezTo>
                  <a:pt x="1731" y="5615"/>
                  <a:pt x="1731" y="4594"/>
                  <a:pt x="2359" y="3967"/>
                </a:cubicBezTo>
                <a:lnTo>
                  <a:pt x="3967" y="2359"/>
                </a:lnTo>
                <a:cubicBezTo>
                  <a:pt x="4271" y="2055"/>
                  <a:pt x="4674" y="1888"/>
                  <a:pt x="5104" y="1888"/>
                </a:cubicBezTo>
                <a:cubicBezTo>
                  <a:pt x="5534" y="1888"/>
                  <a:pt x="5937" y="2057"/>
                  <a:pt x="6242" y="2361"/>
                </a:cubicBezTo>
                <a:lnTo>
                  <a:pt x="7987" y="4104"/>
                </a:lnTo>
                <a:cubicBezTo>
                  <a:pt x="8010" y="4094"/>
                  <a:pt x="8032" y="4084"/>
                  <a:pt x="8055" y="4076"/>
                </a:cubicBezTo>
                <a:lnTo>
                  <a:pt x="8055" y="1609"/>
                </a:lnTo>
                <a:cubicBezTo>
                  <a:pt x="8055" y="722"/>
                  <a:pt x="8776" y="0"/>
                  <a:pt x="9663" y="0"/>
                </a:cubicBezTo>
                <a:lnTo>
                  <a:pt x="11936" y="0"/>
                </a:lnTo>
                <a:cubicBezTo>
                  <a:pt x="12822" y="0"/>
                  <a:pt x="13544" y="722"/>
                  <a:pt x="13544" y="1609"/>
                </a:cubicBezTo>
                <a:lnTo>
                  <a:pt x="13544" y="4076"/>
                </a:lnTo>
                <a:cubicBezTo>
                  <a:pt x="13568" y="4084"/>
                  <a:pt x="13591" y="4094"/>
                  <a:pt x="13614" y="4104"/>
                </a:cubicBezTo>
                <a:lnTo>
                  <a:pt x="15360" y="2359"/>
                </a:lnTo>
                <a:cubicBezTo>
                  <a:pt x="15663" y="2055"/>
                  <a:pt x="16066" y="1888"/>
                  <a:pt x="16496" y="1888"/>
                </a:cubicBezTo>
                <a:cubicBezTo>
                  <a:pt x="16926" y="1888"/>
                  <a:pt x="17330" y="2055"/>
                  <a:pt x="17634" y="2359"/>
                </a:cubicBezTo>
                <a:lnTo>
                  <a:pt x="19240" y="3967"/>
                </a:lnTo>
                <a:cubicBezTo>
                  <a:pt x="19545" y="4272"/>
                  <a:pt x="19712" y="4674"/>
                  <a:pt x="19712" y="5105"/>
                </a:cubicBezTo>
                <a:cubicBezTo>
                  <a:pt x="19712" y="5535"/>
                  <a:pt x="19545" y="5939"/>
                  <a:pt x="19239" y="6241"/>
                </a:cubicBezTo>
                <a:lnTo>
                  <a:pt x="17496" y="7987"/>
                </a:lnTo>
                <a:cubicBezTo>
                  <a:pt x="17506" y="8010"/>
                  <a:pt x="17515" y="8032"/>
                  <a:pt x="17524" y="8055"/>
                </a:cubicBezTo>
                <a:lnTo>
                  <a:pt x="19992" y="8055"/>
                </a:lnTo>
                <a:cubicBezTo>
                  <a:pt x="20878" y="8055"/>
                  <a:pt x="21600" y="8777"/>
                  <a:pt x="21600" y="9664"/>
                </a:cubicBezTo>
                <a:lnTo>
                  <a:pt x="21600" y="11936"/>
                </a:lnTo>
                <a:cubicBezTo>
                  <a:pt x="21600" y="12366"/>
                  <a:pt x="21433" y="12770"/>
                  <a:pt x="21128" y="13074"/>
                </a:cubicBezTo>
                <a:cubicBezTo>
                  <a:pt x="20825" y="13377"/>
                  <a:pt x="20421" y="13545"/>
                  <a:pt x="19993" y="13545"/>
                </a:cubicBezTo>
                <a:lnTo>
                  <a:pt x="17525" y="13545"/>
                </a:lnTo>
                <a:cubicBezTo>
                  <a:pt x="17515" y="13568"/>
                  <a:pt x="17506" y="13590"/>
                  <a:pt x="17496" y="13613"/>
                </a:cubicBezTo>
                <a:lnTo>
                  <a:pt x="19240" y="15358"/>
                </a:lnTo>
                <a:cubicBezTo>
                  <a:pt x="19868" y="15986"/>
                  <a:pt x="19868" y="17006"/>
                  <a:pt x="19240" y="17634"/>
                </a:cubicBezTo>
                <a:lnTo>
                  <a:pt x="17634" y="19241"/>
                </a:lnTo>
                <a:cubicBezTo>
                  <a:pt x="17329" y="19545"/>
                  <a:pt x="16926" y="19712"/>
                  <a:pt x="16496" y="19712"/>
                </a:cubicBezTo>
                <a:cubicBezTo>
                  <a:pt x="16066" y="19712"/>
                  <a:pt x="15662" y="19545"/>
                  <a:pt x="15357" y="19240"/>
                </a:cubicBezTo>
                <a:lnTo>
                  <a:pt x="13614" y="17496"/>
                </a:lnTo>
                <a:cubicBezTo>
                  <a:pt x="13591" y="17506"/>
                  <a:pt x="13568" y="17515"/>
                  <a:pt x="13544" y="17524"/>
                </a:cubicBezTo>
                <a:lnTo>
                  <a:pt x="13544" y="19991"/>
                </a:lnTo>
                <a:cubicBezTo>
                  <a:pt x="13544" y="20879"/>
                  <a:pt x="12822" y="21600"/>
                  <a:pt x="11936" y="21600"/>
                </a:cubicBezTo>
                <a:cubicBezTo>
                  <a:pt x="11936" y="21600"/>
                  <a:pt x="11936" y="21600"/>
                  <a:pt x="11936" y="2160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2" name="文本框 11"/>
          <p:cNvSpPr txBox="1"/>
          <p:nvPr/>
        </p:nvSpPr>
        <p:spPr>
          <a:xfrm>
            <a:off x="797367" y="543767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输入关键词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688267" y="544242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输入关键词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652453" y="543767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输入关键词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0" t="23947" r="31418" b="5103"/>
          <a:stretch>
            <a:fillRect/>
          </a:stretch>
        </p:blipFill>
        <p:spPr>
          <a:xfrm>
            <a:off x="4366726" y="795184"/>
            <a:ext cx="2677886" cy="2978757"/>
          </a:xfrm>
          <a:custGeom>
            <a:avLst/>
            <a:gdLst>
              <a:gd name="connsiteX0" fmla="*/ 1338943 w 2677886"/>
              <a:gd name="connsiteY0" fmla="*/ 0 h 2978757"/>
              <a:gd name="connsiteX1" fmla="*/ 2677886 w 2677886"/>
              <a:gd name="connsiteY1" fmla="*/ 1338943 h 2978757"/>
              <a:gd name="connsiteX2" fmla="*/ 2677885 w 2677886"/>
              <a:gd name="connsiteY2" fmla="*/ 2978757 h 2978757"/>
              <a:gd name="connsiteX3" fmla="*/ 0 w 2677886"/>
              <a:gd name="connsiteY3" fmla="*/ 2978757 h 2978757"/>
              <a:gd name="connsiteX4" fmla="*/ 0 w 2677886"/>
              <a:gd name="connsiteY4" fmla="*/ 1338943 h 2978757"/>
              <a:gd name="connsiteX5" fmla="*/ 1338943 w 2677886"/>
              <a:gd name="connsiteY5" fmla="*/ 0 h 2978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7886" h="2978757">
                <a:moveTo>
                  <a:pt x="1338943" y="0"/>
                </a:moveTo>
                <a:cubicBezTo>
                  <a:pt x="2078421" y="0"/>
                  <a:pt x="2677886" y="599465"/>
                  <a:pt x="2677886" y="1338943"/>
                </a:cubicBezTo>
                <a:cubicBezTo>
                  <a:pt x="2677886" y="1885548"/>
                  <a:pt x="2677885" y="2432152"/>
                  <a:pt x="2677885" y="2978757"/>
                </a:cubicBezTo>
                <a:lnTo>
                  <a:pt x="0" y="2978757"/>
                </a:lnTo>
                <a:lnTo>
                  <a:pt x="0" y="1338943"/>
                </a:lnTo>
                <a:cubicBezTo>
                  <a:pt x="0" y="599465"/>
                  <a:pt x="599465" y="0"/>
                  <a:pt x="1338943" y="0"/>
                </a:cubicBezTo>
                <a:close/>
              </a:path>
            </a:pathLst>
          </a:custGeom>
        </p:spPr>
      </p:pic>
      <p:sp>
        <p:nvSpPr>
          <p:cNvPr id="29" name="同侧圆角矩形 28"/>
          <p:cNvSpPr/>
          <p:nvPr/>
        </p:nvSpPr>
        <p:spPr>
          <a:xfrm>
            <a:off x="6559420" y="2337027"/>
            <a:ext cx="1511559" cy="1436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5396" y="2784896"/>
            <a:ext cx="92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02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63230" y="411537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市场前景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144414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50397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09613" y="1639313"/>
            <a:ext cx="356284" cy="356284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984365" y="795184"/>
            <a:ext cx="589156" cy="58915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76878" y="5205654"/>
            <a:ext cx="72195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 flipH="1">
            <a:off x="6217298" y="3848876"/>
            <a:ext cx="0" cy="1968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" r="30486"/>
          <a:stretch>
            <a:fillRect/>
          </a:stretch>
        </p:blipFill>
        <p:spPr>
          <a:xfrm>
            <a:off x="872097" y="1950097"/>
            <a:ext cx="3806890" cy="3797559"/>
          </a:xfrm>
          <a:custGeom>
            <a:avLst/>
            <a:gdLst>
              <a:gd name="connsiteX0" fmla="*/ 1718657 w 3806890"/>
              <a:gd name="connsiteY0" fmla="*/ 0 h 3797559"/>
              <a:gd name="connsiteX1" fmla="*/ 2088234 w 3806890"/>
              <a:gd name="connsiteY1" fmla="*/ 0 h 3797559"/>
              <a:gd name="connsiteX2" fmla="*/ 2098061 w 3806890"/>
              <a:gd name="connsiteY2" fmla="*/ 496 h 3797559"/>
              <a:gd name="connsiteX3" fmla="*/ 3806890 w 3806890"/>
              <a:gd name="connsiteY3" fmla="*/ 1894114 h 3797559"/>
              <a:gd name="connsiteX4" fmla="*/ 1903445 w 3806890"/>
              <a:gd name="connsiteY4" fmla="*/ 3797559 h 3797559"/>
              <a:gd name="connsiteX5" fmla="*/ 0 w 3806890"/>
              <a:gd name="connsiteY5" fmla="*/ 1894114 h 3797559"/>
              <a:gd name="connsiteX6" fmla="*/ 1708829 w 3806890"/>
              <a:gd name="connsiteY6" fmla="*/ 496 h 379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6889" h="3797559">
                <a:moveTo>
                  <a:pt x="1718657" y="0"/>
                </a:moveTo>
                <a:lnTo>
                  <a:pt x="2088234" y="0"/>
                </a:lnTo>
                <a:lnTo>
                  <a:pt x="2098061" y="496"/>
                </a:lnTo>
                <a:cubicBezTo>
                  <a:pt x="3057885" y="97972"/>
                  <a:pt x="3806890" y="908573"/>
                  <a:pt x="3806890" y="1894114"/>
                </a:cubicBezTo>
                <a:cubicBezTo>
                  <a:pt x="3806890" y="2945358"/>
                  <a:pt x="2954689" y="3797559"/>
                  <a:pt x="1903445" y="3797559"/>
                </a:cubicBezTo>
                <a:cubicBezTo>
                  <a:pt x="852201" y="3797559"/>
                  <a:pt x="0" y="2945358"/>
                  <a:pt x="0" y="1894114"/>
                </a:cubicBezTo>
                <a:cubicBezTo>
                  <a:pt x="0" y="908573"/>
                  <a:pt x="749005" y="97972"/>
                  <a:pt x="1708829" y="496"/>
                </a:cubicBezTo>
                <a:close/>
              </a:path>
            </a:pathLst>
          </a:custGeom>
        </p:spPr>
      </p:pic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市场前景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3728812" y="4525346"/>
            <a:ext cx="1324946" cy="132494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127224" y="1847461"/>
            <a:ext cx="752686" cy="7526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Shape 23334"/>
          <p:cNvSpPr/>
          <p:nvPr/>
        </p:nvSpPr>
        <p:spPr>
          <a:xfrm>
            <a:off x="4070278" y="4931013"/>
            <a:ext cx="642013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" y="0"/>
                </a:moveTo>
                <a:cubicBezTo>
                  <a:pt x="968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968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391"/>
                  <a:pt x="21600" y="18900"/>
                </a:cubicBezTo>
                <a:cubicBezTo>
                  <a:pt x="21600" y="18900"/>
                  <a:pt x="21600" y="2700"/>
                  <a:pt x="21600" y="2700"/>
                </a:cubicBezTo>
                <a:cubicBezTo>
                  <a:pt x="21600" y="1209"/>
                  <a:pt x="20633" y="0"/>
                  <a:pt x="19440" y="0"/>
                </a:cubicBezTo>
                <a:lnTo>
                  <a:pt x="2160" y="0"/>
                </a:lnTo>
                <a:close/>
                <a:moveTo>
                  <a:pt x="2160" y="2700"/>
                </a:moveTo>
                <a:lnTo>
                  <a:pt x="19440" y="2700"/>
                </a:lnTo>
                <a:cubicBezTo>
                  <a:pt x="19440" y="2700"/>
                  <a:pt x="19440" y="18900"/>
                  <a:pt x="19440" y="18900"/>
                </a:cubicBezTo>
                <a:lnTo>
                  <a:pt x="2160" y="18900"/>
                </a:lnTo>
                <a:lnTo>
                  <a:pt x="2160" y="2700"/>
                </a:lnTo>
                <a:close/>
                <a:moveTo>
                  <a:pt x="6645" y="3291"/>
                </a:moveTo>
                <a:cubicBezTo>
                  <a:pt x="5151" y="3291"/>
                  <a:pt x="3950" y="4793"/>
                  <a:pt x="3950" y="6660"/>
                </a:cubicBezTo>
                <a:cubicBezTo>
                  <a:pt x="3950" y="8524"/>
                  <a:pt x="5151" y="10054"/>
                  <a:pt x="6645" y="10054"/>
                </a:cubicBezTo>
                <a:cubicBezTo>
                  <a:pt x="8138" y="10054"/>
                  <a:pt x="9360" y="8524"/>
                  <a:pt x="9360" y="6660"/>
                </a:cubicBezTo>
                <a:cubicBezTo>
                  <a:pt x="9360" y="4793"/>
                  <a:pt x="8138" y="3291"/>
                  <a:pt x="6645" y="3291"/>
                </a:cubicBezTo>
                <a:close/>
                <a:moveTo>
                  <a:pt x="6645" y="4654"/>
                </a:moveTo>
                <a:cubicBezTo>
                  <a:pt x="7540" y="4654"/>
                  <a:pt x="8270" y="5544"/>
                  <a:pt x="8270" y="6660"/>
                </a:cubicBezTo>
                <a:cubicBezTo>
                  <a:pt x="8270" y="7779"/>
                  <a:pt x="7540" y="8691"/>
                  <a:pt x="6645" y="8691"/>
                </a:cubicBezTo>
                <a:cubicBezTo>
                  <a:pt x="5752" y="8691"/>
                  <a:pt x="5019" y="7779"/>
                  <a:pt x="5019" y="6660"/>
                </a:cubicBezTo>
                <a:cubicBezTo>
                  <a:pt x="5019" y="5544"/>
                  <a:pt x="5752" y="4654"/>
                  <a:pt x="6645" y="4654"/>
                </a:cubicBezTo>
                <a:close/>
                <a:moveTo>
                  <a:pt x="15182" y="9051"/>
                </a:moveTo>
                <a:cubicBezTo>
                  <a:pt x="13023" y="9051"/>
                  <a:pt x="11947" y="13114"/>
                  <a:pt x="10327" y="13114"/>
                </a:cubicBezTo>
                <a:cubicBezTo>
                  <a:pt x="8702" y="13114"/>
                  <a:pt x="8704" y="11751"/>
                  <a:pt x="6542" y="11751"/>
                </a:cubicBezTo>
                <a:cubicBezTo>
                  <a:pt x="4380" y="11751"/>
                  <a:pt x="3291" y="17151"/>
                  <a:pt x="3291" y="17151"/>
                </a:cubicBezTo>
                <a:lnTo>
                  <a:pt x="18411" y="17151"/>
                </a:lnTo>
                <a:cubicBezTo>
                  <a:pt x="18411" y="17151"/>
                  <a:pt x="17344" y="9051"/>
                  <a:pt x="15182" y="9051"/>
                </a:cubicBezTo>
                <a:close/>
                <a:moveTo>
                  <a:pt x="15182" y="10414"/>
                </a:moveTo>
                <a:cubicBezTo>
                  <a:pt x="15666" y="10486"/>
                  <a:pt x="16541" y="12847"/>
                  <a:pt x="17095" y="15814"/>
                </a:cubicBezTo>
                <a:lnTo>
                  <a:pt x="4793" y="15814"/>
                </a:lnTo>
                <a:cubicBezTo>
                  <a:pt x="5262" y="14415"/>
                  <a:pt x="5940" y="13114"/>
                  <a:pt x="6542" y="13114"/>
                </a:cubicBezTo>
                <a:cubicBezTo>
                  <a:pt x="7411" y="13114"/>
                  <a:pt x="7752" y="13362"/>
                  <a:pt x="8187" y="13680"/>
                </a:cubicBezTo>
                <a:cubicBezTo>
                  <a:pt x="8669" y="14030"/>
                  <a:pt x="9267" y="14451"/>
                  <a:pt x="10306" y="14451"/>
                </a:cubicBezTo>
                <a:cubicBezTo>
                  <a:pt x="11534" y="14451"/>
                  <a:pt x="12416" y="13270"/>
                  <a:pt x="13186" y="12214"/>
                </a:cubicBezTo>
                <a:cubicBezTo>
                  <a:pt x="13861" y="11292"/>
                  <a:pt x="14500" y="10414"/>
                  <a:pt x="15182" y="10414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8" name="文本框 17"/>
          <p:cNvSpPr txBox="1"/>
          <p:nvPr/>
        </p:nvSpPr>
        <p:spPr>
          <a:xfrm>
            <a:off x="5910629" y="19929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市场前景</a:t>
            </a:r>
          </a:p>
        </p:txBody>
      </p:sp>
      <p:sp>
        <p:nvSpPr>
          <p:cNvPr id="19" name="矩形 18"/>
          <p:cNvSpPr/>
          <p:nvPr/>
        </p:nvSpPr>
        <p:spPr>
          <a:xfrm>
            <a:off x="5910629" y="2600147"/>
            <a:ext cx="560334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14" name="椭圆 13"/>
          <p:cNvSpPr/>
          <p:nvPr/>
        </p:nvSpPr>
        <p:spPr>
          <a:xfrm>
            <a:off x="6021355" y="4119864"/>
            <a:ext cx="391886" cy="3918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21355" y="5052738"/>
            <a:ext cx="391886" cy="391886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507295" y="4061091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5" name="矩形 24"/>
          <p:cNvSpPr/>
          <p:nvPr/>
        </p:nvSpPr>
        <p:spPr>
          <a:xfrm>
            <a:off x="6507295" y="4980915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8" grpId="0"/>
      <p:bldP spid="19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9491150" y="2111352"/>
            <a:ext cx="699796" cy="69979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537577" y="2133171"/>
            <a:ext cx="699796" cy="69979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市场前景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33062" y="1800808"/>
            <a:ext cx="3648269" cy="4096139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23335"/>
          <p:cNvSpPr/>
          <p:nvPr/>
        </p:nvSpPr>
        <p:spPr>
          <a:xfrm>
            <a:off x="2274982" y="2301122"/>
            <a:ext cx="964650" cy="9648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2" h="21411" extrusionOk="0">
                <a:moveTo>
                  <a:pt x="11932" y="10025"/>
                </a:moveTo>
                <a:cubicBezTo>
                  <a:pt x="11932" y="10766"/>
                  <a:pt x="11338" y="11365"/>
                  <a:pt x="10602" y="11365"/>
                </a:cubicBezTo>
                <a:cubicBezTo>
                  <a:pt x="9875" y="11365"/>
                  <a:pt x="9281" y="10766"/>
                  <a:pt x="9281" y="10025"/>
                </a:cubicBezTo>
                <a:cubicBezTo>
                  <a:pt x="9281" y="9288"/>
                  <a:pt x="9875" y="8683"/>
                  <a:pt x="10602" y="8683"/>
                </a:cubicBezTo>
                <a:cubicBezTo>
                  <a:pt x="11338" y="8683"/>
                  <a:pt x="11932" y="9288"/>
                  <a:pt x="11932" y="10025"/>
                </a:cubicBezTo>
                <a:cubicBezTo>
                  <a:pt x="11932" y="10025"/>
                  <a:pt x="11932" y="10025"/>
                  <a:pt x="11932" y="10025"/>
                </a:cubicBezTo>
                <a:close/>
                <a:moveTo>
                  <a:pt x="7952" y="10025"/>
                </a:moveTo>
                <a:cubicBezTo>
                  <a:pt x="7952" y="11502"/>
                  <a:pt x="9144" y="12707"/>
                  <a:pt x="10602" y="12707"/>
                </a:cubicBezTo>
                <a:cubicBezTo>
                  <a:pt x="12067" y="12707"/>
                  <a:pt x="13255" y="11502"/>
                  <a:pt x="13255" y="10025"/>
                </a:cubicBezTo>
                <a:cubicBezTo>
                  <a:pt x="13255" y="8547"/>
                  <a:pt x="12067" y="7346"/>
                  <a:pt x="10602" y="7346"/>
                </a:cubicBezTo>
                <a:cubicBezTo>
                  <a:pt x="9144" y="7346"/>
                  <a:pt x="7952" y="8547"/>
                  <a:pt x="7952" y="10025"/>
                </a:cubicBezTo>
                <a:cubicBezTo>
                  <a:pt x="7952" y="10025"/>
                  <a:pt x="7952" y="10025"/>
                  <a:pt x="7952" y="10025"/>
                </a:cubicBezTo>
                <a:close/>
                <a:moveTo>
                  <a:pt x="19692" y="11169"/>
                </a:moveTo>
                <a:cubicBezTo>
                  <a:pt x="19441" y="11420"/>
                  <a:pt x="19007" y="11420"/>
                  <a:pt x="18755" y="11169"/>
                </a:cubicBezTo>
                <a:lnTo>
                  <a:pt x="11544" y="3884"/>
                </a:lnTo>
                <a:lnTo>
                  <a:pt x="12013" y="3411"/>
                </a:lnTo>
                <a:cubicBezTo>
                  <a:pt x="12177" y="3243"/>
                  <a:pt x="12301" y="3053"/>
                  <a:pt x="12396" y="2849"/>
                </a:cubicBezTo>
                <a:lnTo>
                  <a:pt x="19692" y="10221"/>
                </a:lnTo>
                <a:cubicBezTo>
                  <a:pt x="19948" y="10485"/>
                  <a:pt x="19948" y="10906"/>
                  <a:pt x="19692" y="11169"/>
                </a:cubicBezTo>
                <a:cubicBezTo>
                  <a:pt x="19692" y="11169"/>
                  <a:pt x="19692" y="11169"/>
                  <a:pt x="19692" y="11169"/>
                </a:cubicBezTo>
                <a:close/>
                <a:moveTo>
                  <a:pt x="17233" y="20070"/>
                </a:moveTo>
                <a:lnTo>
                  <a:pt x="14582" y="20070"/>
                </a:lnTo>
                <a:lnTo>
                  <a:pt x="14582" y="15383"/>
                </a:lnTo>
                <a:cubicBezTo>
                  <a:pt x="14582" y="14642"/>
                  <a:pt x="13990" y="14042"/>
                  <a:pt x="13255" y="14042"/>
                </a:cubicBezTo>
                <a:lnTo>
                  <a:pt x="7952" y="14042"/>
                </a:lnTo>
                <a:cubicBezTo>
                  <a:pt x="7220" y="14042"/>
                  <a:pt x="6629" y="14642"/>
                  <a:pt x="6629" y="15383"/>
                </a:cubicBezTo>
                <a:lnTo>
                  <a:pt x="6629" y="20070"/>
                </a:lnTo>
                <a:lnTo>
                  <a:pt x="3976" y="20070"/>
                </a:lnTo>
                <a:lnTo>
                  <a:pt x="3976" y="11529"/>
                </a:lnTo>
                <a:lnTo>
                  <a:pt x="10602" y="4829"/>
                </a:lnTo>
                <a:lnTo>
                  <a:pt x="17233" y="11529"/>
                </a:lnTo>
                <a:cubicBezTo>
                  <a:pt x="17233" y="11529"/>
                  <a:pt x="17233" y="20070"/>
                  <a:pt x="17233" y="20070"/>
                </a:cubicBezTo>
                <a:close/>
                <a:moveTo>
                  <a:pt x="2456" y="11169"/>
                </a:moveTo>
                <a:cubicBezTo>
                  <a:pt x="2204" y="11420"/>
                  <a:pt x="1771" y="11420"/>
                  <a:pt x="1518" y="11169"/>
                </a:cubicBezTo>
                <a:cubicBezTo>
                  <a:pt x="1260" y="10906"/>
                  <a:pt x="1260" y="10485"/>
                  <a:pt x="1518" y="10221"/>
                </a:cubicBezTo>
                <a:lnTo>
                  <a:pt x="8817" y="2849"/>
                </a:lnTo>
                <a:cubicBezTo>
                  <a:pt x="8912" y="3053"/>
                  <a:pt x="9034" y="3243"/>
                  <a:pt x="9200" y="3411"/>
                </a:cubicBezTo>
                <a:lnTo>
                  <a:pt x="9668" y="3884"/>
                </a:lnTo>
                <a:cubicBezTo>
                  <a:pt x="9668" y="3884"/>
                  <a:pt x="2456" y="11169"/>
                  <a:pt x="2456" y="11169"/>
                </a:cubicBezTo>
                <a:close/>
                <a:moveTo>
                  <a:pt x="10137" y="1516"/>
                </a:moveTo>
                <a:cubicBezTo>
                  <a:pt x="10260" y="1388"/>
                  <a:pt x="10429" y="1320"/>
                  <a:pt x="10602" y="1320"/>
                </a:cubicBezTo>
                <a:cubicBezTo>
                  <a:pt x="10783" y="1320"/>
                  <a:pt x="10950" y="1388"/>
                  <a:pt x="11073" y="1516"/>
                </a:cubicBezTo>
                <a:cubicBezTo>
                  <a:pt x="11332" y="1776"/>
                  <a:pt x="11332" y="2202"/>
                  <a:pt x="11073" y="2462"/>
                </a:cubicBezTo>
                <a:lnTo>
                  <a:pt x="10602" y="2939"/>
                </a:lnTo>
                <a:lnTo>
                  <a:pt x="10137" y="2462"/>
                </a:lnTo>
                <a:cubicBezTo>
                  <a:pt x="9878" y="2202"/>
                  <a:pt x="9878" y="1776"/>
                  <a:pt x="10137" y="1516"/>
                </a:cubicBezTo>
                <a:cubicBezTo>
                  <a:pt x="10137" y="1516"/>
                  <a:pt x="10137" y="1516"/>
                  <a:pt x="10137" y="1516"/>
                </a:cubicBezTo>
                <a:close/>
                <a:moveTo>
                  <a:pt x="20631" y="9276"/>
                </a:moveTo>
                <a:lnTo>
                  <a:pt x="12013" y="565"/>
                </a:lnTo>
                <a:cubicBezTo>
                  <a:pt x="11259" y="-189"/>
                  <a:pt x="9950" y="-189"/>
                  <a:pt x="9200" y="565"/>
                </a:cubicBezTo>
                <a:lnTo>
                  <a:pt x="581" y="9276"/>
                </a:lnTo>
                <a:cubicBezTo>
                  <a:pt x="-194" y="10057"/>
                  <a:pt x="-194" y="11333"/>
                  <a:pt x="581" y="12116"/>
                </a:cubicBezTo>
                <a:cubicBezTo>
                  <a:pt x="959" y="12497"/>
                  <a:pt x="1455" y="12707"/>
                  <a:pt x="1987" y="12707"/>
                </a:cubicBezTo>
                <a:cubicBezTo>
                  <a:pt x="2217" y="12707"/>
                  <a:pt x="2441" y="12656"/>
                  <a:pt x="2652" y="12582"/>
                </a:cubicBezTo>
                <a:lnTo>
                  <a:pt x="2652" y="20070"/>
                </a:lnTo>
                <a:cubicBezTo>
                  <a:pt x="2652" y="20810"/>
                  <a:pt x="3247" y="21411"/>
                  <a:pt x="3976" y="21411"/>
                </a:cubicBezTo>
                <a:lnTo>
                  <a:pt x="6629" y="21411"/>
                </a:lnTo>
                <a:cubicBezTo>
                  <a:pt x="7361" y="21411"/>
                  <a:pt x="7952" y="20810"/>
                  <a:pt x="7952" y="20070"/>
                </a:cubicBezTo>
                <a:lnTo>
                  <a:pt x="7952" y="15383"/>
                </a:lnTo>
                <a:lnTo>
                  <a:pt x="13255" y="15383"/>
                </a:lnTo>
                <a:lnTo>
                  <a:pt x="13255" y="20070"/>
                </a:lnTo>
                <a:cubicBezTo>
                  <a:pt x="13255" y="20810"/>
                  <a:pt x="13851" y="21411"/>
                  <a:pt x="14582" y="21411"/>
                </a:cubicBezTo>
                <a:lnTo>
                  <a:pt x="17233" y="21411"/>
                </a:lnTo>
                <a:cubicBezTo>
                  <a:pt x="17965" y="21411"/>
                  <a:pt x="18562" y="20810"/>
                  <a:pt x="18562" y="20070"/>
                </a:cubicBezTo>
                <a:lnTo>
                  <a:pt x="18562" y="12582"/>
                </a:lnTo>
                <a:cubicBezTo>
                  <a:pt x="18770" y="12656"/>
                  <a:pt x="18992" y="12707"/>
                  <a:pt x="19223" y="12707"/>
                </a:cubicBezTo>
                <a:cubicBezTo>
                  <a:pt x="19754" y="12707"/>
                  <a:pt x="20255" y="12497"/>
                  <a:pt x="20631" y="12116"/>
                </a:cubicBezTo>
                <a:cubicBezTo>
                  <a:pt x="21406" y="11333"/>
                  <a:pt x="21406" y="10057"/>
                  <a:pt x="20631" y="9276"/>
                </a:cubicBezTo>
                <a:cubicBezTo>
                  <a:pt x="20631" y="9276"/>
                  <a:pt x="20631" y="9276"/>
                  <a:pt x="20631" y="927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5" name="圆角矩形 4"/>
          <p:cNvSpPr/>
          <p:nvPr/>
        </p:nvSpPr>
        <p:spPr>
          <a:xfrm>
            <a:off x="1595535" y="3556303"/>
            <a:ext cx="2323322" cy="41987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049310" y="35563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市场前景</a:t>
            </a:r>
          </a:p>
        </p:txBody>
      </p:sp>
      <p:sp>
        <p:nvSpPr>
          <p:cNvPr id="10" name="矩形 9"/>
          <p:cNvSpPr/>
          <p:nvPr/>
        </p:nvSpPr>
        <p:spPr>
          <a:xfrm>
            <a:off x="1225421" y="4204706"/>
            <a:ext cx="306355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6" name="矩形 5"/>
          <p:cNvSpPr/>
          <p:nvPr/>
        </p:nvSpPr>
        <p:spPr>
          <a:xfrm>
            <a:off x="4581330" y="3153747"/>
            <a:ext cx="6736703" cy="2341984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649371" y="24612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市场前景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649596" y="24331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市场前景</a:t>
            </a:r>
          </a:p>
        </p:txBody>
      </p:sp>
      <p:sp>
        <p:nvSpPr>
          <p:cNvPr id="17" name="矩形 16"/>
          <p:cNvSpPr/>
          <p:nvPr/>
        </p:nvSpPr>
        <p:spPr>
          <a:xfrm>
            <a:off x="5061542" y="3653601"/>
            <a:ext cx="2621528" cy="14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18" name="矩形 17"/>
          <p:cNvSpPr/>
          <p:nvPr/>
        </p:nvSpPr>
        <p:spPr>
          <a:xfrm>
            <a:off x="8180386" y="3653601"/>
            <a:ext cx="2621528" cy="14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12" name="椭圆 11"/>
          <p:cNvSpPr/>
          <p:nvPr/>
        </p:nvSpPr>
        <p:spPr>
          <a:xfrm>
            <a:off x="6176866" y="3265928"/>
            <a:ext cx="233265" cy="23326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287069" y="3265928"/>
            <a:ext cx="233265" cy="23326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9" grpId="0"/>
      <p:bldP spid="10" grpId="0"/>
      <p:bldP spid="14" grpId="0"/>
      <p:bldP spid="15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0" t="23947" r="31418" b="5103"/>
          <a:stretch>
            <a:fillRect/>
          </a:stretch>
        </p:blipFill>
        <p:spPr>
          <a:xfrm>
            <a:off x="4366726" y="795184"/>
            <a:ext cx="2677886" cy="2978757"/>
          </a:xfrm>
          <a:custGeom>
            <a:avLst/>
            <a:gdLst>
              <a:gd name="connsiteX0" fmla="*/ 1338943 w 2677886"/>
              <a:gd name="connsiteY0" fmla="*/ 0 h 2978757"/>
              <a:gd name="connsiteX1" fmla="*/ 2677886 w 2677886"/>
              <a:gd name="connsiteY1" fmla="*/ 1338943 h 2978757"/>
              <a:gd name="connsiteX2" fmla="*/ 2677885 w 2677886"/>
              <a:gd name="connsiteY2" fmla="*/ 2978757 h 2978757"/>
              <a:gd name="connsiteX3" fmla="*/ 0 w 2677886"/>
              <a:gd name="connsiteY3" fmla="*/ 2978757 h 2978757"/>
              <a:gd name="connsiteX4" fmla="*/ 0 w 2677886"/>
              <a:gd name="connsiteY4" fmla="*/ 1338943 h 2978757"/>
              <a:gd name="connsiteX5" fmla="*/ 1338943 w 2677886"/>
              <a:gd name="connsiteY5" fmla="*/ 0 h 2978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7886" h="2978757">
                <a:moveTo>
                  <a:pt x="1338943" y="0"/>
                </a:moveTo>
                <a:cubicBezTo>
                  <a:pt x="2078421" y="0"/>
                  <a:pt x="2677886" y="599465"/>
                  <a:pt x="2677886" y="1338943"/>
                </a:cubicBezTo>
                <a:cubicBezTo>
                  <a:pt x="2677886" y="1885548"/>
                  <a:pt x="2677885" y="2432152"/>
                  <a:pt x="2677885" y="2978757"/>
                </a:cubicBezTo>
                <a:lnTo>
                  <a:pt x="0" y="2978757"/>
                </a:lnTo>
                <a:lnTo>
                  <a:pt x="0" y="1338943"/>
                </a:lnTo>
                <a:cubicBezTo>
                  <a:pt x="0" y="599465"/>
                  <a:pt x="599465" y="0"/>
                  <a:pt x="1338943" y="0"/>
                </a:cubicBezTo>
                <a:close/>
              </a:path>
            </a:pathLst>
          </a:custGeom>
        </p:spPr>
      </p:pic>
      <p:sp>
        <p:nvSpPr>
          <p:cNvPr id="29" name="同侧圆角矩形 28"/>
          <p:cNvSpPr/>
          <p:nvPr/>
        </p:nvSpPr>
        <p:spPr>
          <a:xfrm>
            <a:off x="6559420" y="2337027"/>
            <a:ext cx="1511559" cy="1436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5396" y="2784896"/>
            <a:ext cx="9284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03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63230" y="411537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产品服务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144414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50397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09613" y="1639313"/>
            <a:ext cx="356284" cy="356284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984365" y="795184"/>
            <a:ext cx="589156" cy="58915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76878" y="5205654"/>
            <a:ext cx="72195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07904" y="2497800"/>
            <a:ext cx="2118049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产品服务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4287102" y="1922106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287102" y="3439261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287102" y="4956416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551961" y="1922106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551961" y="3439261"/>
            <a:ext cx="1250302" cy="1063690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551961" y="4956416"/>
            <a:ext cx="1250302" cy="1063690"/>
          </a:xfrm>
          <a:prstGeom prst="round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hape 23347"/>
          <p:cNvSpPr/>
          <p:nvPr/>
        </p:nvSpPr>
        <p:spPr>
          <a:xfrm>
            <a:off x="4601778" y="2220443"/>
            <a:ext cx="514012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4" h="21600" extrusionOk="0">
                <a:moveTo>
                  <a:pt x="18045" y="20079"/>
                </a:moveTo>
                <a:cubicBezTo>
                  <a:pt x="18045" y="20917"/>
                  <a:pt x="17374" y="21600"/>
                  <a:pt x="16547" y="21600"/>
                </a:cubicBezTo>
                <a:cubicBezTo>
                  <a:pt x="15718" y="21600"/>
                  <a:pt x="15048" y="20917"/>
                  <a:pt x="15048" y="20079"/>
                </a:cubicBezTo>
                <a:cubicBezTo>
                  <a:pt x="15048" y="19243"/>
                  <a:pt x="15718" y="18564"/>
                  <a:pt x="16547" y="18564"/>
                </a:cubicBezTo>
                <a:cubicBezTo>
                  <a:pt x="17374" y="18564"/>
                  <a:pt x="18045" y="19243"/>
                  <a:pt x="18045" y="20079"/>
                </a:cubicBezTo>
                <a:cubicBezTo>
                  <a:pt x="18045" y="20079"/>
                  <a:pt x="18045" y="20079"/>
                  <a:pt x="18045" y="20079"/>
                </a:cubicBezTo>
                <a:close/>
                <a:moveTo>
                  <a:pt x="13084" y="20079"/>
                </a:moveTo>
                <a:cubicBezTo>
                  <a:pt x="13084" y="20917"/>
                  <a:pt x="12409" y="21600"/>
                  <a:pt x="11581" y="21600"/>
                </a:cubicBezTo>
                <a:cubicBezTo>
                  <a:pt x="10753" y="21600"/>
                  <a:pt x="10083" y="20917"/>
                  <a:pt x="10083" y="20079"/>
                </a:cubicBezTo>
                <a:cubicBezTo>
                  <a:pt x="10083" y="19243"/>
                  <a:pt x="10753" y="18564"/>
                  <a:pt x="11581" y="18564"/>
                </a:cubicBezTo>
                <a:cubicBezTo>
                  <a:pt x="12409" y="18564"/>
                  <a:pt x="13084" y="19243"/>
                  <a:pt x="13084" y="20079"/>
                </a:cubicBezTo>
                <a:cubicBezTo>
                  <a:pt x="13084" y="20079"/>
                  <a:pt x="13084" y="20079"/>
                  <a:pt x="13084" y="20079"/>
                </a:cubicBezTo>
                <a:close/>
                <a:moveTo>
                  <a:pt x="15844" y="13343"/>
                </a:moveTo>
                <a:lnTo>
                  <a:pt x="15844" y="11839"/>
                </a:lnTo>
                <a:lnTo>
                  <a:pt x="17354" y="11839"/>
                </a:lnTo>
                <a:lnTo>
                  <a:pt x="16663" y="13343"/>
                </a:lnTo>
                <a:cubicBezTo>
                  <a:pt x="16663" y="13343"/>
                  <a:pt x="15844" y="13343"/>
                  <a:pt x="15844" y="13343"/>
                </a:cubicBezTo>
                <a:close/>
                <a:moveTo>
                  <a:pt x="12535" y="11839"/>
                </a:moveTo>
                <a:lnTo>
                  <a:pt x="14765" y="11839"/>
                </a:lnTo>
                <a:lnTo>
                  <a:pt x="14765" y="13343"/>
                </a:lnTo>
                <a:lnTo>
                  <a:pt x="12535" y="13343"/>
                </a:lnTo>
                <a:cubicBezTo>
                  <a:pt x="12535" y="13343"/>
                  <a:pt x="12535" y="11839"/>
                  <a:pt x="12535" y="11839"/>
                </a:cubicBezTo>
                <a:close/>
                <a:moveTo>
                  <a:pt x="10091" y="13343"/>
                </a:moveTo>
                <a:cubicBezTo>
                  <a:pt x="10058" y="13343"/>
                  <a:pt x="10030" y="13330"/>
                  <a:pt x="10002" y="13314"/>
                </a:cubicBezTo>
                <a:lnTo>
                  <a:pt x="9546" y="11839"/>
                </a:lnTo>
                <a:lnTo>
                  <a:pt x="11457" y="11839"/>
                </a:lnTo>
                <a:lnTo>
                  <a:pt x="11457" y="13343"/>
                </a:lnTo>
                <a:cubicBezTo>
                  <a:pt x="11457" y="13343"/>
                  <a:pt x="10091" y="13343"/>
                  <a:pt x="10091" y="13343"/>
                </a:cubicBezTo>
                <a:close/>
                <a:moveTo>
                  <a:pt x="11945" y="2124"/>
                </a:moveTo>
                <a:lnTo>
                  <a:pt x="14401" y="5020"/>
                </a:lnTo>
                <a:lnTo>
                  <a:pt x="9489" y="5020"/>
                </a:lnTo>
                <a:cubicBezTo>
                  <a:pt x="9489" y="5020"/>
                  <a:pt x="11945" y="2124"/>
                  <a:pt x="11945" y="2124"/>
                </a:cubicBezTo>
                <a:close/>
                <a:moveTo>
                  <a:pt x="16922" y="2577"/>
                </a:moveTo>
                <a:lnTo>
                  <a:pt x="18130" y="5020"/>
                </a:lnTo>
                <a:lnTo>
                  <a:pt x="16579" y="5020"/>
                </a:lnTo>
                <a:lnTo>
                  <a:pt x="15124" y="3305"/>
                </a:lnTo>
                <a:cubicBezTo>
                  <a:pt x="15124" y="3305"/>
                  <a:pt x="16922" y="2577"/>
                  <a:pt x="16922" y="2577"/>
                </a:cubicBezTo>
                <a:close/>
                <a:moveTo>
                  <a:pt x="15844" y="9330"/>
                </a:moveTo>
                <a:lnTo>
                  <a:pt x="18510" y="9330"/>
                </a:lnTo>
                <a:lnTo>
                  <a:pt x="17854" y="10752"/>
                </a:lnTo>
                <a:lnTo>
                  <a:pt x="15844" y="10752"/>
                </a:lnTo>
                <a:cubicBezTo>
                  <a:pt x="15844" y="10752"/>
                  <a:pt x="15844" y="9330"/>
                  <a:pt x="15844" y="9330"/>
                </a:cubicBezTo>
                <a:close/>
                <a:moveTo>
                  <a:pt x="12535" y="9330"/>
                </a:moveTo>
                <a:lnTo>
                  <a:pt x="14765" y="9330"/>
                </a:lnTo>
                <a:lnTo>
                  <a:pt x="14765" y="10752"/>
                </a:lnTo>
                <a:lnTo>
                  <a:pt x="12535" y="10752"/>
                </a:lnTo>
                <a:cubicBezTo>
                  <a:pt x="12535" y="10752"/>
                  <a:pt x="12535" y="9330"/>
                  <a:pt x="12535" y="9330"/>
                </a:cubicBezTo>
                <a:close/>
                <a:moveTo>
                  <a:pt x="8765" y="9330"/>
                </a:moveTo>
                <a:lnTo>
                  <a:pt x="11457" y="9330"/>
                </a:lnTo>
                <a:lnTo>
                  <a:pt x="11457" y="10752"/>
                </a:lnTo>
                <a:lnTo>
                  <a:pt x="9206" y="10752"/>
                </a:lnTo>
                <a:cubicBezTo>
                  <a:pt x="9206" y="10752"/>
                  <a:pt x="8765" y="9330"/>
                  <a:pt x="8765" y="9330"/>
                </a:cubicBezTo>
                <a:close/>
                <a:moveTo>
                  <a:pt x="11457" y="8240"/>
                </a:moveTo>
                <a:lnTo>
                  <a:pt x="8426" y="8240"/>
                </a:lnTo>
                <a:lnTo>
                  <a:pt x="8031" y="6974"/>
                </a:lnTo>
                <a:cubicBezTo>
                  <a:pt x="8007" y="6880"/>
                  <a:pt x="7986" y="6802"/>
                  <a:pt x="7974" y="6741"/>
                </a:cubicBezTo>
                <a:lnTo>
                  <a:pt x="11457" y="6741"/>
                </a:lnTo>
                <a:cubicBezTo>
                  <a:pt x="11457" y="6741"/>
                  <a:pt x="11457" y="8240"/>
                  <a:pt x="11457" y="8240"/>
                </a:cubicBezTo>
                <a:close/>
                <a:moveTo>
                  <a:pt x="14769" y="8240"/>
                </a:moveTo>
                <a:lnTo>
                  <a:pt x="12535" y="8240"/>
                </a:lnTo>
                <a:lnTo>
                  <a:pt x="12535" y="6741"/>
                </a:lnTo>
                <a:lnTo>
                  <a:pt x="14765" y="6741"/>
                </a:lnTo>
                <a:lnTo>
                  <a:pt x="14765" y="8240"/>
                </a:lnTo>
                <a:cubicBezTo>
                  <a:pt x="14765" y="8240"/>
                  <a:pt x="14769" y="8240"/>
                  <a:pt x="14769" y="8240"/>
                </a:cubicBezTo>
                <a:close/>
                <a:moveTo>
                  <a:pt x="19664" y="6741"/>
                </a:moveTo>
                <a:cubicBezTo>
                  <a:pt x="19657" y="6798"/>
                  <a:pt x="19641" y="6862"/>
                  <a:pt x="19612" y="6935"/>
                </a:cubicBezTo>
                <a:lnTo>
                  <a:pt x="19010" y="8240"/>
                </a:lnTo>
                <a:lnTo>
                  <a:pt x="15844" y="8240"/>
                </a:lnTo>
                <a:lnTo>
                  <a:pt x="15844" y="6741"/>
                </a:lnTo>
                <a:cubicBezTo>
                  <a:pt x="15844" y="6741"/>
                  <a:pt x="19664" y="6741"/>
                  <a:pt x="19664" y="6741"/>
                </a:cubicBezTo>
                <a:close/>
                <a:moveTo>
                  <a:pt x="18202" y="14070"/>
                </a:moveTo>
                <a:lnTo>
                  <a:pt x="21171" y="7623"/>
                </a:lnTo>
                <a:cubicBezTo>
                  <a:pt x="21600" y="6578"/>
                  <a:pt x="21414" y="5221"/>
                  <a:pt x="19996" y="5053"/>
                </a:cubicBezTo>
                <a:lnTo>
                  <a:pt x="18061" y="1142"/>
                </a:lnTo>
                <a:cubicBezTo>
                  <a:pt x="17871" y="751"/>
                  <a:pt x="17414" y="579"/>
                  <a:pt x="17014" y="739"/>
                </a:cubicBezTo>
                <a:lnTo>
                  <a:pt x="14151" y="1896"/>
                </a:lnTo>
                <a:cubicBezTo>
                  <a:pt x="14098" y="1916"/>
                  <a:pt x="14058" y="1957"/>
                  <a:pt x="14009" y="1989"/>
                </a:cubicBezTo>
                <a:lnTo>
                  <a:pt x="12575" y="290"/>
                </a:lnTo>
                <a:cubicBezTo>
                  <a:pt x="12418" y="106"/>
                  <a:pt x="12187" y="0"/>
                  <a:pt x="11945" y="0"/>
                </a:cubicBezTo>
                <a:cubicBezTo>
                  <a:pt x="11703" y="0"/>
                  <a:pt x="11473" y="106"/>
                  <a:pt x="11315" y="290"/>
                </a:cubicBezTo>
                <a:lnTo>
                  <a:pt x="7283" y="5050"/>
                </a:lnTo>
                <a:cubicBezTo>
                  <a:pt x="7276" y="5058"/>
                  <a:pt x="7276" y="5069"/>
                  <a:pt x="7271" y="5078"/>
                </a:cubicBezTo>
                <a:cubicBezTo>
                  <a:pt x="6839" y="3599"/>
                  <a:pt x="6516" y="2488"/>
                  <a:pt x="6444" y="2226"/>
                </a:cubicBezTo>
                <a:cubicBezTo>
                  <a:pt x="6120" y="1128"/>
                  <a:pt x="5542" y="0"/>
                  <a:pt x="3696" y="0"/>
                </a:cubicBezTo>
                <a:lnTo>
                  <a:pt x="828" y="0"/>
                </a:lnTo>
                <a:cubicBezTo>
                  <a:pt x="372" y="0"/>
                  <a:pt x="0" y="376"/>
                  <a:pt x="0" y="836"/>
                </a:cubicBezTo>
                <a:cubicBezTo>
                  <a:pt x="0" y="1299"/>
                  <a:pt x="372" y="1675"/>
                  <a:pt x="828" y="1675"/>
                </a:cubicBezTo>
                <a:lnTo>
                  <a:pt x="3696" y="1675"/>
                </a:lnTo>
                <a:cubicBezTo>
                  <a:pt x="4371" y="1675"/>
                  <a:pt x="4593" y="1800"/>
                  <a:pt x="4852" y="2700"/>
                </a:cubicBezTo>
                <a:cubicBezTo>
                  <a:pt x="5130" y="3656"/>
                  <a:pt x="8725" y="16035"/>
                  <a:pt x="8725" y="16035"/>
                </a:cubicBezTo>
                <a:cubicBezTo>
                  <a:pt x="8734" y="16059"/>
                  <a:pt x="8746" y="16089"/>
                  <a:pt x="8754" y="16116"/>
                </a:cubicBezTo>
                <a:cubicBezTo>
                  <a:pt x="8794" y="16207"/>
                  <a:pt x="9707" y="18408"/>
                  <a:pt x="12006" y="18408"/>
                </a:cubicBezTo>
                <a:lnTo>
                  <a:pt x="18485" y="18408"/>
                </a:lnTo>
                <a:cubicBezTo>
                  <a:pt x="18941" y="18408"/>
                  <a:pt x="19313" y="18032"/>
                  <a:pt x="19313" y="17572"/>
                </a:cubicBezTo>
                <a:cubicBezTo>
                  <a:pt x="19313" y="17110"/>
                  <a:pt x="18941" y="16734"/>
                  <a:pt x="18485" y="16734"/>
                </a:cubicBezTo>
                <a:lnTo>
                  <a:pt x="12006" y="16734"/>
                </a:lnTo>
                <a:cubicBezTo>
                  <a:pt x="10919" y="16734"/>
                  <a:pt x="10386" y="15700"/>
                  <a:pt x="10301" y="15511"/>
                </a:cubicBezTo>
                <a:cubicBezTo>
                  <a:pt x="10277" y="15434"/>
                  <a:pt x="10232" y="15279"/>
                  <a:pt x="10168" y="15058"/>
                </a:cubicBezTo>
                <a:lnTo>
                  <a:pt x="16873" y="15058"/>
                </a:lnTo>
                <a:cubicBezTo>
                  <a:pt x="17725" y="15058"/>
                  <a:pt x="18121" y="14339"/>
                  <a:pt x="18202" y="14070"/>
                </a:cubicBezTo>
                <a:cubicBezTo>
                  <a:pt x="18202" y="14070"/>
                  <a:pt x="18202" y="14070"/>
                  <a:pt x="18202" y="1407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4" name="Shape 23352"/>
          <p:cNvSpPr/>
          <p:nvPr/>
        </p:nvSpPr>
        <p:spPr>
          <a:xfrm>
            <a:off x="6926096" y="2197145"/>
            <a:ext cx="502032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59" y="0"/>
                </a:moveTo>
                <a:cubicBezTo>
                  <a:pt x="8097" y="0"/>
                  <a:pt x="6405" y="1635"/>
                  <a:pt x="6405" y="3652"/>
                </a:cubicBezTo>
                <a:lnTo>
                  <a:pt x="6405" y="4800"/>
                </a:lnTo>
                <a:cubicBezTo>
                  <a:pt x="6266" y="4990"/>
                  <a:pt x="6192" y="5227"/>
                  <a:pt x="6192" y="5461"/>
                </a:cubicBezTo>
                <a:lnTo>
                  <a:pt x="6192" y="6278"/>
                </a:lnTo>
                <a:cubicBezTo>
                  <a:pt x="6192" y="6612"/>
                  <a:pt x="6359" y="6935"/>
                  <a:pt x="6619" y="7148"/>
                </a:cubicBezTo>
                <a:cubicBezTo>
                  <a:pt x="6684" y="7353"/>
                  <a:pt x="6754" y="7548"/>
                  <a:pt x="6850" y="7757"/>
                </a:cubicBezTo>
                <a:cubicBezTo>
                  <a:pt x="7042" y="8249"/>
                  <a:pt x="7316" y="8761"/>
                  <a:pt x="7651" y="9235"/>
                </a:cubicBezTo>
                <a:cubicBezTo>
                  <a:pt x="7791" y="9435"/>
                  <a:pt x="7982" y="9674"/>
                  <a:pt x="8202" y="9913"/>
                </a:cubicBezTo>
                <a:cubicBezTo>
                  <a:pt x="8002" y="10053"/>
                  <a:pt x="7857" y="10227"/>
                  <a:pt x="7793" y="10417"/>
                </a:cubicBezTo>
                <a:lnTo>
                  <a:pt x="5694" y="11043"/>
                </a:lnTo>
                <a:cubicBezTo>
                  <a:pt x="5898" y="13642"/>
                  <a:pt x="8143" y="15687"/>
                  <a:pt x="10853" y="15687"/>
                </a:cubicBezTo>
                <a:cubicBezTo>
                  <a:pt x="13547" y="15687"/>
                  <a:pt x="15766" y="13671"/>
                  <a:pt x="15995" y="11096"/>
                </a:cubicBezTo>
                <a:lnTo>
                  <a:pt x="13718" y="10417"/>
                </a:lnTo>
                <a:cubicBezTo>
                  <a:pt x="13653" y="10227"/>
                  <a:pt x="13508" y="10053"/>
                  <a:pt x="13309" y="9913"/>
                </a:cubicBezTo>
                <a:cubicBezTo>
                  <a:pt x="13529" y="9674"/>
                  <a:pt x="13719" y="9435"/>
                  <a:pt x="13860" y="9235"/>
                </a:cubicBezTo>
                <a:cubicBezTo>
                  <a:pt x="14195" y="8760"/>
                  <a:pt x="14469" y="8249"/>
                  <a:pt x="14661" y="7757"/>
                </a:cubicBezTo>
                <a:cubicBezTo>
                  <a:pt x="14757" y="7548"/>
                  <a:pt x="14845" y="7353"/>
                  <a:pt x="14910" y="7148"/>
                </a:cubicBezTo>
                <a:cubicBezTo>
                  <a:pt x="15170" y="6935"/>
                  <a:pt x="15319" y="6612"/>
                  <a:pt x="15319" y="6278"/>
                </a:cubicBezTo>
                <a:lnTo>
                  <a:pt x="15319" y="5461"/>
                </a:lnTo>
                <a:cubicBezTo>
                  <a:pt x="15319" y="5227"/>
                  <a:pt x="15245" y="4990"/>
                  <a:pt x="15106" y="4800"/>
                </a:cubicBezTo>
                <a:lnTo>
                  <a:pt x="15106" y="3652"/>
                </a:lnTo>
                <a:cubicBezTo>
                  <a:pt x="15106" y="1635"/>
                  <a:pt x="13432" y="0"/>
                  <a:pt x="11369" y="0"/>
                </a:cubicBezTo>
                <a:lnTo>
                  <a:pt x="10159" y="0"/>
                </a:lnTo>
                <a:close/>
                <a:moveTo>
                  <a:pt x="9608" y="4452"/>
                </a:moveTo>
                <a:cubicBezTo>
                  <a:pt x="10150" y="4452"/>
                  <a:pt x="10599" y="4627"/>
                  <a:pt x="10942" y="4974"/>
                </a:cubicBezTo>
                <a:cubicBezTo>
                  <a:pt x="11370" y="5407"/>
                  <a:pt x="11874" y="5617"/>
                  <a:pt x="12419" y="5617"/>
                </a:cubicBezTo>
                <a:cubicBezTo>
                  <a:pt x="12728" y="5617"/>
                  <a:pt x="13041" y="5549"/>
                  <a:pt x="13362" y="5409"/>
                </a:cubicBezTo>
                <a:cubicBezTo>
                  <a:pt x="13436" y="5376"/>
                  <a:pt x="13524" y="5383"/>
                  <a:pt x="13593" y="5426"/>
                </a:cubicBezTo>
                <a:cubicBezTo>
                  <a:pt x="13625" y="5447"/>
                  <a:pt x="13646" y="5483"/>
                  <a:pt x="13665" y="5513"/>
                </a:cubicBezTo>
                <a:lnTo>
                  <a:pt x="13807" y="5513"/>
                </a:lnTo>
                <a:cubicBezTo>
                  <a:pt x="13939" y="5513"/>
                  <a:pt x="14038" y="5610"/>
                  <a:pt x="14038" y="5739"/>
                </a:cubicBezTo>
                <a:lnTo>
                  <a:pt x="14038" y="6122"/>
                </a:lnTo>
                <a:cubicBezTo>
                  <a:pt x="14038" y="6201"/>
                  <a:pt x="14000" y="6287"/>
                  <a:pt x="13931" y="6330"/>
                </a:cubicBezTo>
                <a:lnTo>
                  <a:pt x="13700" y="6470"/>
                </a:lnTo>
                <a:lnTo>
                  <a:pt x="13682" y="6574"/>
                </a:lnTo>
                <a:cubicBezTo>
                  <a:pt x="13606" y="7134"/>
                  <a:pt x="13291" y="7866"/>
                  <a:pt x="12828" y="8522"/>
                </a:cubicBezTo>
                <a:cubicBezTo>
                  <a:pt x="12241" y="9353"/>
                  <a:pt x="11690" y="9722"/>
                  <a:pt x="11405" y="9722"/>
                </a:cubicBezTo>
                <a:lnTo>
                  <a:pt x="10124" y="9722"/>
                </a:lnTo>
                <a:cubicBezTo>
                  <a:pt x="9839" y="9722"/>
                  <a:pt x="9287" y="9353"/>
                  <a:pt x="8700" y="8522"/>
                </a:cubicBezTo>
                <a:cubicBezTo>
                  <a:pt x="8237" y="7866"/>
                  <a:pt x="7904" y="7134"/>
                  <a:pt x="7829" y="6574"/>
                </a:cubicBezTo>
                <a:lnTo>
                  <a:pt x="7829" y="6470"/>
                </a:lnTo>
                <a:lnTo>
                  <a:pt x="7597" y="6330"/>
                </a:lnTo>
                <a:cubicBezTo>
                  <a:pt x="7529" y="6288"/>
                  <a:pt x="7473" y="6201"/>
                  <a:pt x="7473" y="6122"/>
                </a:cubicBezTo>
                <a:lnTo>
                  <a:pt x="7473" y="5739"/>
                </a:lnTo>
                <a:cubicBezTo>
                  <a:pt x="7473" y="5610"/>
                  <a:pt x="7589" y="5513"/>
                  <a:pt x="7722" y="5513"/>
                </a:cubicBezTo>
                <a:lnTo>
                  <a:pt x="7811" y="5513"/>
                </a:lnTo>
                <a:lnTo>
                  <a:pt x="7811" y="5096"/>
                </a:lnTo>
                <a:cubicBezTo>
                  <a:pt x="7811" y="5007"/>
                  <a:pt x="7871" y="4926"/>
                  <a:pt x="7953" y="4887"/>
                </a:cubicBezTo>
                <a:cubicBezTo>
                  <a:pt x="8282" y="4726"/>
                  <a:pt x="8930" y="4452"/>
                  <a:pt x="9608" y="4452"/>
                </a:cubicBezTo>
                <a:close/>
                <a:moveTo>
                  <a:pt x="1139" y="9461"/>
                </a:moveTo>
                <a:cubicBezTo>
                  <a:pt x="512" y="9461"/>
                  <a:pt x="0" y="9961"/>
                  <a:pt x="0" y="10574"/>
                </a:cubicBezTo>
                <a:cubicBezTo>
                  <a:pt x="0" y="11186"/>
                  <a:pt x="512" y="11670"/>
                  <a:pt x="1139" y="11670"/>
                </a:cubicBezTo>
                <a:lnTo>
                  <a:pt x="2455" y="11670"/>
                </a:lnTo>
                <a:cubicBezTo>
                  <a:pt x="2646" y="13057"/>
                  <a:pt x="3185" y="14341"/>
                  <a:pt x="3986" y="15426"/>
                </a:cubicBezTo>
                <a:lnTo>
                  <a:pt x="2900" y="16487"/>
                </a:lnTo>
                <a:cubicBezTo>
                  <a:pt x="2457" y="16920"/>
                  <a:pt x="2457" y="17618"/>
                  <a:pt x="2900" y="18052"/>
                </a:cubicBezTo>
                <a:cubicBezTo>
                  <a:pt x="3122" y="18269"/>
                  <a:pt x="3410" y="18383"/>
                  <a:pt x="3701" y="18383"/>
                </a:cubicBezTo>
                <a:cubicBezTo>
                  <a:pt x="3991" y="18383"/>
                  <a:pt x="4298" y="18269"/>
                  <a:pt x="4519" y="18052"/>
                </a:cubicBezTo>
                <a:lnTo>
                  <a:pt x="5551" y="17043"/>
                </a:lnTo>
                <a:cubicBezTo>
                  <a:pt x="6712" y="17961"/>
                  <a:pt x="8117" y="18582"/>
                  <a:pt x="9661" y="18800"/>
                </a:cubicBezTo>
                <a:lnTo>
                  <a:pt x="9661" y="20487"/>
                </a:lnTo>
                <a:cubicBezTo>
                  <a:pt x="9661" y="21099"/>
                  <a:pt x="10174" y="21600"/>
                  <a:pt x="10800" y="21600"/>
                </a:cubicBezTo>
                <a:cubicBezTo>
                  <a:pt x="11427" y="21600"/>
                  <a:pt x="11939" y="21099"/>
                  <a:pt x="11939" y="20487"/>
                </a:cubicBezTo>
                <a:lnTo>
                  <a:pt x="11939" y="18817"/>
                </a:lnTo>
                <a:cubicBezTo>
                  <a:pt x="13509" y="18628"/>
                  <a:pt x="14951" y="18023"/>
                  <a:pt x="16138" y="17113"/>
                </a:cubicBezTo>
                <a:lnTo>
                  <a:pt x="17099" y="18052"/>
                </a:lnTo>
                <a:cubicBezTo>
                  <a:pt x="17320" y="18269"/>
                  <a:pt x="17609" y="18383"/>
                  <a:pt x="17899" y="18383"/>
                </a:cubicBezTo>
                <a:cubicBezTo>
                  <a:pt x="18190" y="18383"/>
                  <a:pt x="18477" y="18269"/>
                  <a:pt x="18700" y="18052"/>
                </a:cubicBezTo>
                <a:cubicBezTo>
                  <a:pt x="19142" y="17618"/>
                  <a:pt x="19142" y="16920"/>
                  <a:pt x="18700" y="16487"/>
                </a:cubicBezTo>
                <a:lnTo>
                  <a:pt x="17721" y="15530"/>
                </a:lnTo>
                <a:cubicBezTo>
                  <a:pt x="18563" y="14425"/>
                  <a:pt x="19127" y="13099"/>
                  <a:pt x="19323" y="11670"/>
                </a:cubicBezTo>
                <a:lnTo>
                  <a:pt x="20461" y="11670"/>
                </a:lnTo>
                <a:cubicBezTo>
                  <a:pt x="21088" y="11670"/>
                  <a:pt x="21600" y="11186"/>
                  <a:pt x="21600" y="10574"/>
                </a:cubicBezTo>
                <a:cubicBezTo>
                  <a:pt x="21600" y="9961"/>
                  <a:pt x="21088" y="9461"/>
                  <a:pt x="20461" y="9461"/>
                </a:cubicBezTo>
                <a:lnTo>
                  <a:pt x="18255" y="9461"/>
                </a:lnTo>
                <a:cubicBezTo>
                  <a:pt x="17628" y="9461"/>
                  <a:pt x="17134" y="9961"/>
                  <a:pt x="17134" y="10574"/>
                </a:cubicBezTo>
                <a:cubicBezTo>
                  <a:pt x="17134" y="13936"/>
                  <a:pt x="14330" y="16661"/>
                  <a:pt x="10889" y="16661"/>
                </a:cubicBezTo>
                <a:cubicBezTo>
                  <a:pt x="7448" y="16661"/>
                  <a:pt x="4644" y="13936"/>
                  <a:pt x="4644" y="10574"/>
                </a:cubicBezTo>
                <a:cubicBezTo>
                  <a:pt x="4644" y="9961"/>
                  <a:pt x="4132" y="9461"/>
                  <a:pt x="3505" y="9461"/>
                </a:cubicBezTo>
                <a:lnTo>
                  <a:pt x="1139" y="9461"/>
                </a:lnTo>
                <a:close/>
                <a:moveTo>
                  <a:pt x="9234" y="10748"/>
                </a:moveTo>
                <a:cubicBezTo>
                  <a:pt x="9430" y="10849"/>
                  <a:pt x="9632" y="10923"/>
                  <a:pt x="9821" y="10957"/>
                </a:cubicBezTo>
                <a:cubicBezTo>
                  <a:pt x="9936" y="10976"/>
                  <a:pt x="10017" y="11068"/>
                  <a:pt x="10017" y="11183"/>
                </a:cubicBezTo>
                <a:lnTo>
                  <a:pt x="10017" y="11774"/>
                </a:lnTo>
                <a:cubicBezTo>
                  <a:pt x="10052" y="11786"/>
                  <a:pt x="10081" y="11799"/>
                  <a:pt x="10106" y="11826"/>
                </a:cubicBezTo>
                <a:cubicBezTo>
                  <a:pt x="10152" y="11876"/>
                  <a:pt x="10183" y="11952"/>
                  <a:pt x="10177" y="12017"/>
                </a:cubicBezTo>
                <a:cubicBezTo>
                  <a:pt x="10177" y="12017"/>
                  <a:pt x="10035" y="13252"/>
                  <a:pt x="10035" y="13252"/>
                </a:cubicBezTo>
                <a:cubicBezTo>
                  <a:pt x="10025" y="13348"/>
                  <a:pt x="9969" y="13435"/>
                  <a:pt x="9875" y="13461"/>
                </a:cubicBezTo>
                <a:cubicBezTo>
                  <a:pt x="9853" y="13467"/>
                  <a:pt x="9824" y="13478"/>
                  <a:pt x="9804" y="13478"/>
                </a:cubicBezTo>
                <a:cubicBezTo>
                  <a:pt x="9729" y="13478"/>
                  <a:pt x="9653" y="13434"/>
                  <a:pt x="9608" y="13374"/>
                </a:cubicBezTo>
                <a:lnTo>
                  <a:pt x="8932" y="12504"/>
                </a:lnTo>
                <a:cubicBezTo>
                  <a:pt x="8900" y="12464"/>
                  <a:pt x="8896" y="12417"/>
                  <a:pt x="8896" y="12365"/>
                </a:cubicBezTo>
                <a:lnTo>
                  <a:pt x="8896" y="10957"/>
                </a:lnTo>
                <a:cubicBezTo>
                  <a:pt x="8896" y="10874"/>
                  <a:pt x="8931" y="10807"/>
                  <a:pt x="9003" y="10765"/>
                </a:cubicBezTo>
                <a:cubicBezTo>
                  <a:pt x="9074" y="10722"/>
                  <a:pt x="9160" y="10709"/>
                  <a:pt x="9234" y="10748"/>
                </a:cubicBezTo>
                <a:close/>
                <a:moveTo>
                  <a:pt x="12277" y="10748"/>
                </a:moveTo>
                <a:cubicBezTo>
                  <a:pt x="12351" y="10709"/>
                  <a:pt x="12436" y="10722"/>
                  <a:pt x="12508" y="10765"/>
                </a:cubicBezTo>
                <a:cubicBezTo>
                  <a:pt x="12580" y="10808"/>
                  <a:pt x="12633" y="10873"/>
                  <a:pt x="12633" y="10957"/>
                </a:cubicBezTo>
                <a:cubicBezTo>
                  <a:pt x="12633" y="10957"/>
                  <a:pt x="12633" y="12365"/>
                  <a:pt x="12633" y="12365"/>
                </a:cubicBezTo>
                <a:cubicBezTo>
                  <a:pt x="12633" y="12417"/>
                  <a:pt x="12611" y="12464"/>
                  <a:pt x="12579" y="12504"/>
                </a:cubicBezTo>
                <a:lnTo>
                  <a:pt x="11903" y="13374"/>
                </a:lnTo>
                <a:cubicBezTo>
                  <a:pt x="11857" y="13434"/>
                  <a:pt x="11799" y="13478"/>
                  <a:pt x="11725" y="13478"/>
                </a:cubicBezTo>
                <a:cubicBezTo>
                  <a:pt x="11705" y="13478"/>
                  <a:pt x="11676" y="13467"/>
                  <a:pt x="11654" y="13461"/>
                </a:cubicBezTo>
                <a:cubicBezTo>
                  <a:pt x="11560" y="13436"/>
                  <a:pt x="11487" y="13348"/>
                  <a:pt x="11476" y="13252"/>
                </a:cubicBezTo>
                <a:lnTo>
                  <a:pt x="11352" y="12017"/>
                </a:lnTo>
                <a:cubicBezTo>
                  <a:pt x="11344" y="11952"/>
                  <a:pt x="11360" y="11876"/>
                  <a:pt x="11405" y="11826"/>
                </a:cubicBezTo>
                <a:cubicBezTo>
                  <a:pt x="11430" y="11799"/>
                  <a:pt x="11459" y="11786"/>
                  <a:pt x="11494" y="11774"/>
                </a:cubicBezTo>
                <a:lnTo>
                  <a:pt x="11494" y="11183"/>
                </a:lnTo>
                <a:cubicBezTo>
                  <a:pt x="11494" y="11070"/>
                  <a:pt x="11574" y="10976"/>
                  <a:pt x="11690" y="10957"/>
                </a:cubicBezTo>
                <a:cubicBezTo>
                  <a:pt x="11879" y="10923"/>
                  <a:pt x="12081" y="10849"/>
                  <a:pt x="12277" y="1074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5" name="Shape 23357"/>
          <p:cNvSpPr/>
          <p:nvPr/>
        </p:nvSpPr>
        <p:spPr>
          <a:xfrm>
            <a:off x="4690984" y="5314934"/>
            <a:ext cx="453668" cy="376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36" y="0"/>
                </a:moveTo>
                <a:cubicBezTo>
                  <a:pt x="2282" y="0"/>
                  <a:pt x="1996" y="344"/>
                  <a:pt x="1996" y="771"/>
                </a:cubicBezTo>
                <a:lnTo>
                  <a:pt x="1996" y="7181"/>
                </a:lnTo>
                <a:cubicBezTo>
                  <a:pt x="1996" y="7434"/>
                  <a:pt x="2095" y="7659"/>
                  <a:pt x="2261" y="7802"/>
                </a:cubicBezTo>
                <a:cubicBezTo>
                  <a:pt x="2261" y="7802"/>
                  <a:pt x="10402" y="14795"/>
                  <a:pt x="10402" y="14795"/>
                </a:cubicBezTo>
                <a:cubicBezTo>
                  <a:pt x="10512" y="14892"/>
                  <a:pt x="10647" y="14945"/>
                  <a:pt x="10777" y="14945"/>
                </a:cubicBezTo>
                <a:cubicBezTo>
                  <a:pt x="10906" y="14945"/>
                  <a:pt x="11037" y="14892"/>
                  <a:pt x="11151" y="14795"/>
                </a:cubicBezTo>
                <a:lnTo>
                  <a:pt x="19276" y="7802"/>
                </a:lnTo>
                <a:cubicBezTo>
                  <a:pt x="19444" y="7655"/>
                  <a:pt x="19541" y="7429"/>
                  <a:pt x="19541" y="7181"/>
                </a:cubicBezTo>
                <a:lnTo>
                  <a:pt x="19541" y="771"/>
                </a:lnTo>
                <a:cubicBezTo>
                  <a:pt x="19541" y="344"/>
                  <a:pt x="19256" y="0"/>
                  <a:pt x="18902" y="0"/>
                </a:cubicBezTo>
                <a:lnTo>
                  <a:pt x="2636" y="0"/>
                </a:lnTo>
                <a:close/>
                <a:moveTo>
                  <a:pt x="3275" y="1542"/>
                </a:moveTo>
                <a:lnTo>
                  <a:pt x="18263" y="1542"/>
                </a:lnTo>
                <a:lnTo>
                  <a:pt x="18263" y="6786"/>
                </a:lnTo>
                <a:lnTo>
                  <a:pt x="10777" y="13216"/>
                </a:lnTo>
                <a:lnTo>
                  <a:pt x="3275" y="6786"/>
                </a:lnTo>
                <a:cubicBezTo>
                  <a:pt x="3275" y="6786"/>
                  <a:pt x="3275" y="1541"/>
                  <a:pt x="3275" y="1542"/>
                </a:cubicBezTo>
                <a:close/>
                <a:moveTo>
                  <a:pt x="5677" y="3008"/>
                </a:moveTo>
                <a:cubicBezTo>
                  <a:pt x="5293" y="3008"/>
                  <a:pt x="4991" y="3371"/>
                  <a:pt x="4991" y="3835"/>
                </a:cubicBezTo>
                <a:cubicBezTo>
                  <a:pt x="4991" y="4299"/>
                  <a:pt x="5293" y="4681"/>
                  <a:pt x="5677" y="4681"/>
                </a:cubicBezTo>
                <a:lnTo>
                  <a:pt x="15206" y="4681"/>
                </a:lnTo>
                <a:cubicBezTo>
                  <a:pt x="15591" y="4681"/>
                  <a:pt x="15908" y="4299"/>
                  <a:pt x="15908" y="3835"/>
                </a:cubicBezTo>
                <a:cubicBezTo>
                  <a:pt x="15908" y="3371"/>
                  <a:pt x="15591" y="3008"/>
                  <a:pt x="15206" y="3008"/>
                </a:cubicBezTo>
                <a:lnTo>
                  <a:pt x="5677" y="3008"/>
                </a:lnTo>
                <a:close/>
                <a:moveTo>
                  <a:pt x="5677" y="6016"/>
                </a:moveTo>
                <a:cubicBezTo>
                  <a:pt x="5293" y="6016"/>
                  <a:pt x="4991" y="6379"/>
                  <a:pt x="4991" y="6843"/>
                </a:cubicBezTo>
                <a:cubicBezTo>
                  <a:pt x="4991" y="7306"/>
                  <a:pt x="5293" y="7689"/>
                  <a:pt x="5677" y="7689"/>
                </a:cubicBezTo>
                <a:lnTo>
                  <a:pt x="15206" y="7689"/>
                </a:lnTo>
                <a:cubicBezTo>
                  <a:pt x="15591" y="7689"/>
                  <a:pt x="15908" y="7306"/>
                  <a:pt x="15908" y="6843"/>
                </a:cubicBezTo>
                <a:cubicBezTo>
                  <a:pt x="15908" y="6384"/>
                  <a:pt x="15591" y="6016"/>
                  <a:pt x="15206" y="6016"/>
                </a:cubicBezTo>
                <a:lnTo>
                  <a:pt x="5677" y="6016"/>
                </a:lnTo>
                <a:close/>
                <a:moveTo>
                  <a:pt x="0" y="6617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6617"/>
                </a:lnTo>
                <a:cubicBezTo>
                  <a:pt x="21600" y="6617"/>
                  <a:pt x="18933" y="8911"/>
                  <a:pt x="18933" y="8911"/>
                </a:cubicBezTo>
                <a:lnTo>
                  <a:pt x="10808" y="15904"/>
                </a:lnTo>
                <a:lnTo>
                  <a:pt x="2667" y="8911"/>
                </a:lnTo>
                <a:lnTo>
                  <a:pt x="0" y="661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6" name="Shape 23358"/>
          <p:cNvSpPr/>
          <p:nvPr/>
        </p:nvSpPr>
        <p:spPr>
          <a:xfrm>
            <a:off x="4656065" y="3742469"/>
            <a:ext cx="488587" cy="422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6" h="21600" extrusionOk="0">
                <a:moveTo>
                  <a:pt x="12037" y="0"/>
                </a:moveTo>
                <a:lnTo>
                  <a:pt x="11993" y="17"/>
                </a:lnTo>
                <a:lnTo>
                  <a:pt x="12454" y="1021"/>
                </a:lnTo>
                <a:lnTo>
                  <a:pt x="12454" y="1390"/>
                </a:lnTo>
                <a:lnTo>
                  <a:pt x="12498" y="1390"/>
                </a:lnTo>
                <a:cubicBezTo>
                  <a:pt x="12498" y="1390"/>
                  <a:pt x="12498" y="1205"/>
                  <a:pt x="12498" y="1122"/>
                </a:cubicBezTo>
                <a:lnTo>
                  <a:pt x="12555" y="1239"/>
                </a:lnTo>
                <a:cubicBezTo>
                  <a:pt x="12555" y="1239"/>
                  <a:pt x="12584" y="1222"/>
                  <a:pt x="12584" y="1222"/>
                </a:cubicBezTo>
                <a:lnTo>
                  <a:pt x="12498" y="1021"/>
                </a:lnTo>
                <a:cubicBezTo>
                  <a:pt x="12498" y="624"/>
                  <a:pt x="12498" y="0"/>
                  <a:pt x="12498" y="0"/>
                </a:cubicBezTo>
                <a:lnTo>
                  <a:pt x="12454" y="0"/>
                </a:lnTo>
                <a:lnTo>
                  <a:pt x="12454" y="938"/>
                </a:lnTo>
                <a:lnTo>
                  <a:pt x="12037" y="0"/>
                </a:lnTo>
                <a:close/>
                <a:moveTo>
                  <a:pt x="13492" y="0"/>
                </a:moveTo>
                <a:lnTo>
                  <a:pt x="12915" y="1189"/>
                </a:lnTo>
                <a:cubicBezTo>
                  <a:pt x="12915" y="1189"/>
                  <a:pt x="12925" y="1194"/>
                  <a:pt x="12930" y="1206"/>
                </a:cubicBezTo>
                <a:lnTo>
                  <a:pt x="12944" y="1222"/>
                </a:lnTo>
                <a:lnTo>
                  <a:pt x="13434" y="921"/>
                </a:lnTo>
                <a:lnTo>
                  <a:pt x="12915" y="1540"/>
                </a:lnTo>
                <a:lnTo>
                  <a:pt x="12944" y="1574"/>
                </a:lnTo>
                <a:cubicBezTo>
                  <a:pt x="12944" y="1574"/>
                  <a:pt x="13313" y="1124"/>
                  <a:pt x="13549" y="837"/>
                </a:cubicBezTo>
                <a:lnTo>
                  <a:pt x="13981" y="569"/>
                </a:lnTo>
                <a:lnTo>
                  <a:pt x="13967" y="536"/>
                </a:lnTo>
                <a:lnTo>
                  <a:pt x="13607" y="754"/>
                </a:lnTo>
                <a:cubicBezTo>
                  <a:pt x="13654" y="696"/>
                  <a:pt x="13765" y="569"/>
                  <a:pt x="13765" y="569"/>
                </a:cubicBezTo>
                <a:lnTo>
                  <a:pt x="13736" y="536"/>
                </a:lnTo>
                <a:lnTo>
                  <a:pt x="13506" y="820"/>
                </a:lnTo>
                <a:lnTo>
                  <a:pt x="12973" y="1155"/>
                </a:lnTo>
                <a:cubicBezTo>
                  <a:pt x="13029" y="1038"/>
                  <a:pt x="13520" y="17"/>
                  <a:pt x="13520" y="17"/>
                </a:cubicBezTo>
                <a:lnTo>
                  <a:pt x="13492" y="0"/>
                </a:lnTo>
                <a:close/>
                <a:moveTo>
                  <a:pt x="11561" y="536"/>
                </a:moveTo>
                <a:lnTo>
                  <a:pt x="11532" y="569"/>
                </a:lnTo>
                <a:lnTo>
                  <a:pt x="12368" y="1540"/>
                </a:lnTo>
                <a:cubicBezTo>
                  <a:pt x="12368" y="1540"/>
                  <a:pt x="12397" y="1507"/>
                  <a:pt x="12397" y="1507"/>
                </a:cubicBezTo>
                <a:lnTo>
                  <a:pt x="11561" y="536"/>
                </a:lnTo>
                <a:close/>
                <a:moveTo>
                  <a:pt x="11086" y="1072"/>
                </a:moveTo>
                <a:lnTo>
                  <a:pt x="11072" y="1105"/>
                </a:lnTo>
                <a:lnTo>
                  <a:pt x="12210" y="1507"/>
                </a:lnTo>
                <a:cubicBezTo>
                  <a:pt x="12210" y="1507"/>
                  <a:pt x="12224" y="1474"/>
                  <a:pt x="12224" y="1474"/>
                </a:cubicBezTo>
                <a:lnTo>
                  <a:pt x="11086" y="1072"/>
                </a:lnTo>
                <a:close/>
                <a:moveTo>
                  <a:pt x="11532" y="1607"/>
                </a:moveTo>
                <a:lnTo>
                  <a:pt x="11532" y="1658"/>
                </a:lnTo>
                <a:lnTo>
                  <a:pt x="12037" y="1658"/>
                </a:lnTo>
                <a:lnTo>
                  <a:pt x="11072" y="2260"/>
                </a:lnTo>
                <a:cubicBezTo>
                  <a:pt x="11072" y="2260"/>
                  <a:pt x="11086" y="2294"/>
                  <a:pt x="11086" y="2294"/>
                </a:cubicBezTo>
                <a:lnTo>
                  <a:pt x="12109" y="1658"/>
                </a:lnTo>
                <a:lnTo>
                  <a:pt x="12325" y="1658"/>
                </a:lnTo>
                <a:lnTo>
                  <a:pt x="11532" y="2579"/>
                </a:lnTo>
                <a:lnTo>
                  <a:pt x="11561" y="2612"/>
                </a:lnTo>
                <a:lnTo>
                  <a:pt x="12382" y="1658"/>
                </a:lnTo>
                <a:lnTo>
                  <a:pt x="12454" y="1658"/>
                </a:lnTo>
                <a:cubicBezTo>
                  <a:pt x="12454" y="1751"/>
                  <a:pt x="12454" y="2997"/>
                  <a:pt x="12454" y="2997"/>
                </a:cubicBezTo>
                <a:lnTo>
                  <a:pt x="12498" y="2997"/>
                </a:lnTo>
                <a:lnTo>
                  <a:pt x="12498" y="1725"/>
                </a:lnTo>
                <a:cubicBezTo>
                  <a:pt x="12505" y="1728"/>
                  <a:pt x="12503" y="1741"/>
                  <a:pt x="12512" y="1741"/>
                </a:cubicBezTo>
                <a:cubicBezTo>
                  <a:pt x="12543" y="1741"/>
                  <a:pt x="12570" y="1715"/>
                  <a:pt x="12570" y="1674"/>
                </a:cubicBezTo>
                <a:cubicBezTo>
                  <a:pt x="12570" y="1666"/>
                  <a:pt x="12558" y="1666"/>
                  <a:pt x="12555" y="1658"/>
                </a:cubicBezTo>
                <a:lnTo>
                  <a:pt x="12728" y="1658"/>
                </a:lnTo>
                <a:cubicBezTo>
                  <a:pt x="12728" y="1658"/>
                  <a:pt x="12728" y="1607"/>
                  <a:pt x="12728" y="1607"/>
                </a:cubicBezTo>
                <a:lnTo>
                  <a:pt x="11532" y="1607"/>
                </a:lnTo>
                <a:close/>
                <a:moveTo>
                  <a:pt x="12915" y="1607"/>
                </a:moveTo>
                <a:lnTo>
                  <a:pt x="12915" y="1658"/>
                </a:lnTo>
                <a:lnTo>
                  <a:pt x="13751" y="2612"/>
                </a:lnTo>
                <a:cubicBezTo>
                  <a:pt x="13751" y="2612"/>
                  <a:pt x="13780" y="2579"/>
                  <a:pt x="13780" y="2579"/>
                </a:cubicBezTo>
                <a:lnTo>
                  <a:pt x="13002" y="1674"/>
                </a:lnTo>
                <a:lnTo>
                  <a:pt x="14053" y="2043"/>
                </a:lnTo>
                <a:cubicBezTo>
                  <a:pt x="14053" y="2043"/>
                  <a:pt x="14068" y="2009"/>
                  <a:pt x="14068" y="2009"/>
                </a:cubicBezTo>
                <a:lnTo>
                  <a:pt x="13088" y="1658"/>
                </a:lnTo>
                <a:lnTo>
                  <a:pt x="14096" y="1658"/>
                </a:lnTo>
                <a:cubicBezTo>
                  <a:pt x="14096" y="1658"/>
                  <a:pt x="14096" y="1607"/>
                  <a:pt x="14096" y="1607"/>
                </a:cubicBezTo>
                <a:lnTo>
                  <a:pt x="12915" y="1607"/>
                </a:lnTo>
                <a:close/>
                <a:moveTo>
                  <a:pt x="15595" y="1607"/>
                </a:moveTo>
                <a:cubicBezTo>
                  <a:pt x="15271" y="1648"/>
                  <a:pt x="15057" y="1779"/>
                  <a:pt x="14918" y="1993"/>
                </a:cubicBezTo>
                <a:cubicBezTo>
                  <a:pt x="14777" y="2206"/>
                  <a:pt x="14726" y="2502"/>
                  <a:pt x="14774" y="2863"/>
                </a:cubicBezTo>
                <a:cubicBezTo>
                  <a:pt x="14900" y="3753"/>
                  <a:pt x="16315" y="5163"/>
                  <a:pt x="16372" y="5224"/>
                </a:cubicBezTo>
                <a:cubicBezTo>
                  <a:pt x="16403" y="5255"/>
                  <a:pt x="16424" y="5258"/>
                  <a:pt x="16459" y="5258"/>
                </a:cubicBezTo>
                <a:cubicBezTo>
                  <a:pt x="16494" y="5258"/>
                  <a:pt x="16533" y="5255"/>
                  <a:pt x="16560" y="5224"/>
                </a:cubicBezTo>
                <a:cubicBezTo>
                  <a:pt x="16616" y="5163"/>
                  <a:pt x="18022" y="3753"/>
                  <a:pt x="18144" y="2863"/>
                </a:cubicBezTo>
                <a:cubicBezTo>
                  <a:pt x="18197" y="2502"/>
                  <a:pt x="18143" y="2206"/>
                  <a:pt x="18000" y="1993"/>
                </a:cubicBezTo>
                <a:cubicBezTo>
                  <a:pt x="17860" y="1779"/>
                  <a:pt x="17628" y="1648"/>
                  <a:pt x="17309" y="1607"/>
                </a:cubicBezTo>
                <a:cubicBezTo>
                  <a:pt x="17283" y="1607"/>
                  <a:pt x="17263" y="1607"/>
                  <a:pt x="17237" y="1607"/>
                </a:cubicBezTo>
                <a:cubicBezTo>
                  <a:pt x="16957" y="1607"/>
                  <a:pt x="16642" y="1765"/>
                  <a:pt x="16459" y="2060"/>
                </a:cubicBezTo>
                <a:cubicBezTo>
                  <a:pt x="16275" y="1765"/>
                  <a:pt x="15961" y="1607"/>
                  <a:pt x="15681" y="1607"/>
                </a:cubicBezTo>
                <a:cubicBezTo>
                  <a:pt x="15655" y="1607"/>
                  <a:pt x="15620" y="1607"/>
                  <a:pt x="15595" y="1607"/>
                </a:cubicBezTo>
                <a:close/>
                <a:moveTo>
                  <a:pt x="17165" y="1926"/>
                </a:moveTo>
                <a:cubicBezTo>
                  <a:pt x="17165" y="1926"/>
                  <a:pt x="18034" y="1778"/>
                  <a:pt x="17942" y="2997"/>
                </a:cubicBezTo>
                <a:cubicBezTo>
                  <a:pt x="17942" y="2997"/>
                  <a:pt x="17890" y="2053"/>
                  <a:pt x="17165" y="1926"/>
                </a:cubicBezTo>
                <a:close/>
                <a:moveTo>
                  <a:pt x="12368" y="2143"/>
                </a:moveTo>
                <a:lnTo>
                  <a:pt x="11993" y="3449"/>
                </a:lnTo>
                <a:cubicBezTo>
                  <a:pt x="11993" y="3449"/>
                  <a:pt x="12037" y="3466"/>
                  <a:pt x="12037" y="3466"/>
                </a:cubicBezTo>
                <a:lnTo>
                  <a:pt x="12411" y="2160"/>
                </a:lnTo>
                <a:lnTo>
                  <a:pt x="12368" y="2143"/>
                </a:lnTo>
                <a:close/>
                <a:moveTo>
                  <a:pt x="12915" y="2143"/>
                </a:moveTo>
                <a:cubicBezTo>
                  <a:pt x="12915" y="2143"/>
                  <a:pt x="13261" y="3483"/>
                  <a:pt x="13261" y="3483"/>
                </a:cubicBezTo>
                <a:lnTo>
                  <a:pt x="13304" y="3466"/>
                </a:lnTo>
                <a:lnTo>
                  <a:pt x="12959" y="2143"/>
                </a:lnTo>
                <a:lnTo>
                  <a:pt x="12915" y="2143"/>
                </a:lnTo>
                <a:close/>
                <a:moveTo>
                  <a:pt x="10366" y="3215"/>
                </a:moveTo>
                <a:lnTo>
                  <a:pt x="6765" y="8255"/>
                </a:lnTo>
                <a:cubicBezTo>
                  <a:pt x="6795" y="7599"/>
                  <a:pt x="6688" y="6796"/>
                  <a:pt x="6433" y="5978"/>
                </a:cubicBezTo>
                <a:cubicBezTo>
                  <a:pt x="5887" y="4214"/>
                  <a:pt x="4844" y="3022"/>
                  <a:pt x="4114" y="3332"/>
                </a:cubicBezTo>
                <a:cubicBezTo>
                  <a:pt x="3987" y="3383"/>
                  <a:pt x="3889" y="3473"/>
                  <a:pt x="3797" y="3600"/>
                </a:cubicBezTo>
                <a:cubicBezTo>
                  <a:pt x="3361" y="4215"/>
                  <a:pt x="3333" y="5636"/>
                  <a:pt x="3783" y="7100"/>
                </a:cubicBezTo>
                <a:cubicBezTo>
                  <a:pt x="3941" y="7592"/>
                  <a:pt x="4136" y="8024"/>
                  <a:pt x="4345" y="8406"/>
                </a:cubicBezTo>
                <a:cubicBezTo>
                  <a:pt x="3987" y="8233"/>
                  <a:pt x="3577" y="8090"/>
                  <a:pt x="3135" y="8004"/>
                </a:cubicBezTo>
                <a:cubicBezTo>
                  <a:pt x="1809" y="7760"/>
                  <a:pt x="619" y="8047"/>
                  <a:pt x="182" y="8657"/>
                </a:cubicBezTo>
                <a:cubicBezTo>
                  <a:pt x="90" y="8784"/>
                  <a:pt x="30" y="8923"/>
                  <a:pt x="9" y="9075"/>
                </a:cubicBezTo>
                <a:cubicBezTo>
                  <a:pt x="-114" y="9970"/>
                  <a:pt x="1078" y="10952"/>
                  <a:pt x="2674" y="11252"/>
                </a:cubicBezTo>
                <a:cubicBezTo>
                  <a:pt x="3412" y="11394"/>
                  <a:pt x="4116" y="11359"/>
                  <a:pt x="4662" y="11202"/>
                </a:cubicBezTo>
                <a:lnTo>
                  <a:pt x="1060" y="16242"/>
                </a:lnTo>
                <a:lnTo>
                  <a:pt x="3682" y="18753"/>
                </a:lnTo>
                <a:lnTo>
                  <a:pt x="7571" y="13312"/>
                </a:lnTo>
                <a:cubicBezTo>
                  <a:pt x="7571" y="13312"/>
                  <a:pt x="4935" y="10750"/>
                  <a:pt x="4935" y="10750"/>
                </a:cubicBezTo>
                <a:lnTo>
                  <a:pt x="6505" y="8540"/>
                </a:lnTo>
                <a:lnTo>
                  <a:pt x="9141" y="11101"/>
                </a:lnTo>
                <a:lnTo>
                  <a:pt x="12987" y="5743"/>
                </a:lnTo>
                <a:lnTo>
                  <a:pt x="10366" y="3215"/>
                </a:lnTo>
                <a:close/>
                <a:moveTo>
                  <a:pt x="18922" y="3215"/>
                </a:moveTo>
                <a:lnTo>
                  <a:pt x="18908" y="3232"/>
                </a:lnTo>
                <a:lnTo>
                  <a:pt x="19325" y="3717"/>
                </a:lnTo>
                <a:cubicBezTo>
                  <a:pt x="19325" y="3717"/>
                  <a:pt x="19340" y="3700"/>
                  <a:pt x="19340" y="3700"/>
                </a:cubicBezTo>
                <a:lnTo>
                  <a:pt x="18922" y="3215"/>
                </a:lnTo>
                <a:close/>
                <a:moveTo>
                  <a:pt x="19369" y="3215"/>
                </a:moveTo>
                <a:lnTo>
                  <a:pt x="19369" y="3751"/>
                </a:lnTo>
                <a:lnTo>
                  <a:pt x="18908" y="3751"/>
                </a:lnTo>
                <a:lnTo>
                  <a:pt x="18908" y="3767"/>
                </a:lnTo>
                <a:lnTo>
                  <a:pt x="19210" y="3885"/>
                </a:lnTo>
                <a:lnTo>
                  <a:pt x="18908" y="4069"/>
                </a:lnTo>
                <a:cubicBezTo>
                  <a:pt x="18908" y="4069"/>
                  <a:pt x="18922" y="4102"/>
                  <a:pt x="18922" y="4102"/>
                </a:cubicBezTo>
                <a:lnTo>
                  <a:pt x="19152" y="3952"/>
                </a:lnTo>
                <a:lnTo>
                  <a:pt x="18908" y="4236"/>
                </a:lnTo>
                <a:lnTo>
                  <a:pt x="18922" y="4253"/>
                </a:lnTo>
                <a:lnTo>
                  <a:pt x="19210" y="3918"/>
                </a:lnTo>
                <a:lnTo>
                  <a:pt x="19253" y="3885"/>
                </a:lnTo>
                <a:lnTo>
                  <a:pt x="19268" y="3885"/>
                </a:lnTo>
                <a:lnTo>
                  <a:pt x="19369" y="3818"/>
                </a:lnTo>
                <a:cubicBezTo>
                  <a:pt x="19369" y="3835"/>
                  <a:pt x="19369" y="3881"/>
                  <a:pt x="19369" y="3918"/>
                </a:cubicBezTo>
                <a:lnTo>
                  <a:pt x="19369" y="3935"/>
                </a:lnTo>
                <a:cubicBezTo>
                  <a:pt x="19369" y="4132"/>
                  <a:pt x="19369" y="4437"/>
                  <a:pt x="19369" y="4437"/>
                </a:cubicBezTo>
                <a:lnTo>
                  <a:pt x="19383" y="4437"/>
                </a:lnTo>
                <a:lnTo>
                  <a:pt x="19383" y="4337"/>
                </a:lnTo>
                <a:cubicBezTo>
                  <a:pt x="19394" y="4377"/>
                  <a:pt x="19417" y="4479"/>
                  <a:pt x="19455" y="4621"/>
                </a:cubicBezTo>
                <a:lnTo>
                  <a:pt x="19369" y="4940"/>
                </a:lnTo>
                <a:cubicBezTo>
                  <a:pt x="19369" y="4940"/>
                  <a:pt x="19383" y="4940"/>
                  <a:pt x="19383" y="4940"/>
                </a:cubicBezTo>
                <a:lnTo>
                  <a:pt x="19469" y="4655"/>
                </a:lnTo>
                <a:lnTo>
                  <a:pt x="19469" y="4621"/>
                </a:lnTo>
                <a:lnTo>
                  <a:pt x="19469" y="4605"/>
                </a:lnTo>
                <a:lnTo>
                  <a:pt x="19383" y="4287"/>
                </a:lnTo>
                <a:lnTo>
                  <a:pt x="19383" y="3935"/>
                </a:lnTo>
                <a:lnTo>
                  <a:pt x="19469" y="3968"/>
                </a:lnTo>
                <a:cubicBezTo>
                  <a:pt x="19469" y="3968"/>
                  <a:pt x="19469" y="3952"/>
                  <a:pt x="19469" y="3952"/>
                </a:cubicBezTo>
                <a:lnTo>
                  <a:pt x="19383" y="3918"/>
                </a:lnTo>
                <a:lnTo>
                  <a:pt x="19383" y="3818"/>
                </a:lnTo>
                <a:cubicBezTo>
                  <a:pt x="19383" y="3818"/>
                  <a:pt x="19397" y="3818"/>
                  <a:pt x="19397" y="3818"/>
                </a:cubicBezTo>
                <a:lnTo>
                  <a:pt x="19786" y="4253"/>
                </a:lnTo>
                <a:cubicBezTo>
                  <a:pt x="19786" y="4253"/>
                  <a:pt x="19801" y="4236"/>
                  <a:pt x="19801" y="4236"/>
                </a:cubicBezTo>
                <a:lnTo>
                  <a:pt x="19426" y="3784"/>
                </a:lnTo>
                <a:lnTo>
                  <a:pt x="19441" y="3767"/>
                </a:lnTo>
                <a:lnTo>
                  <a:pt x="19628" y="3767"/>
                </a:lnTo>
                <a:lnTo>
                  <a:pt x="19829" y="3767"/>
                </a:lnTo>
                <a:lnTo>
                  <a:pt x="20391" y="3968"/>
                </a:lnTo>
                <a:cubicBezTo>
                  <a:pt x="20391" y="3968"/>
                  <a:pt x="20406" y="3952"/>
                  <a:pt x="20406" y="3952"/>
                </a:cubicBezTo>
                <a:lnTo>
                  <a:pt x="19873" y="3767"/>
                </a:lnTo>
                <a:lnTo>
                  <a:pt x="19959" y="3767"/>
                </a:lnTo>
                <a:cubicBezTo>
                  <a:pt x="19959" y="3767"/>
                  <a:pt x="19959" y="3751"/>
                  <a:pt x="19959" y="3751"/>
                </a:cubicBezTo>
                <a:lnTo>
                  <a:pt x="19628" y="3751"/>
                </a:lnTo>
                <a:lnTo>
                  <a:pt x="19527" y="3550"/>
                </a:lnTo>
                <a:lnTo>
                  <a:pt x="19613" y="3751"/>
                </a:lnTo>
                <a:lnTo>
                  <a:pt x="19412" y="3751"/>
                </a:lnTo>
                <a:cubicBezTo>
                  <a:pt x="19420" y="3735"/>
                  <a:pt x="19435" y="3686"/>
                  <a:pt x="19455" y="3650"/>
                </a:cubicBezTo>
                <a:lnTo>
                  <a:pt x="19383" y="3751"/>
                </a:lnTo>
                <a:cubicBezTo>
                  <a:pt x="19383" y="3740"/>
                  <a:pt x="19383" y="3730"/>
                  <a:pt x="19383" y="3717"/>
                </a:cubicBezTo>
                <a:cubicBezTo>
                  <a:pt x="19383" y="3717"/>
                  <a:pt x="19438" y="3670"/>
                  <a:pt x="19455" y="3650"/>
                </a:cubicBezTo>
                <a:cubicBezTo>
                  <a:pt x="19472" y="3630"/>
                  <a:pt x="19485" y="3599"/>
                  <a:pt x="19513" y="3567"/>
                </a:cubicBezTo>
                <a:cubicBezTo>
                  <a:pt x="19518" y="3557"/>
                  <a:pt x="19522" y="3560"/>
                  <a:pt x="19527" y="3550"/>
                </a:cubicBezTo>
                <a:cubicBezTo>
                  <a:pt x="19651" y="3405"/>
                  <a:pt x="19801" y="3232"/>
                  <a:pt x="19801" y="3232"/>
                </a:cubicBezTo>
                <a:lnTo>
                  <a:pt x="19786" y="3215"/>
                </a:lnTo>
                <a:lnTo>
                  <a:pt x="19570" y="3466"/>
                </a:lnTo>
                <a:cubicBezTo>
                  <a:pt x="19633" y="3351"/>
                  <a:pt x="19700" y="3232"/>
                  <a:pt x="19700" y="3232"/>
                </a:cubicBezTo>
                <a:lnTo>
                  <a:pt x="19685" y="3215"/>
                </a:lnTo>
                <a:lnTo>
                  <a:pt x="19527" y="3500"/>
                </a:lnTo>
                <a:lnTo>
                  <a:pt x="19383" y="3215"/>
                </a:lnTo>
                <a:lnTo>
                  <a:pt x="19369" y="3215"/>
                </a:lnTo>
                <a:close/>
                <a:moveTo>
                  <a:pt x="19628" y="3767"/>
                </a:moveTo>
                <a:lnTo>
                  <a:pt x="19642" y="3818"/>
                </a:lnTo>
                <a:cubicBezTo>
                  <a:pt x="19642" y="3818"/>
                  <a:pt x="19657" y="3818"/>
                  <a:pt x="19657" y="3818"/>
                </a:cubicBezTo>
                <a:lnTo>
                  <a:pt x="19628" y="3767"/>
                </a:lnTo>
                <a:close/>
                <a:moveTo>
                  <a:pt x="19469" y="4605"/>
                </a:moveTo>
                <a:lnTo>
                  <a:pt x="19570" y="4287"/>
                </a:lnTo>
                <a:lnTo>
                  <a:pt x="19556" y="4287"/>
                </a:lnTo>
                <a:lnTo>
                  <a:pt x="19469" y="4605"/>
                </a:lnTo>
                <a:close/>
                <a:moveTo>
                  <a:pt x="19469" y="4655"/>
                </a:moveTo>
                <a:cubicBezTo>
                  <a:pt x="19507" y="4795"/>
                  <a:pt x="19541" y="4940"/>
                  <a:pt x="19541" y="4940"/>
                </a:cubicBezTo>
                <a:lnTo>
                  <a:pt x="19556" y="4940"/>
                </a:lnTo>
                <a:lnTo>
                  <a:pt x="19469" y="4655"/>
                </a:lnTo>
                <a:close/>
                <a:moveTo>
                  <a:pt x="20348" y="3215"/>
                </a:moveTo>
                <a:lnTo>
                  <a:pt x="19829" y="3533"/>
                </a:lnTo>
                <a:cubicBezTo>
                  <a:pt x="19829" y="3533"/>
                  <a:pt x="19844" y="3550"/>
                  <a:pt x="19844" y="3550"/>
                </a:cubicBezTo>
                <a:lnTo>
                  <a:pt x="20362" y="3232"/>
                </a:lnTo>
                <a:lnTo>
                  <a:pt x="20348" y="3215"/>
                </a:lnTo>
                <a:close/>
                <a:moveTo>
                  <a:pt x="19383" y="3248"/>
                </a:moveTo>
                <a:lnTo>
                  <a:pt x="19513" y="3533"/>
                </a:lnTo>
                <a:lnTo>
                  <a:pt x="19498" y="3550"/>
                </a:lnTo>
                <a:lnTo>
                  <a:pt x="19383" y="3684"/>
                </a:lnTo>
                <a:cubicBezTo>
                  <a:pt x="19383" y="3498"/>
                  <a:pt x="19383" y="3290"/>
                  <a:pt x="19383" y="3248"/>
                </a:cubicBezTo>
                <a:close/>
                <a:moveTo>
                  <a:pt x="18951" y="3767"/>
                </a:moveTo>
                <a:lnTo>
                  <a:pt x="19311" y="3767"/>
                </a:lnTo>
                <a:lnTo>
                  <a:pt x="19224" y="3868"/>
                </a:lnTo>
                <a:lnTo>
                  <a:pt x="18951" y="3767"/>
                </a:lnTo>
                <a:close/>
                <a:moveTo>
                  <a:pt x="19340" y="3767"/>
                </a:moveTo>
                <a:lnTo>
                  <a:pt x="19369" y="3767"/>
                </a:lnTo>
                <a:cubicBezTo>
                  <a:pt x="19367" y="3772"/>
                  <a:pt x="19369" y="3779"/>
                  <a:pt x="19369" y="3784"/>
                </a:cubicBezTo>
                <a:cubicBezTo>
                  <a:pt x="19369" y="3789"/>
                  <a:pt x="19367" y="3797"/>
                  <a:pt x="19369" y="3801"/>
                </a:cubicBezTo>
                <a:lnTo>
                  <a:pt x="19268" y="3851"/>
                </a:lnTo>
                <a:lnTo>
                  <a:pt x="19340" y="3767"/>
                </a:lnTo>
                <a:close/>
                <a:moveTo>
                  <a:pt x="4402" y="4220"/>
                </a:moveTo>
                <a:cubicBezTo>
                  <a:pt x="4634" y="4290"/>
                  <a:pt x="5259" y="4934"/>
                  <a:pt x="5684" y="6296"/>
                </a:cubicBezTo>
                <a:cubicBezTo>
                  <a:pt x="6095" y="7612"/>
                  <a:pt x="5978" y="8587"/>
                  <a:pt x="5843" y="8841"/>
                </a:cubicBezTo>
                <a:lnTo>
                  <a:pt x="5511" y="8791"/>
                </a:lnTo>
                <a:lnTo>
                  <a:pt x="5022" y="7903"/>
                </a:lnTo>
                <a:cubicBezTo>
                  <a:pt x="4831" y="7558"/>
                  <a:pt x="4673" y="7183"/>
                  <a:pt x="4546" y="6781"/>
                </a:cubicBezTo>
                <a:cubicBezTo>
                  <a:pt x="4140" y="5465"/>
                  <a:pt x="4244" y="4484"/>
                  <a:pt x="4402" y="4220"/>
                </a:cubicBezTo>
                <a:close/>
                <a:moveTo>
                  <a:pt x="17568" y="6430"/>
                </a:moveTo>
                <a:cubicBezTo>
                  <a:pt x="17376" y="6455"/>
                  <a:pt x="17238" y="6515"/>
                  <a:pt x="17150" y="6647"/>
                </a:cubicBezTo>
                <a:cubicBezTo>
                  <a:pt x="17067" y="6774"/>
                  <a:pt x="17048" y="6965"/>
                  <a:pt x="17078" y="7183"/>
                </a:cubicBezTo>
                <a:cubicBezTo>
                  <a:pt x="17152" y="7712"/>
                  <a:pt x="17994" y="8554"/>
                  <a:pt x="18029" y="8590"/>
                </a:cubicBezTo>
                <a:cubicBezTo>
                  <a:pt x="18042" y="8605"/>
                  <a:pt x="18065" y="8607"/>
                  <a:pt x="18087" y="8607"/>
                </a:cubicBezTo>
                <a:cubicBezTo>
                  <a:pt x="18105" y="8607"/>
                  <a:pt x="18116" y="8605"/>
                  <a:pt x="18130" y="8590"/>
                </a:cubicBezTo>
                <a:cubicBezTo>
                  <a:pt x="18168" y="8554"/>
                  <a:pt x="19006" y="7707"/>
                  <a:pt x="19080" y="7183"/>
                </a:cubicBezTo>
                <a:cubicBezTo>
                  <a:pt x="19111" y="6965"/>
                  <a:pt x="19091" y="6774"/>
                  <a:pt x="19008" y="6647"/>
                </a:cubicBezTo>
                <a:cubicBezTo>
                  <a:pt x="18921" y="6515"/>
                  <a:pt x="18783" y="6455"/>
                  <a:pt x="18591" y="6430"/>
                </a:cubicBezTo>
                <a:cubicBezTo>
                  <a:pt x="18573" y="6430"/>
                  <a:pt x="18565" y="6430"/>
                  <a:pt x="18547" y="6430"/>
                </a:cubicBezTo>
                <a:cubicBezTo>
                  <a:pt x="18382" y="6430"/>
                  <a:pt x="18182" y="6520"/>
                  <a:pt x="18072" y="6698"/>
                </a:cubicBezTo>
                <a:cubicBezTo>
                  <a:pt x="17958" y="6520"/>
                  <a:pt x="17777" y="6430"/>
                  <a:pt x="17611" y="6430"/>
                </a:cubicBezTo>
                <a:cubicBezTo>
                  <a:pt x="17593" y="6430"/>
                  <a:pt x="17581" y="6430"/>
                  <a:pt x="17568" y="6430"/>
                </a:cubicBezTo>
                <a:close/>
                <a:moveTo>
                  <a:pt x="18504" y="6614"/>
                </a:moveTo>
                <a:cubicBezTo>
                  <a:pt x="18504" y="6614"/>
                  <a:pt x="18718" y="6670"/>
                  <a:pt x="18850" y="6915"/>
                </a:cubicBezTo>
                <a:cubicBezTo>
                  <a:pt x="18783" y="6782"/>
                  <a:pt x="18694" y="6647"/>
                  <a:pt x="18504" y="6614"/>
                </a:cubicBezTo>
                <a:close/>
                <a:moveTo>
                  <a:pt x="14284" y="6966"/>
                </a:moveTo>
                <a:cubicBezTo>
                  <a:pt x="14114" y="6986"/>
                  <a:pt x="13998" y="7055"/>
                  <a:pt x="13924" y="7167"/>
                </a:cubicBezTo>
                <a:cubicBezTo>
                  <a:pt x="13845" y="7283"/>
                  <a:pt x="13825" y="7426"/>
                  <a:pt x="13852" y="7619"/>
                </a:cubicBezTo>
                <a:cubicBezTo>
                  <a:pt x="13917" y="8086"/>
                  <a:pt x="14656" y="8839"/>
                  <a:pt x="14687" y="8874"/>
                </a:cubicBezTo>
                <a:cubicBezTo>
                  <a:pt x="14700" y="8885"/>
                  <a:pt x="14713" y="8891"/>
                  <a:pt x="14730" y="8891"/>
                </a:cubicBezTo>
                <a:cubicBezTo>
                  <a:pt x="14752" y="8891"/>
                  <a:pt x="14770" y="8890"/>
                  <a:pt x="14788" y="8874"/>
                </a:cubicBezTo>
                <a:cubicBezTo>
                  <a:pt x="14817" y="8844"/>
                  <a:pt x="15558" y="8086"/>
                  <a:pt x="15623" y="7619"/>
                </a:cubicBezTo>
                <a:cubicBezTo>
                  <a:pt x="15649" y="7426"/>
                  <a:pt x="15626" y="7283"/>
                  <a:pt x="15551" y="7167"/>
                </a:cubicBezTo>
                <a:cubicBezTo>
                  <a:pt x="15477" y="7055"/>
                  <a:pt x="15366" y="6986"/>
                  <a:pt x="15191" y="6966"/>
                </a:cubicBezTo>
                <a:cubicBezTo>
                  <a:pt x="15178" y="6966"/>
                  <a:pt x="15161" y="6966"/>
                  <a:pt x="15148" y="6966"/>
                </a:cubicBezTo>
                <a:cubicBezTo>
                  <a:pt x="14999" y="6966"/>
                  <a:pt x="14826" y="7043"/>
                  <a:pt x="14730" y="7200"/>
                </a:cubicBezTo>
                <a:cubicBezTo>
                  <a:pt x="14630" y="7043"/>
                  <a:pt x="14471" y="6966"/>
                  <a:pt x="14327" y="6966"/>
                </a:cubicBezTo>
                <a:cubicBezTo>
                  <a:pt x="14309" y="6966"/>
                  <a:pt x="14297" y="6966"/>
                  <a:pt x="14284" y="6966"/>
                </a:cubicBezTo>
                <a:close/>
                <a:moveTo>
                  <a:pt x="15105" y="7133"/>
                </a:moveTo>
                <a:cubicBezTo>
                  <a:pt x="15105" y="7133"/>
                  <a:pt x="15289" y="7183"/>
                  <a:pt x="15407" y="7384"/>
                </a:cubicBezTo>
                <a:cubicBezTo>
                  <a:pt x="15347" y="7272"/>
                  <a:pt x="15266" y="7161"/>
                  <a:pt x="15105" y="7133"/>
                </a:cubicBezTo>
                <a:close/>
                <a:moveTo>
                  <a:pt x="1536" y="8908"/>
                </a:moveTo>
                <a:cubicBezTo>
                  <a:pt x="1908" y="8832"/>
                  <a:pt x="2413" y="8810"/>
                  <a:pt x="3005" y="8925"/>
                </a:cubicBezTo>
                <a:cubicBezTo>
                  <a:pt x="3368" y="8991"/>
                  <a:pt x="3711" y="9119"/>
                  <a:pt x="4042" y="9276"/>
                </a:cubicBezTo>
                <a:lnTo>
                  <a:pt x="4878" y="9661"/>
                </a:lnTo>
                <a:lnTo>
                  <a:pt x="4978" y="10030"/>
                </a:lnTo>
                <a:cubicBezTo>
                  <a:pt x="4769" y="10253"/>
                  <a:pt x="3975" y="10555"/>
                  <a:pt x="2803" y="10331"/>
                </a:cubicBezTo>
                <a:cubicBezTo>
                  <a:pt x="1574" y="10098"/>
                  <a:pt x="919" y="9492"/>
                  <a:pt x="816" y="9243"/>
                </a:cubicBezTo>
                <a:cubicBezTo>
                  <a:pt x="913" y="9128"/>
                  <a:pt x="1163" y="8984"/>
                  <a:pt x="1536" y="8908"/>
                </a:cubicBezTo>
                <a:close/>
                <a:moveTo>
                  <a:pt x="11158" y="9109"/>
                </a:moveTo>
                <a:lnTo>
                  <a:pt x="6923" y="15070"/>
                </a:lnTo>
                <a:lnTo>
                  <a:pt x="6923" y="21600"/>
                </a:lnTo>
                <a:lnTo>
                  <a:pt x="21486" y="21600"/>
                </a:lnTo>
                <a:lnTo>
                  <a:pt x="21486" y="9109"/>
                </a:lnTo>
                <a:cubicBezTo>
                  <a:pt x="21486" y="9109"/>
                  <a:pt x="15479" y="9109"/>
                  <a:pt x="15479" y="9109"/>
                </a:cubicBezTo>
                <a:lnTo>
                  <a:pt x="15479" y="21181"/>
                </a:lnTo>
                <a:lnTo>
                  <a:pt x="13016" y="21181"/>
                </a:lnTo>
                <a:lnTo>
                  <a:pt x="13016" y="9109"/>
                </a:lnTo>
                <a:lnTo>
                  <a:pt x="11158" y="9109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7" name="Shape 23359"/>
          <p:cNvSpPr/>
          <p:nvPr/>
        </p:nvSpPr>
        <p:spPr>
          <a:xfrm>
            <a:off x="7010579" y="3693819"/>
            <a:ext cx="333065" cy="50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52" y="11522"/>
                </a:moveTo>
                <a:cubicBezTo>
                  <a:pt x="9482" y="11522"/>
                  <a:pt x="9104" y="11198"/>
                  <a:pt x="9104" y="10800"/>
                </a:cubicBezTo>
                <a:cubicBezTo>
                  <a:pt x="9104" y="10401"/>
                  <a:pt x="9482" y="10077"/>
                  <a:pt x="9952" y="10077"/>
                </a:cubicBezTo>
                <a:cubicBezTo>
                  <a:pt x="10422" y="10077"/>
                  <a:pt x="10801" y="10401"/>
                  <a:pt x="10801" y="10800"/>
                </a:cubicBezTo>
                <a:cubicBezTo>
                  <a:pt x="10801" y="11198"/>
                  <a:pt x="10422" y="11522"/>
                  <a:pt x="9952" y="11522"/>
                </a:cubicBezTo>
                <a:close/>
                <a:moveTo>
                  <a:pt x="7639" y="18520"/>
                </a:moveTo>
                <a:lnTo>
                  <a:pt x="2268" y="18517"/>
                </a:lnTo>
                <a:lnTo>
                  <a:pt x="2268" y="3059"/>
                </a:lnTo>
                <a:lnTo>
                  <a:pt x="7639" y="3059"/>
                </a:lnTo>
                <a:cubicBezTo>
                  <a:pt x="7639" y="3059"/>
                  <a:pt x="7639" y="18520"/>
                  <a:pt x="7639" y="18520"/>
                </a:cubicBezTo>
                <a:close/>
                <a:moveTo>
                  <a:pt x="7639" y="0"/>
                </a:moveTo>
                <a:lnTo>
                  <a:pt x="7639" y="1575"/>
                </a:lnTo>
                <a:lnTo>
                  <a:pt x="0" y="1575"/>
                </a:lnTo>
                <a:lnTo>
                  <a:pt x="0" y="20002"/>
                </a:lnTo>
                <a:lnTo>
                  <a:pt x="7639" y="20006"/>
                </a:lnTo>
                <a:lnTo>
                  <a:pt x="7639" y="21600"/>
                </a:lnTo>
                <a:lnTo>
                  <a:pt x="21585" y="19959"/>
                </a:lnTo>
                <a:lnTo>
                  <a:pt x="21600" y="1652"/>
                </a:lnTo>
                <a:cubicBezTo>
                  <a:pt x="21600" y="1652"/>
                  <a:pt x="7639" y="0"/>
                  <a:pt x="763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8" name="Shape 23368"/>
          <p:cNvSpPr/>
          <p:nvPr/>
        </p:nvSpPr>
        <p:spPr>
          <a:xfrm>
            <a:off x="6907373" y="5212037"/>
            <a:ext cx="520755" cy="520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25" y="17550"/>
                </a:moveTo>
                <a:lnTo>
                  <a:pt x="11475" y="17550"/>
                </a:lnTo>
                <a:cubicBezTo>
                  <a:pt x="11848" y="17550"/>
                  <a:pt x="12149" y="17248"/>
                  <a:pt x="12149" y="16874"/>
                </a:cubicBezTo>
                <a:cubicBezTo>
                  <a:pt x="12149" y="16502"/>
                  <a:pt x="11848" y="16200"/>
                  <a:pt x="11475" y="16200"/>
                </a:cubicBezTo>
                <a:lnTo>
                  <a:pt x="4725" y="16200"/>
                </a:lnTo>
                <a:cubicBezTo>
                  <a:pt x="4351" y="16200"/>
                  <a:pt x="4050" y="16502"/>
                  <a:pt x="4050" y="16874"/>
                </a:cubicBezTo>
                <a:cubicBezTo>
                  <a:pt x="4050" y="17248"/>
                  <a:pt x="4351" y="17550"/>
                  <a:pt x="4725" y="17550"/>
                </a:cubicBezTo>
                <a:cubicBezTo>
                  <a:pt x="4725" y="17550"/>
                  <a:pt x="4725" y="17550"/>
                  <a:pt x="4725" y="17550"/>
                </a:cubicBezTo>
                <a:close/>
                <a:moveTo>
                  <a:pt x="4725" y="14850"/>
                </a:moveTo>
                <a:lnTo>
                  <a:pt x="16875" y="14850"/>
                </a:lnTo>
                <a:cubicBezTo>
                  <a:pt x="17248" y="14850"/>
                  <a:pt x="17550" y="14548"/>
                  <a:pt x="17550" y="14175"/>
                </a:cubicBezTo>
                <a:cubicBezTo>
                  <a:pt x="17550" y="13802"/>
                  <a:pt x="17248" y="13500"/>
                  <a:pt x="16875" y="13500"/>
                </a:cubicBezTo>
                <a:lnTo>
                  <a:pt x="4725" y="13500"/>
                </a:lnTo>
                <a:cubicBezTo>
                  <a:pt x="4351" y="13500"/>
                  <a:pt x="4050" y="13802"/>
                  <a:pt x="4050" y="14175"/>
                </a:cubicBezTo>
                <a:cubicBezTo>
                  <a:pt x="4050" y="14548"/>
                  <a:pt x="4351" y="14850"/>
                  <a:pt x="4725" y="14850"/>
                </a:cubicBezTo>
                <a:cubicBezTo>
                  <a:pt x="4725" y="14850"/>
                  <a:pt x="4725" y="14850"/>
                  <a:pt x="4725" y="14850"/>
                </a:cubicBezTo>
                <a:close/>
                <a:moveTo>
                  <a:pt x="4725" y="12150"/>
                </a:moveTo>
                <a:lnTo>
                  <a:pt x="16875" y="12150"/>
                </a:lnTo>
                <a:cubicBezTo>
                  <a:pt x="17248" y="12150"/>
                  <a:pt x="17550" y="11848"/>
                  <a:pt x="17550" y="11475"/>
                </a:cubicBezTo>
                <a:cubicBezTo>
                  <a:pt x="17550" y="11102"/>
                  <a:pt x="17248" y="10800"/>
                  <a:pt x="16875" y="10800"/>
                </a:cubicBezTo>
                <a:lnTo>
                  <a:pt x="4725" y="10800"/>
                </a:lnTo>
                <a:cubicBezTo>
                  <a:pt x="4351" y="10800"/>
                  <a:pt x="4050" y="11102"/>
                  <a:pt x="4050" y="11475"/>
                </a:cubicBezTo>
                <a:cubicBezTo>
                  <a:pt x="4050" y="11848"/>
                  <a:pt x="4351" y="12150"/>
                  <a:pt x="4725" y="12150"/>
                </a:cubicBezTo>
                <a:cubicBezTo>
                  <a:pt x="4725" y="12150"/>
                  <a:pt x="4725" y="12150"/>
                  <a:pt x="4725" y="12150"/>
                </a:cubicBezTo>
                <a:close/>
                <a:moveTo>
                  <a:pt x="4725" y="9450"/>
                </a:moveTo>
                <a:lnTo>
                  <a:pt x="16875" y="9450"/>
                </a:lnTo>
                <a:cubicBezTo>
                  <a:pt x="17248" y="9450"/>
                  <a:pt x="17550" y="9148"/>
                  <a:pt x="17550" y="8775"/>
                </a:cubicBezTo>
                <a:cubicBezTo>
                  <a:pt x="17550" y="8402"/>
                  <a:pt x="17248" y="8100"/>
                  <a:pt x="16875" y="8100"/>
                </a:cubicBezTo>
                <a:lnTo>
                  <a:pt x="4725" y="8100"/>
                </a:lnTo>
                <a:cubicBezTo>
                  <a:pt x="4351" y="8100"/>
                  <a:pt x="4050" y="8402"/>
                  <a:pt x="4050" y="8775"/>
                </a:cubicBezTo>
                <a:cubicBezTo>
                  <a:pt x="4050" y="9148"/>
                  <a:pt x="4351" y="9450"/>
                  <a:pt x="4725" y="9450"/>
                </a:cubicBezTo>
                <a:cubicBezTo>
                  <a:pt x="4725" y="9450"/>
                  <a:pt x="4725" y="9450"/>
                  <a:pt x="4725" y="9450"/>
                </a:cubicBezTo>
                <a:close/>
                <a:moveTo>
                  <a:pt x="16875" y="2700"/>
                </a:moveTo>
                <a:cubicBezTo>
                  <a:pt x="17248" y="2700"/>
                  <a:pt x="17550" y="2398"/>
                  <a:pt x="17550" y="2025"/>
                </a:cubicBezTo>
                <a:lnTo>
                  <a:pt x="17550" y="675"/>
                </a:lnTo>
                <a:cubicBezTo>
                  <a:pt x="17550" y="302"/>
                  <a:pt x="17248" y="0"/>
                  <a:pt x="16875" y="0"/>
                </a:cubicBezTo>
                <a:cubicBezTo>
                  <a:pt x="16502" y="0"/>
                  <a:pt x="16200" y="302"/>
                  <a:pt x="16200" y="675"/>
                </a:cubicBezTo>
                <a:lnTo>
                  <a:pt x="16200" y="2025"/>
                </a:lnTo>
                <a:cubicBezTo>
                  <a:pt x="16200" y="2398"/>
                  <a:pt x="16502" y="2700"/>
                  <a:pt x="16875" y="2700"/>
                </a:cubicBezTo>
                <a:cubicBezTo>
                  <a:pt x="16875" y="2700"/>
                  <a:pt x="16875" y="2700"/>
                  <a:pt x="16875" y="2700"/>
                </a:cubicBezTo>
                <a:close/>
                <a:moveTo>
                  <a:pt x="20250" y="6750"/>
                </a:moveTo>
                <a:lnTo>
                  <a:pt x="1350" y="6750"/>
                </a:lnTo>
                <a:lnTo>
                  <a:pt x="1350" y="18900"/>
                </a:lnTo>
                <a:cubicBezTo>
                  <a:pt x="1350" y="19644"/>
                  <a:pt x="1956" y="20250"/>
                  <a:pt x="2700" y="20250"/>
                </a:cubicBezTo>
                <a:lnTo>
                  <a:pt x="18900" y="20250"/>
                </a:lnTo>
                <a:cubicBezTo>
                  <a:pt x="19644" y="20250"/>
                  <a:pt x="20250" y="19644"/>
                  <a:pt x="20250" y="18900"/>
                </a:cubicBezTo>
                <a:cubicBezTo>
                  <a:pt x="20250" y="18900"/>
                  <a:pt x="20250" y="6750"/>
                  <a:pt x="20250" y="6750"/>
                </a:cubicBezTo>
                <a:close/>
                <a:moveTo>
                  <a:pt x="21600" y="4050"/>
                </a:moveTo>
                <a:lnTo>
                  <a:pt x="21600" y="18900"/>
                </a:lnTo>
                <a:cubicBezTo>
                  <a:pt x="21600" y="20391"/>
                  <a:pt x="20391" y="21600"/>
                  <a:pt x="18900" y="21600"/>
                </a:cubicBezTo>
                <a:lnTo>
                  <a:pt x="2700" y="21600"/>
                </a:lnTo>
                <a:cubicBezTo>
                  <a:pt x="1208" y="21600"/>
                  <a:pt x="0" y="20391"/>
                  <a:pt x="0" y="18900"/>
                </a:cubicBezTo>
                <a:lnTo>
                  <a:pt x="0" y="4050"/>
                </a:lnTo>
                <a:cubicBezTo>
                  <a:pt x="0" y="2559"/>
                  <a:pt x="1208" y="1350"/>
                  <a:pt x="2700" y="1350"/>
                </a:cubicBezTo>
                <a:lnTo>
                  <a:pt x="2700" y="2025"/>
                </a:lnTo>
                <a:cubicBezTo>
                  <a:pt x="2700" y="3142"/>
                  <a:pt x="3608" y="4050"/>
                  <a:pt x="4725" y="4050"/>
                </a:cubicBezTo>
                <a:cubicBezTo>
                  <a:pt x="5842" y="4050"/>
                  <a:pt x="6750" y="3142"/>
                  <a:pt x="6750" y="2025"/>
                </a:cubicBezTo>
                <a:lnTo>
                  <a:pt x="6750" y="1350"/>
                </a:lnTo>
                <a:lnTo>
                  <a:pt x="14850" y="1350"/>
                </a:lnTo>
                <a:lnTo>
                  <a:pt x="14850" y="2025"/>
                </a:lnTo>
                <a:cubicBezTo>
                  <a:pt x="14850" y="3142"/>
                  <a:pt x="15758" y="4050"/>
                  <a:pt x="16875" y="4050"/>
                </a:cubicBezTo>
                <a:cubicBezTo>
                  <a:pt x="17992" y="4050"/>
                  <a:pt x="18900" y="3142"/>
                  <a:pt x="18900" y="2025"/>
                </a:cubicBezTo>
                <a:lnTo>
                  <a:pt x="18900" y="1350"/>
                </a:lnTo>
                <a:cubicBezTo>
                  <a:pt x="20391" y="1350"/>
                  <a:pt x="21600" y="2559"/>
                  <a:pt x="21600" y="4050"/>
                </a:cubicBezTo>
                <a:cubicBezTo>
                  <a:pt x="21600" y="4050"/>
                  <a:pt x="21600" y="4050"/>
                  <a:pt x="21600" y="4050"/>
                </a:cubicBezTo>
                <a:close/>
                <a:moveTo>
                  <a:pt x="4050" y="2025"/>
                </a:moveTo>
                <a:lnTo>
                  <a:pt x="4050" y="675"/>
                </a:lnTo>
                <a:cubicBezTo>
                  <a:pt x="4050" y="302"/>
                  <a:pt x="4351" y="0"/>
                  <a:pt x="4725" y="0"/>
                </a:cubicBezTo>
                <a:cubicBezTo>
                  <a:pt x="5098" y="0"/>
                  <a:pt x="5399" y="302"/>
                  <a:pt x="5399" y="675"/>
                </a:cubicBezTo>
                <a:lnTo>
                  <a:pt x="5399" y="2025"/>
                </a:lnTo>
                <a:cubicBezTo>
                  <a:pt x="5399" y="2398"/>
                  <a:pt x="5098" y="2700"/>
                  <a:pt x="4725" y="2700"/>
                </a:cubicBezTo>
                <a:cubicBezTo>
                  <a:pt x="4351" y="2700"/>
                  <a:pt x="4050" y="2398"/>
                  <a:pt x="4050" y="2025"/>
                </a:cubicBezTo>
                <a:cubicBezTo>
                  <a:pt x="4050" y="2025"/>
                  <a:pt x="4050" y="2025"/>
                  <a:pt x="4050" y="2025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9" name="矩形 18"/>
          <p:cNvSpPr/>
          <p:nvPr/>
        </p:nvSpPr>
        <p:spPr>
          <a:xfrm>
            <a:off x="8040510" y="2498810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040510" y="20257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21" name="矩形 20"/>
          <p:cNvSpPr/>
          <p:nvPr/>
        </p:nvSpPr>
        <p:spPr>
          <a:xfrm>
            <a:off x="8040510" y="402083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040510" y="353642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23" name="矩形 22"/>
          <p:cNvSpPr/>
          <p:nvPr/>
        </p:nvSpPr>
        <p:spPr>
          <a:xfrm>
            <a:off x="8040510" y="546561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040510" y="49812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25" name="矩形 24"/>
          <p:cNvSpPr/>
          <p:nvPr/>
        </p:nvSpPr>
        <p:spPr>
          <a:xfrm>
            <a:off x="654936" y="5465616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607509" y="50107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27" name="矩形 26"/>
          <p:cNvSpPr/>
          <p:nvPr/>
        </p:nvSpPr>
        <p:spPr>
          <a:xfrm>
            <a:off x="628499" y="4023958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581072" y="35690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29" name="矩形 28"/>
          <p:cNvSpPr/>
          <p:nvPr/>
        </p:nvSpPr>
        <p:spPr>
          <a:xfrm>
            <a:off x="654936" y="2444470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07509" y="198961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5061542" y="2054091"/>
            <a:ext cx="375714" cy="375714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5" t="8081" r="30485" b="3030"/>
          <a:stretch>
            <a:fillRect/>
          </a:stretch>
        </p:blipFill>
        <p:spPr>
          <a:xfrm>
            <a:off x="867746" y="1866121"/>
            <a:ext cx="3284376" cy="3284376"/>
          </a:xfrm>
          <a:custGeom>
            <a:avLst/>
            <a:gdLst>
              <a:gd name="connsiteX0" fmla="*/ 1642188 w 3284376"/>
              <a:gd name="connsiteY0" fmla="*/ 0 h 3284376"/>
              <a:gd name="connsiteX1" fmla="*/ 3284376 w 3284376"/>
              <a:gd name="connsiteY1" fmla="*/ 1642188 h 3284376"/>
              <a:gd name="connsiteX2" fmla="*/ 1642188 w 3284376"/>
              <a:gd name="connsiteY2" fmla="*/ 3284376 h 3284376"/>
              <a:gd name="connsiteX3" fmla="*/ 0 w 3284376"/>
              <a:gd name="connsiteY3" fmla="*/ 1642188 h 3284376"/>
              <a:gd name="connsiteX4" fmla="*/ 1642188 w 3284376"/>
              <a:gd name="connsiteY4" fmla="*/ 0 h 328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4376" h="3284376">
                <a:moveTo>
                  <a:pt x="1642188" y="0"/>
                </a:moveTo>
                <a:cubicBezTo>
                  <a:pt x="2549143" y="0"/>
                  <a:pt x="3284376" y="735233"/>
                  <a:pt x="3284376" y="1642188"/>
                </a:cubicBezTo>
                <a:cubicBezTo>
                  <a:pt x="3284376" y="2549143"/>
                  <a:pt x="2549143" y="3284376"/>
                  <a:pt x="1642188" y="3284376"/>
                </a:cubicBezTo>
                <a:cubicBezTo>
                  <a:pt x="735233" y="3284376"/>
                  <a:pt x="0" y="2549143"/>
                  <a:pt x="0" y="1642188"/>
                </a:cubicBezTo>
                <a:cubicBezTo>
                  <a:pt x="0" y="735233"/>
                  <a:pt x="735233" y="0"/>
                  <a:pt x="1642188" y="0"/>
                </a:cubicBezTo>
                <a:close/>
              </a:path>
            </a:pathLst>
          </a:custGeom>
        </p:spPr>
      </p:pic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产品服务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895461" y="2605221"/>
            <a:ext cx="6226629" cy="2020075"/>
          </a:xfrm>
          <a:prstGeom prst="round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95287" y="5317560"/>
            <a:ext cx="342929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30090" y="20002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产品服务</a:t>
            </a:r>
          </a:p>
        </p:txBody>
      </p:sp>
      <p:sp>
        <p:nvSpPr>
          <p:cNvPr id="17" name="矩形 16"/>
          <p:cNvSpPr/>
          <p:nvPr/>
        </p:nvSpPr>
        <p:spPr>
          <a:xfrm>
            <a:off x="5126856" y="2855775"/>
            <a:ext cx="5780629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11" name="平行四边形 10"/>
          <p:cNvSpPr/>
          <p:nvPr/>
        </p:nvSpPr>
        <p:spPr>
          <a:xfrm>
            <a:off x="5268686" y="3863459"/>
            <a:ext cx="2318972" cy="317241"/>
          </a:xfrm>
          <a:prstGeom prst="parallelogram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17"/>
          <p:cNvSpPr/>
          <p:nvPr/>
        </p:nvSpPr>
        <p:spPr>
          <a:xfrm>
            <a:off x="7954661" y="3863459"/>
            <a:ext cx="2318972" cy="317241"/>
          </a:xfrm>
          <a:prstGeom prst="parallelogram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726315" y="38620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输入关键词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444733" y="38437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输入关键词</a:t>
            </a:r>
          </a:p>
        </p:txBody>
      </p:sp>
      <p:sp>
        <p:nvSpPr>
          <p:cNvPr id="21" name="矩形 20"/>
          <p:cNvSpPr/>
          <p:nvPr/>
        </p:nvSpPr>
        <p:spPr>
          <a:xfrm>
            <a:off x="5704368" y="5105736"/>
            <a:ext cx="5780629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22" name="Shape 23474"/>
          <p:cNvSpPr/>
          <p:nvPr/>
        </p:nvSpPr>
        <p:spPr>
          <a:xfrm>
            <a:off x="5045411" y="5259257"/>
            <a:ext cx="504857" cy="4500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02" y="4114"/>
                </a:moveTo>
                <a:lnTo>
                  <a:pt x="18442" y="11657"/>
                </a:lnTo>
                <a:lnTo>
                  <a:pt x="18442" y="21257"/>
                </a:lnTo>
                <a:lnTo>
                  <a:pt x="18238" y="21371"/>
                </a:lnTo>
                <a:lnTo>
                  <a:pt x="17932" y="21600"/>
                </a:lnTo>
                <a:lnTo>
                  <a:pt x="12532" y="21600"/>
                </a:lnTo>
                <a:lnTo>
                  <a:pt x="12532" y="16114"/>
                </a:lnTo>
                <a:lnTo>
                  <a:pt x="12328" y="15886"/>
                </a:lnTo>
                <a:lnTo>
                  <a:pt x="12023" y="15657"/>
                </a:lnTo>
                <a:lnTo>
                  <a:pt x="9170" y="15657"/>
                </a:lnTo>
                <a:lnTo>
                  <a:pt x="9068" y="15886"/>
                </a:lnTo>
                <a:lnTo>
                  <a:pt x="8864" y="16114"/>
                </a:lnTo>
                <a:lnTo>
                  <a:pt x="8864" y="21600"/>
                </a:lnTo>
                <a:lnTo>
                  <a:pt x="3158" y="21600"/>
                </a:lnTo>
                <a:lnTo>
                  <a:pt x="2955" y="21371"/>
                </a:lnTo>
                <a:lnTo>
                  <a:pt x="2955" y="11657"/>
                </a:lnTo>
                <a:lnTo>
                  <a:pt x="10902" y="4114"/>
                </a:lnTo>
                <a:close/>
                <a:moveTo>
                  <a:pt x="17015" y="2514"/>
                </a:moveTo>
                <a:lnTo>
                  <a:pt x="19053" y="2514"/>
                </a:lnTo>
                <a:lnTo>
                  <a:pt x="19053" y="7543"/>
                </a:lnTo>
                <a:lnTo>
                  <a:pt x="17015" y="5371"/>
                </a:lnTo>
                <a:lnTo>
                  <a:pt x="17015" y="2514"/>
                </a:lnTo>
                <a:close/>
                <a:moveTo>
                  <a:pt x="10902" y="0"/>
                </a:moveTo>
                <a:lnTo>
                  <a:pt x="21600" y="10857"/>
                </a:lnTo>
                <a:lnTo>
                  <a:pt x="21600" y="11086"/>
                </a:lnTo>
                <a:lnTo>
                  <a:pt x="21294" y="11429"/>
                </a:lnTo>
                <a:lnTo>
                  <a:pt x="20377" y="11429"/>
                </a:lnTo>
                <a:lnTo>
                  <a:pt x="19868" y="11200"/>
                </a:lnTo>
                <a:lnTo>
                  <a:pt x="19358" y="10857"/>
                </a:lnTo>
                <a:lnTo>
                  <a:pt x="10902" y="2514"/>
                </a:lnTo>
                <a:lnTo>
                  <a:pt x="2140" y="10857"/>
                </a:lnTo>
                <a:lnTo>
                  <a:pt x="1732" y="11429"/>
                </a:lnTo>
                <a:lnTo>
                  <a:pt x="1223" y="11657"/>
                </a:lnTo>
                <a:lnTo>
                  <a:pt x="713" y="11657"/>
                </a:lnTo>
                <a:lnTo>
                  <a:pt x="611" y="11429"/>
                </a:lnTo>
                <a:lnTo>
                  <a:pt x="306" y="11200"/>
                </a:lnTo>
                <a:lnTo>
                  <a:pt x="102" y="11086"/>
                </a:lnTo>
                <a:lnTo>
                  <a:pt x="0" y="11086"/>
                </a:lnTo>
                <a:lnTo>
                  <a:pt x="0" y="10857"/>
                </a:lnTo>
                <a:lnTo>
                  <a:pt x="10902" y="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2860" tIns="22860" rIns="22860" bIns="2286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defRPr sz="1800">
                <a:latin typeface="Calibri"/>
                <a:ea typeface="Calibri"/>
                <a:cs typeface="Calibri" panose="020F0502020204030204"/>
                <a:sym typeface="Calibri"/>
              </a:defRPr>
            </a:pPr>
            <a:endParaRPr sz="2400"/>
          </a:p>
        </p:txBody>
      </p:sp>
      <p:sp>
        <p:nvSpPr>
          <p:cNvPr id="12" name="椭圆 11"/>
          <p:cNvSpPr/>
          <p:nvPr/>
        </p:nvSpPr>
        <p:spPr>
          <a:xfrm>
            <a:off x="4920772" y="5128957"/>
            <a:ext cx="754133" cy="75413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5" grpId="0"/>
      <p:bldP spid="16" grpId="0"/>
      <p:bldP spid="17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1" r="14901" b="2200"/>
          <a:stretch>
            <a:fillRect/>
          </a:stretch>
        </p:blipFill>
        <p:spPr>
          <a:xfrm>
            <a:off x="7828384" y="1772817"/>
            <a:ext cx="3368350" cy="4450702"/>
          </a:xfrm>
          <a:custGeom>
            <a:avLst/>
            <a:gdLst>
              <a:gd name="connsiteX0" fmla="*/ 0 w 3368350"/>
              <a:gd name="connsiteY0" fmla="*/ 0 h 4450702"/>
              <a:gd name="connsiteX1" fmla="*/ 3368350 w 3368350"/>
              <a:gd name="connsiteY1" fmla="*/ 0 h 4450702"/>
              <a:gd name="connsiteX2" fmla="*/ 3368350 w 3368350"/>
              <a:gd name="connsiteY2" fmla="*/ 4450702 h 4450702"/>
              <a:gd name="connsiteX3" fmla="*/ 0 w 3368350"/>
              <a:gd name="connsiteY3" fmla="*/ 4450702 h 44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8350" h="4450702">
                <a:moveTo>
                  <a:pt x="0" y="0"/>
                </a:moveTo>
                <a:lnTo>
                  <a:pt x="3368350" y="0"/>
                </a:lnTo>
                <a:lnTo>
                  <a:pt x="3368350" y="4450702"/>
                </a:lnTo>
                <a:lnTo>
                  <a:pt x="0" y="4450702"/>
                </a:lnTo>
                <a:close/>
              </a:path>
            </a:pathLst>
          </a:custGeom>
        </p:spPr>
      </p:pic>
      <p:sp>
        <p:nvSpPr>
          <p:cNvPr id="15" name="圆角矩形 14"/>
          <p:cNvSpPr/>
          <p:nvPr/>
        </p:nvSpPr>
        <p:spPr>
          <a:xfrm>
            <a:off x="832294" y="2155698"/>
            <a:ext cx="6326155" cy="17731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71600" y="1913102"/>
            <a:ext cx="2276669" cy="522513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02048" y="19739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公司简介</a:t>
            </a:r>
          </a:p>
        </p:txBody>
      </p:sp>
      <p:sp>
        <p:nvSpPr>
          <p:cNvPr id="24" name="矩形 23"/>
          <p:cNvSpPr/>
          <p:nvPr/>
        </p:nvSpPr>
        <p:spPr>
          <a:xfrm>
            <a:off x="1179922" y="2732377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832294" y="4279949"/>
            <a:ext cx="6326155" cy="174762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371600" y="4080127"/>
            <a:ext cx="2293670" cy="514287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02048" y="4140017"/>
            <a:ext cx="142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公司简介</a:t>
            </a:r>
          </a:p>
        </p:txBody>
      </p:sp>
      <p:sp>
        <p:nvSpPr>
          <p:cNvPr id="28" name="矩形 27"/>
          <p:cNvSpPr/>
          <p:nvPr/>
        </p:nvSpPr>
        <p:spPr>
          <a:xfrm>
            <a:off x="1179922" y="4856628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0" name="矩形 19"/>
          <p:cNvSpPr/>
          <p:nvPr/>
        </p:nvSpPr>
        <p:spPr>
          <a:xfrm>
            <a:off x="7828384" y="5038402"/>
            <a:ext cx="3368350" cy="782914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04673" y="519902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公司简介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A0044E3-268C-410D-AF9C-6DFA2223778D}"/>
              </a:ext>
            </a:extLst>
          </p:cNvPr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产品服务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xmlns="" id="{13724058-43E2-4950-89AD-93FD39E10279}"/>
              </a:ext>
            </a:extLst>
          </p:cNvPr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xmlns="" id="{3A1425A4-0FD5-4B12-B94B-B9187758F0E9}"/>
              </a:ext>
            </a:extLst>
          </p:cNvPr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5259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7" grpId="0"/>
      <p:bldP spid="28" grpId="0"/>
      <p:bldP spid="32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0" t="23947" r="31418" b="5103"/>
          <a:stretch>
            <a:fillRect/>
          </a:stretch>
        </p:blipFill>
        <p:spPr>
          <a:xfrm>
            <a:off x="4366726" y="795184"/>
            <a:ext cx="2677886" cy="2978757"/>
          </a:xfrm>
          <a:custGeom>
            <a:avLst/>
            <a:gdLst>
              <a:gd name="connsiteX0" fmla="*/ 1338943 w 2677886"/>
              <a:gd name="connsiteY0" fmla="*/ 0 h 2978757"/>
              <a:gd name="connsiteX1" fmla="*/ 2677886 w 2677886"/>
              <a:gd name="connsiteY1" fmla="*/ 1338943 h 2978757"/>
              <a:gd name="connsiteX2" fmla="*/ 2677885 w 2677886"/>
              <a:gd name="connsiteY2" fmla="*/ 2978757 h 2978757"/>
              <a:gd name="connsiteX3" fmla="*/ 0 w 2677886"/>
              <a:gd name="connsiteY3" fmla="*/ 2978757 h 2978757"/>
              <a:gd name="connsiteX4" fmla="*/ 0 w 2677886"/>
              <a:gd name="connsiteY4" fmla="*/ 1338943 h 2978757"/>
              <a:gd name="connsiteX5" fmla="*/ 1338943 w 2677886"/>
              <a:gd name="connsiteY5" fmla="*/ 0 h 2978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7886" h="2978757">
                <a:moveTo>
                  <a:pt x="1338943" y="0"/>
                </a:moveTo>
                <a:cubicBezTo>
                  <a:pt x="2078421" y="0"/>
                  <a:pt x="2677886" y="599465"/>
                  <a:pt x="2677886" y="1338943"/>
                </a:cubicBezTo>
                <a:cubicBezTo>
                  <a:pt x="2677886" y="1885548"/>
                  <a:pt x="2677885" y="2432152"/>
                  <a:pt x="2677885" y="2978757"/>
                </a:cubicBezTo>
                <a:lnTo>
                  <a:pt x="0" y="2978757"/>
                </a:lnTo>
                <a:lnTo>
                  <a:pt x="0" y="1338943"/>
                </a:lnTo>
                <a:cubicBezTo>
                  <a:pt x="0" y="599465"/>
                  <a:pt x="599465" y="0"/>
                  <a:pt x="1338943" y="0"/>
                </a:cubicBezTo>
                <a:close/>
              </a:path>
            </a:pathLst>
          </a:custGeom>
        </p:spPr>
      </p:pic>
      <p:sp>
        <p:nvSpPr>
          <p:cNvPr id="29" name="同侧圆角矩形 28"/>
          <p:cNvSpPr/>
          <p:nvPr/>
        </p:nvSpPr>
        <p:spPr>
          <a:xfrm>
            <a:off x="6559420" y="2337027"/>
            <a:ext cx="1511559" cy="1436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65396" y="2784896"/>
            <a:ext cx="906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63230" y="4115371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144414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50397" y="4530869"/>
            <a:ext cx="1474237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7109613" y="1639313"/>
            <a:ext cx="356284" cy="356284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984365" y="795184"/>
            <a:ext cx="589156" cy="58915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476878" y="5205654"/>
            <a:ext cx="72195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3" t="377" r="42042"/>
          <a:stretch>
            <a:fillRect/>
          </a:stretch>
        </p:blipFill>
        <p:spPr>
          <a:xfrm>
            <a:off x="6902223" y="0"/>
            <a:ext cx="5199581" cy="6832150"/>
          </a:xfrm>
          <a:custGeom>
            <a:avLst/>
            <a:gdLst>
              <a:gd name="connsiteX0" fmla="*/ 1329484 w 5199581"/>
              <a:gd name="connsiteY0" fmla="*/ 0 h 6832150"/>
              <a:gd name="connsiteX1" fmla="*/ 5199581 w 5199581"/>
              <a:gd name="connsiteY1" fmla="*/ 0 h 6832150"/>
              <a:gd name="connsiteX2" fmla="*/ 3870096 w 5199581"/>
              <a:gd name="connsiteY2" fmla="*/ 6832150 h 6832150"/>
              <a:gd name="connsiteX3" fmla="*/ 0 w 5199581"/>
              <a:gd name="connsiteY3" fmla="*/ 6832150 h 683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9581" h="6832150">
                <a:moveTo>
                  <a:pt x="1329484" y="0"/>
                </a:moveTo>
                <a:lnTo>
                  <a:pt x="5199581" y="0"/>
                </a:lnTo>
                <a:lnTo>
                  <a:pt x="3870096" y="6832150"/>
                </a:lnTo>
                <a:lnTo>
                  <a:pt x="0" y="6832150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797367" y="182937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公司简介</a:t>
            </a:r>
          </a:p>
        </p:txBody>
      </p:sp>
      <p:sp>
        <p:nvSpPr>
          <p:cNvPr id="7" name="矩形 6"/>
          <p:cNvSpPr/>
          <p:nvPr/>
        </p:nvSpPr>
        <p:spPr>
          <a:xfrm>
            <a:off x="797367" y="2555095"/>
            <a:ext cx="5799375" cy="96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4" name="椭圆 3"/>
          <p:cNvSpPr/>
          <p:nvPr/>
        </p:nvSpPr>
        <p:spPr>
          <a:xfrm>
            <a:off x="909334" y="3844091"/>
            <a:ext cx="1274029" cy="1274029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784787" y="3844091"/>
            <a:ext cx="1274029" cy="1274029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800285" y="3844091"/>
            <a:ext cx="1274029" cy="1274029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5" name="Shape 23335"/>
          <p:cNvSpPr/>
          <p:nvPr/>
        </p:nvSpPr>
        <p:spPr>
          <a:xfrm>
            <a:off x="1261703" y="4163650"/>
            <a:ext cx="569290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2" h="21411" extrusionOk="0">
                <a:moveTo>
                  <a:pt x="11932" y="10025"/>
                </a:moveTo>
                <a:cubicBezTo>
                  <a:pt x="11932" y="10766"/>
                  <a:pt x="11338" y="11365"/>
                  <a:pt x="10602" y="11365"/>
                </a:cubicBezTo>
                <a:cubicBezTo>
                  <a:pt x="9875" y="11365"/>
                  <a:pt x="9281" y="10766"/>
                  <a:pt x="9281" y="10025"/>
                </a:cubicBezTo>
                <a:cubicBezTo>
                  <a:pt x="9281" y="9288"/>
                  <a:pt x="9875" y="8683"/>
                  <a:pt x="10602" y="8683"/>
                </a:cubicBezTo>
                <a:cubicBezTo>
                  <a:pt x="11338" y="8683"/>
                  <a:pt x="11932" y="9288"/>
                  <a:pt x="11932" y="10025"/>
                </a:cubicBezTo>
                <a:cubicBezTo>
                  <a:pt x="11932" y="10025"/>
                  <a:pt x="11932" y="10025"/>
                  <a:pt x="11932" y="10025"/>
                </a:cubicBezTo>
                <a:close/>
                <a:moveTo>
                  <a:pt x="7952" y="10025"/>
                </a:moveTo>
                <a:cubicBezTo>
                  <a:pt x="7952" y="11502"/>
                  <a:pt x="9144" y="12707"/>
                  <a:pt x="10602" y="12707"/>
                </a:cubicBezTo>
                <a:cubicBezTo>
                  <a:pt x="12067" y="12707"/>
                  <a:pt x="13255" y="11502"/>
                  <a:pt x="13255" y="10025"/>
                </a:cubicBezTo>
                <a:cubicBezTo>
                  <a:pt x="13255" y="8547"/>
                  <a:pt x="12067" y="7346"/>
                  <a:pt x="10602" y="7346"/>
                </a:cubicBezTo>
                <a:cubicBezTo>
                  <a:pt x="9144" y="7346"/>
                  <a:pt x="7952" y="8547"/>
                  <a:pt x="7952" y="10025"/>
                </a:cubicBezTo>
                <a:cubicBezTo>
                  <a:pt x="7952" y="10025"/>
                  <a:pt x="7952" y="10025"/>
                  <a:pt x="7952" y="10025"/>
                </a:cubicBezTo>
                <a:close/>
                <a:moveTo>
                  <a:pt x="19692" y="11169"/>
                </a:moveTo>
                <a:cubicBezTo>
                  <a:pt x="19441" y="11420"/>
                  <a:pt x="19007" y="11420"/>
                  <a:pt x="18755" y="11169"/>
                </a:cubicBezTo>
                <a:lnTo>
                  <a:pt x="11544" y="3884"/>
                </a:lnTo>
                <a:lnTo>
                  <a:pt x="12013" y="3411"/>
                </a:lnTo>
                <a:cubicBezTo>
                  <a:pt x="12177" y="3243"/>
                  <a:pt x="12301" y="3053"/>
                  <a:pt x="12396" y="2849"/>
                </a:cubicBezTo>
                <a:lnTo>
                  <a:pt x="19692" y="10221"/>
                </a:lnTo>
                <a:cubicBezTo>
                  <a:pt x="19948" y="10485"/>
                  <a:pt x="19948" y="10906"/>
                  <a:pt x="19692" y="11169"/>
                </a:cubicBezTo>
                <a:cubicBezTo>
                  <a:pt x="19692" y="11169"/>
                  <a:pt x="19692" y="11169"/>
                  <a:pt x="19692" y="11169"/>
                </a:cubicBezTo>
                <a:close/>
                <a:moveTo>
                  <a:pt x="17233" y="20070"/>
                </a:moveTo>
                <a:lnTo>
                  <a:pt x="14582" y="20070"/>
                </a:lnTo>
                <a:lnTo>
                  <a:pt x="14582" y="15383"/>
                </a:lnTo>
                <a:cubicBezTo>
                  <a:pt x="14582" y="14642"/>
                  <a:pt x="13990" y="14042"/>
                  <a:pt x="13255" y="14042"/>
                </a:cubicBezTo>
                <a:lnTo>
                  <a:pt x="7952" y="14042"/>
                </a:lnTo>
                <a:cubicBezTo>
                  <a:pt x="7220" y="14042"/>
                  <a:pt x="6629" y="14642"/>
                  <a:pt x="6629" y="15383"/>
                </a:cubicBezTo>
                <a:lnTo>
                  <a:pt x="6629" y="20070"/>
                </a:lnTo>
                <a:lnTo>
                  <a:pt x="3976" y="20070"/>
                </a:lnTo>
                <a:lnTo>
                  <a:pt x="3976" y="11529"/>
                </a:lnTo>
                <a:lnTo>
                  <a:pt x="10602" y="4829"/>
                </a:lnTo>
                <a:lnTo>
                  <a:pt x="17233" y="11529"/>
                </a:lnTo>
                <a:cubicBezTo>
                  <a:pt x="17233" y="11529"/>
                  <a:pt x="17233" y="20070"/>
                  <a:pt x="17233" y="20070"/>
                </a:cubicBezTo>
                <a:close/>
                <a:moveTo>
                  <a:pt x="2456" y="11169"/>
                </a:moveTo>
                <a:cubicBezTo>
                  <a:pt x="2204" y="11420"/>
                  <a:pt x="1771" y="11420"/>
                  <a:pt x="1518" y="11169"/>
                </a:cubicBezTo>
                <a:cubicBezTo>
                  <a:pt x="1260" y="10906"/>
                  <a:pt x="1260" y="10485"/>
                  <a:pt x="1518" y="10221"/>
                </a:cubicBezTo>
                <a:lnTo>
                  <a:pt x="8817" y="2849"/>
                </a:lnTo>
                <a:cubicBezTo>
                  <a:pt x="8912" y="3053"/>
                  <a:pt x="9034" y="3243"/>
                  <a:pt x="9200" y="3411"/>
                </a:cubicBezTo>
                <a:lnTo>
                  <a:pt x="9668" y="3884"/>
                </a:lnTo>
                <a:cubicBezTo>
                  <a:pt x="9668" y="3884"/>
                  <a:pt x="2456" y="11169"/>
                  <a:pt x="2456" y="11169"/>
                </a:cubicBezTo>
                <a:close/>
                <a:moveTo>
                  <a:pt x="10137" y="1516"/>
                </a:moveTo>
                <a:cubicBezTo>
                  <a:pt x="10260" y="1388"/>
                  <a:pt x="10429" y="1320"/>
                  <a:pt x="10602" y="1320"/>
                </a:cubicBezTo>
                <a:cubicBezTo>
                  <a:pt x="10783" y="1320"/>
                  <a:pt x="10950" y="1388"/>
                  <a:pt x="11073" y="1516"/>
                </a:cubicBezTo>
                <a:cubicBezTo>
                  <a:pt x="11332" y="1776"/>
                  <a:pt x="11332" y="2202"/>
                  <a:pt x="11073" y="2462"/>
                </a:cubicBezTo>
                <a:lnTo>
                  <a:pt x="10602" y="2939"/>
                </a:lnTo>
                <a:lnTo>
                  <a:pt x="10137" y="2462"/>
                </a:lnTo>
                <a:cubicBezTo>
                  <a:pt x="9878" y="2202"/>
                  <a:pt x="9878" y="1776"/>
                  <a:pt x="10137" y="1516"/>
                </a:cubicBezTo>
                <a:cubicBezTo>
                  <a:pt x="10137" y="1516"/>
                  <a:pt x="10137" y="1516"/>
                  <a:pt x="10137" y="1516"/>
                </a:cubicBezTo>
                <a:close/>
                <a:moveTo>
                  <a:pt x="20631" y="9276"/>
                </a:moveTo>
                <a:lnTo>
                  <a:pt x="12013" y="565"/>
                </a:lnTo>
                <a:cubicBezTo>
                  <a:pt x="11259" y="-189"/>
                  <a:pt x="9950" y="-189"/>
                  <a:pt x="9200" y="565"/>
                </a:cubicBezTo>
                <a:lnTo>
                  <a:pt x="581" y="9276"/>
                </a:lnTo>
                <a:cubicBezTo>
                  <a:pt x="-194" y="10057"/>
                  <a:pt x="-194" y="11333"/>
                  <a:pt x="581" y="12116"/>
                </a:cubicBezTo>
                <a:cubicBezTo>
                  <a:pt x="959" y="12497"/>
                  <a:pt x="1455" y="12707"/>
                  <a:pt x="1987" y="12707"/>
                </a:cubicBezTo>
                <a:cubicBezTo>
                  <a:pt x="2217" y="12707"/>
                  <a:pt x="2441" y="12656"/>
                  <a:pt x="2652" y="12582"/>
                </a:cubicBezTo>
                <a:lnTo>
                  <a:pt x="2652" y="20070"/>
                </a:lnTo>
                <a:cubicBezTo>
                  <a:pt x="2652" y="20810"/>
                  <a:pt x="3247" y="21411"/>
                  <a:pt x="3976" y="21411"/>
                </a:cubicBezTo>
                <a:lnTo>
                  <a:pt x="6629" y="21411"/>
                </a:lnTo>
                <a:cubicBezTo>
                  <a:pt x="7361" y="21411"/>
                  <a:pt x="7952" y="20810"/>
                  <a:pt x="7952" y="20070"/>
                </a:cubicBezTo>
                <a:lnTo>
                  <a:pt x="7952" y="15383"/>
                </a:lnTo>
                <a:lnTo>
                  <a:pt x="13255" y="15383"/>
                </a:lnTo>
                <a:lnTo>
                  <a:pt x="13255" y="20070"/>
                </a:lnTo>
                <a:cubicBezTo>
                  <a:pt x="13255" y="20810"/>
                  <a:pt x="13851" y="21411"/>
                  <a:pt x="14582" y="21411"/>
                </a:cubicBezTo>
                <a:lnTo>
                  <a:pt x="17233" y="21411"/>
                </a:lnTo>
                <a:cubicBezTo>
                  <a:pt x="17965" y="21411"/>
                  <a:pt x="18562" y="20810"/>
                  <a:pt x="18562" y="20070"/>
                </a:cubicBezTo>
                <a:lnTo>
                  <a:pt x="18562" y="12582"/>
                </a:lnTo>
                <a:cubicBezTo>
                  <a:pt x="18770" y="12656"/>
                  <a:pt x="18992" y="12707"/>
                  <a:pt x="19223" y="12707"/>
                </a:cubicBezTo>
                <a:cubicBezTo>
                  <a:pt x="19754" y="12707"/>
                  <a:pt x="20255" y="12497"/>
                  <a:pt x="20631" y="12116"/>
                </a:cubicBezTo>
                <a:cubicBezTo>
                  <a:pt x="21406" y="11333"/>
                  <a:pt x="21406" y="10057"/>
                  <a:pt x="20631" y="9276"/>
                </a:cubicBezTo>
                <a:cubicBezTo>
                  <a:pt x="20631" y="9276"/>
                  <a:pt x="20631" y="9276"/>
                  <a:pt x="20631" y="927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6" name="Shape 23352"/>
          <p:cNvSpPr/>
          <p:nvPr/>
        </p:nvSpPr>
        <p:spPr>
          <a:xfrm>
            <a:off x="5159026" y="4196414"/>
            <a:ext cx="556546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59" y="0"/>
                </a:moveTo>
                <a:cubicBezTo>
                  <a:pt x="8097" y="0"/>
                  <a:pt x="6405" y="1635"/>
                  <a:pt x="6405" y="3652"/>
                </a:cubicBezTo>
                <a:lnTo>
                  <a:pt x="6405" y="4800"/>
                </a:lnTo>
                <a:cubicBezTo>
                  <a:pt x="6266" y="4990"/>
                  <a:pt x="6192" y="5227"/>
                  <a:pt x="6192" y="5461"/>
                </a:cubicBezTo>
                <a:lnTo>
                  <a:pt x="6192" y="6278"/>
                </a:lnTo>
                <a:cubicBezTo>
                  <a:pt x="6192" y="6612"/>
                  <a:pt x="6359" y="6935"/>
                  <a:pt x="6619" y="7148"/>
                </a:cubicBezTo>
                <a:cubicBezTo>
                  <a:pt x="6684" y="7353"/>
                  <a:pt x="6754" y="7548"/>
                  <a:pt x="6850" y="7757"/>
                </a:cubicBezTo>
                <a:cubicBezTo>
                  <a:pt x="7042" y="8249"/>
                  <a:pt x="7316" y="8761"/>
                  <a:pt x="7651" y="9235"/>
                </a:cubicBezTo>
                <a:cubicBezTo>
                  <a:pt x="7791" y="9435"/>
                  <a:pt x="7982" y="9674"/>
                  <a:pt x="8202" y="9913"/>
                </a:cubicBezTo>
                <a:cubicBezTo>
                  <a:pt x="8002" y="10053"/>
                  <a:pt x="7857" y="10227"/>
                  <a:pt x="7793" y="10417"/>
                </a:cubicBezTo>
                <a:lnTo>
                  <a:pt x="5694" y="11043"/>
                </a:lnTo>
                <a:cubicBezTo>
                  <a:pt x="5898" y="13642"/>
                  <a:pt x="8143" y="15687"/>
                  <a:pt x="10853" y="15687"/>
                </a:cubicBezTo>
                <a:cubicBezTo>
                  <a:pt x="13547" y="15687"/>
                  <a:pt x="15766" y="13671"/>
                  <a:pt x="15995" y="11096"/>
                </a:cubicBezTo>
                <a:lnTo>
                  <a:pt x="13718" y="10417"/>
                </a:lnTo>
                <a:cubicBezTo>
                  <a:pt x="13653" y="10227"/>
                  <a:pt x="13508" y="10053"/>
                  <a:pt x="13309" y="9913"/>
                </a:cubicBezTo>
                <a:cubicBezTo>
                  <a:pt x="13529" y="9674"/>
                  <a:pt x="13719" y="9435"/>
                  <a:pt x="13860" y="9235"/>
                </a:cubicBezTo>
                <a:cubicBezTo>
                  <a:pt x="14195" y="8760"/>
                  <a:pt x="14469" y="8249"/>
                  <a:pt x="14661" y="7757"/>
                </a:cubicBezTo>
                <a:cubicBezTo>
                  <a:pt x="14757" y="7548"/>
                  <a:pt x="14845" y="7353"/>
                  <a:pt x="14910" y="7148"/>
                </a:cubicBezTo>
                <a:cubicBezTo>
                  <a:pt x="15170" y="6935"/>
                  <a:pt x="15319" y="6612"/>
                  <a:pt x="15319" y="6278"/>
                </a:cubicBezTo>
                <a:lnTo>
                  <a:pt x="15319" y="5461"/>
                </a:lnTo>
                <a:cubicBezTo>
                  <a:pt x="15319" y="5227"/>
                  <a:pt x="15245" y="4990"/>
                  <a:pt x="15106" y="4800"/>
                </a:cubicBezTo>
                <a:lnTo>
                  <a:pt x="15106" y="3652"/>
                </a:lnTo>
                <a:cubicBezTo>
                  <a:pt x="15106" y="1635"/>
                  <a:pt x="13432" y="0"/>
                  <a:pt x="11369" y="0"/>
                </a:cubicBezTo>
                <a:lnTo>
                  <a:pt x="10159" y="0"/>
                </a:lnTo>
                <a:close/>
                <a:moveTo>
                  <a:pt x="9608" y="4452"/>
                </a:moveTo>
                <a:cubicBezTo>
                  <a:pt x="10150" y="4452"/>
                  <a:pt x="10599" y="4627"/>
                  <a:pt x="10942" y="4974"/>
                </a:cubicBezTo>
                <a:cubicBezTo>
                  <a:pt x="11370" y="5407"/>
                  <a:pt x="11874" y="5617"/>
                  <a:pt x="12419" y="5617"/>
                </a:cubicBezTo>
                <a:cubicBezTo>
                  <a:pt x="12728" y="5617"/>
                  <a:pt x="13041" y="5549"/>
                  <a:pt x="13362" y="5409"/>
                </a:cubicBezTo>
                <a:cubicBezTo>
                  <a:pt x="13436" y="5376"/>
                  <a:pt x="13524" y="5383"/>
                  <a:pt x="13593" y="5426"/>
                </a:cubicBezTo>
                <a:cubicBezTo>
                  <a:pt x="13625" y="5447"/>
                  <a:pt x="13646" y="5483"/>
                  <a:pt x="13665" y="5513"/>
                </a:cubicBezTo>
                <a:lnTo>
                  <a:pt x="13807" y="5513"/>
                </a:lnTo>
                <a:cubicBezTo>
                  <a:pt x="13939" y="5513"/>
                  <a:pt x="14038" y="5610"/>
                  <a:pt x="14038" y="5739"/>
                </a:cubicBezTo>
                <a:lnTo>
                  <a:pt x="14038" y="6122"/>
                </a:lnTo>
                <a:cubicBezTo>
                  <a:pt x="14038" y="6201"/>
                  <a:pt x="14000" y="6287"/>
                  <a:pt x="13931" y="6330"/>
                </a:cubicBezTo>
                <a:lnTo>
                  <a:pt x="13700" y="6470"/>
                </a:lnTo>
                <a:lnTo>
                  <a:pt x="13682" y="6574"/>
                </a:lnTo>
                <a:cubicBezTo>
                  <a:pt x="13606" y="7134"/>
                  <a:pt x="13291" y="7866"/>
                  <a:pt x="12828" y="8522"/>
                </a:cubicBezTo>
                <a:cubicBezTo>
                  <a:pt x="12241" y="9353"/>
                  <a:pt x="11690" y="9722"/>
                  <a:pt x="11405" y="9722"/>
                </a:cubicBezTo>
                <a:lnTo>
                  <a:pt x="10124" y="9722"/>
                </a:lnTo>
                <a:cubicBezTo>
                  <a:pt x="9839" y="9722"/>
                  <a:pt x="9287" y="9353"/>
                  <a:pt x="8700" y="8522"/>
                </a:cubicBezTo>
                <a:cubicBezTo>
                  <a:pt x="8237" y="7866"/>
                  <a:pt x="7904" y="7134"/>
                  <a:pt x="7829" y="6574"/>
                </a:cubicBezTo>
                <a:lnTo>
                  <a:pt x="7829" y="6470"/>
                </a:lnTo>
                <a:lnTo>
                  <a:pt x="7597" y="6330"/>
                </a:lnTo>
                <a:cubicBezTo>
                  <a:pt x="7529" y="6288"/>
                  <a:pt x="7473" y="6201"/>
                  <a:pt x="7473" y="6122"/>
                </a:cubicBezTo>
                <a:lnTo>
                  <a:pt x="7473" y="5739"/>
                </a:lnTo>
                <a:cubicBezTo>
                  <a:pt x="7473" y="5610"/>
                  <a:pt x="7589" y="5513"/>
                  <a:pt x="7722" y="5513"/>
                </a:cubicBezTo>
                <a:lnTo>
                  <a:pt x="7811" y="5513"/>
                </a:lnTo>
                <a:lnTo>
                  <a:pt x="7811" y="5096"/>
                </a:lnTo>
                <a:cubicBezTo>
                  <a:pt x="7811" y="5007"/>
                  <a:pt x="7871" y="4926"/>
                  <a:pt x="7953" y="4887"/>
                </a:cubicBezTo>
                <a:cubicBezTo>
                  <a:pt x="8282" y="4726"/>
                  <a:pt x="8930" y="4452"/>
                  <a:pt x="9608" y="4452"/>
                </a:cubicBezTo>
                <a:close/>
                <a:moveTo>
                  <a:pt x="1139" y="9461"/>
                </a:moveTo>
                <a:cubicBezTo>
                  <a:pt x="512" y="9461"/>
                  <a:pt x="0" y="9961"/>
                  <a:pt x="0" y="10574"/>
                </a:cubicBezTo>
                <a:cubicBezTo>
                  <a:pt x="0" y="11186"/>
                  <a:pt x="512" y="11670"/>
                  <a:pt x="1139" y="11670"/>
                </a:cubicBezTo>
                <a:lnTo>
                  <a:pt x="2455" y="11670"/>
                </a:lnTo>
                <a:cubicBezTo>
                  <a:pt x="2646" y="13057"/>
                  <a:pt x="3185" y="14341"/>
                  <a:pt x="3986" y="15426"/>
                </a:cubicBezTo>
                <a:lnTo>
                  <a:pt x="2900" y="16487"/>
                </a:lnTo>
                <a:cubicBezTo>
                  <a:pt x="2457" y="16920"/>
                  <a:pt x="2457" y="17618"/>
                  <a:pt x="2900" y="18052"/>
                </a:cubicBezTo>
                <a:cubicBezTo>
                  <a:pt x="3122" y="18269"/>
                  <a:pt x="3410" y="18383"/>
                  <a:pt x="3701" y="18383"/>
                </a:cubicBezTo>
                <a:cubicBezTo>
                  <a:pt x="3991" y="18383"/>
                  <a:pt x="4298" y="18269"/>
                  <a:pt x="4519" y="18052"/>
                </a:cubicBezTo>
                <a:lnTo>
                  <a:pt x="5551" y="17043"/>
                </a:lnTo>
                <a:cubicBezTo>
                  <a:pt x="6712" y="17961"/>
                  <a:pt x="8117" y="18582"/>
                  <a:pt x="9661" y="18800"/>
                </a:cubicBezTo>
                <a:lnTo>
                  <a:pt x="9661" y="20487"/>
                </a:lnTo>
                <a:cubicBezTo>
                  <a:pt x="9661" y="21099"/>
                  <a:pt x="10174" y="21600"/>
                  <a:pt x="10800" y="21600"/>
                </a:cubicBezTo>
                <a:cubicBezTo>
                  <a:pt x="11427" y="21600"/>
                  <a:pt x="11939" y="21099"/>
                  <a:pt x="11939" y="20487"/>
                </a:cubicBezTo>
                <a:lnTo>
                  <a:pt x="11939" y="18817"/>
                </a:lnTo>
                <a:cubicBezTo>
                  <a:pt x="13509" y="18628"/>
                  <a:pt x="14951" y="18023"/>
                  <a:pt x="16138" y="17113"/>
                </a:cubicBezTo>
                <a:lnTo>
                  <a:pt x="17099" y="18052"/>
                </a:lnTo>
                <a:cubicBezTo>
                  <a:pt x="17320" y="18269"/>
                  <a:pt x="17609" y="18383"/>
                  <a:pt x="17899" y="18383"/>
                </a:cubicBezTo>
                <a:cubicBezTo>
                  <a:pt x="18190" y="18383"/>
                  <a:pt x="18477" y="18269"/>
                  <a:pt x="18700" y="18052"/>
                </a:cubicBezTo>
                <a:cubicBezTo>
                  <a:pt x="19142" y="17618"/>
                  <a:pt x="19142" y="16920"/>
                  <a:pt x="18700" y="16487"/>
                </a:cubicBezTo>
                <a:lnTo>
                  <a:pt x="17721" y="15530"/>
                </a:lnTo>
                <a:cubicBezTo>
                  <a:pt x="18563" y="14425"/>
                  <a:pt x="19127" y="13099"/>
                  <a:pt x="19323" y="11670"/>
                </a:cubicBezTo>
                <a:lnTo>
                  <a:pt x="20461" y="11670"/>
                </a:lnTo>
                <a:cubicBezTo>
                  <a:pt x="21088" y="11670"/>
                  <a:pt x="21600" y="11186"/>
                  <a:pt x="21600" y="10574"/>
                </a:cubicBezTo>
                <a:cubicBezTo>
                  <a:pt x="21600" y="9961"/>
                  <a:pt x="21088" y="9461"/>
                  <a:pt x="20461" y="9461"/>
                </a:cubicBezTo>
                <a:lnTo>
                  <a:pt x="18255" y="9461"/>
                </a:lnTo>
                <a:cubicBezTo>
                  <a:pt x="17628" y="9461"/>
                  <a:pt x="17134" y="9961"/>
                  <a:pt x="17134" y="10574"/>
                </a:cubicBezTo>
                <a:cubicBezTo>
                  <a:pt x="17134" y="13936"/>
                  <a:pt x="14330" y="16661"/>
                  <a:pt x="10889" y="16661"/>
                </a:cubicBezTo>
                <a:cubicBezTo>
                  <a:pt x="7448" y="16661"/>
                  <a:pt x="4644" y="13936"/>
                  <a:pt x="4644" y="10574"/>
                </a:cubicBezTo>
                <a:cubicBezTo>
                  <a:pt x="4644" y="9961"/>
                  <a:pt x="4132" y="9461"/>
                  <a:pt x="3505" y="9461"/>
                </a:cubicBezTo>
                <a:lnTo>
                  <a:pt x="1139" y="9461"/>
                </a:lnTo>
                <a:close/>
                <a:moveTo>
                  <a:pt x="9234" y="10748"/>
                </a:moveTo>
                <a:cubicBezTo>
                  <a:pt x="9430" y="10849"/>
                  <a:pt x="9632" y="10923"/>
                  <a:pt x="9821" y="10957"/>
                </a:cubicBezTo>
                <a:cubicBezTo>
                  <a:pt x="9936" y="10976"/>
                  <a:pt x="10017" y="11068"/>
                  <a:pt x="10017" y="11183"/>
                </a:cubicBezTo>
                <a:lnTo>
                  <a:pt x="10017" y="11774"/>
                </a:lnTo>
                <a:cubicBezTo>
                  <a:pt x="10052" y="11786"/>
                  <a:pt x="10081" y="11799"/>
                  <a:pt x="10106" y="11826"/>
                </a:cubicBezTo>
                <a:cubicBezTo>
                  <a:pt x="10152" y="11876"/>
                  <a:pt x="10183" y="11952"/>
                  <a:pt x="10177" y="12017"/>
                </a:cubicBezTo>
                <a:cubicBezTo>
                  <a:pt x="10177" y="12017"/>
                  <a:pt x="10035" y="13252"/>
                  <a:pt x="10035" y="13252"/>
                </a:cubicBezTo>
                <a:cubicBezTo>
                  <a:pt x="10025" y="13348"/>
                  <a:pt x="9969" y="13435"/>
                  <a:pt x="9875" y="13461"/>
                </a:cubicBezTo>
                <a:cubicBezTo>
                  <a:pt x="9853" y="13467"/>
                  <a:pt x="9824" y="13478"/>
                  <a:pt x="9804" y="13478"/>
                </a:cubicBezTo>
                <a:cubicBezTo>
                  <a:pt x="9729" y="13478"/>
                  <a:pt x="9653" y="13434"/>
                  <a:pt x="9608" y="13374"/>
                </a:cubicBezTo>
                <a:lnTo>
                  <a:pt x="8932" y="12504"/>
                </a:lnTo>
                <a:cubicBezTo>
                  <a:pt x="8900" y="12464"/>
                  <a:pt x="8896" y="12417"/>
                  <a:pt x="8896" y="12365"/>
                </a:cubicBezTo>
                <a:lnTo>
                  <a:pt x="8896" y="10957"/>
                </a:lnTo>
                <a:cubicBezTo>
                  <a:pt x="8896" y="10874"/>
                  <a:pt x="8931" y="10807"/>
                  <a:pt x="9003" y="10765"/>
                </a:cubicBezTo>
                <a:cubicBezTo>
                  <a:pt x="9074" y="10722"/>
                  <a:pt x="9160" y="10709"/>
                  <a:pt x="9234" y="10748"/>
                </a:cubicBezTo>
                <a:close/>
                <a:moveTo>
                  <a:pt x="12277" y="10748"/>
                </a:moveTo>
                <a:cubicBezTo>
                  <a:pt x="12351" y="10709"/>
                  <a:pt x="12436" y="10722"/>
                  <a:pt x="12508" y="10765"/>
                </a:cubicBezTo>
                <a:cubicBezTo>
                  <a:pt x="12580" y="10808"/>
                  <a:pt x="12633" y="10873"/>
                  <a:pt x="12633" y="10957"/>
                </a:cubicBezTo>
                <a:cubicBezTo>
                  <a:pt x="12633" y="10957"/>
                  <a:pt x="12633" y="12365"/>
                  <a:pt x="12633" y="12365"/>
                </a:cubicBezTo>
                <a:cubicBezTo>
                  <a:pt x="12633" y="12417"/>
                  <a:pt x="12611" y="12464"/>
                  <a:pt x="12579" y="12504"/>
                </a:cubicBezTo>
                <a:lnTo>
                  <a:pt x="11903" y="13374"/>
                </a:lnTo>
                <a:cubicBezTo>
                  <a:pt x="11857" y="13434"/>
                  <a:pt x="11799" y="13478"/>
                  <a:pt x="11725" y="13478"/>
                </a:cubicBezTo>
                <a:cubicBezTo>
                  <a:pt x="11705" y="13478"/>
                  <a:pt x="11676" y="13467"/>
                  <a:pt x="11654" y="13461"/>
                </a:cubicBezTo>
                <a:cubicBezTo>
                  <a:pt x="11560" y="13436"/>
                  <a:pt x="11487" y="13348"/>
                  <a:pt x="11476" y="13252"/>
                </a:cubicBezTo>
                <a:lnTo>
                  <a:pt x="11352" y="12017"/>
                </a:lnTo>
                <a:cubicBezTo>
                  <a:pt x="11344" y="11952"/>
                  <a:pt x="11360" y="11876"/>
                  <a:pt x="11405" y="11826"/>
                </a:cubicBezTo>
                <a:cubicBezTo>
                  <a:pt x="11430" y="11799"/>
                  <a:pt x="11459" y="11786"/>
                  <a:pt x="11494" y="11774"/>
                </a:cubicBezTo>
                <a:lnTo>
                  <a:pt x="11494" y="11183"/>
                </a:lnTo>
                <a:cubicBezTo>
                  <a:pt x="11494" y="11070"/>
                  <a:pt x="11574" y="10976"/>
                  <a:pt x="11690" y="10957"/>
                </a:cubicBezTo>
                <a:cubicBezTo>
                  <a:pt x="11879" y="10923"/>
                  <a:pt x="12081" y="10849"/>
                  <a:pt x="12277" y="1074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7" name="Shape 23371"/>
          <p:cNvSpPr/>
          <p:nvPr/>
        </p:nvSpPr>
        <p:spPr>
          <a:xfrm>
            <a:off x="3127688" y="4196414"/>
            <a:ext cx="569366" cy="569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8957"/>
                </a:moveTo>
                <a:cubicBezTo>
                  <a:pt x="9783" y="8957"/>
                  <a:pt x="8956" y="9784"/>
                  <a:pt x="8956" y="10801"/>
                </a:cubicBezTo>
                <a:cubicBezTo>
                  <a:pt x="8956" y="11816"/>
                  <a:pt x="9783" y="12644"/>
                  <a:pt x="10801" y="12644"/>
                </a:cubicBezTo>
                <a:cubicBezTo>
                  <a:pt x="11816" y="12644"/>
                  <a:pt x="12642" y="11816"/>
                  <a:pt x="12642" y="10801"/>
                </a:cubicBezTo>
                <a:cubicBezTo>
                  <a:pt x="12642" y="9784"/>
                  <a:pt x="11816" y="8957"/>
                  <a:pt x="10801" y="8957"/>
                </a:cubicBezTo>
                <a:cubicBezTo>
                  <a:pt x="10801" y="8957"/>
                  <a:pt x="10801" y="8957"/>
                  <a:pt x="10801" y="8957"/>
                </a:cubicBezTo>
                <a:close/>
                <a:moveTo>
                  <a:pt x="10801" y="13975"/>
                </a:moveTo>
                <a:cubicBezTo>
                  <a:pt x="9048" y="13975"/>
                  <a:pt x="7626" y="12550"/>
                  <a:pt x="7626" y="10801"/>
                </a:cubicBezTo>
                <a:cubicBezTo>
                  <a:pt x="7626" y="9049"/>
                  <a:pt x="9048" y="7625"/>
                  <a:pt x="10801" y="7625"/>
                </a:cubicBezTo>
                <a:cubicBezTo>
                  <a:pt x="12550" y="7625"/>
                  <a:pt x="13975" y="9049"/>
                  <a:pt x="13975" y="10801"/>
                </a:cubicBezTo>
                <a:cubicBezTo>
                  <a:pt x="13975" y="12550"/>
                  <a:pt x="12550" y="13975"/>
                  <a:pt x="10801" y="13975"/>
                </a:cubicBezTo>
                <a:cubicBezTo>
                  <a:pt x="10801" y="13975"/>
                  <a:pt x="10801" y="13975"/>
                  <a:pt x="10801" y="13975"/>
                </a:cubicBezTo>
                <a:close/>
                <a:moveTo>
                  <a:pt x="7843" y="16032"/>
                </a:moveTo>
                <a:cubicBezTo>
                  <a:pt x="7946" y="16032"/>
                  <a:pt x="8047" y="16055"/>
                  <a:pt x="8143" y="16102"/>
                </a:cubicBezTo>
                <a:cubicBezTo>
                  <a:pt x="8404" y="16233"/>
                  <a:pt x="8668" y="16345"/>
                  <a:pt x="8929" y="16430"/>
                </a:cubicBezTo>
                <a:cubicBezTo>
                  <a:pt x="9202" y="16521"/>
                  <a:pt x="9387" y="16776"/>
                  <a:pt x="9387" y="17063"/>
                </a:cubicBezTo>
                <a:lnTo>
                  <a:pt x="9387" y="19991"/>
                </a:lnTo>
                <a:cubicBezTo>
                  <a:pt x="9387" y="20144"/>
                  <a:pt x="9510" y="20269"/>
                  <a:pt x="9663" y="20269"/>
                </a:cubicBezTo>
                <a:lnTo>
                  <a:pt x="11936" y="20269"/>
                </a:lnTo>
                <a:cubicBezTo>
                  <a:pt x="12089" y="20269"/>
                  <a:pt x="12213" y="20144"/>
                  <a:pt x="12213" y="19991"/>
                </a:cubicBezTo>
                <a:lnTo>
                  <a:pt x="12213" y="17063"/>
                </a:lnTo>
                <a:cubicBezTo>
                  <a:pt x="12213" y="16776"/>
                  <a:pt x="12397" y="16521"/>
                  <a:pt x="12671" y="16430"/>
                </a:cubicBezTo>
                <a:cubicBezTo>
                  <a:pt x="12930" y="16344"/>
                  <a:pt x="13195" y="16233"/>
                  <a:pt x="13456" y="16102"/>
                </a:cubicBezTo>
                <a:cubicBezTo>
                  <a:pt x="13713" y="15974"/>
                  <a:pt x="14024" y="16024"/>
                  <a:pt x="14227" y="16228"/>
                </a:cubicBezTo>
                <a:lnTo>
                  <a:pt x="16299" y="18299"/>
                </a:lnTo>
                <a:cubicBezTo>
                  <a:pt x="16370" y="18370"/>
                  <a:pt x="16453" y="18382"/>
                  <a:pt x="16496" y="18382"/>
                </a:cubicBezTo>
                <a:cubicBezTo>
                  <a:pt x="16539" y="18382"/>
                  <a:pt x="16622" y="18370"/>
                  <a:pt x="16692" y="18300"/>
                </a:cubicBezTo>
                <a:lnTo>
                  <a:pt x="18300" y="16694"/>
                </a:lnTo>
                <a:cubicBezTo>
                  <a:pt x="18408" y="16585"/>
                  <a:pt x="18408" y="16409"/>
                  <a:pt x="18299" y="16301"/>
                </a:cubicBezTo>
                <a:lnTo>
                  <a:pt x="16227" y="14227"/>
                </a:lnTo>
                <a:cubicBezTo>
                  <a:pt x="16024" y="14024"/>
                  <a:pt x="15974" y="13714"/>
                  <a:pt x="16102" y="13457"/>
                </a:cubicBezTo>
                <a:cubicBezTo>
                  <a:pt x="16233" y="13195"/>
                  <a:pt x="16343" y="12931"/>
                  <a:pt x="16430" y="12671"/>
                </a:cubicBezTo>
                <a:cubicBezTo>
                  <a:pt x="16521" y="12398"/>
                  <a:pt x="16776" y="12215"/>
                  <a:pt x="17061" y="12215"/>
                </a:cubicBezTo>
                <a:lnTo>
                  <a:pt x="19992" y="12215"/>
                </a:lnTo>
                <a:cubicBezTo>
                  <a:pt x="20092" y="12215"/>
                  <a:pt x="20158" y="12164"/>
                  <a:pt x="20188" y="12133"/>
                </a:cubicBezTo>
                <a:cubicBezTo>
                  <a:pt x="20219" y="12102"/>
                  <a:pt x="20269" y="12037"/>
                  <a:pt x="20269" y="11936"/>
                </a:cubicBezTo>
                <a:lnTo>
                  <a:pt x="20269" y="9664"/>
                </a:lnTo>
                <a:cubicBezTo>
                  <a:pt x="20269" y="9511"/>
                  <a:pt x="20143" y="9386"/>
                  <a:pt x="19992" y="9386"/>
                </a:cubicBezTo>
                <a:lnTo>
                  <a:pt x="17061" y="9386"/>
                </a:lnTo>
                <a:cubicBezTo>
                  <a:pt x="16776" y="9386"/>
                  <a:pt x="16521" y="9202"/>
                  <a:pt x="16430" y="8931"/>
                </a:cubicBezTo>
                <a:cubicBezTo>
                  <a:pt x="16343" y="8669"/>
                  <a:pt x="16233" y="8404"/>
                  <a:pt x="16102" y="8143"/>
                </a:cubicBezTo>
                <a:cubicBezTo>
                  <a:pt x="15974" y="7886"/>
                  <a:pt x="16024" y="7578"/>
                  <a:pt x="16227" y="7374"/>
                </a:cubicBezTo>
                <a:lnTo>
                  <a:pt x="18300" y="5300"/>
                </a:lnTo>
                <a:cubicBezTo>
                  <a:pt x="18370" y="5230"/>
                  <a:pt x="18381" y="5147"/>
                  <a:pt x="18381" y="5105"/>
                </a:cubicBezTo>
                <a:cubicBezTo>
                  <a:pt x="18381" y="5062"/>
                  <a:pt x="18370" y="4978"/>
                  <a:pt x="18300" y="4908"/>
                </a:cubicBezTo>
                <a:lnTo>
                  <a:pt x="16692" y="3299"/>
                </a:lnTo>
                <a:cubicBezTo>
                  <a:pt x="16622" y="3230"/>
                  <a:pt x="16539" y="3220"/>
                  <a:pt x="16496" y="3220"/>
                </a:cubicBezTo>
                <a:cubicBezTo>
                  <a:pt x="16453" y="3220"/>
                  <a:pt x="16370" y="3230"/>
                  <a:pt x="16299" y="3301"/>
                </a:cubicBezTo>
                <a:lnTo>
                  <a:pt x="14227" y="5374"/>
                </a:lnTo>
                <a:cubicBezTo>
                  <a:pt x="14024" y="5577"/>
                  <a:pt x="13713" y="5628"/>
                  <a:pt x="13456" y="5498"/>
                </a:cubicBezTo>
                <a:cubicBezTo>
                  <a:pt x="13195" y="5366"/>
                  <a:pt x="12930" y="5256"/>
                  <a:pt x="12671" y="5169"/>
                </a:cubicBezTo>
                <a:cubicBezTo>
                  <a:pt x="12397" y="5079"/>
                  <a:pt x="12213" y="4825"/>
                  <a:pt x="12213" y="4538"/>
                </a:cubicBezTo>
                <a:lnTo>
                  <a:pt x="12213" y="1609"/>
                </a:lnTo>
                <a:cubicBezTo>
                  <a:pt x="12213" y="1456"/>
                  <a:pt x="12089" y="1331"/>
                  <a:pt x="11936" y="1331"/>
                </a:cubicBezTo>
                <a:lnTo>
                  <a:pt x="9663" y="1331"/>
                </a:lnTo>
                <a:cubicBezTo>
                  <a:pt x="9510" y="1331"/>
                  <a:pt x="9387" y="1456"/>
                  <a:pt x="9387" y="1609"/>
                </a:cubicBezTo>
                <a:lnTo>
                  <a:pt x="9387" y="4538"/>
                </a:lnTo>
                <a:cubicBezTo>
                  <a:pt x="9387" y="4825"/>
                  <a:pt x="9202" y="5079"/>
                  <a:pt x="8931" y="5169"/>
                </a:cubicBezTo>
                <a:cubicBezTo>
                  <a:pt x="8668" y="5256"/>
                  <a:pt x="8404" y="5366"/>
                  <a:pt x="8143" y="5498"/>
                </a:cubicBezTo>
                <a:cubicBezTo>
                  <a:pt x="7888" y="5628"/>
                  <a:pt x="7577" y="5577"/>
                  <a:pt x="7374" y="5374"/>
                </a:cubicBezTo>
                <a:lnTo>
                  <a:pt x="5301" y="3301"/>
                </a:lnTo>
                <a:cubicBezTo>
                  <a:pt x="5229" y="3230"/>
                  <a:pt x="5146" y="3220"/>
                  <a:pt x="5104" y="3220"/>
                </a:cubicBezTo>
                <a:cubicBezTo>
                  <a:pt x="5060" y="3220"/>
                  <a:pt x="4977" y="3230"/>
                  <a:pt x="4908" y="3301"/>
                </a:cubicBezTo>
                <a:lnTo>
                  <a:pt x="3301" y="4908"/>
                </a:lnTo>
                <a:cubicBezTo>
                  <a:pt x="3192" y="5015"/>
                  <a:pt x="3192" y="5192"/>
                  <a:pt x="3301" y="5302"/>
                </a:cubicBezTo>
                <a:lnTo>
                  <a:pt x="5374" y="7374"/>
                </a:lnTo>
                <a:cubicBezTo>
                  <a:pt x="5575" y="7575"/>
                  <a:pt x="5625" y="7886"/>
                  <a:pt x="5497" y="8143"/>
                </a:cubicBezTo>
                <a:cubicBezTo>
                  <a:pt x="5365" y="8404"/>
                  <a:pt x="5256" y="8669"/>
                  <a:pt x="5169" y="8931"/>
                </a:cubicBezTo>
                <a:cubicBezTo>
                  <a:pt x="5079" y="9202"/>
                  <a:pt x="4825" y="9386"/>
                  <a:pt x="4537" y="9386"/>
                </a:cubicBezTo>
                <a:lnTo>
                  <a:pt x="1607" y="9386"/>
                </a:lnTo>
                <a:cubicBezTo>
                  <a:pt x="1456" y="9386"/>
                  <a:pt x="1330" y="9511"/>
                  <a:pt x="1330" y="9664"/>
                </a:cubicBezTo>
                <a:lnTo>
                  <a:pt x="1330" y="11936"/>
                </a:lnTo>
                <a:cubicBezTo>
                  <a:pt x="1330" y="12089"/>
                  <a:pt x="1456" y="12215"/>
                  <a:pt x="1607" y="12215"/>
                </a:cubicBezTo>
                <a:lnTo>
                  <a:pt x="4537" y="12215"/>
                </a:lnTo>
                <a:cubicBezTo>
                  <a:pt x="4825" y="12215"/>
                  <a:pt x="5079" y="12398"/>
                  <a:pt x="5169" y="12671"/>
                </a:cubicBezTo>
                <a:cubicBezTo>
                  <a:pt x="5256" y="12931"/>
                  <a:pt x="5365" y="13197"/>
                  <a:pt x="5497" y="13457"/>
                </a:cubicBezTo>
                <a:cubicBezTo>
                  <a:pt x="5625" y="13714"/>
                  <a:pt x="5575" y="14024"/>
                  <a:pt x="5374" y="14227"/>
                </a:cubicBezTo>
                <a:lnTo>
                  <a:pt x="3301" y="16301"/>
                </a:lnTo>
                <a:cubicBezTo>
                  <a:pt x="3192" y="16409"/>
                  <a:pt x="3192" y="16585"/>
                  <a:pt x="3301" y="16692"/>
                </a:cubicBezTo>
                <a:lnTo>
                  <a:pt x="4908" y="18300"/>
                </a:lnTo>
                <a:cubicBezTo>
                  <a:pt x="4977" y="18370"/>
                  <a:pt x="5060" y="18382"/>
                  <a:pt x="5104" y="18382"/>
                </a:cubicBezTo>
                <a:cubicBezTo>
                  <a:pt x="5146" y="18382"/>
                  <a:pt x="5229" y="18370"/>
                  <a:pt x="5301" y="18300"/>
                </a:cubicBezTo>
                <a:lnTo>
                  <a:pt x="7374" y="16228"/>
                </a:lnTo>
                <a:cubicBezTo>
                  <a:pt x="7501" y="16099"/>
                  <a:pt x="7671" y="16032"/>
                  <a:pt x="7843" y="16032"/>
                </a:cubicBezTo>
                <a:cubicBezTo>
                  <a:pt x="7843" y="16032"/>
                  <a:pt x="7843" y="16032"/>
                  <a:pt x="7843" y="16032"/>
                </a:cubicBezTo>
                <a:close/>
                <a:moveTo>
                  <a:pt x="11936" y="21600"/>
                </a:moveTo>
                <a:lnTo>
                  <a:pt x="9663" y="21600"/>
                </a:lnTo>
                <a:cubicBezTo>
                  <a:pt x="8776" y="21600"/>
                  <a:pt x="8055" y="20879"/>
                  <a:pt x="8055" y="19991"/>
                </a:cubicBezTo>
                <a:lnTo>
                  <a:pt x="8055" y="17524"/>
                </a:lnTo>
                <a:cubicBezTo>
                  <a:pt x="8032" y="17515"/>
                  <a:pt x="8010" y="17506"/>
                  <a:pt x="7987" y="17496"/>
                </a:cubicBezTo>
                <a:lnTo>
                  <a:pt x="6242" y="19240"/>
                </a:lnTo>
                <a:cubicBezTo>
                  <a:pt x="5937" y="19545"/>
                  <a:pt x="5534" y="19710"/>
                  <a:pt x="5104" y="19710"/>
                </a:cubicBezTo>
                <a:cubicBezTo>
                  <a:pt x="4676" y="19710"/>
                  <a:pt x="4271" y="19545"/>
                  <a:pt x="3967" y="19240"/>
                </a:cubicBezTo>
                <a:lnTo>
                  <a:pt x="2360" y="17632"/>
                </a:lnTo>
                <a:cubicBezTo>
                  <a:pt x="1733" y="17006"/>
                  <a:pt x="1733" y="15986"/>
                  <a:pt x="2360" y="15358"/>
                </a:cubicBezTo>
                <a:lnTo>
                  <a:pt x="4103" y="13615"/>
                </a:lnTo>
                <a:cubicBezTo>
                  <a:pt x="4094" y="13590"/>
                  <a:pt x="4084" y="13568"/>
                  <a:pt x="4076" y="13545"/>
                </a:cubicBezTo>
                <a:lnTo>
                  <a:pt x="1607" y="13545"/>
                </a:lnTo>
                <a:cubicBezTo>
                  <a:pt x="721" y="13545"/>
                  <a:pt x="0" y="12824"/>
                  <a:pt x="0" y="11936"/>
                </a:cubicBezTo>
                <a:lnTo>
                  <a:pt x="0" y="9664"/>
                </a:lnTo>
                <a:cubicBezTo>
                  <a:pt x="0" y="8777"/>
                  <a:pt x="721" y="8055"/>
                  <a:pt x="1607" y="8055"/>
                </a:cubicBezTo>
                <a:lnTo>
                  <a:pt x="4076" y="8055"/>
                </a:lnTo>
                <a:cubicBezTo>
                  <a:pt x="4084" y="8032"/>
                  <a:pt x="4094" y="8010"/>
                  <a:pt x="4103" y="7987"/>
                </a:cubicBezTo>
                <a:lnTo>
                  <a:pt x="2359" y="6241"/>
                </a:lnTo>
                <a:cubicBezTo>
                  <a:pt x="1731" y="5615"/>
                  <a:pt x="1731" y="4594"/>
                  <a:pt x="2359" y="3967"/>
                </a:cubicBezTo>
                <a:lnTo>
                  <a:pt x="3967" y="2359"/>
                </a:lnTo>
                <a:cubicBezTo>
                  <a:pt x="4271" y="2055"/>
                  <a:pt x="4674" y="1888"/>
                  <a:pt x="5104" y="1888"/>
                </a:cubicBezTo>
                <a:cubicBezTo>
                  <a:pt x="5534" y="1888"/>
                  <a:pt x="5937" y="2057"/>
                  <a:pt x="6242" y="2361"/>
                </a:cubicBezTo>
                <a:lnTo>
                  <a:pt x="7987" y="4104"/>
                </a:lnTo>
                <a:cubicBezTo>
                  <a:pt x="8010" y="4094"/>
                  <a:pt x="8032" y="4084"/>
                  <a:pt x="8055" y="4076"/>
                </a:cubicBezTo>
                <a:lnTo>
                  <a:pt x="8055" y="1609"/>
                </a:lnTo>
                <a:cubicBezTo>
                  <a:pt x="8055" y="722"/>
                  <a:pt x="8776" y="0"/>
                  <a:pt x="9663" y="0"/>
                </a:cubicBezTo>
                <a:lnTo>
                  <a:pt x="11936" y="0"/>
                </a:lnTo>
                <a:cubicBezTo>
                  <a:pt x="12822" y="0"/>
                  <a:pt x="13544" y="722"/>
                  <a:pt x="13544" y="1609"/>
                </a:cubicBezTo>
                <a:lnTo>
                  <a:pt x="13544" y="4076"/>
                </a:lnTo>
                <a:cubicBezTo>
                  <a:pt x="13568" y="4084"/>
                  <a:pt x="13591" y="4094"/>
                  <a:pt x="13614" y="4104"/>
                </a:cubicBezTo>
                <a:lnTo>
                  <a:pt x="15360" y="2359"/>
                </a:lnTo>
                <a:cubicBezTo>
                  <a:pt x="15663" y="2055"/>
                  <a:pt x="16066" y="1888"/>
                  <a:pt x="16496" y="1888"/>
                </a:cubicBezTo>
                <a:cubicBezTo>
                  <a:pt x="16926" y="1888"/>
                  <a:pt x="17330" y="2055"/>
                  <a:pt x="17634" y="2359"/>
                </a:cubicBezTo>
                <a:lnTo>
                  <a:pt x="19240" y="3967"/>
                </a:lnTo>
                <a:cubicBezTo>
                  <a:pt x="19545" y="4272"/>
                  <a:pt x="19712" y="4674"/>
                  <a:pt x="19712" y="5105"/>
                </a:cubicBezTo>
                <a:cubicBezTo>
                  <a:pt x="19712" y="5535"/>
                  <a:pt x="19545" y="5939"/>
                  <a:pt x="19239" y="6241"/>
                </a:cubicBezTo>
                <a:lnTo>
                  <a:pt x="17496" y="7987"/>
                </a:lnTo>
                <a:cubicBezTo>
                  <a:pt x="17506" y="8010"/>
                  <a:pt x="17515" y="8032"/>
                  <a:pt x="17524" y="8055"/>
                </a:cubicBezTo>
                <a:lnTo>
                  <a:pt x="19992" y="8055"/>
                </a:lnTo>
                <a:cubicBezTo>
                  <a:pt x="20878" y="8055"/>
                  <a:pt x="21600" y="8777"/>
                  <a:pt x="21600" y="9664"/>
                </a:cubicBezTo>
                <a:lnTo>
                  <a:pt x="21600" y="11936"/>
                </a:lnTo>
                <a:cubicBezTo>
                  <a:pt x="21600" y="12366"/>
                  <a:pt x="21433" y="12770"/>
                  <a:pt x="21128" y="13074"/>
                </a:cubicBezTo>
                <a:cubicBezTo>
                  <a:pt x="20825" y="13377"/>
                  <a:pt x="20421" y="13545"/>
                  <a:pt x="19993" y="13545"/>
                </a:cubicBezTo>
                <a:lnTo>
                  <a:pt x="17525" y="13545"/>
                </a:lnTo>
                <a:cubicBezTo>
                  <a:pt x="17515" y="13568"/>
                  <a:pt x="17506" y="13590"/>
                  <a:pt x="17496" y="13613"/>
                </a:cubicBezTo>
                <a:lnTo>
                  <a:pt x="19240" y="15358"/>
                </a:lnTo>
                <a:cubicBezTo>
                  <a:pt x="19868" y="15986"/>
                  <a:pt x="19868" y="17006"/>
                  <a:pt x="19240" y="17634"/>
                </a:cubicBezTo>
                <a:lnTo>
                  <a:pt x="17634" y="19241"/>
                </a:lnTo>
                <a:cubicBezTo>
                  <a:pt x="17329" y="19545"/>
                  <a:pt x="16926" y="19712"/>
                  <a:pt x="16496" y="19712"/>
                </a:cubicBezTo>
                <a:cubicBezTo>
                  <a:pt x="16066" y="19712"/>
                  <a:pt x="15662" y="19545"/>
                  <a:pt x="15357" y="19240"/>
                </a:cubicBezTo>
                <a:lnTo>
                  <a:pt x="13614" y="17496"/>
                </a:lnTo>
                <a:cubicBezTo>
                  <a:pt x="13591" y="17506"/>
                  <a:pt x="13568" y="17515"/>
                  <a:pt x="13544" y="17524"/>
                </a:cubicBezTo>
                <a:lnTo>
                  <a:pt x="13544" y="19991"/>
                </a:lnTo>
                <a:cubicBezTo>
                  <a:pt x="13544" y="20879"/>
                  <a:pt x="12822" y="21600"/>
                  <a:pt x="11936" y="21600"/>
                </a:cubicBezTo>
                <a:cubicBezTo>
                  <a:pt x="11936" y="21600"/>
                  <a:pt x="11936" y="21600"/>
                  <a:pt x="11936" y="2160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7367" y="543767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输入关键词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688267" y="544242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输入关键词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652453" y="543767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输入关键词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CD21413E-817F-4248-A376-49BABA842E31}"/>
              </a:ext>
            </a:extLst>
          </p:cNvPr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xmlns="" id="{B4BB6514-B6C6-43A4-8500-050CA704223A}"/>
              </a:ext>
            </a:extLst>
          </p:cNvPr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xmlns="" id="{45124433-6410-4D22-BCB8-E97E48927F40}"/>
              </a:ext>
            </a:extLst>
          </p:cNvPr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305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 flipH="1">
            <a:off x="6217298" y="3848876"/>
            <a:ext cx="0" cy="1968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" r="30486"/>
          <a:stretch>
            <a:fillRect/>
          </a:stretch>
        </p:blipFill>
        <p:spPr>
          <a:xfrm>
            <a:off x="872097" y="1950097"/>
            <a:ext cx="3806890" cy="3797559"/>
          </a:xfrm>
          <a:custGeom>
            <a:avLst/>
            <a:gdLst>
              <a:gd name="connsiteX0" fmla="*/ 1718657 w 3806890"/>
              <a:gd name="connsiteY0" fmla="*/ 0 h 3797559"/>
              <a:gd name="connsiteX1" fmla="*/ 2088234 w 3806890"/>
              <a:gd name="connsiteY1" fmla="*/ 0 h 3797559"/>
              <a:gd name="connsiteX2" fmla="*/ 2098061 w 3806890"/>
              <a:gd name="connsiteY2" fmla="*/ 496 h 3797559"/>
              <a:gd name="connsiteX3" fmla="*/ 3806890 w 3806890"/>
              <a:gd name="connsiteY3" fmla="*/ 1894114 h 3797559"/>
              <a:gd name="connsiteX4" fmla="*/ 1903445 w 3806890"/>
              <a:gd name="connsiteY4" fmla="*/ 3797559 h 3797559"/>
              <a:gd name="connsiteX5" fmla="*/ 0 w 3806890"/>
              <a:gd name="connsiteY5" fmla="*/ 1894114 h 3797559"/>
              <a:gd name="connsiteX6" fmla="*/ 1708829 w 3806890"/>
              <a:gd name="connsiteY6" fmla="*/ 496 h 379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6889" h="3797559">
                <a:moveTo>
                  <a:pt x="1718657" y="0"/>
                </a:moveTo>
                <a:lnTo>
                  <a:pt x="2088234" y="0"/>
                </a:lnTo>
                <a:lnTo>
                  <a:pt x="2098061" y="496"/>
                </a:lnTo>
                <a:cubicBezTo>
                  <a:pt x="3057885" y="97972"/>
                  <a:pt x="3806890" y="908573"/>
                  <a:pt x="3806890" y="1894114"/>
                </a:cubicBezTo>
                <a:cubicBezTo>
                  <a:pt x="3806890" y="2945358"/>
                  <a:pt x="2954689" y="3797559"/>
                  <a:pt x="1903445" y="3797559"/>
                </a:cubicBezTo>
                <a:cubicBezTo>
                  <a:pt x="852201" y="3797559"/>
                  <a:pt x="0" y="2945358"/>
                  <a:pt x="0" y="1894114"/>
                </a:cubicBezTo>
                <a:cubicBezTo>
                  <a:pt x="0" y="908573"/>
                  <a:pt x="749005" y="97972"/>
                  <a:pt x="1708829" y="496"/>
                </a:cubicBezTo>
                <a:close/>
              </a:path>
            </a:pathLst>
          </a:custGeom>
        </p:spPr>
      </p:pic>
      <p:sp>
        <p:nvSpPr>
          <p:cNvPr id="5" name="椭圆 4"/>
          <p:cNvSpPr/>
          <p:nvPr/>
        </p:nvSpPr>
        <p:spPr>
          <a:xfrm>
            <a:off x="3728812" y="4525346"/>
            <a:ext cx="1324946" cy="132494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127224" y="1847461"/>
            <a:ext cx="752686" cy="7526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7" name="Shape 23334"/>
          <p:cNvSpPr/>
          <p:nvPr/>
        </p:nvSpPr>
        <p:spPr>
          <a:xfrm>
            <a:off x="4070278" y="4931013"/>
            <a:ext cx="642013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" y="0"/>
                </a:moveTo>
                <a:cubicBezTo>
                  <a:pt x="968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968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391"/>
                  <a:pt x="21600" y="18900"/>
                </a:cubicBezTo>
                <a:cubicBezTo>
                  <a:pt x="21600" y="18900"/>
                  <a:pt x="21600" y="2700"/>
                  <a:pt x="21600" y="2700"/>
                </a:cubicBezTo>
                <a:cubicBezTo>
                  <a:pt x="21600" y="1209"/>
                  <a:pt x="20633" y="0"/>
                  <a:pt x="19440" y="0"/>
                </a:cubicBezTo>
                <a:lnTo>
                  <a:pt x="2160" y="0"/>
                </a:lnTo>
                <a:close/>
                <a:moveTo>
                  <a:pt x="2160" y="2700"/>
                </a:moveTo>
                <a:lnTo>
                  <a:pt x="19440" y="2700"/>
                </a:lnTo>
                <a:cubicBezTo>
                  <a:pt x="19440" y="2700"/>
                  <a:pt x="19440" y="18900"/>
                  <a:pt x="19440" y="18900"/>
                </a:cubicBezTo>
                <a:lnTo>
                  <a:pt x="2160" y="18900"/>
                </a:lnTo>
                <a:lnTo>
                  <a:pt x="2160" y="2700"/>
                </a:lnTo>
                <a:close/>
                <a:moveTo>
                  <a:pt x="6645" y="3291"/>
                </a:moveTo>
                <a:cubicBezTo>
                  <a:pt x="5151" y="3291"/>
                  <a:pt x="3950" y="4793"/>
                  <a:pt x="3950" y="6660"/>
                </a:cubicBezTo>
                <a:cubicBezTo>
                  <a:pt x="3950" y="8524"/>
                  <a:pt x="5151" y="10054"/>
                  <a:pt x="6645" y="10054"/>
                </a:cubicBezTo>
                <a:cubicBezTo>
                  <a:pt x="8138" y="10054"/>
                  <a:pt x="9360" y="8524"/>
                  <a:pt x="9360" y="6660"/>
                </a:cubicBezTo>
                <a:cubicBezTo>
                  <a:pt x="9360" y="4793"/>
                  <a:pt x="8138" y="3291"/>
                  <a:pt x="6645" y="3291"/>
                </a:cubicBezTo>
                <a:close/>
                <a:moveTo>
                  <a:pt x="6645" y="4654"/>
                </a:moveTo>
                <a:cubicBezTo>
                  <a:pt x="7540" y="4654"/>
                  <a:pt x="8270" y="5544"/>
                  <a:pt x="8270" y="6660"/>
                </a:cubicBezTo>
                <a:cubicBezTo>
                  <a:pt x="8270" y="7779"/>
                  <a:pt x="7540" y="8691"/>
                  <a:pt x="6645" y="8691"/>
                </a:cubicBezTo>
                <a:cubicBezTo>
                  <a:pt x="5752" y="8691"/>
                  <a:pt x="5019" y="7779"/>
                  <a:pt x="5019" y="6660"/>
                </a:cubicBezTo>
                <a:cubicBezTo>
                  <a:pt x="5019" y="5544"/>
                  <a:pt x="5752" y="4654"/>
                  <a:pt x="6645" y="4654"/>
                </a:cubicBezTo>
                <a:close/>
                <a:moveTo>
                  <a:pt x="15182" y="9051"/>
                </a:moveTo>
                <a:cubicBezTo>
                  <a:pt x="13023" y="9051"/>
                  <a:pt x="11947" y="13114"/>
                  <a:pt x="10327" y="13114"/>
                </a:cubicBezTo>
                <a:cubicBezTo>
                  <a:pt x="8702" y="13114"/>
                  <a:pt x="8704" y="11751"/>
                  <a:pt x="6542" y="11751"/>
                </a:cubicBezTo>
                <a:cubicBezTo>
                  <a:pt x="4380" y="11751"/>
                  <a:pt x="3291" y="17151"/>
                  <a:pt x="3291" y="17151"/>
                </a:cubicBezTo>
                <a:lnTo>
                  <a:pt x="18411" y="17151"/>
                </a:lnTo>
                <a:cubicBezTo>
                  <a:pt x="18411" y="17151"/>
                  <a:pt x="17344" y="9051"/>
                  <a:pt x="15182" y="9051"/>
                </a:cubicBezTo>
                <a:close/>
                <a:moveTo>
                  <a:pt x="15182" y="10414"/>
                </a:moveTo>
                <a:cubicBezTo>
                  <a:pt x="15666" y="10486"/>
                  <a:pt x="16541" y="12847"/>
                  <a:pt x="17095" y="15814"/>
                </a:cubicBezTo>
                <a:lnTo>
                  <a:pt x="4793" y="15814"/>
                </a:lnTo>
                <a:cubicBezTo>
                  <a:pt x="5262" y="14415"/>
                  <a:pt x="5940" y="13114"/>
                  <a:pt x="6542" y="13114"/>
                </a:cubicBezTo>
                <a:cubicBezTo>
                  <a:pt x="7411" y="13114"/>
                  <a:pt x="7752" y="13362"/>
                  <a:pt x="8187" y="13680"/>
                </a:cubicBezTo>
                <a:cubicBezTo>
                  <a:pt x="8669" y="14030"/>
                  <a:pt x="9267" y="14451"/>
                  <a:pt x="10306" y="14451"/>
                </a:cubicBezTo>
                <a:cubicBezTo>
                  <a:pt x="11534" y="14451"/>
                  <a:pt x="12416" y="13270"/>
                  <a:pt x="13186" y="12214"/>
                </a:cubicBezTo>
                <a:cubicBezTo>
                  <a:pt x="13861" y="11292"/>
                  <a:pt x="14500" y="10414"/>
                  <a:pt x="15182" y="10414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10629" y="19929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市场前景</a:t>
            </a:r>
          </a:p>
        </p:txBody>
      </p:sp>
      <p:sp>
        <p:nvSpPr>
          <p:cNvPr id="19" name="矩形 18"/>
          <p:cNvSpPr/>
          <p:nvPr/>
        </p:nvSpPr>
        <p:spPr>
          <a:xfrm>
            <a:off x="5910629" y="2600147"/>
            <a:ext cx="560334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14" name="椭圆 13"/>
          <p:cNvSpPr/>
          <p:nvPr/>
        </p:nvSpPr>
        <p:spPr>
          <a:xfrm>
            <a:off x="6021355" y="4119864"/>
            <a:ext cx="391886" cy="3918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021355" y="5052738"/>
            <a:ext cx="391886" cy="391886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07295" y="4061091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5" name="矩形 24"/>
          <p:cNvSpPr/>
          <p:nvPr/>
        </p:nvSpPr>
        <p:spPr>
          <a:xfrm>
            <a:off x="6507295" y="4980915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9A5693BC-4E5E-49C4-BAAF-D2D370DD55D6}"/>
              </a:ext>
            </a:extLst>
          </p:cNvPr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xmlns="" id="{6374376A-A0CB-40EC-AC1A-F46BF7C6E211}"/>
              </a:ext>
            </a:extLst>
          </p:cNvPr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xmlns="" id="{4EA150C8-E502-4D4C-B380-0B8AC606E38B}"/>
              </a:ext>
            </a:extLst>
          </p:cNvPr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8536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4" grpId="0"/>
      <p:bldP spid="2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21093" y="1866122"/>
            <a:ext cx="2319593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31009" y="2883159"/>
            <a:ext cx="2319593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13564" y="1791477"/>
            <a:ext cx="2319593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67811" y="2789852"/>
            <a:ext cx="2319593" cy="3107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820" y="4758612"/>
            <a:ext cx="1810138" cy="429208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814045" y="2668555"/>
            <a:ext cx="1810138" cy="429208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495653" y="4683967"/>
            <a:ext cx="1810138" cy="429208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122538" y="2575248"/>
            <a:ext cx="1810138" cy="429208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364767" y="476794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战略规划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136112" y="268310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战略规划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795428" y="471306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战略规划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394952" y="257524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战略规划</a:t>
            </a:r>
          </a:p>
        </p:txBody>
      </p:sp>
      <p:sp>
        <p:nvSpPr>
          <p:cNvPr id="20" name="矩形 19"/>
          <p:cNvSpPr/>
          <p:nvPr/>
        </p:nvSpPr>
        <p:spPr>
          <a:xfrm>
            <a:off x="1078180" y="2245014"/>
            <a:ext cx="1927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21" name="矩形 20"/>
          <p:cNvSpPr/>
          <p:nvPr/>
        </p:nvSpPr>
        <p:spPr>
          <a:xfrm>
            <a:off x="3737496" y="3399176"/>
            <a:ext cx="1927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22" name="矩形 21"/>
          <p:cNvSpPr/>
          <p:nvPr/>
        </p:nvSpPr>
        <p:spPr>
          <a:xfrm>
            <a:off x="6453613" y="2083560"/>
            <a:ext cx="1927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23" name="矩形 22"/>
          <p:cNvSpPr/>
          <p:nvPr/>
        </p:nvSpPr>
        <p:spPr>
          <a:xfrm>
            <a:off x="9112929" y="3231224"/>
            <a:ext cx="19270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 flipH="1">
            <a:off x="6217298" y="3848876"/>
            <a:ext cx="0" cy="1968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" r="30486"/>
          <a:stretch>
            <a:fillRect/>
          </a:stretch>
        </p:blipFill>
        <p:spPr>
          <a:xfrm>
            <a:off x="872097" y="1950097"/>
            <a:ext cx="3806890" cy="3797559"/>
          </a:xfrm>
          <a:custGeom>
            <a:avLst/>
            <a:gdLst>
              <a:gd name="connsiteX0" fmla="*/ 1718657 w 3806890"/>
              <a:gd name="connsiteY0" fmla="*/ 0 h 3797559"/>
              <a:gd name="connsiteX1" fmla="*/ 2088234 w 3806890"/>
              <a:gd name="connsiteY1" fmla="*/ 0 h 3797559"/>
              <a:gd name="connsiteX2" fmla="*/ 2098061 w 3806890"/>
              <a:gd name="connsiteY2" fmla="*/ 496 h 3797559"/>
              <a:gd name="connsiteX3" fmla="*/ 3806890 w 3806890"/>
              <a:gd name="connsiteY3" fmla="*/ 1894114 h 3797559"/>
              <a:gd name="connsiteX4" fmla="*/ 1903445 w 3806890"/>
              <a:gd name="connsiteY4" fmla="*/ 3797559 h 3797559"/>
              <a:gd name="connsiteX5" fmla="*/ 0 w 3806890"/>
              <a:gd name="connsiteY5" fmla="*/ 1894114 h 3797559"/>
              <a:gd name="connsiteX6" fmla="*/ 1708829 w 3806890"/>
              <a:gd name="connsiteY6" fmla="*/ 496 h 379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6889" h="3797559">
                <a:moveTo>
                  <a:pt x="1718657" y="0"/>
                </a:moveTo>
                <a:lnTo>
                  <a:pt x="2088234" y="0"/>
                </a:lnTo>
                <a:lnTo>
                  <a:pt x="2098061" y="496"/>
                </a:lnTo>
                <a:cubicBezTo>
                  <a:pt x="3057885" y="97972"/>
                  <a:pt x="3806890" y="908573"/>
                  <a:pt x="3806890" y="1894114"/>
                </a:cubicBezTo>
                <a:cubicBezTo>
                  <a:pt x="3806890" y="2945358"/>
                  <a:pt x="2954689" y="3797559"/>
                  <a:pt x="1903445" y="3797559"/>
                </a:cubicBezTo>
                <a:cubicBezTo>
                  <a:pt x="852201" y="3797559"/>
                  <a:pt x="0" y="2945358"/>
                  <a:pt x="0" y="1894114"/>
                </a:cubicBezTo>
                <a:cubicBezTo>
                  <a:pt x="0" y="908573"/>
                  <a:pt x="749005" y="97972"/>
                  <a:pt x="1708829" y="496"/>
                </a:cubicBezTo>
                <a:close/>
              </a:path>
            </a:pathLst>
          </a:custGeom>
        </p:spPr>
      </p:pic>
      <p:sp>
        <p:nvSpPr>
          <p:cNvPr id="5" name="椭圆 4"/>
          <p:cNvSpPr/>
          <p:nvPr/>
        </p:nvSpPr>
        <p:spPr>
          <a:xfrm>
            <a:off x="3728812" y="4525346"/>
            <a:ext cx="1324946" cy="132494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127224" y="1847461"/>
            <a:ext cx="752686" cy="7526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17" name="Shape 23334"/>
          <p:cNvSpPr/>
          <p:nvPr/>
        </p:nvSpPr>
        <p:spPr>
          <a:xfrm>
            <a:off x="4070278" y="4931013"/>
            <a:ext cx="642013" cy="513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" y="0"/>
                </a:moveTo>
                <a:cubicBezTo>
                  <a:pt x="968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968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391"/>
                  <a:pt x="21600" y="18900"/>
                </a:cubicBezTo>
                <a:cubicBezTo>
                  <a:pt x="21600" y="18900"/>
                  <a:pt x="21600" y="2700"/>
                  <a:pt x="21600" y="2700"/>
                </a:cubicBezTo>
                <a:cubicBezTo>
                  <a:pt x="21600" y="1209"/>
                  <a:pt x="20633" y="0"/>
                  <a:pt x="19440" y="0"/>
                </a:cubicBezTo>
                <a:lnTo>
                  <a:pt x="2160" y="0"/>
                </a:lnTo>
                <a:close/>
                <a:moveTo>
                  <a:pt x="2160" y="2700"/>
                </a:moveTo>
                <a:lnTo>
                  <a:pt x="19440" y="2700"/>
                </a:lnTo>
                <a:cubicBezTo>
                  <a:pt x="19440" y="2700"/>
                  <a:pt x="19440" y="18900"/>
                  <a:pt x="19440" y="18900"/>
                </a:cubicBezTo>
                <a:lnTo>
                  <a:pt x="2160" y="18900"/>
                </a:lnTo>
                <a:lnTo>
                  <a:pt x="2160" y="2700"/>
                </a:lnTo>
                <a:close/>
                <a:moveTo>
                  <a:pt x="6645" y="3291"/>
                </a:moveTo>
                <a:cubicBezTo>
                  <a:pt x="5151" y="3291"/>
                  <a:pt x="3950" y="4793"/>
                  <a:pt x="3950" y="6660"/>
                </a:cubicBezTo>
                <a:cubicBezTo>
                  <a:pt x="3950" y="8524"/>
                  <a:pt x="5151" y="10054"/>
                  <a:pt x="6645" y="10054"/>
                </a:cubicBezTo>
                <a:cubicBezTo>
                  <a:pt x="8138" y="10054"/>
                  <a:pt x="9360" y="8524"/>
                  <a:pt x="9360" y="6660"/>
                </a:cubicBezTo>
                <a:cubicBezTo>
                  <a:pt x="9360" y="4793"/>
                  <a:pt x="8138" y="3291"/>
                  <a:pt x="6645" y="3291"/>
                </a:cubicBezTo>
                <a:close/>
                <a:moveTo>
                  <a:pt x="6645" y="4654"/>
                </a:moveTo>
                <a:cubicBezTo>
                  <a:pt x="7540" y="4654"/>
                  <a:pt x="8270" y="5544"/>
                  <a:pt x="8270" y="6660"/>
                </a:cubicBezTo>
                <a:cubicBezTo>
                  <a:pt x="8270" y="7779"/>
                  <a:pt x="7540" y="8691"/>
                  <a:pt x="6645" y="8691"/>
                </a:cubicBezTo>
                <a:cubicBezTo>
                  <a:pt x="5752" y="8691"/>
                  <a:pt x="5019" y="7779"/>
                  <a:pt x="5019" y="6660"/>
                </a:cubicBezTo>
                <a:cubicBezTo>
                  <a:pt x="5019" y="5544"/>
                  <a:pt x="5752" y="4654"/>
                  <a:pt x="6645" y="4654"/>
                </a:cubicBezTo>
                <a:close/>
                <a:moveTo>
                  <a:pt x="15182" y="9051"/>
                </a:moveTo>
                <a:cubicBezTo>
                  <a:pt x="13023" y="9051"/>
                  <a:pt x="11947" y="13114"/>
                  <a:pt x="10327" y="13114"/>
                </a:cubicBezTo>
                <a:cubicBezTo>
                  <a:pt x="8702" y="13114"/>
                  <a:pt x="8704" y="11751"/>
                  <a:pt x="6542" y="11751"/>
                </a:cubicBezTo>
                <a:cubicBezTo>
                  <a:pt x="4380" y="11751"/>
                  <a:pt x="3291" y="17151"/>
                  <a:pt x="3291" y="17151"/>
                </a:cubicBezTo>
                <a:lnTo>
                  <a:pt x="18411" y="17151"/>
                </a:lnTo>
                <a:cubicBezTo>
                  <a:pt x="18411" y="17151"/>
                  <a:pt x="17344" y="9051"/>
                  <a:pt x="15182" y="9051"/>
                </a:cubicBezTo>
                <a:close/>
                <a:moveTo>
                  <a:pt x="15182" y="10414"/>
                </a:moveTo>
                <a:cubicBezTo>
                  <a:pt x="15666" y="10486"/>
                  <a:pt x="16541" y="12847"/>
                  <a:pt x="17095" y="15814"/>
                </a:cubicBezTo>
                <a:lnTo>
                  <a:pt x="4793" y="15814"/>
                </a:lnTo>
                <a:cubicBezTo>
                  <a:pt x="5262" y="14415"/>
                  <a:pt x="5940" y="13114"/>
                  <a:pt x="6542" y="13114"/>
                </a:cubicBezTo>
                <a:cubicBezTo>
                  <a:pt x="7411" y="13114"/>
                  <a:pt x="7752" y="13362"/>
                  <a:pt x="8187" y="13680"/>
                </a:cubicBezTo>
                <a:cubicBezTo>
                  <a:pt x="8669" y="14030"/>
                  <a:pt x="9267" y="14451"/>
                  <a:pt x="10306" y="14451"/>
                </a:cubicBezTo>
                <a:cubicBezTo>
                  <a:pt x="11534" y="14451"/>
                  <a:pt x="12416" y="13270"/>
                  <a:pt x="13186" y="12214"/>
                </a:cubicBezTo>
                <a:cubicBezTo>
                  <a:pt x="13861" y="11292"/>
                  <a:pt x="14500" y="10414"/>
                  <a:pt x="15182" y="10414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sym typeface="Gill San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10629" y="19929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/>
              </a:rPr>
              <a:t>市场前景</a:t>
            </a:r>
          </a:p>
        </p:txBody>
      </p:sp>
      <p:sp>
        <p:nvSpPr>
          <p:cNvPr id="19" name="矩形 18"/>
          <p:cNvSpPr/>
          <p:nvPr/>
        </p:nvSpPr>
        <p:spPr>
          <a:xfrm>
            <a:off x="5910629" y="2600147"/>
            <a:ext cx="560334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14" name="椭圆 13"/>
          <p:cNvSpPr/>
          <p:nvPr/>
        </p:nvSpPr>
        <p:spPr>
          <a:xfrm>
            <a:off x="6021355" y="4119864"/>
            <a:ext cx="391886" cy="391886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021355" y="5052738"/>
            <a:ext cx="391886" cy="391886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07295" y="4061091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5" name="矩形 24"/>
          <p:cNvSpPr/>
          <p:nvPr/>
        </p:nvSpPr>
        <p:spPr>
          <a:xfrm>
            <a:off x="6507295" y="4980915"/>
            <a:ext cx="493203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点击输入文本信息，内容简洁明了，清晰易懂，字体大小可调节。点击输入文本信息，内容简洁明了，清晰易懂，字体大小可调节。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4EC60519-50A5-4D77-B1F2-FEBBFC9D3325}"/>
              </a:ext>
            </a:extLst>
          </p:cNvPr>
          <p:cNvSpPr txBox="1"/>
          <p:nvPr/>
        </p:nvSpPr>
        <p:spPr>
          <a:xfrm>
            <a:off x="5388114" y="4950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战略规划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xmlns="" id="{DBE23C04-B246-4450-B098-499BE769C014}"/>
              </a:ext>
            </a:extLst>
          </p:cNvPr>
          <p:cNvCxnSpPr/>
          <p:nvPr/>
        </p:nvCxnSpPr>
        <p:spPr>
          <a:xfrm>
            <a:off x="4800285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xmlns="" id="{C3559615-9014-4EC4-B930-7052656D17C5}"/>
              </a:ext>
            </a:extLst>
          </p:cNvPr>
          <p:cNvCxnSpPr/>
          <p:nvPr/>
        </p:nvCxnSpPr>
        <p:spPr>
          <a:xfrm>
            <a:off x="6803886" y="725925"/>
            <a:ext cx="522515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1790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4" grpId="0"/>
      <p:bldP spid="25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0" t="18503" r="29163" b="4490"/>
          <a:stretch>
            <a:fillRect/>
          </a:stretch>
        </p:blipFill>
        <p:spPr>
          <a:xfrm>
            <a:off x="715089" y="755780"/>
            <a:ext cx="4590662" cy="5281126"/>
          </a:xfrm>
          <a:custGeom>
            <a:avLst/>
            <a:gdLst>
              <a:gd name="connsiteX0" fmla="*/ 2295331 w 4590662"/>
              <a:gd name="connsiteY0" fmla="*/ 0 h 5281126"/>
              <a:gd name="connsiteX1" fmla="*/ 4590662 w 4590662"/>
              <a:gd name="connsiteY1" fmla="*/ 2295331 h 5281126"/>
              <a:gd name="connsiteX2" fmla="*/ 4590662 w 4590662"/>
              <a:gd name="connsiteY2" fmla="*/ 5281126 h 5281126"/>
              <a:gd name="connsiteX3" fmla="*/ 0 w 4590662"/>
              <a:gd name="connsiteY3" fmla="*/ 5281126 h 5281126"/>
              <a:gd name="connsiteX4" fmla="*/ 0 w 4590662"/>
              <a:gd name="connsiteY4" fmla="*/ 2295331 h 5281126"/>
              <a:gd name="connsiteX5" fmla="*/ 2295331 w 4590662"/>
              <a:gd name="connsiteY5" fmla="*/ 0 h 5281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0662" h="5281126">
                <a:moveTo>
                  <a:pt x="2295331" y="0"/>
                </a:moveTo>
                <a:cubicBezTo>
                  <a:pt x="3563007" y="0"/>
                  <a:pt x="4590662" y="1027655"/>
                  <a:pt x="4590662" y="2295331"/>
                </a:cubicBezTo>
                <a:lnTo>
                  <a:pt x="4590662" y="5281126"/>
                </a:lnTo>
                <a:lnTo>
                  <a:pt x="0" y="5281126"/>
                </a:lnTo>
                <a:lnTo>
                  <a:pt x="0" y="2295331"/>
                </a:lnTo>
                <a:cubicBezTo>
                  <a:pt x="0" y="1027655"/>
                  <a:pt x="1027655" y="0"/>
                  <a:pt x="2295331" y="0"/>
                </a:cubicBezTo>
                <a:close/>
              </a:path>
            </a:pathLst>
          </a:custGeom>
        </p:spPr>
      </p:pic>
      <p:sp>
        <p:nvSpPr>
          <p:cNvPr id="5" name="同侧圆角矩形 4"/>
          <p:cNvSpPr/>
          <p:nvPr/>
        </p:nvSpPr>
        <p:spPr>
          <a:xfrm>
            <a:off x="4036788" y="3713584"/>
            <a:ext cx="2323322" cy="232332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Shape 23335"/>
          <p:cNvSpPr/>
          <p:nvPr/>
        </p:nvSpPr>
        <p:spPr>
          <a:xfrm>
            <a:off x="4745881" y="4497248"/>
            <a:ext cx="905136" cy="905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2" h="21411" extrusionOk="0">
                <a:moveTo>
                  <a:pt x="11932" y="10025"/>
                </a:moveTo>
                <a:cubicBezTo>
                  <a:pt x="11932" y="10766"/>
                  <a:pt x="11338" y="11365"/>
                  <a:pt x="10602" y="11365"/>
                </a:cubicBezTo>
                <a:cubicBezTo>
                  <a:pt x="9875" y="11365"/>
                  <a:pt x="9281" y="10766"/>
                  <a:pt x="9281" y="10025"/>
                </a:cubicBezTo>
                <a:cubicBezTo>
                  <a:pt x="9281" y="9288"/>
                  <a:pt x="9875" y="8683"/>
                  <a:pt x="10602" y="8683"/>
                </a:cubicBezTo>
                <a:cubicBezTo>
                  <a:pt x="11338" y="8683"/>
                  <a:pt x="11932" y="9288"/>
                  <a:pt x="11932" y="10025"/>
                </a:cubicBezTo>
                <a:cubicBezTo>
                  <a:pt x="11932" y="10025"/>
                  <a:pt x="11932" y="10025"/>
                  <a:pt x="11932" y="10025"/>
                </a:cubicBezTo>
                <a:close/>
                <a:moveTo>
                  <a:pt x="7952" y="10025"/>
                </a:moveTo>
                <a:cubicBezTo>
                  <a:pt x="7952" y="11502"/>
                  <a:pt x="9144" y="12707"/>
                  <a:pt x="10602" y="12707"/>
                </a:cubicBezTo>
                <a:cubicBezTo>
                  <a:pt x="12067" y="12707"/>
                  <a:pt x="13255" y="11502"/>
                  <a:pt x="13255" y="10025"/>
                </a:cubicBezTo>
                <a:cubicBezTo>
                  <a:pt x="13255" y="8547"/>
                  <a:pt x="12067" y="7346"/>
                  <a:pt x="10602" y="7346"/>
                </a:cubicBezTo>
                <a:cubicBezTo>
                  <a:pt x="9144" y="7346"/>
                  <a:pt x="7952" y="8547"/>
                  <a:pt x="7952" y="10025"/>
                </a:cubicBezTo>
                <a:cubicBezTo>
                  <a:pt x="7952" y="10025"/>
                  <a:pt x="7952" y="10025"/>
                  <a:pt x="7952" y="10025"/>
                </a:cubicBezTo>
                <a:close/>
                <a:moveTo>
                  <a:pt x="19692" y="11169"/>
                </a:moveTo>
                <a:cubicBezTo>
                  <a:pt x="19441" y="11420"/>
                  <a:pt x="19007" y="11420"/>
                  <a:pt x="18755" y="11169"/>
                </a:cubicBezTo>
                <a:lnTo>
                  <a:pt x="11544" y="3884"/>
                </a:lnTo>
                <a:lnTo>
                  <a:pt x="12013" y="3411"/>
                </a:lnTo>
                <a:cubicBezTo>
                  <a:pt x="12177" y="3243"/>
                  <a:pt x="12301" y="3053"/>
                  <a:pt x="12396" y="2849"/>
                </a:cubicBezTo>
                <a:lnTo>
                  <a:pt x="19692" y="10221"/>
                </a:lnTo>
                <a:cubicBezTo>
                  <a:pt x="19948" y="10485"/>
                  <a:pt x="19948" y="10906"/>
                  <a:pt x="19692" y="11169"/>
                </a:cubicBezTo>
                <a:cubicBezTo>
                  <a:pt x="19692" y="11169"/>
                  <a:pt x="19692" y="11169"/>
                  <a:pt x="19692" y="11169"/>
                </a:cubicBezTo>
                <a:close/>
                <a:moveTo>
                  <a:pt x="17233" y="20070"/>
                </a:moveTo>
                <a:lnTo>
                  <a:pt x="14582" y="20070"/>
                </a:lnTo>
                <a:lnTo>
                  <a:pt x="14582" y="15383"/>
                </a:lnTo>
                <a:cubicBezTo>
                  <a:pt x="14582" y="14642"/>
                  <a:pt x="13990" y="14042"/>
                  <a:pt x="13255" y="14042"/>
                </a:cubicBezTo>
                <a:lnTo>
                  <a:pt x="7952" y="14042"/>
                </a:lnTo>
                <a:cubicBezTo>
                  <a:pt x="7220" y="14042"/>
                  <a:pt x="6629" y="14642"/>
                  <a:pt x="6629" y="15383"/>
                </a:cubicBezTo>
                <a:lnTo>
                  <a:pt x="6629" y="20070"/>
                </a:lnTo>
                <a:lnTo>
                  <a:pt x="3976" y="20070"/>
                </a:lnTo>
                <a:lnTo>
                  <a:pt x="3976" y="11529"/>
                </a:lnTo>
                <a:lnTo>
                  <a:pt x="10602" y="4829"/>
                </a:lnTo>
                <a:lnTo>
                  <a:pt x="17233" y="11529"/>
                </a:lnTo>
                <a:cubicBezTo>
                  <a:pt x="17233" y="11529"/>
                  <a:pt x="17233" y="20070"/>
                  <a:pt x="17233" y="20070"/>
                </a:cubicBezTo>
                <a:close/>
                <a:moveTo>
                  <a:pt x="2456" y="11169"/>
                </a:moveTo>
                <a:cubicBezTo>
                  <a:pt x="2204" y="11420"/>
                  <a:pt x="1771" y="11420"/>
                  <a:pt x="1518" y="11169"/>
                </a:cubicBezTo>
                <a:cubicBezTo>
                  <a:pt x="1260" y="10906"/>
                  <a:pt x="1260" y="10485"/>
                  <a:pt x="1518" y="10221"/>
                </a:cubicBezTo>
                <a:lnTo>
                  <a:pt x="8817" y="2849"/>
                </a:lnTo>
                <a:cubicBezTo>
                  <a:pt x="8912" y="3053"/>
                  <a:pt x="9034" y="3243"/>
                  <a:pt x="9200" y="3411"/>
                </a:cubicBezTo>
                <a:lnTo>
                  <a:pt x="9668" y="3884"/>
                </a:lnTo>
                <a:cubicBezTo>
                  <a:pt x="9668" y="3884"/>
                  <a:pt x="2456" y="11169"/>
                  <a:pt x="2456" y="11169"/>
                </a:cubicBezTo>
                <a:close/>
                <a:moveTo>
                  <a:pt x="10137" y="1516"/>
                </a:moveTo>
                <a:cubicBezTo>
                  <a:pt x="10260" y="1388"/>
                  <a:pt x="10429" y="1320"/>
                  <a:pt x="10602" y="1320"/>
                </a:cubicBezTo>
                <a:cubicBezTo>
                  <a:pt x="10783" y="1320"/>
                  <a:pt x="10950" y="1388"/>
                  <a:pt x="11073" y="1516"/>
                </a:cubicBezTo>
                <a:cubicBezTo>
                  <a:pt x="11332" y="1776"/>
                  <a:pt x="11332" y="2202"/>
                  <a:pt x="11073" y="2462"/>
                </a:cubicBezTo>
                <a:lnTo>
                  <a:pt x="10602" y="2939"/>
                </a:lnTo>
                <a:lnTo>
                  <a:pt x="10137" y="2462"/>
                </a:lnTo>
                <a:cubicBezTo>
                  <a:pt x="9878" y="2202"/>
                  <a:pt x="9878" y="1776"/>
                  <a:pt x="10137" y="1516"/>
                </a:cubicBezTo>
                <a:cubicBezTo>
                  <a:pt x="10137" y="1516"/>
                  <a:pt x="10137" y="1516"/>
                  <a:pt x="10137" y="1516"/>
                </a:cubicBezTo>
                <a:close/>
                <a:moveTo>
                  <a:pt x="20631" y="9276"/>
                </a:moveTo>
                <a:lnTo>
                  <a:pt x="12013" y="565"/>
                </a:lnTo>
                <a:cubicBezTo>
                  <a:pt x="11259" y="-189"/>
                  <a:pt x="9950" y="-189"/>
                  <a:pt x="9200" y="565"/>
                </a:cubicBezTo>
                <a:lnTo>
                  <a:pt x="581" y="9276"/>
                </a:lnTo>
                <a:cubicBezTo>
                  <a:pt x="-194" y="10057"/>
                  <a:pt x="-194" y="11333"/>
                  <a:pt x="581" y="12116"/>
                </a:cubicBezTo>
                <a:cubicBezTo>
                  <a:pt x="959" y="12497"/>
                  <a:pt x="1455" y="12707"/>
                  <a:pt x="1987" y="12707"/>
                </a:cubicBezTo>
                <a:cubicBezTo>
                  <a:pt x="2217" y="12707"/>
                  <a:pt x="2441" y="12656"/>
                  <a:pt x="2652" y="12582"/>
                </a:cubicBezTo>
                <a:lnTo>
                  <a:pt x="2652" y="20070"/>
                </a:lnTo>
                <a:cubicBezTo>
                  <a:pt x="2652" y="20810"/>
                  <a:pt x="3247" y="21411"/>
                  <a:pt x="3976" y="21411"/>
                </a:cubicBezTo>
                <a:lnTo>
                  <a:pt x="6629" y="21411"/>
                </a:lnTo>
                <a:cubicBezTo>
                  <a:pt x="7361" y="21411"/>
                  <a:pt x="7952" y="20810"/>
                  <a:pt x="7952" y="20070"/>
                </a:cubicBezTo>
                <a:lnTo>
                  <a:pt x="7952" y="15383"/>
                </a:lnTo>
                <a:lnTo>
                  <a:pt x="13255" y="15383"/>
                </a:lnTo>
                <a:lnTo>
                  <a:pt x="13255" y="20070"/>
                </a:lnTo>
                <a:cubicBezTo>
                  <a:pt x="13255" y="20810"/>
                  <a:pt x="13851" y="21411"/>
                  <a:pt x="14582" y="21411"/>
                </a:cubicBezTo>
                <a:lnTo>
                  <a:pt x="17233" y="21411"/>
                </a:lnTo>
                <a:cubicBezTo>
                  <a:pt x="17965" y="21411"/>
                  <a:pt x="18562" y="20810"/>
                  <a:pt x="18562" y="20070"/>
                </a:cubicBezTo>
                <a:lnTo>
                  <a:pt x="18562" y="12582"/>
                </a:lnTo>
                <a:cubicBezTo>
                  <a:pt x="18770" y="12656"/>
                  <a:pt x="18992" y="12707"/>
                  <a:pt x="19223" y="12707"/>
                </a:cubicBezTo>
                <a:cubicBezTo>
                  <a:pt x="19754" y="12707"/>
                  <a:pt x="20255" y="12497"/>
                  <a:pt x="20631" y="12116"/>
                </a:cubicBezTo>
                <a:cubicBezTo>
                  <a:pt x="21406" y="11333"/>
                  <a:pt x="21406" y="10057"/>
                  <a:pt x="20631" y="9276"/>
                </a:cubicBezTo>
                <a:cubicBezTo>
                  <a:pt x="20631" y="9276"/>
                  <a:pt x="20631" y="9276"/>
                  <a:pt x="20631" y="9276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51" tIns="19051" rIns="19051" bIns="1905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4000"/>
          </a:p>
        </p:txBody>
      </p:sp>
      <p:sp>
        <p:nvSpPr>
          <p:cNvPr id="17" name="文本框 16"/>
          <p:cNvSpPr txBox="1"/>
          <p:nvPr/>
        </p:nvSpPr>
        <p:spPr>
          <a:xfrm>
            <a:off x="6537392" y="2395685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谢谢大家观看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390856" y="181796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点击输入公司名称</a:t>
            </a:r>
          </a:p>
        </p:txBody>
      </p:sp>
      <p:sp>
        <p:nvSpPr>
          <p:cNvPr id="8" name="椭圆 7"/>
          <p:cNvSpPr/>
          <p:nvPr/>
        </p:nvSpPr>
        <p:spPr>
          <a:xfrm>
            <a:off x="447868" y="363893"/>
            <a:ext cx="998375" cy="998375"/>
          </a:xfrm>
          <a:prstGeom prst="ellipse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915574" y="1126186"/>
            <a:ext cx="657398" cy="657398"/>
          </a:xfrm>
          <a:prstGeom prst="ellipse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Freeform 10"/>
          <p:cNvSpPr>
            <a:spLocks noEditPoints="1"/>
          </p:cNvSpPr>
          <p:nvPr/>
        </p:nvSpPr>
        <p:spPr bwMode="auto">
          <a:xfrm>
            <a:off x="679787" y="672161"/>
            <a:ext cx="511175" cy="454025"/>
          </a:xfrm>
          <a:custGeom>
            <a:avLst/>
            <a:gdLst>
              <a:gd name="T0" fmla="*/ 68 w 136"/>
              <a:gd name="T1" fmla="*/ 119 h 119"/>
              <a:gd name="T2" fmla="*/ 66 w 136"/>
              <a:gd name="T3" fmla="*/ 117 h 119"/>
              <a:gd name="T4" fmla="*/ 0 w 136"/>
              <a:gd name="T5" fmla="*/ 36 h 119"/>
              <a:gd name="T6" fmla="*/ 36 w 136"/>
              <a:gd name="T7" fmla="*/ 0 h 119"/>
              <a:gd name="T8" fmla="*/ 68 w 136"/>
              <a:gd name="T9" fmla="*/ 17 h 119"/>
              <a:gd name="T10" fmla="*/ 100 w 136"/>
              <a:gd name="T11" fmla="*/ 0 h 119"/>
              <a:gd name="T12" fmla="*/ 136 w 136"/>
              <a:gd name="T13" fmla="*/ 36 h 119"/>
              <a:gd name="T14" fmla="*/ 70 w 136"/>
              <a:gd name="T15" fmla="*/ 117 h 119"/>
              <a:gd name="T16" fmla="*/ 68 w 136"/>
              <a:gd name="T17" fmla="*/ 119 h 119"/>
              <a:gd name="T18" fmla="*/ 36 w 136"/>
              <a:gd name="T19" fmla="*/ 8 h 119"/>
              <a:gd name="T20" fmla="*/ 8 w 136"/>
              <a:gd name="T21" fmla="*/ 36 h 119"/>
              <a:gd name="T22" fmla="*/ 68 w 136"/>
              <a:gd name="T23" fmla="*/ 109 h 119"/>
              <a:gd name="T24" fmla="*/ 128 w 136"/>
              <a:gd name="T25" fmla="*/ 36 h 119"/>
              <a:gd name="T26" fmla="*/ 100 w 136"/>
              <a:gd name="T27" fmla="*/ 8 h 119"/>
              <a:gd name="T28" fmla="*/ 72 w 136"/>
              <a:gd name="T29" fmla="*/ 23 h 119"/>
              <a:gd name="T30" fmla="*/ 68 w 136"/>
              <a:gd name="T31" fmla="*/ 28 h 119"/>
              <a:gd name="T32" fmla="*/ 64 w 136"/>
              <a:gd name="T33" fmla="*/ 23 h 119"/>
              <a:gd name="T34" fmla="*/ 36 w 136"/>
              <a:gd name="T35" fmla="*/ 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6" h="119">
                <a:moveTo>
                  <a:pt x="68" y="119"/>
                </a:moveTo>
                <a:cubicBezTo>
                  <a:pt x="66" y="117"/>
                  <a:pt x="66" y="117"/>
                  <a:pt x="66" y="117"/>
                </a:cubicBezTo>
                <a:cubicBezTo>
                  <a:pt x="14" y="75"/>
                  <a:pt x="0" y="60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2" y="0"/>
                  <a:pt x="62" y="10"/>
                  <a:pt x="68" y="17"/>
                </a:cubicBezTo>
                <a:cubicBezTo>
                  <a:pt x="74" y="10"/>
                  <a:pt x="84" y="0"/>
                  <a:pt x="100" y="0"/>
                </a:cubicBezTo>
                <a:cubicBezTo>
                  <a:pt x="120" y="0"/>
                  <a:pt x="136" y="16"/>
                  <a:pt x="136" y="36"/>
                </a:cubicBezTo>
                <a:cubicBezTo>
                  <a:pt x="136" y="60"/>
                  <a:pt x="122" y="75"/>
                  <a:pt x="70" y="117"/>
                </a:cubicBezTo>
                <a:lnTo>
                  <a:pt x="68" y="119"/>
                </a:lnTo>
                <a:close/>
                <a:moveTo>
                  <a:pt x="36" y="8"/>
                </a:moveTo>
                <a:cubicBezTo>
                  <a:pt x="20" y="8"/>
                  <a:pt x="8" y="20"/>
                  <a:pt x="8" y="36"/>
                </a:cubicBezTo>
                <a:cubicBezTo>
                  <a:pt x="8" y="57"/>
                  <a:pt x="21" y="70"/>
                  <a:pt x="68" y="109"/>
                </a:cubicBezTo>
                <a:cubicBezTo>
                  <a:pt x="115" y="70"/>
                  <a:pt x="128" y="57"/>
                  <a:pt x="128" y="36"/>
                </a:cubicBezTo>
                <a:cubicBezTo>
                  <a:pt x="128" y="20"/>
                  <a:pt x="116" y="8"/>
                  <a:pt x="100" y="8"/>
                </a:cubicBezTo>
                <a:cubicBezTo>
                  <a:pt x="86" y="8"/>
                  <a:pt x="78" y="16"/>
                  <a:pt x="72" y="23"/>
                </a:cubicBezTo>
                <a:cubicBezTo>
                  <a:pt x="68" y="28"/>
                  <a:pt x="68" y="28"/>
                  <a:pt x="68" y="28"/>
                </a:cubicBezTo>
                <a:cubicBezTo>
                  <a:pt x="64" y="23"/>
                  <a:pt x="64" y="23"/>
                  <a:pt x="64" y="23"/>
                </a:cubicBezTo>
                <a:cubicBezTo>
                  <a:pt x="58" y="16"/>
                  <a:pt x="50" y="8"/>
                  <a:pt x="36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pSp>
        <p:nvGrpSpPr>
          <p:cNvPr id="31" name="Group 239"/>
          <p:cNvGrpSpPr/>
          <p:nvPr/>
        </p:nvGrpSpPr>
        <p:grpSpPr>
          <a:xfrm>
            <a:off x="5039603" y="1278645"/>
            <a:ext cx="352479" cy="352479"/>
            <a:chOff x="4406900" y="3946525"/>
            <a:chExt cx="450850" cy="450850"/>
          </a:xfrm>
          <a:solidFill>
            <a:schemeClr val="bg1"/>
          </a:solidFill>
        </p:grpSpPr>
        <p:sp>
          <p:nvSpPr>
            <p:cNvPr id="32" name="Freeform 70"/>
            <p:cNvSpPr>
              <a:spLocks noEditPoints="1"/>
            </p:cNvSpPr>
            <p:nvPr/>
          </p:nvSpPr>
          <p:spPr bwMode="auto">
            <a:xfrm>
              <a:off x="4406900" y="4097338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3" name="Freeform 71"/>
            <p:cNvSpPr>
              <a:spLocks noEditPoints="1"/>
            </p:cNvSpPr>
            <p:nvPr/>
          </p:nvSpPr>
          <p:spPr bwMode="auto">
            <a:xfrm>
              <a:off x="4706938" y="3946525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4" name="Freeform 72"/>
            <p:cNvSpPr>
              <a:spLocks noEditPoints="1"/>
            </p:cNvSpPr>
            <p:nvPr/>
          </p:nvSpPr>
          <p:spPr bwMode="auto">
            <a:xfrm>
              <a:off x="4706938" y="4248150"/>
              <a:ext cx="150812" cy="14922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5" name="Freeform 73"/>
            <p:cNvSpPr/>
            <p:nvPr/>
          </p:nvSpPr>
          <p:spPr bwMode="auto">
            <a:xfrm>
              <a:off x="4527550" y="4187825"/>
              <a:ext cx="209550" cy="119063"/>
            </a:xfrm>
            <a:custGeom>
              <a:avLst/>
              <a:gdLst>
                <a:gd name="T0" fmla="*/ 123 w 132"/>
                <a:gd name="T1" fmla="*/ 75 h 75"/>
                <a:gd name="T2" fmla="*/ 0 w 132"/>
                <a:gd name="T3" fmla="*/ 16 h 75"/>
                <a:gd name="T4" fmla="*/ 9 w 132"/>
                <a:gd name="T5" fmla="*/ 0 h 75"/>
                <a:gd name="T6" fmla="*/ 132 w 132"/>
                <a:gd name="T7" fmla="*/ 59 h 75"/>
                <a:gd name="T8" fmla="*/ 123 w 132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5">
                  <a:moveTo>
                    <a:pt x="123" y="75"/>
                  </a:moveTo>
                  <a:lnTo>
                    <a:pt x="0" y="16"/>
                  </a:lnTo>
                  <a:lnTo>
                    <a:pt x="9" y="0"/>
                  </a:lnTo>
                  <a:lnTo>
                    <a:pt x="132" y="59"/>
                  </a:lnTo>
                  <a:lnTo>
                    <a:pt x="12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  <p:sp>
          <p:nvSpPr>
            <p:cNvPr id="36" name="Freeform 74"/>
            <p:cNvSpPr/>
            <p:nvPr/>
          </p:nvSpPr>
          <p:spPr bwMode="auto">
            <a:xfrm>
              <a:off x="4527550" y="4037013"/>
              <a:ext cx="209550" cy="120650"/>
            </a:xfrm>
            <a:custGeom>
              <a:avLst/>
              <a:gdLst>
                <a:gd name="T0" fmla="*/ 9 w 132"/>
                <a:gd name="T1" fmla="*/ 76 h 76"/>
                <a:gd name="T2" fmla="*/ 0 w 132"/>
                <a:gd name="T3" fmla="*/ 59 h 76"/>
                <a:gd name="T4" fmla="*/ 123 w 132"/>
                <a:gd name="T5" fmla="*/ 0 h 76"/>
                <a:gd name="T6" fmla="*/ 132 w 132"/>
                <a:gd name="T7" fmla="*/ 17 h 76"/>
                <a:gd name="T8" fmla="*/ 9 w 132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6">
                  <a:moveTo>
                    <a:pt x="9" y="76"/>
                  </a:moveTo>
                  <a:lnTo>
                    <a:pt x="0" y="59"/>
                  </a:lnTo>
                  <a:lnTo>
                    <a:pt x="123" y="0"/>
                  </a:lnTo>
                  <a:lnTo>
                    <a:pt x="132" y="17"/>
                  </a:lnTo>
                  <a:lnTo>
                    <a:pt x="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sp>
        <p:nvSpPr>
          <p:cNvPr id="9" name="矩形 8"/>
          <p:cNvSpPr/>
          <p:nvPr/>
        </p:nvSpPr>
        <p:spPr>
          <a:xfrm>
            <a:off x="6379063" y="3987486"/>
            <a:ext cx="506959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Every second brings a fresh beginning, every hour holds a new promise, every night dreams can bring hope, and every day is what we choose to make it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725964" y="3503681"/>
            <a:ext cx="467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社区养老服务商业计划书</a:t>
            </a:r>
          </a:p>
        </p:txBody>
      </p:sp>
      <p:sp>
        <p:nvSpPr>
          <p:cNvPr id="11" name="矩形 10"/>
          <p:cNvSpPr/>
          <p:nvPr/>
        </p:nvSpPr>
        <p:spPr>
          <a:xfrm>
            <a:off x="7419421" y="5228421"/>
            <a:ext cx="1805068" cy="317241"/>
          </a:xfrm>
          <a:prstGeom prst="rect">
            <a:avLst/>
          </a:prstGeom>
          <a:solidFill>
            <a:srgbClr val="CF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9513768" y="5228421"/>
            <a:ext cx="1805068" cy="317241"/>
          </a:xfrm>
          <a:prstGeom prst="rect">
            <a:avLst/>
          </a:prstGeom>
          <a:solidFill>
            <a:srgbClr val="6C9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419421" y="5217764"/>
            <a:ext cx="178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816618" y="5217764"/>
            <a:ext cx="1199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jb3VudCI6MSwiaGRpZCI6ImM0YjQxZTA4Y2Q5YWNmODliMTU2NmQ4NDYzZTgzNjZiIiwidXNlckNvdW50IjoxfQ=="/>
  <p:tag name="KSO_WPP_MARK_KEY" val="0e571caa-5e75-4aa5-88b4-fb76b06d593f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239</TotalTime>
  <Words>3565</Words>
  <Application>Microsoft Office PowerPoint</Application>
  <PresentationFormat>自定义</PresentationFormat>
  <Paragraphs>142</Paragraphs>
  <Slides>20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智慧养老</dc:title>
  <dc:creator>第一PPT</dc:creator>
  <cp:keywords>www.1ppt.com</cp:keywords>
  <dc:description>www.1ppt.com</dc:description>
  <cp:lastModifiedBy>123</cp:lastModifiedBy>
  <cp:revision>125</cp:revision>
  <dcterms:created xsi:type="dcterms:W3CDTF">2021-08-24T08:24:00Z</dcterms:created>
  <dcterms:modified xsi:type="dcterms:W3CDTF">2025-09-30T08:03:33Z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569BEEE3B0854E4FBAD5460175E44E4A_13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v1.0_mb_D6tvipuPZlj08djmxiTiPg==</vt:lpwstr>
  </property>
</Properties>
</file>